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pitchFamily="50" charset="0"/>
      <p:regular r:id="rId17"/>
      <p:bold r:id="rId18"/>
      <p:italic r:id="rId19"/>
      <p:boldItalic r:id="rId20"/>
    </p:embeddedFont>
    <p:embeddedFont>
      <p:font typeface="Proxima Nova Rg" panose="02000506030000020004" pitchFamily="50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BBD6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E9546-C26E-70E3-83DD-FC0B501EF7AC}" v="37" dt="2025-10-15T09:03:17.488"/>
    <p1510:client id="{E7DE9D6A-E39F-4F7B-BBDD-7FC23B6A5E90}" v="2" dt="2025-10-15T09:49:51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300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Master" Target="slideMasters/slideMaster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Smycz" userId="d03db9f2-e007-4614-ba87-e09f2c7a507f" providerId="ADAL" clId="{62C04D8E-8FE6-4EB6-8120-D97AD0ACFC61}"/>
    <pc:docChg chg="undo custSel modSld">
      <pc:chgData name="Jacob Smycz" userId="d03db9f2-e007-4614-ba87-e09f2c7a507f" providerId="ADAL" clId="{62C04D8E-8FE6-4EB6-8120-D97AD0ACFC61}" dt="2025-10-15T09:49:56.581" v="152" actId="20577"/>
      <pc:docMkLst>
        <pc:docMk/>
      </pc:docMkLst>
      <pc:sldChg chg="addSp delSp mod">
        <pc:chgData name="Jacob Smycz" userId="d03db9f2-e007-4614-ba87-e09f2c7a507f" providerId="ADAL" clId="{62C04D8E-8FE6-4EB6-8120-D97AD0ACFC61}" dt="2025-10-15T09:44:03.180" v="8" actId="22"/>
        <pc:sldMkLst>
          <pc:docMk/>
          <pc:sldMk cId="3060173964" sldId="638"/>
        </pc:sldMkLst>
        <pc:picChg chg="del">
          <ac:chgData name="Jacob Smycz" userId="d03db9f2-e007-4614-ba87-e09f2c7a507f" providerId="ADAL" clId="{62C04D8E-8FE6-4EB6-8120-D97AD0ACFC61}" dt="2025-10-15T09:44:02.613" v="7" actId="478"/>
          <ac:picMkLst>
            <pc:docMk/>
            <pc:sldMk cId="3060173964" sldId="638"/>
            <ac:picMk id="3" creationId="{FD0EDB8D-83FB-3EAB-D463-76ACF3DAA602}"/>
          </ac:picMkLst>
        </pc:picChg>
        <pc:picChg chg="add">
          <ac:chgData name="Jacob Smycz" userId="d03db9f2-e007-4614-ba87-e09f2c7a507f" providerId="ADAL" clId="{62C04D8E-8FE6-4EB6-8120-D97AD0ACFC61}" dt="2025-10-15T09:44:03.180" v="8" actId="22"/>
          <ac:picMkLst>
            <pc:docMk/>
            <pc:sldMk cId="3060173964" sldId="638"/>
            <ac:picMk id="5" creationId="{E1A0E5CE-FFF2-4AC5-81A0-AA817953F87B}"/>
          </ac:picMkLst>
        </pc:picChg>
      </pc:sldChg>
      <pc:sldChg chg="modSp mod">
        <pc:chgData name="Jacob Smycz" userId="d03db9f2-e007-4614-ba87-e09f2c7a507f" providerId="ADAL" clId="{62C04D8E-8FE6-4EB6-8120-D97AD0ACFC61}" dt="2025-10-15T09:43:10.625" v="6" actId="20577"/>
        <pc:sldMkLst>
          <pc:docMk/>
          <pc:sldMk cId="2490077739" sldId="704"/>
        </pc:sldMkLst>
        <pc:spChg chg="mod">
          <ac:chgData name="Jacob Smycz" userId="d03db9f2-e007-4614-ba87-e09f2c7a507f" providerId="ADAL" clId="{62C04D8E-8FE6-4EB6-8120-D97AD0ACFC61}" dt="2025-10-15T09:43:10.625" v="6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Jacob Smycz" userId="d03db9f2-e007-4614-ba87-e09f2c7a507f" providerId="ADAL" clId="{62C04D8E-8FE6-4EB6-8120-D97AD0ACFC61}" dt="2025-10-15T09:42:51.705" v="1" actId="20577"/>
          <ac:spMkLst>
            <pc:docMk/>
            <pc:sldMk cId="2490077739" sldId="704"/>
            <ac:spMk id="20" creationId="{550AFCD1-4BC8-3BDC-BF2F-B2F76482BC15}"/>
          </ac:spMkLst>
        </pc:spChg>
      </pc:sldChg>
      <pc:sldChg chg="modSp mod">
        <pc:chgData name="Jacob Smycz" userId="d03db9f2-e007-4614-ba87-e09f2c7a507f" providerId="ADAL" clId="{62C04D8E-8FE6-4EB6-8120-D97AD0ACFC61}" dt="2025-10-15T09:49:56.581" v="152" actId="20577"/>
        <pc:sldMkLst>
          <pc:docMk/>
          <pc:sldMk cId="686593796" sldId="705"/>
        </pc:sldMkLst>
        <pc:graphicFrameChg chg="modGraphic">
          <ac:chgData name="Jacob Smycz" userId="d03db9f2-e007-4614-ba87-e09f2c7a507f" providerId="ADAL" clId="{62C04D8E-8FE6-4EB6-8120-D97AD0ACFC61}" dt="2025-10-15T09:49:56.581" v="152" actId="20577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  <pc:sldChg chg="addSp delSp mod">
        <pc:chgData name="Jacob Smycz" userId="d03db9f2-e007-4614-ba87-e09f2c7a507f" providerId="ADAL" clId="{62C04D8E-8FE6-4EB6-8120-D97AD0ACFC61}" dt="2025-10-15T09:47:04.635" v="10" actId="22"/>
        <pc:sldMkLst>
          <pc:docMk/>
          <pc:sldMk cId="2459746774" sldId="706"/>
        </pc:sldMkLst>
        <pc:picChg chg="del">
          <ac:chgData name="Jacob Smycz" userId="d03db9f2-e007-4614-ba87-e09f2c7a507f" providerId="ADAL" clId="{62C04D8E-8FE6-4EB6-8120-D97AD0ACFC61}" dt="2025-10-15T09:47:04.087" v="9" actId="478"/>
          <ac:picMkLst>
            <pc:docMk/>
            <pc:sldMk cId="2459746774" sldId="706"/>
            <ac:picMk id="4" creationId="{B6FC88AE-70EB-8983-CDE2-D62633DF7DA4}"/>
          </ac:picMkLst>
        </pc:picChg>
        <pc:picChg chg="add">
          <ac:chgData name="Jacob Smycz" userId="d03db9f2-e007-4614-ba87-e09f2c7a507f" providerId="ADAL" clId="{62C04D8E-8FE6-4EB6-8120-D97AD0ACFC61}" dt="2025-10-15T09:47:04.635" v="10" actId="22"/>
          <ac:picMkLst>
            <pc:docMk/>
            <pc:sldMk cId="2459746774" sldId="706"/>
            <ac:picMk id="5" creationId="{5E102B46-2836-D833-7196-DAF0796E1364}"/>
          </ac:picMkLst>
        </pc:picChg>
      </pc:sldChg>
    </pc:docChg>
  </pc:docChgLst>
  <pc:docChgLst>
    <pc:chgData name="Jacob Smycz" userId="S::jsmycz@openboxsoftware.com::d03db9f2-e007-4614-ba87-e09f2c7a507f" providerId="AD" clId="Web-{422E9546-C26E-70E3-83DD-FC0B501EF7AC}"/>
    <pc:docChg chg="modSld">
      <pc:chgData name="Jacob Smycz" userId="S::jsmycz@openboxsoftware.com::d03db9f2-e007-4614-ba87-e09f2c7a507f" providerId="AD" clId="Web-{422E9546-C26E-70E3-83DD-FC0B501EF7AC}" dt="2025-10-15T09:03:14.503" v="33" actId="20577"/>
      <pc:docMkLst>
        <pc:docMk/>
      </pc:docMkLst>
      <pc:sldChg chg="modSp">
        <pc:chgData name="Jacob Smycz" userId="S::jsmycz@openboxsoftware.com::d03db9f2-e007-4614-ba87-e09f2c7a507f" providerId="AD" clId="Web-{422E9546-C26E-70E3-83DD-FC0B501EF7AC}" dt="2025-10-15T09:02:36.081" v="15" actId="20577"/>
        <pc:sldMkLst>
          <pc:docMk/>
          <pc:sldMk cId="464677460" sldId="584"/>
        </pc:sldMkLst>
        <pc:spChg chg="mod">
          <ac:chgData name="Jacob Smycz" userId="S::jsmycz@openboxsoftware.com::d03db9f2-e007-4614-ba87-e09f2c7a507f" providerId="AD" clId="Web-{422E9546-C26E-70E3-83DD-FC0B501EF7AC}" dt="2025-10-15T09:02:36.081" v="15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modSp">
        <pc:chgData name="Jacob Smycz" userId="S::jsmycz@openboxsoftware.com::d03db9f2-e007-4614-ba87-e09f2c7a507f" providerId="AD" clId="Web-{422E9546-C26E-70E3-83DD-FC0B501EF7AC}" dt="2025-10-15T09:03:14.503" v="33" actId="20577"/>
        <pc:sldMkLst>
          <pc:docMk/>
          <pc:sldMk cId="2490077739" sldId="704"/>
        </pc:sldMkLst>
        <pc:spChg chg="mod">
          <ac:chgData name="Jacob Smycz" userId="S::jsmycz@openboxsoftware.com::d03db9f2-e007-4614-ba87-e09f2c7a507f" providerId="AD" clId="Web-{422E9546-C26E-70E3-83DD-FC0B501EF7AC}" dt="2025-10-15T09:03:14.503" v="33" actId="2057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Jacob Smycz" userId="S::jsmycz@openboxsoftware.com::d03db9f2-e007-4614-ba87-e09f2c7a507f" providerId="AD" clId="Web-{422E9546-C26E-70E3-83DD-FC0B501EF7AC}" dt="2025-10-15T09:02:51.847" v="27" actId="20577"/>
          <ac:spMkLst>
            <pc:docMk/>
            <pc:sldMk cId="2490077739" sldId="704"/>
            <ac:spMk id="33" creationId="{674C3F1B-B82E-F1EF-9916-2758FD0C1E9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10/15/2025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15/10/2025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542" TargetMode="Externa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0" Type="http://schemas.openxmlformats.org/officeDocument/2006/relationships/image" Target="../media/image14.emf"/><Relationship Id="rId4" Type="http://schemas.openxmlformats.org/officeDocument/2006/relationships/image" Target="../media/image10.png"/><Relationship Id="rId9" Type="http://schemas.openxmlformats.org/officeDocument/2006/relationships/hyperlink" Target="https://graingerplc.atlassian.net/issues/?filter=1241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raingerplc.atlassian.net/browse/SFDC-979" TargetMode="Externa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Salesforce BAU</a:t>
            </a:r>
          </a:p>
          <a:p>
            <a:r>
              <a:rPr lang="en-US" sz="1800" dirty="0">
                <a:latin typeface="Proxima Nova Lt"/>
              </a:rPr>
              <a:t>Sprint 16</a:t>
            </a:r>
          </a:p>
          <a:p>
            <a:r>
              <a:rPr lang="en-US" sz="1800" dirty="0">
                <a:latin typeface="Proxima Nova Lt"/>
              </a:rPr>
              <a:t>15th September – 12th October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14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33437" y="2477463"/>
            <a:ext cx="2940626" cy="868884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/>
                <a:hlinkClick r:id="rId8"/>
              </a:rPr>
              <a:t>Sprint work Items Delivered</a:t>
            </a:r>
            <a:endParaRPr dirty="0">
              <a:latin typeface="Proxima Nova Lt"/>
              <a:hlinkClick r:id="rId9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0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6268" y="2477463"/>
            <a:ext cx="3655066" cy="183103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391780" y="2839407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Enhancement Testing</a:t>
            </a:r>
            <a:endParaRPr sz="280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391780" y="3506447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BAU Go Live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16081" y="3404794"/>
            <a:ext cx="516721" cy="516721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334434" y="28301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6 – 10 September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334434" y="350329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13th October </a:t>
            </a:r>
            <a:endParaRPr lang="en-US" sz="12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709946" y="2654210"/>
            <a:ext cx="624148" cy="6241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AFCD1-4BC8-3BDC-BF2F-B2F76482BC15}"/>
              </a:ext>
            </a:extLst>
          </p:cNvPr>
          <p:cNvSpPr txBox="1"/>
          <p:nvPr/>
        </p:nvSpPr>
        <p:spPr>
          <a:xfrm>
            <a:off x="2953419" y="3224836"/>
            <a:ext cx="9614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      </a:t>
            </a:r>
            <a:r>
              <a:rPr lang="en-US" sz="2400" dirty="0">
                <a:solidFill>
                  <a:srgbClr val="BCD727"/>
                </a:solidFill>
              </a:rPr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Delivered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0E5CE-FFF2-4AC5-81A0-AA817953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047" y="1686143"/>
            <a:ext cx="6561905" cy="3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Planned for Next Sprint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02B46-2836-D833-7196-DAF0796E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905" y="981381"/>
            <a:ext cx="6476190" cy="4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Risk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579150"/>
              </p:ext>
            </p:extLst>
          </p:nvPr>
        </p:nvGraphicFramePr>
        <p:xfrm>
          <a:off x="632996" y="3528937"/>
          <a:ext cx="10936225" cy="129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Issue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reCAPTCHA on Form Assembly forms impacting form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Alters how the form can be submitted, with conditional formatting and date inputs not displaying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Hold off on release of SFDC-834. SFDC-863, and SFDC-865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465633"/>
              </p:ext>
            </p:extLst>
          </p:nvPr>
        </p:nvGraphicFramePr>
        <p:xfrm>
          <a:off x="632994" y="930410"/>
          <a:ext cx="10936223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hlinkClick r:id="rId2"/>
                        </a:rPr>
                        <a:t>SFDC-979: Review and Update Unit Status based on Opportunity Status</a:t>
                      </a:r>
                      <a:endParaRPr lang="en-US" sz="1050" b="0" i="0" u="none" strike="noStrike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 dirty="0"/>
                        <a:t>UAT not completed in time – lack of availability of end users</a:t>
                      </a:r>
                    </a:p>
                    <a:p>
                      <a:pPr lvl="0">
                        <a:buNone/>
                      </a:pPr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141207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Props1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0FDFA0-6025-4379-9AC1-EAA2700B27C6}"/>
</file>

<file path=customXml/itemProps4.xml><?xml version="1.0" encoding="utf-8"?>
<ds:datastoreItem xmlns:ds="http://schemas.openxmlformats.org/officeDocument/2006/customXml" ds:itemID="{EECF82CD-9466-4895-8B83-8A07E6423413}"/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TotalTime>0</TotalTime>
  <Words>147</Words>
  <Application>Microsoft Office PowerPoint</Application>
  <PresentationFormat>Widescreen</PresentationFormat>
  <Paragraphs>45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Verdana</vt:lpstr>
      <vt:lpstr>Courier New</vt:lpstr>
      <vt:lpstr>Arial</vt:lpstr>
      <vt:lpstr>Proxima Nova Lt</vt:lpstr>
      <vt:lpstr>Proxima Nova Rg</vt:lpstr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lastModifiedBy>Jacob Smycz</cp:lastModifiedBy>
  <cp:revision>76</cp:revision>
  <cp:lastPrinted>2024-12-11T11:27:32Z</cp:lastPrinted>
  <dcterms:created xsi:type="dcterms:W3CDTF">2025-03-26T08:50:37Z</dcterms:created>
  <dcterms:modified xsi:type="dcterms:W3CDTF">2025-10-15T09:50:02Z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  <property fmtid="{D5CDD505-2E9C-101B-9397-08002B2CF9AE}" pid="24" name="Client_x0020_Project">
    <vt:lpwstr/>
  </property>
  <property fmtid="{D5CDD505-2E9C-101B-9397-08002B2CF9AE}" pid="25" name="Client Project">
    <vt:lpwstr/>
  </property>
  <property fmtid="{D5CDD505-2E9C-101B-9397-08002B2CF9AE}" pid="27" name="k6ebf865df8440b3a55c1aa81c9bae7c">
    <vt:lpwstr>Generic Project Document|258c2ed6-b93b-4ffe-8901-a23f2dc98ec9</vt:lpwstr>
  </property>
</Properties>
</file>