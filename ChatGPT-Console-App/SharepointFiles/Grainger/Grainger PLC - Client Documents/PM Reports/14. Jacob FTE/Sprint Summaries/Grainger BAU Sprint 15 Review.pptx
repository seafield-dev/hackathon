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35644-4527-7B1A-DEFC-52164FA5E33E}" v="4" dt="2025-09-16T08:13:23.033"/>
    <p1510:client id="{DA1F014D-18B3-4D1D-7394-FF50C9C8A239}" v="223" dt="2025-09-16T09:33:50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Smycz" userId="S::jsmycz@openboxsoftware.com::d03db9f2-e007-4614-ba87-e09f2c7a507f" providerId="AD" clId="Web-{DA1F014D-18B3-4D1D-7394-FF50C9C8A239}"/>
    <pc:docChg chg="modSld">
      <pc:chgData name="Jacob Smycz" userId="S::jsmycz@openboxsoftware.com::d03db9f2-e007-4614-ba87-e09f2c7a507f" providerId="AD" clId="Web-{DA1F014D-18B3-4D1D-7394-FF50C9C8A239}" dt="2025-09-16T09:24:57.886" v="196"/>
      <pc:docMkLst>
        <pc:docMk/>
      </pc:docMkLst>
      <pc:sldChg chg="modSp">
        <pc:chgData name="Jacob Smycz" userId="S::jsmycz@openboxsoftware.com::d03db9f2-e007-4614-ba87-e09f2c7a507f" providerId="AD" clId="Web-{DA1F014D-18B3-4D1D-7394-FF50C9C8A239}" dt="2025-09-16T08:17:25.331" v="22" actId="20577"/>
        <pc:sldMkLst>
          <pc:docMk/>
          <pc:sldMk cId="464677460" sldId="584"/>
        </pc:sldMkLst>
        <pc:spChg chg="mod">
          <ac:chgData name="Jacob Smycz" userId="S::jsmycz@openboxsoftware.com::d03db9f2-e007-4614-ba87-e09f2c7a507f" providerId="AD" clId="Web-{DA1F014D-18B3-4D1D-7394-FF50C9C8A239}" dt="2025-09-16T08:17:25.331" v="22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Jacob Smycz" userId="S::jsmycz@openboxsoftware.com::d03db9f2-e007-4614-ba87-e09f2c7a507f" providerId="AD" clId="Web-{DA1F014D-18B3-4D1D-7394-FF50C9C8A239}" dt="2025-09-16T08:23:55.177" v="78" actId="1076"/>
        <pc:sldMkLst>
          <pc:docMk/>
          <pc:sldMk cId="3060173964" sldId="638"/>
        </pc:sldMkLst>
        <pc:picChg chg="add mod">
          <ac:chgData name="Jacob Smycz" userId="S::jsmycz@openboxsoftware.com::d03db9f2-e007-4614-ba87-e09f2c7a507f" providerId="AD" clId="Web-{DA1F014D-18B3-4D1D-7394-FF50C9C8A239}" dt="2025-09-16T08:23:55.177" v="78" actId="1076"/>
          <ac:picMkLst>
            <pc:docMk/>
            <pc:sldMk cId="3060173964" sldId="638"/>
            <ac:picMk id="3" creationId="{FD0EDB8D-83FB-3EAB-D463-76ACF3DAA602}"/>
          </ac:picMkLst>
        </pc:picChg>
        <pc:picChg chg="del">
          <ac:chgData name="Jacob Smycz" userId="S::jsmycz@openboxsoftware.com::d03db9f2-e007-4614-ba87-e09f2c7a507f" providerId="AD" clId="Web-{DA1F014D-18B3-4D1D-7394-FF50C9C8A239}" dt="2025-09-16T08:23:50.364" v="75"/>
          <ac:picMkLst>
            <pc:docMk/>
            <pc:sldMk cId="3060173964" sldId="638"/>
            <ac:picMk id="11" creationId="{FD77913B-45E2-874D-A507-C69DF3F22E1C}"/>
          </ac:picMkLst>
        </pc:picChg>
        <pc:picChg chg="del">
          <ac:chgData name="Jacob Smycz" userId="S::jsmycz@openboxsoftware.com::d03db9f2-e007-4614-ba87-e09f2c7a507f" providerId="AD" clId="Web-{DA1F014D-18B3-4D1D-7394-FF50C9C8A239}" dt="2025-09-16T08:23:50.895" v="76"/>
          <ac:picMkLst>
            <pc:docMk/>
            <pc:sldMk cId="3060173964" sldId="638"/>
            <ac:picMk id="13" creationId="{3DDAB900-43E0-511F-31A1-D72129E54B9C}"/>
          </ac:picMkLst>
        </pc:picChg>
      </pc:sldChg>
      <pc:sldChg chg="delSp modSp">
        <pc:chgData name="Jacob Smycz" userId="S::jsmycz@openboxsoftware.com::d03db9f2-e007-4614-ba87-e09f2c7a507f" providerId="AD" clId="Web-{DA1F014D-18B3-4D1D-7394-FF50C9C8A239}" dt="2025-09-16T08:21:38.758" v="74" actId="14100"/>
        <pc:sldMkLst>
          <pc:docMk/>
          <pc:sldMk cId="2490077739" sldId="704"/>
        </pc:sldMkLst>
        <pc:spChg chg="mod">
          <ac:chgData name="Jacob Smycz" userId="S::jsmycz@openboxsoftware.com::d03db9f2-e007-4614-ba87-e09f2c7a507f" providerId="AD" clId="Web-{DA1F014D-18B3-4D1D-7394-FF50C9C8A239}" dt="2025-09-16T08:21:38.758" v="74" actId="14100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21:32.710" v="70" actId="1076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18:50.738" v="33" actId="20577"/>
          <ac:spMkLst>
            <pc:docMk/>
            <pc:sldMk cId="2490077739" sldId="704"/>
            <ac:spMk id="17" creationId="{3A4378B3-071C-4B9B-1DC8-CAC0726EC764}"/>
          </ac:spMkLst>
        </pc:spChg>
        <pc:spChg chg="del">
          <ac:chgData name="Jacob Smycz" userId="S::jsmycz@openboxsoftware.com::d03db9f2-e007-4614-ba87-e09f2c7a507f" providerId="AD" clId="Web-{DA1F014D-18B3-4D1D-7394-FF50C9C8A239}" dt="2025-09-16T08:21:16.568" v="67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18:46.082" v="31" actId="20577"/>
          <ac:spMkLst>
            <pc:docMk/>
            <pc:sldMk cId="2490077739" sldId="704"/>
            <ac:spMk id="20" creationId="{550AFCD1-4BC8-3BDC-BF2F-B2F76482BC15}"/>
          </ac:spMkLst>
        </pc:spChg>
        <pc:spChg chg="del">
          <ac:chgData name="Jacob Smycz" userId="S::jsmycz@openboxsoftware.com::d03db9f2-e007-4614-ba87-e09f2c7a507f" providerId="AD" clId="Web-{DA1F014D-18B3-4D1D-7394-FF50C9C8A239}" dt="2025-09-16T08:21:13.333" v="65"/>
          <ac:spMkLst>
            <pc:docMk/>
            <pc:sldMk cId="2490077739" sldId="704"/>
            <ac:spMk id="21" creationId="{30F7DE40-2E6F-B7D3-5F55-B2847DAB58CB}"/>
          </ac:spMkLst>
        </pc:spChg>
        <pc:spChg chg="del mod">
          <ac:chgData name="Jacob Smycz" userId="S::jsmycz@openboxsoftware.com::d03db9f2-e007-4614-ba87-e09f2c7a507f" providerId="AD" clId="Web-{DA1F014D-18B3-4D1D-7394-FF50C9C8A239}" dt="2025-09-16T08:21:18.677" v="69"/>
          <ac:spMkLst>
            <pc:docMk/>
            <pc:sldMk cId="2490077739" sldId="704"/>
            <ac:spMk id="22" creationId="{4C903A91-3BD0-5353-32C5-8FBCB6FAC5D6}"/>
          </ac:spMkLst>
        </pc:spChg>
        <pc:spChg chg="del">
          <ac:chgData name="Jacob Smycz" userId="S::jsmycz@openboxsoftware.com::d03db9f2-e007-4614-ba87-e09f2c7a507f" providerId="AD" clId="Web-{DA1F014D-18B3-4D1D-7394-FF50C9C8A239}" dt="2025-09-16T08:21:13.255" v="64"/>
          <ac:spMkLst>
            <pc:docMk/>
            <pc:sldMk cId="2490077739" sldId="704"/>
            <ac:spMk id="24" creationId="{69B3B639-1770-97FC-56DE-6A26180899A1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20:54.942" v="48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21:32.741" v="72" actId="1076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Jacob Smycz" userId="S::jsmycz@openboxsoftware.com::d03db9f2-e007-4614-ba87-e09f2c7a507f" providerId="AD" clId="Web-{DA1F014D-18B3-4D1D-7394-FF50C9C8A239}" dt="2025-09-16T08:20:13.958" v="34" actId="20577"/>
          <ac:spMkLst>
            <pc:docMk/>
            <pc:sldMk cId="2490077739" sldId="704"/>
            <ac:spMk id="91" creationId="{C7C8151C-CAD0-93F6-9121-81AF79A2C808}"/>
          </ac:spMkLst>
        </pc:spChg>
        <pc:picChg chg="del">
          <ac:chgData name="Jacob Smycz" userId="S::jsmycz@openboxsoftware.com::d03db9f2-e007-4614-ba87-e09f2c7a507f" providerId="AD" clId="Web-{DA1F014D-18B3-4D1D-7394-FF50C9C8A239}" dt="2025-09-16T08:21:12.880" v="63"/>
          <ac:picMkLst>
            <pc:docMk/>
            <pc:sldMk cId="2490077739" sldId="704"/>
            <ac:picMk id="16" creationId="{3EEA4B81-B0EA-669C-91D6-3053821CDD26}"/>
          </ac:picMkLst>
        </pc:picChg>
        <pc:picChg chg="mod">
          <ac:chgData name="Jacob Smycz" userId="S::jsmycz@openboxsoftware.com::d03db9f2-e007-4614-ba87-e09f2c7a507f" providerId="AD" clId="Web-{DA1F014D-18B3-4D1D-7394-FF50C9C8A239}" dt="2025-09-16T08:21:32.726" v="71" actId="1076"/>
          <ac:picMkLst>
            <pc:docMk/>
            <pc:sldMk cId="2490077739" sldId="704"/>
            <ac:picMk id="26" creationId="{FE7D2FA9-E580-E868-B53C-562EBD72991C}"/>
          </ac:picMkLst>
        </pc:picChg>
        <pc:picChg chg="del">
          <ac:chgData name="Jacob Smycz" userId="S::jsmycz@openboxsoftware.com::d03db9f2-e007-4614-ba87-e09f2c7a507f" providerId="AD" clId="Web-{DA1F014D-18B3-4D1D-7394-FF50C9C8A239}" dt="2025-09-16T08:21:15.255" v="66"/>
          <ac:picMkLst>
            <pc:docMk/>
            <pc:sldMk cId="2490077739" sldId="704"/>
            <ac:picMk id="35" creationId="{E2B0D37D-0475-85D5-6843-0EA5F52BFA99}"/>
          </ac:picMkLst>
        </pc:picChg>
      </pc:sldChg>
      <pc:sldChg chg="modSp">
        <pc:chgData name="Jacob Smycz" userId="S::jsmycz@openboxsoftware.com::d03db9f2-e007-4614-ba87-e09f2c7a507f" providerId="AD" clId="Web-{DA1F014D-18B3-4D1D-7394-FF50C9C8A239}" dt="2025-09-16T09:24:57.886" v="196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DA1F014D-18B3-4D1D-7394-FF50C9C8A239}" dt="2025-09-16T09:24:57.886" v="196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mod modGraphic">
          <ac:chgData name="Jacob Smycz" userId="S::jsmycz@openboxsoftware.com::d03db9f2-e007-4614-ba87-e09f2c7a507f" providerId="AD" clId="Web-{DA1F014D-18B3-4D1D-7394-FF50C9C8A239}" dt="2025-09-16T08:26:01.997" v="88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Sp delSp modSp">
        <pc:chgData name="Jacob Smycz" userId="S::jsmycz@openboxsoftware.com::d03db9f2-e007-4614-ba87-e09f2c7a507f" providerId="AD" clId="Web-{DA1F014D-18B3-4D1D-7394-FF50C9C8A239}" dt="2025-09-16T08:25:31.917" v="82"/>
        <pc:sldMkLst>
          <pc:docMk/>
          <pc:sldMk cId="2459746774" sldId="706"/>
        </pc:sldMkLst>
        <pc:picChg chg="add del mod">
          <ac:chgData name="Jacob Smycz" userId="S::jsmycz@openboxsoftware.com::d03db9f2-e007-4614-ba87-e09f2c7a507f" providerId="AD" clId="Web-{DA1F014D-18B3-4D1D-7394-FF50C9C8A239}" dt="2025-09-16T08:25:30.199" v="81"/>
          <ac:picMkLst>
            <pc:docMk/>
            <pc:sldMk cId="2459746774" sldId="706"/>
            <ac:picMk id="3" creationId="{5838F0C6-0E0A-9A37-6ADD-2D2B882E3472}"/>
          </ac:picMkLst>
        </pc:picChg>
        <pc:picChg chg="add mod">
          <ac:chgData name="Jacob Smycz" userId="S::jsmycz@openboxsoftware.com::d03db9f2-e007-4614-ba87-e09f2c7a507f" providerId="AD" clId="Web-{DA1F014D-18B3-4D1D-7394-FF50C9C8A239}" dt="2025-09-16T08:25:31.917" v="82"/>
          <ac:picMkLst>
            <pc:docMk/>
            <pc:sldMk cId="2459746774" sldId="706"/>
            <ac:picMk id="4" creationId="{B6FC88AE-70EB-8983-CDE2-D62633DF7DA4}"/>
          </ac:picMkLst>
        </pc:picChg>
        <pc:picChg chg="del">
          <ac:chgData name="Jacob Smycz" userId="S::jsmycz@openboxsoftware.com::d03db9f2-e007-4614-ba87-e09f2c7a507f" providerId="AD" clId="Web-{DA1F014D-18B3-4D1D-7394-FF50C9C8A239}" dt="2025-09-16T08:25:05.228" v="79"/>
          <ac:picMkLst>
            <pc:docMk/>
            <pc:sldMk cId="2459746774" sldId="706"/>
            <ac:picMk id="5" creationId="{0842CA56-E20C-9BF5-A11E-91136EB2E5C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9/16/2025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410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6.svg"/><Relationship Id="rId5" Type="http://schemas.openxmlformats.org/officeDocument/2006/relationships/image" Target="../media/image11.sv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raingerplc.atlassian.net/browse/SFDC-674" TargetMode="External"/><Relationship Id="rId2" Type="http://schemas.openxmlformats.org/officeDocument/2006/relationships/hyperlink" Target="https://graingerplc.atlassian.net/browse/SFDC-734" TargetMode="External"/><Relationship Id="rId1" Type="http://schemas.openxmlformats.org/officeDocument/2006/relationships/slideLayout" Target="../slideLayouts/slideLayout21.xml"/><Relationship Id="rId5" Type="http://schemas.openxmlformats.org/officeDocument/2006/relationships/hyperlink" Target="https://graingerplc.atlassian.net/browse/SFDC-939" TargetMode="External"/><Relationship Id="rId4" Type="http://schemas.openxmlformats.org/officeDocument/2006/relationships/hyperlink" Target="https://graingerplc.atlassian.net/browse/SFDC-951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 dirty="0">
                <a:latin typeface="Proxima Nova Lt"/>
              </a:rPr>
              <a:t>Sprint Review: Salesforce BAU</a:t>
            </a:r>
          </a:p>
          <a:p>
            <a:r>
              <a:rPr lang="en-US" sz="1800" dirty="0">
                <a:latin typeface="Proxima Nova Lt"/>
              </a:rPr>
              <a:t>Sprint 15</a:t>
            </a:r>
          </a:p>
          <a:p>
            <a:r>
              <a:rPr lang="en-US" sz="1800" dirty="0">
                <a:latin typeface="Proxima Nova Lt"/>
              </a:rPr>
              <a:t>18 August – 14th September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 dirty="0">
                <a:solidFill>
                  <a:srgbClr val="BCD727"/>
                </a:solidFill>
                <a:latin typeface="Proxima Nova Rg" panose="02000506030000020004" pitchFamily="50" charset="0"/>
              </a:rPr>
              <a:t>4.5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33437" y="2477463"/>
            <a:ext cx="2940626" cy="868884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 dirty="0">
                <a:latin typeface="Proxima Nova Lt"/>
                <a:hlinkClick r:id="rId8"/>
              </a:rPr>
              <a:t>Sprint work Items Delivered</a:t>
            </a:r>
            <a:endParaRPr dirty="0">
              <a:latin typeface="Proxima Nova Lt"/>
              <a:hlinkClick r:id="rId8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0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76268" y="2477463"/>
            <a:ext cx="3655066" cy="183103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Enhancement 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391780" y="3506447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BAU Go Live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16081" y="3404794"/>
            <a:ext cx="516721" cy="516721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8 – 12 September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334434" y="350329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 dirty="0">
                <a:solidFill>
                  <a:srgbClr val="BCD727"/>
                </a:solidFill>
                <a:latin typeface="Proxima Nova Rg"/>
              </a:rPr>
              <a:t>15th September  </a:t>
            </a:r>
            <a:endParaRPr lang="en-US" sz="1200" dirty="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      </a:t>
            </a:r>
            <a:r>
              <a:rPr lang="en-US" sz="2400" dirty="0">
                <a:solidFill>
                  <a:srgbClr val="BCD727"/>
                </a:solidFill>
              </a:rPr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0EDB8D-83FB-3EAB-D463-76ACF3DA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8" y="1276350"/>
            <a:ext cx="682942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FC88AE-70EB-8983-CDE2-D62633DF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8" y="1328738"/>
            <a:ext cx="68675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79150"/>
              </p:ext>
            </p:extLst>
          </p:nvPr>
        </p:nvGraphicFramePr>
        <p:xfrm>
          <a:off x="632996" y="3528937"/>
          <a:ext cx="10936225" cy="129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reCAPTCHA on Form Assembly forms impacting form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Alters how the form can be submitted, with conditional formatting and date inputs not displaying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Hold off on release of SFDC-834. SFDC-863, and SFDC-865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715227"/>
              </p:ext>
            </p:extLst>
          </p:nvPr>
        </p:nvGraphicFramePr>
        <p:xfrm>
          <a:off x="632994" y="930410"/>
          <a:ext cx="10936223" cy="126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hlinkClick r:id="rId2"/>
                        </a:rPr>
                        <a:t>RBAC - Create GREP Integration Permission Sets and Permission Set Group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hlinkClick r:id="rId3"/>
                        </a:rPr>
                        <a:t>RBAC - </a:t>
                      </a: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Proxima Nova Lt"/>
                          <a:hlinkClick r:id="rId3"/>
                        </a:rPr>
                        <a:t>Create Own Backup Permission Set/PSG</a:t>
                      </a:r>
                    </a:p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Proxima Nova Lt"/>
                          <a:hlinkClick r:id="rId4"/>
                        </a:rPr>
                        <a:t>RBAC - </a:t>
                      </a: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hlinkClick r:id="rId4"/>
                        </a:rPr>
                        <a:t>Data Team Permission Set Group</a:t>
                      </a:r>
                      <a:endParaRPr lang="en-US" sz="1050" b="0" i="0" u="none" strike="noStrike" noProof="0" dirty="0">
                        <a:solidFill>
                          <a:schemeClr val="tx1"/>
                        </a:solidFill>
                        <a:latin typeface="Proxima Nova Lt"/>
                      </a:endParaRPr>
                    </a:p>
                    <a:p>
                      <a:pPr lvl="0">
                        <a:buNone/>
                      </a:pP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latin typeface="Proxima Nova Lt"/>
                          <a:hlinkClick r:id="rId5"/>
                        </a:rPr>
                        <a:t>CAB - </a:t>
                      </a:r>
                      <a:r>
                        <a:rPr lang="en-US" sz="1050" b="0" i="0" u="none" strike="noStrike" noProof="0" dirty="0">
                          <a:solidFill>
                            <a:schemeClr val="tx1"/>
                          </a:solidFill>
                          <a:hlinkClick r:id="rId5"/>
                        </a:rPr>
                        <a:t>Concession Calculations on Resi Ops</a:t>
                      </a:r>
                      <a:endParaRPr lang="en-US" sz="1050" b="0" i="0" u="none" strike="noStrike" noProof="0" dirty="0">
                        <a:solidFill>
                          <a:schemeClr val="tx1"/>
                        </a:solidFill>
                        <a:latin typeface="Proxima Nova Lt"/>
                      </a:endParaRPr>
                    </a:p>
                    <a:p>
                      <a:pPr lvl="0">
                        <a:buNone/>
                      </a:pPr>
                      <a:endParaRPr lang="en-US" sz="1050" b="0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 dirty="0"/>
                        <a:t>RBAC Items of lower priority</a:t>
                      </a:r>
                    </a:p>
                    <a:p>
                      <a:pPr lvl="0">
                        <a:buNone/>
                      </a:pPr>
                      <a:endParaRPr lang="en-ZA" sz="1050" dirty="0"/>
                    </a:p>
                    <a:p>
                      <a:pPr lvl="0">
                        <a:buNone/>
                      </a:pPr>
                      <a:br>
                        <a:rPr lang="en-ZA" sz="1050" dirty="0"/>
                      </a:br>
                      <a:r>
                        <a:rPr lang="en-ZA" sz="1050" dirty="0"/>
                        <a:t>CAB ticket delayed due to other CAB item dependencies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141207"/>
              </p:ext>
            </p:extLst>
          </p:nvPr>
        </p:nvGraphicFramePr>
        <p:xfrm>
          <a:off x="632995" y="4815070"/>
          <a:ext cx="10936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5F7059-6B2C-4ECA-9E49-CC3226308A98}"/>
</file>

<file path=customXml/itemProps2.xml><?xml version="1.0" encoding="utf-8"?>
<ds:datastoreItem xmlns:ds="http://schemas.openxmlformats.org/officeDocument/2006/customXml" ds:itemID="{C193033D-AD90-4166-965B-C97CAB1B52CC}"/>
</file>

<file path=customXml/itemProps3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revision>66</cp:revision>
  <cp:lastPrinted>2024-12-11T11:27:32Z</cp:lastPrinted>
  <dcterms:created xsi:type="dcterms:W3CDTF">2025-03-26T08:50:37Z</dcterms:created>
  <dcterms:modified xsi:type="dcterms:W3CDTF">2025-09-16T09:33:51Z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  <property fmtid="{D5CDD505-2E9C-101B-9397-08002B2CF9AE}" pid="24" name="Client_x0020_Project">
    <vt:lpwstr/>
  </property>
  <property fmtid="{D5CDD505-2E9C-101B-9397-08002B2CF9AE}" pid="25" name="Client Project">
    <vt:lpwstr/>
  </property>
  <property fmtid="{D5CDD505-2E9C-101B-9397-08002B2CF9AE}" pid="27" name="k6ebf865df8440b3a55c1aa81c9bae7c">
    <vt:lpwstr>Generic Project Document|258c2ed6-b93b-4ffe-8901-a23f2dc98ec9</vt:lpwstr>
  </property>
</Properties>
</file>