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0" r:id="rId5"/>
    <p:sldMasterId id="2147483796" r:id="rId6"/>
    <p:sldMasterId id="2147483690" r:id="rId7"/>
    <p:sldMasterId id="2147483810" r:id="rId8"/>
  </p:sldMasterIdLst>
  <p:notesMasterIdLst>
    <p:notesMasterId r:id="rId15"/>
  </p:notesMasterIdLst>
  <p:handoutMasterIdLst>
    <p:handoutMasterId r:id="rId16"/>
  </p:handoutMasterIdLst>
  <p:sldIdLst>
    <p:sldId id="584" r:id="rId9"/>
    <p:sldId id="704" r:id="rId10"/>
    <p:sldId id="638" r:id="rId11"/>
    <p:sldId id="706" r:id="rId12"/>
    <p:sldId id="705" r:id="rId13"/>
    <p:sldId id="484" r:id="rId14"/>
  </p:sldIdLst>
  <p:sldSz cx="12192000" cy="6858000"/>
  <p:notesSz cx="6858000" cy="9144000"/>
  <p:embeddedFontLst>
    <p:embeddedFont>
      <p:font typeface="Proxima Nova Lt" panose="02000506030000020004" charset="0"/>
      <p:regular r:id="rId17"/>
      <p:bold r:id="rId18"/>
      <p:italic r:id="rId19"/>
      <p:boldItalic r:id="rId20"/>
    </p:embeddedFont>
    <p:embeddedFont>
      <p:font typeface="Proxima Nova Rg" panose="020005060300000200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533435-8132-2B14-8EDD-7776447993D5}" name="Judith Ancketill" initials="JA" userId="S::jancketill@openboxsoftware.com::8f3c2413-fefa-4bc6-9f98-e266e3e0094d" providerId="AD"/>
  <p188:author id="{DC724D44-E70E-557A-289E-5B4E739A5B87}" name="Dominique Bolus" initials="DB" userId="S::dbolus@openboxsoftware.com::9bf352f9-5bae-45e5-8ed9-398ff375c3a1" providerId="AD"/>
  <p188:author id="{B27D6C62-A87E-9EA8-949E-BE3DB87D866D}" name="Shaun Barrett" initials="SB" userId="S::sbarrett@openboxsoftware.com::2e21295b-21c9-4734-b4c8-23b29a1a1ba3" providerId="AD"/>
  <p188:author id="{E5C16FA7-AD08-498A-1473-28FE1786E5F4}" name="Lori Hughes" initials="LH" userId="7614cedae77deff9" providerId="Windows Live"/>
  <p188:author id="{1E0CB2B7-E5EF-9483-1E52-F7AB91745964}" name="Lori Hughes" initials="LH" userId="S::lhughes@openboxsoftware.com::4471f276-471a-463a-9fb8-882a60d3c6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727"/>
    <a:srgbClr val="BBD627"/>
    <a:srgbClr val="373C3C"/>
    <a:srgbClr val="6983CF"/>
    <a:srgbClr val="F079A1"/>
    <a:srgbClr val="AAAAAA"/>
    <a:srgbClr val="999999"/>
    <a:srgbClr val="464777"/>
    <a:srgbClr val="009696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B07AFA-DE50-B774-DC78-6485878B8D68}" v="1163" dt="2025-07-17T12:14:48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font" Target="fonts/font8.fntdata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font" Target="fonts/font3.fntdata"/><Relationship Id="rId31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Smycz" userId="S::jsmycz@openboxsoftware.com::d03db9f2-e007-4614-ba87-e09f2c7a507f" providerId="AD" clId="Web-{76B07AFA-DE50-B774-DC78-6485878B8D68}"/>
    <pc:docChg chg="modSld">
      <pc:chgData name="Jacob Smycz" userId="S::jsmycz@openboxsoftware.com::d03db9f2-e007-4614-ba87-e09f2c7a507f" providerId="AD" clId="Web-{76B07AFA-DE50-B774-DC78-6485878B8D68}" dt="2025-07-17T12:13:25.514" v="1067"/>
      <pc:docMkLst>
        <pc:docMk/>
      </pc:docMkLst>
      <pc:sldChg chg="modSp">
        <pc:chgData name="Jacob Smycz" userId="S::jsmycz@openboxsoftware.com::d03db9f2-e007-4614-ba87-e09f2c7a507f" providerId="AD" clId="Web-{76B07AFA-DE50-B774-DC78-6485878B8D68}" dt="2025-07-17T11:48:58.727" v="173" actId="20577"/>
        <pc:sldMkLst>
          <pc:docMk/>
          <pc:sldMk cId="464677460" sldId="584"/>
        </pc:sldMkLst>
        <pc:spChg chg="mod">
          <ac:chgData name="Jacob Smycz" userId="S::jsmycz@openboxsoftware.com::d03db9f2-e007-4614-ba87-e09f2c7a507f" providerId="AD" clId="Web-{76B07AFA-DE50-B774-DC78-6485878B8D68}" dt="2025-07-17T11:48:58.727" v="173" actId="20577"/>
          <ac:spMkLst>
            <pc:docMk/>
            <pc:sldMk cId="464677460" sldId="584"/>
            <ac:spMk id="2" creationId="{450182FC-C4B5-77D3-0384-8FF7A48A44E2}"/>
          </ac:spMkLst>
        </pc:spChg>
      </pc:sldChg>
      <pc:sldChg chg="addSp delSp modSp">
        <pc:chgData name="Jacob Smycz" userId="S::jsmycz@openboxsoftware.com::d03db9f2-e007-4614-ba87-e09f2c7a507f" providerId="AD" clId="Web-{76B07AFA-DE50-B774-DC78-6485878B8D68}" dt="2025-07-17T12:13:01.185" v="1051" actId="14100"/>
        <pc:sldMkLst>
          <pc:docMk/>
          <pc:sldMk cId="3060173964" sldId="638"/>
        </pc:sldMkLst>
        <pc:picChg chg="add del mod modCrop">
          <ac:chgData name="Jacob Smycz" userId="S::jsmycz@openboxsoftware.com::d03db9f2-e007-4614-ba87-e09f2c7a507f" providerId="AD" clId="Web-{76B07AFA-DE50-B774-DC78-6485878B8D68}" dt="2025-07-17T11:29:23.916" v="49"/>
          <ac:picMkLst>
            <pc:docMk/>
            <pc:sldMk cId="3060173964" sldId="638"/>
            <ac:picMk id="3" creationId="{E1545F95-EB26-413C-6852-88E7EB750946}"/>
          </ac:picMkLst>
        </pc:picChg>
        <pc:picChg chg="add del mod">
          <ac:chgData name="Jacob Smycz" userId="S::jsmycz@openboxsoftware.com::d03db9f2-e007-4614-ba87-e09f2c7a507f" providerId="AD" clId="Web-{76B07AFA-DE50-B774-DC78-6485878B8D68}" dt="2025-07-17T11:29:24.822" v="51"/>
          <ac:picMkLst>
            <pc:docMk/>
            <pc:sldMk cId="3060173964" sldId="638"/>
            <ac:picMk id="4" creationId="{1EBBBF1E-50B0-4021-6007-DFA2E2729B8D}"/>
          </ac:picMkLst>
        </pc:picChg>
        <pc:picChg chg="del">
          <ac:chgData name="Jacob Smycz" userId="S::jsmycz@openboxsoftware.com::d03db9f2-e007-4614-ba87-e09f2c7a507f" providerId="AD" clId="Web-{76B07AFA-DE50-B774-DC78-6485878B8D68}" dt="2025-07-17T11:27:09.163" v="26"/>
          <ac:picMkLst>
            <pc:docMk/>
            <pc:sldMk cId="3060173964" sldId="638"/>
            <ac:picMk id="5" creationId="{8008B816-2085-F952-FA49-05FF3785E19E}"/>
          </ac:picMkLst>
        </pc:picChg>
        <pc:picChg chg="add del mod">
          <ac:chgData name="Jacob Smycz" userId="S::jsmycz@openboxsoftware.com::d03db9f2-e007-4614-ba87-e09f2c7a507f" providerId="AD" clId="Web-{76B07AFA-DE50-B774-DC78-6485878B8D68}" dt="2025-07-17T11:29:24.463" v="50"/>
          <ac:picMkLst>
            <pc:docMk/>
            <pc:sldMk cId="3060173964" sldId="638"/>
            <ac:picMk id="6" creationId="{BDF1B95B-84C0-0CAC-35A4-DD55FB88EA99}"/>
          </ac:picMkLst>
        </pc:picChg>
        <pc:picChg chg="add del mod">
          <ac:chgData name="Jacob Smycz" userId="S::jsmycz@openboxsoftware.com::d03db9f2-e007-4614-ba87-e09f2c7a507f" providerId="AD" clId="Web-{76B07AFA-DE50-B774-DC78-6485878B8D68}" dt="2025-07-17T12:09:29.821" v="1015"/>
          <ac:picMkLst>
            <pc:docMk/>
            <pc:sldMk cId="3060173964" sldId="638"/>
            <ac:picMk id="7" creationId="{868491FA-60D6-3D00-1D09-8ECB2A50A4B5}"/>
          </ac:picMkLst>
        </pc:picChg>
        <pc:picChg chg="del">
          <ac:chgData name="Jacob Smycz" userId="S::jsmycz@openboxsoftware.com::d03db9f2-e007-4614-ba87-e09f2c7a507f" providerId="AD" clId="Web-{76B07AFA-DE50-B774-DC78-6485878B8D68}" dt="2025-07-17T11:27:09.538" v="27"/>
          <ac:picMkLst>
            <pc:docMk/>
            <pc:sldMk cId="3060173964" sldId="638"/>
            <ac:picMk id="8" creationId="{F019970F-4228-540D-3F10-664BB7F66554}"/>
          </ac:picMkLst>
        </pc:picChg>
        <pc:picChg chg="add del mod">
          <ac:chgData name="Jacob Smycz" userId="S::jsmycz@openboxsoftware.com::d03db9f2-e007-4614-ba87-e09f2c7a507f" providerId="AD" clId="Web-{76B07AFA-DE50-B774-DC78-6485878B8D68}" dt="2025-07-17T12:09:29.430" v="1014"/>
          <ac:picMkLst>
            <pc:docMk/>
            <pc:sldMk cId="3060173964" sldId="638"/>
            <ac:picMk id="9" creationId="{4447FAE0-41AB-F48E-A59D-CC6C1B419A4C}"/>
          </ac:picMkLst>
        </pc:picChg>
        <pc:picChg chg="add del mod">
          <ac:chgData name="Jacob Smycz" userId="S::jsmycz@openboxsoftware.com::d03db9f2-e007-4614-ba87-e09f2c7a507f" providerId="AD" clId="Web-{76B07AFA-DE50-B774-DC78-6485878B8D68}" dt="2025-07-17T12:09:30.243" v="1016"/>
          <ac:picMkLst>
            <pc:docMk/>
            <pc:sldMk cId="3060173964" sldId="638"/>
            <ac:picMk id="10" creationId="{27DC0319-571F-83CA-91ED-B21CF2B76972}"/>
          </ac:picMkLst>
        </pc:picChg>
        <pc:picChg chg="add del mod">
          <ac:chgData name="Jacob Smycz" userId="S::jsmycz@openboxsoftware.com::d03db9f2-e007-4614-ba87-e09f2c7a507f" providerId="AD" clId="Web-{76B07AFA-DE50-B774-DC78-6485878B8D68}" dt="2025-07-17T12:12:58.138" v="1050" actId="14100"/>
          <ac:picMkLst>
            <pc:docMk/>
            <pc:sldMk cId="3060173964" sldId="638"/>
            <ac:picMk id="11" creationId="{FD77913B-45E2-874D-A507-C69DF3F22E1C}"/>
          </ac:picMkLst>
        </pc:picChg>
        <pc:picChg chg="add del mod">
          <ac:chgData name="Jacob Smycz" userId="S::jsmycz@openboxsoftware.com::d03db9f2-e007-4614-ba87-e09f2c7a507f" providerId="AD" clId="Web-{76B07AFA-DE50-B774-DC78-6485878B8D68}" dt="2025-07-17T12:11:17.683" v="1032"/>
          <ac:picMkLst>
            <pc:docMk/>
            <pc:sldMk cId="3060173964" sldId="638"/>
            <ac:picMk id="12" creationId="{F173348B-FAB8-F894-3E1D-A1A46D438514}"/>
          </ac:picMkLst>
        </pc:picChg>
        <pc:picChg chg="add del mod">
          <ac:chgData name="Jacob Smycz" userId="S::jsmycz@openboxsoftware.com::d03db9f2-e007-4614-ba87-e09f2c7a507f" providerId="AD" clId="Web-{76B07AFA-DE50-B774-DC78-6485878B8D68}" dt="2025-07-17T12:13:01.185" v="1051" actId="14100"/>
          <ac:picMkLst>
            <pc:docMk/>
            <pc:sldMk cId="3060173964" sldId="638"/>
            <ac:picMk id="13" creationId="{3DDAB900-43E0-511F-31A1-D72129E54B9C}"/>
          </ac:picMkLst>
        </pc:picChg>
      </pc:sldChg>
      <pc:sldChg chg="addSp delSp modSp">
        <pc:chgData name="Jacob Smycz" userId="S::jsmycz@openboxsoftware.com::d03db9f2-e007-4614-ba87-e09f2c7a507f" providerId="AD" clId="Web-{76B07AFA-DE50-B774-DC78-6485878B8D68}" dt="2025-07-17T12:07:12.489" v="1007" actId="1076"/>
        <pc:sldMkLst>
          <pc:docMk/>
          <pc:sldMk cId="2490077739" sldId="704"/>
        </pc:sldMkLst>
        <pc:spChg chg="del mod">
          <ac:chgData name="Jacob Smycz" userId="S::jsmycz@openboxsoftware.com::d03db9f2-e007-4614-ba87-e09f2c7a507f" providerId="AD" clId="Web-{76B07AFA-DE50-B774-DC78-6485878B8D68}" dt="2025-07-17T11:53:10.108" v="222"/>
          <ac:spMkLst>
            <pc:docMk/>
            <pc:sldMk cId="2490077739" sldId="704"/>
            <ac:spMk id="3" creationId="{8C30C21D-BA64-AED6-31A4-6A8AB79948CF}"/>
          </ac:spMkLst>
        </pc:spChg>
        <pc:spChg chg="mod">
          <ac:chgData name="Jacob Smycz" userId="S::jsmycz@openboxsoftware.com::d03db9f2-e007-4614-ba87-e09f2c7a507f" providerId="AD" clId="Web-{76B07AFA-DE50-B774-DC78-6485878B8D68}" dt="2025-07-17T11:36:22.989" v="67" actId="20577"/>
          <ac:spMkLst>
            <pc:docMk/>
            <pc:sldMk cId="2490077739" sldId="704"/>
            <ac:spMk id="7" creationId="{FC4C3A25-2697-FFB3-90BE-E65C7287BF0F}"/>
          </ac:spMkLst>
        </pc:spChg>
        <pc:spChg chg="del">
          <ac:chgData name="Jacob Smycz" userId="S::jsmycz@openboxsoftware.com::d03db9f2-e007-4614-ba87-e09f2c7a507f" providerId="AD" clId="Web-{76B07AFA-DE50-B774-DC78-6485878B8D68}" dt="2025-07-17T11:53:59.219" v="229"/>
          <ac:spMkLst>
            <pc:docMk/>
            <pc:sldMk cId="2490077739" sldId="704"/>
            <ac:spMk id="11" creationId="{9C54FA6C-5ECB-97B0-71E1-E141FFFADA21}"/>
          </ac:spMkLst>
        </pc:spChg>
        <pc:spChg chg="mod">
          <ac:chgData name="Jacob Smycz" userId="S::jsmycz@openboxsoftware.com::d03db9f2-e007-4614-ba87-e09f2c7a507f" providerId="AD" clId="Web-{76B07AFA-DE50-B774-DC78-6485878B8D68}" dt="2025-07-17T12:00:38.182" v="944" actId="14100"/>
          <ac:spMkLst>
            <pc:docMk/>
            <pc:sldMk cId="2490077739" sldId="704"/>
            <ac:spMk id="13" creationId="{5A748B35-1975-87A7-B64F-F6F1CD54E8C1}"/>
          </ac:spMkLst>
        </pc:spChg>
        <pc:spChg chg="mod">
          <ac:chgData name="Jacob Smycz" userId="S::jsmycz@openboxsoftware.com::d03db9f2-e007-4614-ba87-e09f2c7a507f" providerId="AD" clId="Web-{76B07AFA-DE50-B774-DC78-6485878B8D68}" dt="2025-07-17T11:51:22.215" v="194" actId="20577"/>
          <ac:spMkLst>
            <pc:docMk/>
            <pc:sldMk cId="2490077739" sldId="704"/>
            <ac:spMk id="14" creationId="{8568F8C4-91C3-CB78-5BBA-A45C4EAD76AD}"/>
          </ac:spMkLst>
        </pc:spChg>
        <pc:spChg chg="mod">
          <ac:chgData name="Jacob Smycz" userId="S::jsmycz@openboxsoftware.com::d03db9f2-e007-4614-ba87-e09f2c7a507f" providerId="AD" clId="Web-{76B07AFA-DE50-B774-DC78-6485878B8D68}" dt="2025-07-17T11:51:01.402" v="182" actId="20577"/>
          <ac:spMkLst>
            <pc:docMk/>
            <pc:sldMk cId="2490077739" sldId="704"/>
            <ac:spMk id="15" creationId="{523C3398-9E5D-81EC-40F0-6CE041AD173D}"/>
          </ac:spMkLst>
        </pc:spChg>
        <pc:spChg chg="mod">
          <ac:chgData name="Jacob Smycz" userId="S::jsmycz@openboxsoftware.com::d03db9f2-e007-4614-ba87-e09f2c7a507f" providerId="AD" clId="Web-{76B07AFA-DE50-B774-DC78-6485878B8D68}" dt="2025-07-17T11:37:32.319" v="69" actId="20577"/>
          <ac:spMkLst>
            <pc:docMk/>
            <pc:sldMk cId="2490077739" sldId="704"/>
            <ac:spMk id="17" creationId="{3A4378B3-071C-4B9B-1DC8-CAC0726EC764}"/>
          </ac:spMkLst>
        </pc:spChg>
        <pc:spChg chg="mod">
          <ac:chgData name="Jacob Smycz" userId="S::jsmycz@openboxsoftware.com::d03db9f2-e007-4614-ba87-e09f2c7a507f" providerId="AD" clId="Web-{76B07AFA-DE50-B774-DC78-6485878B8D68}" dt="2025-07-17T11:48:51.789" v="171" actId="20577"/>
          <ac:spMkLst>
            <pc:docMk/>
            <pc:sldMk cId="2490077739" sldId="704"/>
            <ac:spMk id="18" creationId="{3B4643F2-6ECC-709D-32A1-D5D484806361}"/>
          </ac:spMkLst>
        </pc:spChg>
        <pc:spChg chg="mod">
          <ac:chgData name="Jacob Smycz" userId="S::jsmycz@openboxsoftware.com::d03db9f2-e007-4614-ba87-e09f2c7a507f" providerId="AD" clId="Web-{76B07AFA-DE50-B774-DC78-6485878B8D68}" dt="2025-07-17T12:01:53.106" v="993" actId="1076"/>
          <ac:spMkLst>
            <pc:docMk/>
            <pc:sldMk cId="2490077739" sldId="704"/>
            <ac:spMk id="19" creationId="{B1C9CF84-19E7-C166-435F-0E21EB13A62E}"/>
          </ac:spMkLst>
        </pc:spChg>
        <pc:spChg chg="mod">
          <ac:chgData name="Jacob Smycz" userId="S::jsmycz@openboxsoftware.com::d03db9f2-e007-4614-ba87-e09f2c7a507f" providerId="AD" clId="Web-{76B07AFA-DE50-B774-DC78-6485878B8D68}" dt="2025-07-17T11:31:41.857" v="64" actId="20577"/>
          <ac:spMkLst>
            <pc:docMk/>
            <pc:sldMk cId="2490077739" sldId="704"/>
            <ac:spMk id="20" creationId="{550AFCD1-4BC8-3BDC-BF2F-B2F76482BC15}"/>
          </ac:spMkLst>
        </pc:spChg>
        <pc:spChg chg="add mod">
          <ac:chgData name="Jacob Smycz" userId="S::jsmycz@openboxsoftware.com::d03db9f2-e007-4614-ba87-e09f2c7a507f" providerId="AD" clId="Web-{76B07AFA-DE50-B774-DC78-6485878B8D68}" dt="2025-07-17T12:01:22.668" v="962" actId="20577"/>
          <ac:spMkLst>
            <pc:docMk/>
            <pc:sldMk cId="2490077739" sldId="704"/>
            <ac:spMk id="21" creationId="{30F7DE40-2E6F-B7D3-5F55-B2847DAB58CB}"/>
          </ac:spMkLst>
        </pc:spChg>
        <pc:spChg chg="mod">
          <ac:chgData name="Jacob Smycz" userId="S::jsmycz@openboxsoftware.com::d03db9f2-e007-4614-ba87-e09f2c7a507f" providerId="AD" clId="Web-{76B07AFA-DE50-B774-DC78-6485878B8D68}" dt="2025-07-17T11:52:50.061" v="219" actId="20577"/>
          <ac:spMkLst>
            <pc:docMk/>
            <pc:sldMk cId="2490077739" sldId="704"/>
            <ac:spMk id="22" creationId="{4C903A91-3BD0-5353-32C5-8FBCB6FAC5D6}"/>
          </ac:spMkLst>
        </pc:spChg>
        <pc:spChg chg="add mod">
          <ac:chgData name="Jacob Smycz" userId="S::jsmycz@openboxsoftware.com::d03db9f2-e007-4614-ba87-e09f2c7a507f" providerId="AD" clId="Web-{76B07AFA-DE50-B774-DC78-6485878B8D68}" dt="2025-07-17T12:07:12.489" v="1007" actId="1076"/>
          <ac:spMkLst>
            <pc:docMk/>
            <pc:sldMk cId="2490077739" sldId="704"/>
            <ac:spMk id="24" creationId="{69B3B639-1770-97FC-56DE-6A26180899A1}"/>
          </ac:spMkLst>
        </pc:spChg>
        <pc:spChg chg="mod">
          <ac:chgData name="Jacob Smycz" userId="S::jsmycz@openboxsoftware.com::d03db9f2-e007-4614-ba87-e09f2c7a507f" providerId="AD" clId="Web-{76B07AFA-DE50-B774-DC78-6485878B8D68}" dt="2025-07-17T11:52:43.092" v="216" actId="20577"/>
          <ac:spMkLst>
            <pc:docMk/>
            <pc:sldMk cId="2490077739" sldId="704"/>
            <ac:spMk id="30" creationId="{D7F7EF75-6B7A-BBC5-2214-5824C28477E2}"/>
          </ac:spMkLst>
        </pc:spChg>
        <pc:spChg chg="mod">
          <ac:chgData name="Jacob Smycz" userId="S::jsmycz@openboxsoftware.com::d03db9f2-e007-4614-ba87-e09f2c7a507f" providerId="AD" clId="Web-{76B07AFA-DE50-B774-DC78-6485878B8D68}" dt="2025-07-17T11:51:13.371" v="186" actId="20577"/>
          <ac:spMkLst>
            <pc:docMk/>
            <pc:sldMk cId="2490077739" sldId="704"/>
            <ac:spMk id="33" creationId="{674C3F1B-B82E-F1EF-9916-2758FD0C1E96}"/>
          </ac:spMkLst>
        </pc:spChg>
        <pc:spChg chg="mod">
          <ac:chgData name="Jacob Smycz" userId="S::jsmycz@openboxsoftware.com::d03db9f2-e007-4614-ba87-e09f2c7a507f" providerId="AD" clId="Web-{76B07AFA-DE50-B774-DC78-6485878B8D68}" dt="2025-07-17T11:54:10.204" v="231" actId="14100"/>
          <ac:spMkLst>
            <pc:docMk/>
            <pc:sldMk cId="2490077739" sldId="704"/>
            <ac:spMk id="88" creationId="{16ABE9C5-5D8A-1DC9-3431-F22D4C73E340}"/>
          </ac:spMkLst>
        </pc:spChg>
        <pc:spChg chg="del mod">
          <ac:chgData name="Jacob Smycz" userId="S::jsmycz@openboxsoftware.com::d03db9f2-e007-4614-ba87-e09f2c7a507f" providerId="AD" clId="Web-{76B07AFA-DE50-B774-DC78-6485878B8D68}" dt="2025-07-17T11:53:56.563" v="228"/>
          <ac:spMkLst>
            <pc:docMk/>
            <pc:sldMk cId="2490077739" sldId="704"/>
            <ac:spMk id="89" creationId="{52505968-3699-027E-2430-1923F313B8BB}"/>
          </ac:spMkLst>
        </pc:spChg>
        <pc:spChg chg="mod">
          <ac:chgData name="Jacob Smycz" userId="S::jsmycz@openboxsoftware.com::d03db9f2-e007-4614-ba87-e09f2c7a507f" providerId="AD" clId="Web-{76B07AFA-DE50-B774-DC78-6485878B8D68}" dt="2025-07-17T11:49:43.697" v="174" actId="20577"/>
          <ac:spMkLst>
            <pc:docMk/>
            <pc:sldMk cId="2490077739" sldId="704"/>
            <ac:spMk id="91" creationId="{C7C8151C-CAD0-93F6-9121-81AF79A2C808}"/>
          </ac:spMkLst>
        </pc:spChg>
        <pc:picChg chg="del">
          <ac:chgData name="Jacob Smycz" userId="S::jsmycz@openboxsoftware.com::d03db9f2-e007-4614-ba87-e09f2c7a507f" providerId="AD" clId="Web-{76B07AFA-DE50-B774-DC78-6485878B8D68}" dt="2025-07-17T11:54:01.141" v="230"/>
          <ac:picMkLst>
            <pc:docMk/>
            <pc:sldMk cId="2490077739" sldId="704"/>
            <ac:picMk id="12" creationId="{21205693-E326-3A39-86E2-0CA793CF33D9}"/>
          </ac:picMkLst>
        </pc:picChg>
        <pc:picChg chg="add mod">
          <ac:chgData name="Jacob Smycz" userId="S::jsmycz@openboxsoftware.com::d03db9f2-e007-4614-ba87-e09f2c7a507f" providerId="AD" clId="Web-{76B07AFA-DE50-B774-DC78-6485878B8D68}" dt="2025-07-17T12:01:04.917" v="946" actId="1076"/>
          <ac:picMkLst>
            <pc:docMk/>
            <pc:sldMk cId="2490077739" sldId="704"/>
            <ac:picMk id="16" creationId="{3EEA4B81-B0EA-669C-91D6-3053821CDD26}"/>
          </ac:picMkLst>
        </pc:picChg>
        <pc:picChg chg="del mod">
          <ac:chgData name="Jacob Smycz" userId="S::jsmycz@openboxsoftware.com::d03db9f2-e007-4614-ba87-e09f2c7a507f" providerId="AD" clId="Web-{76B07AFA-DE50-B774-DC78-6485878B8D68}" dt="2025-07-17T11:53:53.750" v="225"/>
          <ac:picMkLst>
            <pc:docMk/>
            <pc:sldMk cId="2490077739" sldId="704"/>
            <ac:picMk id="101" creationId="{8D327735-31B4-34C8-C735-1B09EA65559A}"/>
          </ac:picMkLst>
        </pc:picChg>
      </pc:sldChg>
      <pc:sldChg chg="modSp">
        <pc:chgData name="Jacob Smycz" userId="S::jsmycz@openboxsoftware.com::d03db9f2-e007-4614-ba87-e09f2c7a507f" providerId="AD" clId="Web-{76B07AFA-DE50-B774-DC78-6485878B8D68}" dt="2025-07-17T12:13:25.514" v="1067"/>
        <pc:sldMkLst>
          <pc:docMk/>
          <pc:sldMk cId="686593796" sldId="705"/>
        </pc:sldMkLst>
        <pc:graphicFrameChg chg="mod modGraphic">
          <ac:chgData name="Jacob Smycz" userId="S::jsmycz@openboxsoftware.com::d03db9f2-e007-4614-ba87-e09f2c7a507f" providerId="AD" clId="Web-{76B07AFA-DE50-B774-DC78-6485878B8D68}" dt="2025-07-17T12:13:25.514" v="1067"/>
          <ac:graphicFrameMkLst>
            <pc:docMk/>
            <pc:sldMk cId="686593796" sldId="705"/>
            <ac:graphicFrameMk id="7" creationId="{054D23CC-08A4-9793-C489-A6061026788D}"/>
          </ac:graphicFrameMkLst>
        </pc:graphicFrameChg>
        <pc:graphicFrameChg chg="mod modGraphic">
          <ac:chgData name="Jacob Smycz" userId="S::jsmycz@openboxsoftware.com::d03db9f2-e007-4614-ba87-e09f2c7a507f" providerId="AD" clId="Web-{76B07AFA-DE50-B774-DC78-6485878B8D68}" dt="2025-07-17T11:48:06.320" v="131"/>
          <ac:graphicFrameMkLst>
            <pc:docMk/>
            <pc:sldMk cId="686593796" sldId="705"/>
            <ac:graphicFrameMk id="10" creationId="{D6342D7E-9006-C98D-59CC-78992BCBD3E8}"/>
          </ac:graphicFrameMkLst>
        </pc:graphicFrameChg>
        <pc:graphicFrameChg chg="mod modGraphic">
          <ac:chgData name="Jacob Smycz" userId="S::jsmycz@openboxsoftware.com::d03db9f2-e007-4614-ba87-e09f2c7a507f" providerId="AD" clId="Web-{76B07AFA-DE50-B774-DC78-6485878B8D68}" dt="2025-07-17T11:56:35.957" v="601"/>
          <ac:graphicFrameMkLst>
            <pc:docMk/>
            <pc:sldMk cId="686593796" sldId="705"/>
            <ac:graphicFrameMk id="12" creationId="{C25BFCA6-DA57-E5DC-AE07-25F52FA911B0}"/>
          </ac:graphicFrameMkLst>
        </pc:graphicFrameChg>
      </pc:sldChg>
      <pc:sldChg chg="addSp delSp modSp">
        <pc:chgData name="Jacob Smycz" userId="S::jsmycz@openboxsoftware.com::d03db9f2-e007-4614-ba87-e09f2c7a507f" providerId="AD" clId="Web-{76B07AFA-DE50-B774-DC78-6485878B8D68}" dt="2025-07-17T11:45:25.128" v="81" actId="1076"/>
        <pc:sldMkLst>
          <pc:docMk/>
          <pc:sldMk cId="2459746774" sldId="706"/>
        </pc:sldMkLst>
        <pc:picChg chg="del">
          <ac:chgData name="Jacob Smycz" userId="S::jsmycz@openboxsoftware.com::d03db9f2-e007-4614-ba87-e09f2c7a507f" providerId="AD" clId="Web-{76B07AFA-DE50-B774-DC78-6485878B8D68}" dt="2025-07-17T11:45:17.940" v="78"/>
          <ac:picMkLst>
            <pc:docMk/>
            <pc:sldMk cId="2459746774" sldId="706"/>
            <ac:picMk id="3" creationId="{D83D2FD8-0B19-674B-3F6B-8B36DD6D341F}"/>
          </ac:picMkLst>
        </pc:picChg>
        <pc:picChg chg="del">
          <ac:chgData name="Jacob Smycz" userId="S::jsmycz@openboxsoftware.com::d03db9f2-e007-4614-ba87-e09f2c7a507f" providerId="AD" clId="Web-{76B07AFA-DE50-B774-DC78-6485878B8D68}" dt="2025-07-17T11:45:17.425" v="77"/>
          <ac:picMkLst>
            <pc:docMk/>
            <pc:sldMk cId="2459746774" sldId="706"/>
            <ac:picMk id="4" creationId="{E1816083-D338-E91B-DF06-72827CBBD8F6}"/>
          </ac:picMkLst>
        </pc:picChg>
        <pc:picChg chg="add mod">
          <ac:chgData name="Jacob Smycz" userId="S::jsmycz@openboxsoftware.com::d03db9f2-e007-4614-ba87-e09f2c7a507f" providerId="AD" clId="Web-{76B07AFA-DE50-B774-DC78-6485878B8D68}" dt="2025-07-17T11:45:25.128" v="81" actId="1076"/>
          <ac:picMkLst>
            <pc:docMk/>
            <pc:sldMk cId="2459746774" sldId="706"/>
            <ac:picMk id="5" creationId="{0842CA56-E20C-9BF5-A11E-91136EB2E5C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9EE3C3-D060-B815-7624-30BA8F84C9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29D36-1895-94C2-78CE-8F69CE9133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3B68E-A5DF-5D48-9727-8E1443F56DAA}" type="datetimeFigureOut">
              <a:rPr lang="en-US" smtClean="0">
                <a:latin typeface="Proxima Nova Lt" panose="02000506030000020004" pitchFamily="50" charset="0"/>
              </a:rPr>
              <a:t>7/17/2025</a:t>
            </a:fld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C241-73A3-D57C-0879-B96F6D285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Proxima Nova Lt" panose="02000506030000020004" pitchFamily="50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B93EB-2D78-2536-2EEF-16A15AA98E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2603-647F-4846-A873-AA219E2C8144}" type="slidenum">
              <a:rPr lang="en-US" smtClean="0">
                <a:latin typeface="Proxima Nova Lt" panose="02000506030000020004" pitchFamily="50" charset="0"/>
              </a:rPr>
              <a:t>‹#›</a:t>
            </a:fld>
            <a:endParaRPr lang="en-US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41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BE7C5F7D-AE2E-47C7-8BA2-CC4D7F4E80EF}" type="datetimeFigureOut">
              <a:rPr lang="en-GB" smtClean="0"/>
              <a:pPr/>
              <a:t>17/07/2025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roxima Nova Lt" panose="02000506030000020004" pitchFamily="50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roxima Nova Lt" panose="02000506030000020004" pitchFamily="50" charset="0"/>
              </a:defRPr>
            </a:lvl1pPr>
          </a:lstStyle>
          <a:p>
            <a:fld id="{CEA9EF18-44DA-4CCF-A8F6-0B08C30105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Proxima Nova Lt" panose="02000506030000020004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91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33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1. Cover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998980"/>
            <a:ext cx="10662686" cy="12573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2. Cover title page with subhe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760B4EA3-6646-7264-6825-BFA91E903F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4656" y="2814614"/>
            <a:ext cx="10665343" cy="39587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7C59CA98-9679-1C21-C671-93E5430DBE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4657" y="1819066"/>
            <a:ext cx="10662686" cy="89724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 i="0">
                <a:solidFill>
                  <a:schemeClr val="accent3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Cover page header</a:t>
            </a:r>
          </a:p>
        </p:txBody>
      </p:sp>
    </p:spTree>
    <p:extLst>
      <p:ext uri="{BB962C8B-B14F-4D97-AF65-F5344CB8AC3E}">
        <p14:creationId xmlns:p14="http://schemas.microsoft.com/office/powerpoint/2010/main" val="1502410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3. Cover title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3435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. White contents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381A693-18BD-FBA6-179D-388789E5F6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408C-BCEA-AD6F-14FB-08F8969819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304069C7-9C81-40E3-49A7-5EA02CE4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8812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. Whit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30F3266-F069-0710-143B-70D45628CC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2C514DFA-7A92-A350-00B7-C37F82202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34381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. Whit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6B340D4-9C04-3474-14ED-78EA4C663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6" y="366301"/>
            <a:ext cx="9950141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86031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4. Whit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438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8423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. Greent 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BC97F2-BF6B-43B9-9CD5-4878467F81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E9734F4-FD77-BE8B-82AA-61CE73C10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E9129D6C-A1C7-5110-195E-169DE2315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2852908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. Greent content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517499-C2A1-00A9-A3A9-04E5BEC6FC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F7170D2-2AEC-D8F7-F75A-89A75AE4CB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CB54C4E-862A-E397-C22E-47AA9B8FD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13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. Greent content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9CBF8F6-52DE-5450-333B-F54EEEEB65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1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 Greent contents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F71B43-63EA-24D0-DA2A-34BA7953B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.1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FC07D18-9044-B5B8-8E98-B5659DCAAA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1D00B0-A41E-601F-812B-9CEE9713A3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5368" y="25673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63436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. Greent skyline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C6250CF-EADE-A974-5BD1-BD28E7CC09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F88CD0-1EA5-629D-8EA4-FABCD8E52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1084040F-64D5-38F4-DBC0-7189F7E31A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366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bg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bg1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bg1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1441240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. Greent skyline contents with header +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D4204CA-7CB4-21A8-A585-7149C054A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366" y="942989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F8A4A-B6A4-F969-8599-673024A31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69BE70E-9968-1C27-19A1-CA2BF33E8A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38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7. Greent skyline contents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BC44FA8-F1F0-FECC-99CC-DE0C9A9254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367" y="366301"/>
            <a:ext cx="9914630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973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8. Greent skyline contents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0EC604-4A61-47B6-B56F-B1640983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7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9. Greent sky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0612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0. Green sky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skyline at night&#10;&#10;Description automatically generated">
            <a:extLst>
              <a:ext uri="{FF2B5EF4-FFF2-40B4-BE49-F238E27FC236}">
                <a16:creationId xmlns:a16="http://schemas.microsoft.com/office/drawing/2014/main" id="{70CE6FBB-997D-3EDA-3E8F-CDB62AFBA5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262033"/>
            <a:ext cx="12204000" cy="35959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E8BCB9-61C2-2BF5-5ED0-9E3A8DEAFF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0038" y="261722"/>
            <a:ext cx="1409630" cy="436787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DCBB75F2-62E0-E46C-CDD8-176579C932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1652954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bg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189107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. White + green lin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658C349-AB02-6371-E279-0625419C0FB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8BCB5ED-FCB9-0B5B-A058-F84A2EF52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13" descr="Type heading, press enter and tab to write copy, enter tab for bullets. Once done, go back and set heading and copy to remove bullets.">
            <a:extLst>
              <a:ext uri="{FF2B5EF4-FFF2-40B4-BE49-F238E27FC236}">
                <a16:creationId xmlns:a16="http://schemas.microsoft.com/office/drawing/2014/main" id="{AA4E3053-23BD-E08B-A363-4A36D67C2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165" y="1482617"/>
            <a:ext cx="11284134" cy="3263106"/>
          </a:xfrm>
          <a:prstGeom prst="rect">
            <a:avLst/>
          </a:prstGeom>
        </p:spPr>
        <p:txBody>
          <a:bodyPr lIns="0" tIns="0" rIns="0" bIns="0" anchor="t"/>
          <a:lstStyle>
            <a:lvl1pPr marL="0" indent="-180000" algn="l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400" b="0" i="0">
                <a:solidFill>
                  <a:schemeClr val="accent1"/>
                </a:solidFill>
                <a:latin typeface="Proxima Nova Rg" panose="02000506030000020004" pitchFamily="2" charset="0"/>
              </a:defRPr>
            </a:lvl1pPr>
            <a:lvl2pPr marL="17145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2pPr>
            <a:lvl3pPr marL="36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3pPr>
            <a:lvl4pPr marL="5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4pPr>
            <a:lvl5pPr marL="72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58775" algn="l"/>
                <a:tab pos="719138" algn="l"/>
                <a:tab pos="1079500" algn="l"/>
                <a:tab pos="1439863" algn="l"/>
                <a:tab pos="1798638" algn="l"/>
                <a:tab pos="2159000" algn="l"/>
                <a:tab pos="2519363" algn="l"/>
                <a:tab pos="2879725" algn="l"/>
              </a:tabLst>
              <a:defRPr sz="1200">
                <a:solidFill>
                  <a:schemeClr val="tx2"/>
                </a:solidFill>
              </a:defRPr>
            </a:lvl5pPr>
            <a:lvl6pPr marL="90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6pPr>
            <a:lvl7pPr marL="108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Verdana"/>
              <a:buChar char="–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7pPr>
            <a:lvl8pPr marL="1260000" indent="-180000" defTabSz="36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Courier New" panose="02070309020205020404" pitchFamily="49" charset="0"/>
              <a:buChar char="o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8pPr>
            <a:lvl9pPr marL="1440000" indent="-180000" defTabSz="18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60000"/>
              <a:buFont typeface="Arial" panose="020B0604020202020204" pitchFamily="34" charset="0"/>
              <a:buChar char="•"/>
              <a:tabLst>
                <a:tab pos="360000" algn="l"/>
                <a:tab pos="720000" algn="l"/>
                <a:tab pos="1080000" algn="l"/>
                <a:tab pos="1440000" algn="l"/>
                <a:tab pos="1800000" algn="l"/>
                <a:tab pos="2160000" algn="l"/>
                <a:tab pos="2520000" algn="l"/>
                <a:tab pos="2880000" algn="l"/>
              </a:tabLst>
              <a:defRPr sz="1200">
                <a:solidFill>
                  <a:schemeClr val="tx2"/>
                </a:solidFill>
              </a:defRPr>
            </a:lvl9pPr>
          </a:lstStyle>
          <a:p>
            <a:r>
              <a:rPr lang="en-US"/>
              <a:t>Type your heading here then enter and tab once to get the correct copy style on the next line</a:t>
            </a:r>
          </a:p>
          <a:p>
            <a:pPr lvl="1"/>
            <a:r>
              <a:rPr lang="en-US"/>
              <a:t>Text</a:t>
            </a:r>
          </a:p>
          <a:p>
            <a:pPr lvl="2"/>
            <a:r>
              <a:rPr lang="en-US"/>
              <a:t>Bullet 1</a:t>
            </a:r>
          </a:p>
          <a:p>
            <a:pPr lvl="3"/>
            <a:r>
              <a:rPr lang="en-US"/>
              <a:t>Bullet 2</a:t>
            </a:r>
          </a:p>
          <a:p>
            <a:pPr lvl="4"/>
            <a:r>
              <a:rPr lang="en-US"/>
              <a:t>Bullet 3</a:t>
            </a:r>
          </a:p>
          <a:p>
            <a:pPr lvl="5"/>
            <a:r>
              <a:rPr lang="en-US"/>
              <a:t>Bullet 4</a:t>
            </a:r>
          </a:p>
          <a:p>
            <a:pPr lvl="6"/>
            <a:r>
              <a:rPr lang="en-US"/>
              <a:t>Bullet 5</a:t>
            </a:r>
          </a:p>
          <a:p>
            <a:pPr lvl="7"/>
            <a:r>
              <a:rPr lang="en-US"/>
              <a:t>Bullet 6</a:t>
            </a:r>
          </a:p>
          <a:p>
            <a:pPr lvl="8"/>
            <a:r>
              <a:rPr lang="en-US"/>
              <a:t>Bullet 7</a:t>
            </a:r>
          </a:p>
        </p:txBody>
      </p:sp>
    </p:spTree>
    <p:extLst>
      <p:ext uri="{BB962C8B-B14F-4D97-AF65-F5344CB8AC3E}">
        <p14:creationId xmlns:p14="http://schemas.microsoft.com/office/powerpoint/2010/main" val="970725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. White + green line contents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8B94CE1-AB3D-BF6D-CABC-1766118CD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165" y="941645"/>
            <a:ext cx="11284132" cy="39587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Proxima Nova Rg" panose="02000506030000020004" pitchFamily="2" charset="0"/>
                <a:cs typeface="Proxima Nova Rg" panose="02000506030000020004" pitchFamily="2" charset="0"/>
              </a:defRPr>
            </a:lvl1pPr>
          </a:lstStyle>
          <a:p>
            <a:pPr lvl="0"/>
            <a:r>
              <a:rPr lang="en-US"/>
              <a:t>Subheading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C13CE60-2EAD-65C3-90C6-A91759024B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503697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. White + green line content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DADF9FC-7E7F-159C-9BF5-F2AA4D6EF1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165" y="366301"/>
            <a:ext cx="9941263" cy="5753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rgbClr val="BCD727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4750994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. White + green line content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6340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. White + green lin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1FD3FCC-DA96-C8F5-80E3-CFA56515F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25368" y="2152357"/>
            <a:ext cx="9941263" cy="113155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000" b="0" i="0">
                <a:solidFill>
                  <a:schemeClr val="tx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Divider page heading</a:t>
            </a:r>
          </a:p>
        </p:txBody>
      </p:sp>
    </p:spTree>
    <p:extLst>
      <p:ext uri="{BB962C8B-B14F-4D97-AF65-F5344CB8AC3E}">
        <p14:creationId xmlns:p14="http://schemas.microsoft.com/office/powerpoint/2010/main" val="357367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29">
            <a:extLst>
              <a:ext uri="{FF2B5EF4-FFF2-40B4-BE49-F238E27FC236}">
                <a16:creationId xmlns:a16="http://schemas.microsoft.com/office/drawing/2014/main" id="{A66354EC-930A-1A91-EFFB-8B02D08AD058}"/>
              </a:ext>
            </a:extLst>
          </p:cNvPr>
          <p:cNvGrpSpPr/>
          <p:nvPr userDrawn="1"/>
        </p:nvGrpSpPr>
        <p:grpSpPr>
          <a:xfrm>
            <a:off x="4813686" y="615567"/>
            <a:ext cx="2448280" cy="765236"/>
            <a:chOff x="-2541306" y="4007275"/>
            <a:chExt cx="1661445" cy="519303"/>
          </a:xfrm>
        </p:grpSpPr>
        <p:sp>
          <p:nvSpPr>
            <p:cNvPr id="6" name="Freeform: Shape 35">
              <a:extLst>
                <a:ext uri="{FF2B5EF4-FFF2-40B4-BE49-F238E27FC236}">
                  <a16:creationId xmlns:a16="http://schemas.microsoft.com/office/drawing/2014/main" id="{D5E15713-F894-3D16-F59C-D305CB357C4A}"/>
                </a:ext>
              </a:extLst>
            </p:cNvPr>
            <p:cNvSpPr/>
            <p:nvPr/>
          </p:nvSpPr>
          <p:spPr>
            <a:xfrm>
              <a:off x="-2302514" y="4180439"/>
              <a:ext cx="207835" cy="346138"/>
            </a:xfrm>
            <a:custGeom>
              <a:avLst/>
              <a:gdLst>
                <a:gd name="connsiteX0" fmla="*/ 31813 w 207835"/>
                <a:gd name="connsiteY0" fmla="*/ 107823 h 346138"/>
                <a:gd name="connsiteX1" fmla="*/ 103918 w 207835"/>
                <a:gd name="connsiteY1" fmla="*/ 183737 h 346138"/>
                <a:gd name="connsiteX2" fmla="*/ 176022 w 207835"/>
                <a:gd name="connsiteY2" fmla="*/ 107823 h 346138"/>
                <a:gd name="connsiteX3" fmla="*/ 103918 w 207835"/>
                <a:gd name="connsiteY3" fmla="*/ 31909 h 346138"/>
                <a:gd name="connsiteX4" fmla="*/ 31813 w 207835"/>
                <a:gd name="connsiteY4" fmla="*/ 107823 h 346138"/>
                <a:gd name="connsiteX5" fmla="*/ 95 w 207835"/>
                <a:gd name="connsiteY5" fmla="*/ 113062 h 346138"/>
                <a:gd name="connsiteX6" fmla="*/ 0 w 207835"/>
                <a:gd name="connsiteY6" fmla="*/ 107823 h 346138"/>
                <a:gd name="connsiteX7" fmla="*/ 103918 w 207835"/>
                <a:gd name="connsiteY7" fmla="*/ 0 h 346138"/>
                <a:gd name="connsiteX8" fmla="*/ 207836 w 207835"/>
                <a:gd name="connsiteY8" fmla="*/ 107823 h 346138"/>
                <a:gd name="connsiteX9" fmla="*/ 103918 w 207835"/>
                <a:gd name="connsiteY9" fmla="*/ 215646 h 346138"/>
                <a:gd name="connsiteX10" fmla="*/ 32004 w 207835"/>
                <a:gd name="connsiteY10" fmla="*/ 185738 h 346138"/>
                <a:gd name="connsiteX11" fmla="*/ 32004 w 207835"/>
                <a:gd name="connsiteY11" fmla="*/ 329089 h 346138"/>
                <a:gd name="connsiteX12" fmla="*/ 16002 w 207835"/>
                <a:gd name="connsiteY12" fmla="*/ 346139 h 346138"/>
                <a:gd name="connsiteX13" fmla="*/ 0 w 207835"/>
                <a:gd name="connsiteY13" fmla="*/ 329089 h 346138"/>
                <a:gd name="connsiteX14" fmla="*/ 0 w 207835"/>
                <a:gd name="connsiteY14" fmla="*/ 115157 h 346138"/>
                <a:gd name="connsiteX15" fmla="*/ 95 w 207835"/>
                <a:gd name="connsiteY15" fmla="*/ 113157 h 34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6138">
                  <a:moveTo>
                    <a:pt x="31813" y="107823"/>
                  </a:moveTo>
                  <a:cubicBezTo>
                    <a:pt x="31813" y="150686"/>
                    <a:pt x="65056" y="183737"/>
                    <a:pt x="103918" y="183737"/>
                  </a:cubicBezTo>
                  <a:cubicBezTo>
                    <a:pt x="142780" y="183737"/>
                    <a:pt x="176022" y="150686"/>
                    <a:pt x="176022" y="107823"/>
                  </a:cubicBezTo>
                  <a:cubicBezTo>
                    <a:pt x="176022" y="64960"/>
                    <a:pt x="142780" y="31909"/>
                    <a:pt x="103918" y="31909"/>
                  </a:cubicBezTo>
                  <a:cubicBezTo>
                    <a:pt x="65056" y="31909"/>
                    <a:pt x="31813" y="64865"/>
                    <a:pt x="31813" y="107823"/>
                  </a:cubicBezTo>
                  <a:moveTo>
                    <a:pt x="95" y="113062"/>
                  </a:moveTo>
                  <a:cubicBezTo>
                    <a:pt x="95" y="111347"/>
                    <a:pt x="0" y="109633"/>
                    <a:pt x="0" y="107823"/>
                  </a:cubicBezTo>
                  <a:cubicBezTo>
                    <a:pt x="0" y="48387"/>
                    <a:pt x="46387" y="0"/>
                    <a:pt x="103918" y="0"/>
                  </a:cubicBezTo>
                  <a:cubicBezTo>
                    <a:pt x="161449" y="0"/>
                    <a:pt x="207836" y="48387"/>
                    <a:pt x="207836" y="107823"/>
                  </a:cubicBezTo>
                  <a:cubicBezTo>
                    <a:pt x="207836" y="167259"/>
                    <a:pt x="161449" y="215646"/>
                    <a:pt x="103918" y="215646"/>
                  </a:cubicBezTo>
                  <a:cubicBezTo>
                    <a:pt x="76010" y="215646"/>
                    <a:pt x="50673" y="204216"/>
                    <a:pt x="32004" y="185738"/>
                  </a:cubicBezTo>
                  <a:lnTo>
                    <a:pt x="32004" y="329089"/>
                  </a:lnTo>
                  <a:cubicBezTo>
                    <a:pt x="32004" y="338233"/>
                    <a:pt x="25146" y="346139"/>
                    <a:pt x="16002" y="346139"/>
                  </a:cubicBezTo>
                  <a:cubicBezTo>
                    <a:pt x="6858" y="346139"/>
                    <a:pt x="0" y="338233"/>
                    <a:pt x="0" y="329089"/>
                  </a:cubicBezTo>
                  <a:lnTo>
                    <a:pt x="0" y="115157"/>
                  </a:lnTo>
                  <a:cubicBezTo>
                    <a:pt x="0" y="114491"/>
                    <a:pt x="0" y="113824"/>
                    <a:pt x="95" y="113157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7" name="Freeform: Shape 36">
              <a:extLst>
                <a:ext uri="{FF2B5EF4-FFF2-40B4-BE49-F238E27FC236}">
                  <a16:creationId xmlns:a16="http://schemas.microsoft.com/office/drawing/2014/main" id="{2A478BC1-6275-AFD5-C2D3-B1DF8C3C35BE}"/>
                </a:ext>
              </a:extLst>
            </p:cNvPr>
            <p:cNvSpPr/>
            <p:nvPr/>
          </p:nvSpPr>
          <p:spPr>
            <a:xfrm>
              <a:off x="-2541306" y="4180820"/>
              <a:ext cx="212979" cy="214979"/>
            </a:xfrm>
            <a:custGeom>
              <a:avLst/>
              <a:gdLst>
                <a:gd name="connsiteX0" fmla="*/ 184785 w 212979"/>
                <a:gd name="connsiteY0" fmla="*/ 34290 h 214979"/>
                <a:gd name="connsiteX1" fmla="*/ 212979 w 212979"/>
                <a:gd name="connsiteY1" fmla="*/ 108109 h 214979"/>
                <a:gd name="connsiteX2" fmla="*/ 183166 w 212979"/>
                <a:gd name="connsiteY2" fmla="*/ 182975 h 214979"/>
                <a:gd name="connsiteX3" fmla="*/ 106585 w 212979"/>
                <a:gd name="connsiteY3" fmla="*/ 214979 h 214979"/>
                <a:gd name="connsiteX4" fmla="*/ 29623 w 212979"/>
                <a:gd name="connsiteY4" fmla="*/ 182975 h 214979"/>
                <a:gd name="connsiteX5" fmla="*/ 0 w 212979"/>
                <a:gd name="connsiteY5" fmla="*/ 108109 h 214979"/>
                <a:gd name="connsiteX6" fmla="*/ 28194 w 212979"/>
                <a:gd name="connsiteY6" fmla="*/ 34481 h 214979"/>
                <a:gd name="connsiteX7" fmla="*/ 106585 w 212979"/>
                <a:gd name="connsiteY7" fmla="*/ 0 h 214979"/>
                <a:gd name="connsiteX8" fmla="*/ 184785 w 212979"/>
                <a:gd name="connsiteY8" fmla="*/ 34290 h 214979"/>
                <a:gd name="connsiteX9" fmla="*/ 55150 w 212979"/>
                <a:gd name="connsiteY9" fmla="*/ 54769 h 214979"/>
                <a:gd name="connsiteX10" fmla="*/ 33623 w 212979"/>
                <a:gd name="connsiteY10" fmla="*/ 108585 h 214979"/>
                <a:gd name="connsiteX11" fmla="*/ 69913 w 212979"/>
                <a:gd name="connsiteY11" fmla="*/ 173736 h 214979"/>
                <a:gd name="connsiteX12" fmla="*/ 106585 w 212979"/>
                <a:gd name="connsiteY12" fmla="*/ 183166 h 214979"/>
                <a:gd name="connsiteX13" fmla="*/ 143256 w 212979"/>
                <a:gd name="connsiteY13" fmla="*/ 173736 h 214979"/>
                <a:gd name="connsiteX14" fmla="*/ 179546 w 212979"/>
                <a:gd name="connsiteY14" fmla="*/ 108585 h 214979"/>
                <a:gd name="connsiteX15" fmla="*/ 157829 w 212979"/>
                <a:gd name="connsiteY15" fmla="*/ 54769 h 214979"/>
                <a:gd name="connsiteX16" fmla="*/ 106585 w 212979"/>
                <a:gd name="connsiteY16" fmla="*/ 32575 h 214979"/>
                <a:gd name="connsiteX17" fmla="*/ 55245 w 212979"/>
                <a:gd name="connsiteY17" fmla="*/ 54769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9" h="214979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2975"/>
                  </a:cubicBezTo>
                  <a:cubicBezTo>
                    <a:pt x="163259" y="204406"/>
                    <a:pt x="137636" y="214979"/>
                    <a:pt x="106585" y="214979"/>
                  </a:cubicBezTo>
                  <a:cubicBezTo>
                    <a:pt x="75438" y="214979"/>
                    <a:pt x="49625" y="204311"/>
                    <a:pt x="29623" y="182975"/>
                  </a:cubicBezTo>
                  <a:cubicBezTo>
                    <a:pt x="9906" y="161639"/>
                    <a:pt x="0" y="136589"/>
                    <a:pt x="0" y="108109"/>
                  </a:cubicBezTo>
                  <a:cubicBezTo>
                    <a:pt x="0" y="79629"/>
                    <a:pt x="9430" y="55245"/>
                    <a:pt x="28194" y="34481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785" y="34290"/>
                  </a:cubicBezTo>
                  <a:moveTo>
                    <a:pt x="55150" y="54769"/>
                  </a:moveTo>
                  <a:cubicBezTo>
                    <a:pt x="40767" y="69628"/>
                    <a:pt x="33623" y="87535"/>
                    <a:pt x="33623" y="108585"/>
                  </a:cubicBezTo>
                  <a:cubicBezTo>
                    <a:pt x="33623" y="134874"/>
                    <a:pt x="46863" y="160401"/>
                    <a:pt x="69913" y="173736"/>
                  </a:cubicBezTo>
                  <a:cubicBezTo>
                    <a:pt x="80963" y="180023"/>
                    <a:pt x="93154" y="183166"/>
                    <a:pt x="106585" y="183166"/>
                  </a:cubicBezTo>
                  <a:cubicBezTo>
                    <a:pt x="120015" y="183166"/>
                    <a:pt x="132112" y="180023"/>
                    <a:pt x="143256" y="173736"/>
                  </a:cubicBezTo>
                  <a:cubicBezTo>
                    <a:pt x="166306" y="160401"/>
                    <a:pt x="179546" y="134874"/>
                    <a:pt x="179546" y="108585"/>
                  </a:cubicBezTo>
                  <a:cubicBezTo>
                    <a:pt x="179546" y="87440"/>
                    <a:pt x="172307" y="69628"/>
                    <a:pt x="157829" y="54769"/>
                  </a:cubicBezTo>
                  <a:cubicBezTo>
                    <a:pt x="143446" y="39910"/>
                    <a:pt x="126397" y="32575"/>
                    <a:pt x="106585" y="32575"/>
                  </a:cubicBezTo>
                  <a:cubicBezTo>
                    <a:pt x="86773" y="32575"/>
                    <a:pt x="69628" y="39910"/>
                    <a:pt x="55245" y="54769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9" name="Freeform: Shape 37">
              <a:extLst>
                <a:ext uri="{FF2B5EF4-FFF2-40B4-BE49-F238E27FC236}">
                  <a16:creationId xmlns:a16="http://schemas.microsoft.com/office/drawing/2014/main" id="{C3AEECE2-AAA8-D4D1-F20C-63A8B16FCBE9}"/>
                </a:ext>
              </a:extLst>
            </p:cNvPr>
            <p:cNvSpPr/>
            <p:nvPr/>
          </p:nvSpPr>
          <p:spPr>
            <a:xfrm>
              <a:off x="-1826645" y="4180820"/>
              <a:ext cx="179927" cy="215264"/>
            </a:xfrm>
            <a:custGeom>
              <a:avLst/>
              <a:gdLst>
                <a:gd name="connsiteX0" fmla="*/ 179642 w 179927"/>
                <a:gd name="connsiteY0" fmla="*/ 190691 h 215264"/>
                <a:gd name="connsiteX1" fmla="*/ 179642 w 179927"/>
                <a:gd name="connsiteY1" fmla="*/ 198215 h 215264"/>
                <a:gd name="connsiteX2" fmla="*/ 163259 w 179927"/>
                <a:gd name="connsiteY2" fmla="*/ 215265 h 215264"/>
                <a:gd name="connsiteX3" fmla="*/ 146876 w 179927"/>
                <a:gd name="connsiteY3" fmla="*/ 198215 h 215264"/>
                <a:gd name="connsiteX4" fmla="*/ 146876 w 179927"/>
                <a:gd name="connsiteY4" fmla="*/ 190691 h 215264"/>
                <a:gd name="connsiteX5" fmla="*/ 146780 w 179927"/>
                <a:gd name="connsiteY5" fmla="*/ 112109 h 215264"/>
                <a:gd name="connsiteX6" fmla="*/ 144018 w 179927"/>
                <a:gd name="connsiteY6" fmla="*/ 67532 h 215264"/>
                <a:gd name="connsiteX7" fmla="*/ 128397 w 179927"/>
                <a:gd name="connsiteY7" fmla="*/ 40291 h 215264"/>
                <a:gd name="connsiteX8" fmla="*/ 98870 w 179927"/>
                <a:gd name="connsiteY8" fmla="*/ 31147 h 215264"/>
                <a:gd name="connsiteX9" fmla="*/ 81534 w 179927"/>
                <a:gd name="connsiteY9" fmla="*/ 31147 h 215264"/>
                <a:gd name="connsiteX10" fmla="*/ 51340 w 179927"/>
                <a:gd name="connsiteY10" fmla="*/ 40291 h 215264"/>
                <a:gd name="connsiteX11" fmla="*/ 35719 w 179927"/>
                <a:gd name="connsiteY11" fmla="*/ 67532 h 215264"/>
                <a:gd name="connsiteX12" fmla="*/ 32957 w 179927"/>
                <a:gd name="connsiteY12" fmla="*/ 112109 h 215264"/>
                <a:gd name="connsiteX13" fmla="*/ 32957 w 179927"/>
                <a:gd name="connsiteY13" fmla="*/ 198215 h 215264"/>
                <a:gd name="connsiteX14" fmla="*/ 16383 w 179927"/>
                <a:gd name="connsiteY14" fmla="*/ 215265 h 215264"/>
                <a:gd name="connsiteX15" fmla="*/ 0 w 179927"/>
                <a:gd name="connsiteY15" fmla="*/ 198215 h 215264"/>
                <a:gd name="connsiteX16" fmla="*/ 0 w 179927"/>
                <a:gd name="connsiteY16" fmla="*/ 104680 h 215264"/>
                <a:gd name="connsiteX17" fmla="*/ 8477 w 179927"/>
                <a:gd name="connsiteY17" fmla="*/ 43910 h 215264"/>
                <a:gd name="connsiteX18" fmla="*/ 35338 w 179927"/>
                <a:gd name="connsiteY18" fmla="*/ 11906 h 215264"/>
                <a:gd name="connsiteX19" fmla="*/ 81629 w 179927"/>
                <a:gd name="connsiteY19" fmla="*/ 0 h 215264"/>
                <a:gd name="connsiteX20" fmla="*/ 98393 w 179927"/>
                <a:gd name="connsiteY20" fmla="*/ 0 h 215264"/>
                <a:gd name="connsiteX21" fmla="*/ 144685 w 179927"/>
                <a:gd name="connsiteY21" fmla="*/ 11906 h 215264"/>
                <a:gd name="connsiteX22" fmla="*/ 171450 w 179927"/>
                <a:gd name="connsiteY22" fmla="*/ 43910 h 215264"/>
                <a:gd name="connsiteX23" fmla="*/ 179927 w 179927"/>
                <a:gd name="connsiteY23" fmla="*/ 104680 h 215264"/>
                <a:gd name="connsiteX24" fmla="*/ 179927 w 179927"/>
                <a:gd name="connsiteY24" fmla="*/ 190691 h 215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79927" h="215264">
                  <a:moveTo>
                    <a:pt x="179642" y="190691"/>
                  </a:moveTo>
                  <a:lnTo>
                    <a:pt x="179642" y="198215"/>
                  </a:lnTo>
                  <a:cubicBezTo>
                    <a:pt x="179642" y="207454"/>
                    <a:pt x="172403" y="215265"/>
                    <a:pt x="163259" y="215265"/>
                  </a:cubicBezTo>
                  <a:cubicBezTo>
                    <a:pt x="154115" y="215265"/>
                    <a:pt x="146876" y="207454"/>
                    <a:pt x="146876" y="198215"/>
                  </a:cubicBezTo>
                  <a:lnTo>
                    <a:pt x="146876" y="190691"/>
                  </a:lnTo>
                  <a:cubicBezTo>
                    <a:pt x="146876" y="190691"/>
                    <a:pt x="146780" y="112109"/>
                    <a:pt x="146780" y="112109"/>
                  </a:cubicBezTo>
                  <a:cubicBezTo>
                    <a:pt x="146780" y="89345"/>
                    <a:pt x="145828" y="74581"/>
                    <a:pt x="144018" y="67532"/>
                  </a:cubicBezTo>
                  <a:cubicBezTo>
                    <a:pt x="141161" y="55150"/>
                    <a:pt x="135827" y="46196"/>
                    <a:pt x="128397" y="40291"/>
                  </a:cubicBezTo>
                  <a:cubicBezTo>
                    <a:pt x="121063" y="34385"/>
                    <a:pt x="111252" y="31242"/>
                    <a:pt x="98870" y="31147"/>
                  </a:cubicBezTo>
                  <a:lnTo>
                    <a:pt x="81534" y="31147"/>
                  </a:lnTo>
                  <a:cubicBezTo>
                    <a:pt x="68771" y="31147"/>
                    <a:pt x="58769" y="34290"/>
                    <a:pt x="51340" y="40291"/>
                  </a:cubicBezTo>
                  <a:cubicBezTo>
                    <a:pt x="43910" y="46101"/>
                    <a:pt x="38576" y="55054"/>
                    <a:pt x="35719" y="67532"/>
                  </a:cubicBezTo>
                  <a:cubicBezTo>
                    <a:pt x="33909" y="74581"/>
                    <a:pt x="32957" y="89345"/>
                    <a:pt x="32957" y="112109"/>
                  </a:cubicBezTo>
                  <a:lnTo>
                    <a:pt x="32957" y="198215"/>
                  </a:lnTo>
                  <a:cubicBezTo>
                    <a:pt x="32957" y="207454"/>
                    <a:pt x="25718" y="215265"/>
                    <a:pt x="16383" y="215265"/>
                  </a:cubicBezTo>
                  <a:cubicBezTo>
                    <a:pt x="7049" y="215265"/>
                    <a:pt x="0" y="207454"/>
                    <a:pt x="0" y="198215"/>
                  </a:cubicBezTo>
                  <a:lnTo>
                    <a:pt x="0" y="104680"/>
                  </a:lnTo>
                  <a:cubicBezTo>
                    <a:pt x="0" y="77724"/>
                    <a:pt x="2667" y="57341"/>
                    <a:pt x="8477" y="43910"/>
                  </a:cubicBezTo>
                  <a:cubicBezTo>
                    <a:pt x="14192" y="30480"/>
                    <a:pt x="23146" y="19812"/>
                    <a:pt x="35338" y="11906"/>
                  </a:cubicBezTo>
                  <a:cubicBezTo>
                    <a:pt x="47530" y="3810"/>
                    <a:pt x="66485" y="0"/>
                    <a:pt x="81629" y="0"/>
                  </a:cubicBezTo>
                  <a:lnTo>
                    <a:pt x="98393" y="0"/>
                  </a:lnTo>
                  <a:cubicBezTo>
                    <a:pt x="114014" y="95"/>
                    <a:pt x="132588" y="3905"/>
                    <a:pt x="144685" y="11906"/>
                  </a:cubicBezTo>
                  <a:cubicBezTo>
                    <a:pt x="156782" y="19812"/>
                    <a:pt x="165735" y="30480"/>
                    <a:pt x="171450" y="43910"/>
                  </a:cubicBezTo>
                  <a:cubicBezTo>
                    <a:pt x="177165" y="57341"/>
                    <a:pt x="179927" y="77724"/>
                    <a:pt x="179927" y="104680"/>
                  </a:cubicBezTo>
                  <a:lnTo>
                    <a:pt x="179927" y="190691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0" name="Freeform: Shape 38">
              <a:extLst>
                <a:ext uri="{FF2B5EF4-FFF2-40B4-BE49-F238E27FC236}">
                  <a16:creationId xmlns:a16="http://schemas.microsoft.com/office/drawing/2014/main" id="{AC7529D2-45BE-014B-BA1D-0B7D94DF3377}"/>
                </a:ext>
              </a:extLst>
            </p:cNvPr>
            <p:cNvSpPr/>
            <p:nvPr/>
          </p:nvSpPr>
          <p:spPr>
            <a:xfrm>
              <a:off x="-2068104" y="4180916"/>
              <a:ext cx="210978" cy="214979"/>
            </a:xfrm>
            <a:custGeom>
              <a:avLst/>
              <a:gdLst>
                <a:gd name="connsiteX0" fmla="*/ 189833 w 210978"/>
                <a:gd name="connsiteY0" fmla="*/ 130873 h 214979"/>
                <a:gd name="connsiteX1" fmla="*/ 205835 w 210978"/>
                <a:gd name="connsiteY1" fmla="*/ 146780 h 214979"/>
                <a:gd name="connsiteX2" fmla="*/ 202787 w 210978"/>
                <a:gd name="connsiteY2" fmla="*/ 156210 h 214979"/>
                <a:gd name="connsiteX3" fmla="*/ 146780 w 210978"/>
                <a:gd name="connsiteY3" fmla="*/ 208217 h 214979"/>
                <a:gd name="connsiteX4" fmla="*/ 106394 w 210978"/>
                <a:gd name="connsiteY4" fmla="*/ 214979 h 214979"/>
                <a:gd name="connsiteX5" fmla="*/ 28099 w 210978"/>
                <a:gd name="connsiteY5" fmla="*/ 182118 h 214979"/>
                <a:gd name="connsiteX6" fmla="*/ 0 w 210978"/>
                <a:gd name="connsiteY6" fmla="*/ 108013 h 214979"/>
                <a:gd name="connsiteX7" fmla="*/ 23813 w 210978"/>
                <a:gd name="connsiteY7" fmla="*/ 38767 h 214979"/>
                <a:gd name="connsiteX8" fmla="*/ 104965 w 210978"/>
                <a:gd name="connsiteY8" fmla="*/ 0 h 214979"/>
                <a:gd name="connsiteX9" fmla="*/ 188404 w 210978"/>
                <a:gd name="connsiteY9" fmla="*/ 39719 h 214979"/>
                <a:gd name="connsiteX10" fmla="*/ 210979 w 210978"/>
                <a:gd name="connsiteY10" fmla="*/ 109442 h 214979"/>
                <a:gd name="connsiteX11" fmla="*/ 207073 w 210978"/>
                <a:gd name="connsiteY11" fmla="*/ 113348 h 214979"/>
                <a:gd name="connsiteX12" fmla="*/ 33909 w 210978"/>
                <a:gd name="connsiteY12" fmla="*/ 113348 h 214979"/>
                <a:gd name="connsiteX13" fmla="*/ 54578 w 210978"/>
                <a:gd name="connsiteY13" fmla="*/ 163354 h 214979"/>
                <a:gd name="connsiteX14" fmla="*/ 104108 w 210978"/>
                <a:gd name="connsiteY14" fmla="*/ 184118 h 214979"/>
                <a:gd name="connsiteX15" fmla="*/ 131921 w 210978"/>
                <a:gd name="connsiteY15" fmla="*/ 179070 h 214979"/>
                <a:gd name="connsiteX16" fmla="*/ 175831 w 210978"/>
                <a:gd name="connsiteY16" fmla="*/ 138589 h 214979"/>
                <a:gd name="connsiteX17" fmla="*/ 189738 w 210978"/>
                <a:gd name="connsiteY17" fmla="*/ 130873 h 214979"/>
                <a:gd name="connsiteX18" fmla="*/ 161258 w 210978"/>
                <a:gd name="connsiteY18" fmla="*/ 57531 h 214979"/>
                <a:gd name="connsiteX19" fmla="*/ 137065 w 210978"/>
                <a:gd name="connsiteY19" fmla="*/ 39052 h 214979"/>
                <a:gd name="connsiteX20" fmla="*/ 105156 w 210978"/>
                <a:gd name="connsiteY20" fmla="*/ 32004 h 214979"/>
                <a:gd name="connsiteX21" fmla="*/ 57912 w 210978"/>
                <a:gd name="connsiteY21" fmla="*/ 49721 h 214979"/>
                <a:gd name="connsiteX22" fmla="*/ 37529 w 210978"/>
                <a:gd name="connsiteY22" fmla="*/ 83725 h 214979"/>
                <a:gd name="connsiteX23" fmla="*/ 173926 w 210978"/>
                <a:gd name="connsiteY23" fmla="*/ 83725 h 214979"/>
                <a:gd name="connsiteX24" fmla="*/ 161068 w 210978"/>
                <a:gd name="connsiteY24" fmla="*/ 57626 h 21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0978" h="214979">
                  <a:moveTo>
                    <a:pt x="189833" y="130873"/>
                  </a:moveTo>
                  <a:cubicBezTo>
                    <a:pt x="198691" y="130873"/>
                    <a:pt x="205835" y="138017"/>
                    <a:pt x="205835" y="146780"/>
                  </a:cubicBezTo>
                  <a:cubicBezTo>
                    <a:pt x="205835" y="150304"/>
                    <a:pt x="204692" y="153543"/>
                    <a:pt x="202787" y="156210"/>
                  </a:cubicBezTo>
                  <a:cubicBezTo>
                    <a:pt x="190024" y="180213"/>
                    <a:pt x="172402" y="198215"/>
                    <a:pt x="146780" y="208217"/>
                  </a:cubicBezTo>
                  <a:cubicBezTo>
                    <a:pt x="134779" y="212788"/>
                    <a:pt x="121348" y="214979"/>
                    <a:pt x="106394" y="214979"/>
                  </a:cubicBezTo>
                  <a:cubicBezTo>
                    <a:pt x="73342" y="214979"/>
                    <a:pt x="47054" y="204121"/>
                    <a:pt x="28099" y="182118"/>
                  </a:cubicBezTo>
                  <a:cubicBezTo>
                    <a:pt x="9430" y="160306"/>
                    <a:pt x="0" y="135541"/>
                    <a:pt x="0" y="108013"/>
                  </a:cubicBezTo>
                  <a:cubicBezTo>
                    <a:pt x="0" y="82106"/>
                    <a:pt x="8001" y="59055"/>
                    <a:pt x="23813" y="38767"/>
                  </a:cubicBezTo>
                  <a:cubicBezTo>
                    <a:pt x="44005" y="12954"/>
                    <a:pt x="71247" y="0"/>
                    <a:pt x="104965" y="0"/>
                  </a:cubicBezTo>
                  <a:cubicBezTo>
                    <a:pt x="138684" y="0"/>
                    <a:pt x="167640" y="13240"/>
                    <a:pt x="188404" y="39719"/>
                  </a:cubicBezTo>
                  <a:cubicBezTo>
                    <a:pt x="203263" y="58483"/>
                    <a:pt x="210693" y="81820"/>
                    <a:pt x="210979" y="109442"/>
                  </a:cubicBezTo>
                  <a:cubicBezTo>
                    <a:pt x="210979" y="111538"/>
                    <a:pt x="209169" y="113348"/>
                    <a:pt x="207073" y="113348"/>
                  </a:cubicBezTo>
                  <a:lnTo>
                    <a:pt x="33909" y="113348"/>
                  </a:lnTo>
                  <a:cubicBezTo>
                    <a:pt x="35052" y="133636"/>
                    <a:pt x="42005" y="150209"/>
                    <a:pt x="54578" y="163354"/>
                  </a:cubicBezTo>
                  <a:cubicBezTo>
                    <a:pt x="67913" y="177165"/>
                    <a:pt x="84391" y="184118"/>
                    <a:pt x="104108" y="184118"/>
                  </a:cubicBezTo>
                  <a:cubicBezTo>
                    <a:pt x="113633" y="184118"/>
                    <a:pt x="122967" y="182404"/>
                    <a:pt x="131921" y="179070"/>
                  </a:cubicBezTo>
                  <a:cubicBezTo>
                    <a:pt x="154019" y="170974"/>
                    <a:pt x="163925" y="158401"/>
                    <a:pt x="175831" y="138589"/>
                  </a:cubicBezTo>
                  <a:cubicBezTo>
                    <a:pt x="178784" y="134112"/>
                    <a:pt x="183832" y="130873"/>
                    <a:pt x="189738" y="130873"/>
                  </a:cubicBezTo>
                  <a:moveTo>
                    <a:pt x="161258" y="57531"/>
                  </a:moveTo>
                  <a:cubicBezTo>
                    <a:pt x="155257" y="50006"/>
                    <a:pt x="147256" y="43815"/>
                    <a:pt x="137065" y="39052"/>
                  </a:cubicBezTo>
                  <a:cubicBezTo>
                    <a:pt x="126968" y="34385"/>
                    <a:pt x="116300" y="32004"/>
                    <a:pt x="105156" y="32004"/>
                  </a:cubicBezTo>
                  <a:cubicBezTo>
                    <a:pt x="86773" y="32004"/>
                    <a:pt x="71056" y="37909"/>
                    <a:pt x="57912" y="49721"/>
                  </a:cubicBezTo>
                  <a:cubicBezTo>
                    <a:pt x="49435" y="57340"/>
                    <a:pt x="42577" y="68580"/>
                    <a:pt x="37529" y="83725"/>
                  </a:cubicBezTo>
                  <a:lnTo>
                    <a:pt x="173926" y="83725"/>
                  </a:lnTo>
                  <a:cubicBezTo>
                    <a:pt x="170688" y="72866"/>
                    <a:pt x="166402" y="64198"/>
                    <a:pt x="161068" y="57626"/>
                  </a:cubicBezTo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1" name="Freeform: Shape 39">
              <a:extLst>
                <a:ext uri="{FF2B5EF4-FFF2-40B4-BE49-F238E27FC236}">
                  <a16:creationId xmlns:a16="http://schemas.microsoft.com/office/drawing/2014/main" id="{004BFE6F-16B0-B69A-35EE-488FC2088AD5}"/>
                </a:ext>
              </a:extLst>
            </p:cNvPr>
            <p:cNvSpPr/>
            <p:nvPr/>
          </p:nvSpPr>
          <p:spPr>
            <a:xfrm>
              <a:off x="-1605760" y="4007275"/>
              <a:ext cx="725900" cy="428529"/>
            </a:xfrm>
            <a:custGeom>
              <a:avLst/>
              <a:gdLst>
                <a:gd name="connsiteX0" fmla="*/ 0 w 725900"/>
                <a:gd name="connsiteY0" fmla="*/ 53435 h 428529"/>
                <a:gd name="connsiteX1" fmla="*/ 53435 w 725900"/>
                <a:gd name="connsiteY1" fmla="*/ 0 h 428529"/>
                <a:gd name="connsiteX2" fmla="*/ 672465 w 725900"/>
                <a:gd name="connsiteY2" fmla="*/ 0 h 428529"/>
                <a:gd name="connsiteX3" fmla="*/ 725900 w 725900"/>
                <a:gd name="connsiteY3" fmla="*/ 53435 h 428529"/>
                <a:gd name="connsiteX4" fmla="*/ 725900 w 725900"/>
                <a:gd name="connsiteY4" fmla="*/ 375095 h 428529"/>
                <a:gd name="connsiteX5" fmla="*/ 672465 w 725900"/>
                <a:gd name="connsiteY5" fmla="*/ 428530 h 428529"/>
                <a:gd name="connsiteX6" fmla="*/ 124682 w 725900"/>
                <a:gd name="connsiteY6" fmla="*/ 428530 h 428529"/>
                <a:gd name="connsiteX7" fmla="*/ 0 w 725900"/>
                <a:gd name="connsiteY7" fmla="*/ 303848 h 428529"/>
                <a:gd name="connsiteX8" fmla="*/ 0 w 725900"/>
                <a:gd name="connsiteY8" fmla="*/ 53435 h 428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5900" h="428529">
                  <a:moveTo>
                    <a:pt x="0" y="53435"/>
                  </a:moveTo>
                  <a:cubicBezTo>
                    <a:pt x="0" y="23908"/>
                    <a:pt x="23908" y="0"/>
                    <a:pt x="53435" y="0"/>
                  </a:cubicBezTo>
                  <a:lnTo>
                    <a:pt x="672465" y="0"/>
                  </a:lnTo>
                  <a:cubicBezTo>
                    <a:pt x="701993" y="0"/>
                    <a:pt x="725900" y="23908"/>
                    <a:pt x="725900" y="53435"/>
                  </a:cubicBezTo>
                  <a:lnTo>
                    <a:pt x="725900" y="375095"/>
                  </a:lnTo>
                  <a:cubicBezTo>
                    <a:pt x="725900" y="404622"/>
                    <a:pt x="701993" y="428530"/>
                    <a:pt x="672465" y="428530"/>
                  </a:cubicBezTo>
                  <a:lnTo>
                    <a:pt x="124682" y="428530"/>
                  </a:lnTo>
                  <a:cubicBezTo>
                    <a:pt x="55817" y="428530"/>
                    <a:pt x="0" y="372713"/>
                    <a:pt x="0" y="303848"/>
                  </a:cubicBezTo>
                  <a:lnTo>
                    <a:pt x="0" y="53435"/>
                  </a:lnTo>
                  <a:close/>
                </a:path>
              </a:pathLst>
            </a:custGeom>
            <a:solidFill>
              <a:srgbClr val="BCD72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2" name="Freeform: Shape 40">
              <a:extLst>
                <a:ext uri="{FF2B5EF4-FFF2-40B4-BE49-F238E27FC236}">
                  <a16:creationId xmlns:a16="http://schemas.microsoft.com/office/drawing/2014/main" id="{C7B65F7D-0452-862D-2D4A-E94FD6CEE405}"/>
                </a:ext>
              </a:extLst>
            </p:cNvPr>
            <p:cNvSpPr/>
            <p:nvPr/>
          </p:nvSpPr>
          <p:spPr>
            <a:xfrm>
              <a:off x="-1331440" y="4181011"/>
              <a:ext cx="212978" cy="215074"/>
            </a:xfrm>
            <a:custGeom>
              <a:avLst/>
              <a:gdLst>
                <a:gd name="connsiteX0" fmla="*/ 184785 w 212978"/>
                <a:gd name="connsiteY0" fmla="*/ 34290 h 215074"/>
                <a:gd name="connsiteX1" fmla="*/ 212979 w 212978"/>
                <a:gd name="connsiteY1" fmla="*/ 108109 h 215074"/>
                <a:gd name="connsiteX2" fmla="*/ 183166 w 212978"/>
                <a:gd name="connsiteY2" fmla="*/ 183070 h 215074"/>
                <a:gd name="connsiteX3" fmla="*/ 106585 w 212978"/>
                <a:gd name="connsiteY3" fmla="*/ 215074 h 215074"/>
                <a:gd name="connsiteX4" fmla="*/ 29623 w 212978"/>
                <a:gd name="connsiteY4" fmla="*/ 183070 h 215074"/>
                <a:gd name="connsiteX5" fmla="*/ 0 w 212978"/>
                <a:gd name="connsiteY5" fmla="*/ 108109 h 215074"/>
                <a:gd name="connsiteX6" fmla="*/ 28194 w 212978"/>
                <a:gd name="connsiteY6" fmla="*/ 34480 h 215074"/>
                <a:gd name="connsiteX7" fmla="*/ 106585 w 212978"/>
                <a:gd name="connsiteY7" fmla="*/ 0 h 215074"/>
                <a:gd name="connsiteX8" fmla="*/ 184880 w 212978"/>
                <a:gd name="connsiteY8" fmla="*/ 34290 h 215074"/>
                <a:gd name="connsiteX9" fmla="*/ 55245 w 212978"/>
                <a:gd name="connsiteY9" fmla="*/ 54769 h 215074"/>
                <a:gd name="connsiteX10" fmla="*/ 33718 w 212978"/>
                <a:gd name="connsiteY10" fmla="*/ 108585 h 215074"/>
                <a:gd name="connsiteX11" fmla="*/ 70009 w 212978"/>
                <a:gd name="connsiteY11" fmla="*/ 173736 h 215074"/>
                <a:gd name="connsiteX12" fmla="*/ 106680 w 212978"/>
                <a:gd name="connsiteY12" fmla="*/ 183166 h 215074"/>
                <a:gd name="connsiteX13" fmla="*/ 143351 w 212978"/>
                <a:gd name="connsiteY13" fmla="*/ 173736 h 215074"/>
                <a:gd name="connsiteX14" fmla="*/ 179641 w 212978"/>
                <a:gd name="connsiteY14" fmla="*/ 108585 h 215074"/>
                <a:gd name="connsiteX15" fmla="*/ 157924 w 212978"/>
                <a:gd name="connsiteY15" fmla="*/ 54769 h 215074"/>
                <a:gd name="connsiteX16" fmla="*/ 106680 w 212978"/>
                <a:gd name="connsiteY16" fmla="*/ 32575 h 215074"/>
                <a:gd name="connsiteX17" fmla="*/ 55340 w 212978"/>
                <a:gd name="connsiteY17" fmla="*/ 54769 h 215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2978" h="215074">
                  <a:moveTo>
                    <a:pt x="184785" y="34290"/>
                  </a:moveTo>
                  <a:cubicBezTo>
                    <a:pt x="203549" y="55054"/>
                    <a:pt x="212979" y="79724"/>
                    <a:pt x="212979" y="108109"/>
                  </a:cubicBezTo>
                  <a:cubicBezTo>
                    <a:pt x="212979" y="136493"/>
                    <a:pt x="202978" y="161639"/>
                    <a:pt x="183166" y="183070"/>
                  </a:cubicBezTo>
                  <a:cubicBezTo>
                    <a:pt x="163258" y="204502"/>
                    <a:pt x="137636" y="215074"/>
                    <a:pt x="106585" y="215074"/>
                  </a:cubicBezTo>
                  <a:cubicBezTo>
                    <a:pt x="75533" y="215074"/>
                    <a:pt x="49625" y="204406"/>
                    <a:pt x="29623" y="183070"/>
                  </a:cubicBezTo>
                  <a:cubicBezTo>
                    <a:pt x="9906" y="161734"/>
                    <a:pt x="0" y="136684"/>
                    <a:pt x="0" y="108109"/>
                  </a:cubicBezTo>
                  <a:cubicBezTo>
                    <a:pt x="0" y="79534"/>
                    <a:pt x="9430" y="55245"/>
                    <a:pt x="28194" y="34480"/>
                  </a:cubicBezTo>
                  <a:cubicBezTo>
                    <a:pt x="48863" y="11525"/>
                    <a:pt x="75152" y="0"/>
                    <a:pt x="106585" y="0"/>
                  </a:cubicBezTo>
                  <a:cubicBezTo>
                    <a:pt x="138017" y="0"/>
                    <a:pt x="164116" y="11430"/>
                    <a:pt x="184880" y="34290"/>
                  </a:cubicBezTo>
                  <a:moveTo>
                    <a:pt x="55245" y="54769"/>
                  </a:moveTo>
                  <a:cubicBezTo>
                    <a:pt x="40862" y="69628"/>
                    <a:pt x="33718" y="87535"/>
                    <a:pt x="33718" y="108585"/>
                  </a:cubicBezTo>
                  <a:cubicBezTo>
                    <a:pt x="33718" y="134874"/>
                    <a:pt x="46958" y="160401"/>
                    <a:pt x="70009" y="173736"/>
                  </a:cubicBezTo>
                  <a:cubicBezTo>
                    <a:pt x="81153" y="180022"/>
                    <a:pt x="93345" y="183166"/>
                    <a:pt x="106680" y="183166"/>
                  </a:cubicBezTo>
                  <a:cubicBezTo>
                    <a:pt x="120015" y="183166"/>
                    <a:pt x="132207" y="180022"/>
                    <a:pt x="143351" y="173736"/>
                  </a:cubicBezTo>
                  <a:cubicBezTo>
                    <a:pt x="166402" y="160401"/>
                    <a:pt x="179641" y="134874"/>
                    <a:pt x="179641" y="108585"/>
                  </a:cubicBezTo>
                  <a:cubicBezTo>
                    <a:pt x="179641" y="87535"/>
                    <a:pt x="172403" y="69628"/>
                    <a:pt x="157924" y="54769"/>
                  </a:cubicBezTo>
                  <a:cubicBezTo>
                    <a:pt x="143542" y="39910"/>
                    <a:pt x="126492" y="32575"/>
                    <a:pt x="106680" y="32575"/>
                  </a:cubicBezTo>
                  <a:cubicBezTo>
                    <a:pt x="86868" y="32575"/>
                    <a:pt x="69723" y="39910"/>
                    <a:pt x="55340" y="54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D7A702C5-E646-224B-AE1C-AAAFC107794A}"/>
                </a:ext>
              </a:extLst>
            </p:cNvPr>
            <p:cNvSpPr/>
            <p:nvPr/>
          </p:nvSpPr>
          <p:spPr>
            <a:xfrm>
              <a:off x="-1566327" y="4047280"/>
              <a:ext cx="207835" cy="349091"/>
            </a:xfrm>
            <a:custGeom>
              <a:avLst/>
              <a:gdLst>
                <a:gd name="connsiteX0" fmla="*/ 31813 w 207835"/>
                <a:gd name="connsiteY0" fmla="*/ 241173 h 349091"/>
                <a:gd name="connsiteX1" fmla="*/ 103918 w 207835"/>
                <a:gd name="connsiteY1" fmla="*/ 317087 h 349091"/>
                <a:gd name="connsiteX2" fmla="*/ 176022 w 207835"/>
                <a:gd name="connsiteY2" fmla="*/ 241173 h 349091"/>
                <a:gd name="connsiteX3" fmla="*/ 103918 w 207835"/>
                <a:gd name="connsiteY3" fmla="*/ 165259 h 349091"/>
                <a:gd name="connsiteX4" fmla="*/ 31813 w 207835"/>
                <a:gd name="connsiteY4" fmla="*/ 241173 h 349091"/>
                <a:gd name="connsiteX5" fmla="*/ 95 w 207835"/>
                <a:gd name="connsiteY5" fmla="*/ 235934 h 349091"/>
                <a:gd name="connsiteX6" fmla="*/ 0 w 207835"/>
                <a:gd name="connsiteY6" fmla="*/ 233934 h 349091"/>
                <a:gd name="connsiteX7" fmla="*/ 0 w 207835"/>
                <a:gd name="connsiteY7" fmla="*/ 17050 h 349091"/>
                <a:gd name="connsiteX8" fmla="*/ 16002 w 207835"/>
                <a:gd name="connsiteY8" fmla="*/ 0 h 349091"/>
                <a:gd name="connsiteX9" fmla="*/ 32004 w 207835"/>
                <a:gd name="connsiteY9" fmla="*/ 17050 h 349091"/>
                <a:gd name="connsiteX10" fmla="*/ 32004 w 207835"/>
                <a:gd name="connsiteY10" fmla="*/ 163354 h 349091"/>
                <a:gd name="connsiteX11" fmla="*/ 103918 w 207835"/>
                <a:gd name="connsiteY11" fmla="*/ 133445 h 349091"/>
                <a:gd name="connsiteX12" fmla="*/ 207836 w 207835"/>
                <a:gd name="connsiteY12" fmla="*/ 241268 h 349091"/>
                <a:gd name="connsiteX13" fmla="*/ 103918 w 207835"/>
                <a:gd name="connsiteY13" fmla="*/ 349091 h 349091"/>
                <a:gd name="connsiteX14" fmla="*/ 0 w 207835"/>
                <a:gd name="connsiteY14" fmla="*/ 241268 h 349091"/>
                <a:gd name="connsiteX15" fmla="*/ 95 w 207835"/>
                <a:gd name="connsiteY15" fmla="*/ 236029 h 349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7835" h="349091">
                  <a:moveTo>
                    <a:pt x="31813" y="241173"/>
                  </a:moveTo>
                  <a:cubicBezTo>
                    <a:pt x="31813" y="284131"/>
                    <a:pt x="65056" y="317087"/>
                    <a:pt x="103918" y="317087"/>
                  </a:cubicBezTo>
                  <a:cubicBezTo>
                    <a:pt x="142780" y="317087"/>
                    <a:pt x="176022" y="284131"/>
                    <a:pt x="176022" y="241173"/>
                  </a:cubicBezTo>
                  <a:cubicBezTo>
                    <a:pt x="176022" y="198215"/>
                    <a:pt x="142780" y="165259"/>
                    <a:pt x="103918" y="165259"/>
                  </a:cubicBezTo>
                  <a:cubicBezTo>
                    <a:pt x="65056" y="165259"/>
                    <a:pt x="31813" y="198311"/>
                    <a:pt x="31813" y="241173"/>
                  </a:cubicBezTo>
                  <a:moveTo>
                    <a:pt x="95" y="235934"/>
                  </a:moveTo>
                  <a:cubicBezTo>
                    <a:pt x="95" y="235267"/>
                    <a:pt x="0" y="234601"/>
                    <a:pt x="0" y="233934"/>
                  </a:cubicBezTo>
                  <a:lnTo>
                    <a:pt x="0" y="17050"/>
                  </a:lnTo>
                  <a:cubicBezTo>
                    <a:pt x="0" y="8001"/>
                    <a:pt x="6858" y="0"/>
                    <a:pt x="16002" y="0"/>
                  </a:cubicBezTo>
                  <a:cubicBezTo>
                    <a:pt x="25146" y="0"/>
                    <a:pt x="32004" y="7906"/>
                    <a:pt x="32004" y="17050"/>
                  </a:cubicBezTo>
                  <a:lnTo>
                    <a:pt x="32004" y="163354"/>
                  </a:lnTo>
                  <a:cubicBezTo>
                    <a:pt x="50673" y="144875"/>
                    <a:pt x="76009" y="133445"/>
                    <a:pt x="103918" y="133445"/>
                  </a:cubicBezTo>
                  <a:cubicBezTo>
                    <a:pt x="161449" y="133445"/>
                    <a:pt x="207836" y="181832"/>
                    <a:pt x="207836" y="241268"/>
                  </a:cubicBezTo>
                  <a:cubicBezTo>
                    <a:pt x="207836" y="300704"/>
                    <a:pt x="161449" y="349091"/>
                    <a:pt x="103918" y="349091"/>
                  </a:cubicBezTo>
                  <a:cubicBezTo>
                    <a:pt x="46387" y="349091"/>
                    <a:pt x="0" y="300704"/>
                    <a:pt x="0" y="241268"/>
                  </a:cubicBezTo>
                  <a:cubicBezTo>
                    <a:pt x="0" y="239554"/>
                    <a:pt x="0" y="237744"/>
                    <a:pt x="95" y="2360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668956EA-D7A2-CEE5-2EFB-6DF8F2487051}"/>
                </a:ext>
              </a:extLst>
            </p:cNvPr>
            <p:cNvSpPr/>
            <p:nvPr/>
          </p:nvSpPr>
          <p:spPr>
            <a:xfrm>
              <a:off x="-1109317" y="4180535"/>
              <a:ext cx="198596" cy="215550"/>
            </a:xfrm>
            <a:custGeom>
              <a:avLst/>
              <a:gdLst>
                <a:gd name="connsiteX0" fmla="*/ 5334 w 198596"/>
                <a:gd name="connsiteY0" fmla="*/ 187452 h 215550"/>
                <a:gd name="connsiteX1" fmla="*/ 76200 w 198596"/>
                <a:gd name="connsiteY1" fmla="*/ 103061 h 215550"/>
                <a:gd name="connsiteX2" fmla="*/ 12383 w 198596"/>
                <a:gd name="connsiteY2" fmla="*/ 27242 h 215550"/>
                <a:gd name="connsiteX3" fmla="*/ 8001 w 198596"/>
                <a:gd name="connsiteY3" fmla="*/ 16478 h 215550"/>
                <a:gd name="connsiteX4" fmla="*/ 26480 w 198596"/>
                <a:gd name="connsiteY4" fmla="*/ 0 h 215550"/>
                <a:gd name="connsiteX5" fmla="*/ 42101 w 198596"/>
                <a:gd name="connsiteY5" fmla="*/ 7810 h 215550"/>
                <a:gd name="connsiteX6" fmla="*/ 98679 w 198596"/>
                <a:gd name="connsiteY6" fmla="*/ 76295 h 215550"/>
                <a:gd name="connsiteX7" fmla="*/ 155925 w 198596"/>
                <a:gd name="connsiteY7" fmla="*/ 6953 h 215550"/>
                <a:gd name="connsiteX8" fmla="*/ 170974 w 198596"/>
                <a:gd name="connsiteY8" fmla="*/ 0 h 215550"/>
                <a:gd name="connsiteX9" fmla="*/ 189357 w 198596"/>
                <a:gd name="connsiteY9" fmla="*/ 16478 h 215550"/>
                <a:gd name="connsiteX10" fmla="*/ 185738 w 198596"/>
                <a:gd name="connsiteY10" fmla="*/ 26289 h 215550"/>
                <a:gd name="connsiteX11" fmla="*/ 121349 w 198596"/>
                <a:gd name="connsiteY11" fmla="*/ 102965 h 215550"/>
                <a:gd name="connsiteX12" fmla="*/ 192881 w 198596"/>
                <a:gd name="connsiteY12" fmla="*/ 187071 h 215550"/>
                <a:gd name="connsiteX13" fmla="*/ 198596 w 198596"/>
                <a:gd name="connsiteY13" fmla="*/ 199073 h 215550"/>
                <a:gd name="connsiteX14" fmla="*/ 180213 w 198596"/>
                <a:gd name="connsiteY14" fmla="*/ 215551 h 215550"/>
                <a:gd name="connsiteX15" fmla="*/ 165450 w 198596"/>
                <a:gd name="connsiteY15" fmla="*/ 208979 h 215550"/>
                <a:gd name="connsiteX16" fmla="*/ 98774 w 198596"/>
                <a:gd name="connsiteY16" fmla="*/ 129731 h 215550"/>
                <a:gd name="connsiteX17" fmla="*/ 34385 w 198596"/>
                <a:gd name="connsiteY17" fmla="*/ 207454 h 215550"/>
                <a:gd name="connsiteX18" fmla="*/ 18479 w 198596"/>
                <a:gd name="connsiteY18" fmla="*/ 215551 h 215550"/>
                <a:gd name="connsiteX19" fmla="*/ 0 w 198596"/>
                <a:gd name="connsiteY19" fmla="*/ 199073 h 215550"/>
                <a:gd name="connsiteX20" fmla="*/ 5429 w 198596"/>
                <a:gd name="connsiteY20" fmla="*/ 187357 h 21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596" h="215550">
                  <a:moveTo>
                    <a:pt x="5334" y="187452"/>
                  </a:moveTo>
                  <a:lnTo>
                    <a:pt x="76200" y="103061"/>
                  </a:lnTo>
                  <a:lnTo>
                    <a:pt x="12383" y="27242"/>
                  </a:lnTo>
                  <a:cubicBezTo>
                    <a:pt x="9620" y="24384"/>
                    <a:pt x="8001" y="20574"/>
                    <a:pt x="8001" y="16478"/>
                  </a:cubicBezTo>
                  <a:cubicBezTo>
                    <a:pt x="8001" y="6858"/>
                    <a:pt x="16764" y="0"/>
                    <a:pt x="26480" y="0"/>
                  </a:cubicBezTo>
                  <a:cubicBezTo>
                    <a:pt x="32957" y="0"/>
                    <a:pt x="38767" y="2953"/>
                    <a:pt x="42101" y="7810"/>
                  </a:cubicBezTo>
                  <a:lnTo>
                    <a:pt x="98679" y="76295"/>
                  </a:lnTo>
                  <a:lnTo>
                    <a:pt x="155925" y="6953"/>
                  </a:lnTo>
                  <a:cubicBezTo>
                    <a:pt x="159353" y="2667"/>
                    <a:pt x="164878" y="0"/>
                    <a:pt x="170974" y="0"/>
                  </a:cubicBezTo>
                  <a:cubicBezTo>
                    <a:pt x="180594" y="0"/>
                    <a:pt x="189357" y="6858"/>
                    <a:pt x="189357" y="16478"/>
                  </a:cubicBezTo>
                  <a:cubicBezTo>
                    <a:pt x="189357" y="20193"/>
                    <a:pt x="188024" y="23622"/>
                    <a:pt x="185738" y="26289"/>
                  </a:cubicBezTo>
                  <a:lnTo>
                    <a:pt x="121349" y="102965"/>
                  </a:lnTo>
                  <a:lnTo>
                    <a:pt x="192881" y="187071"/>
                  </a:lnTo>
                  <a:cubicBezTo>
                    <a:pt x="196310" y="190024"/>
                    <a:pt x="198596" y="194215"/>
                    <a:pt x="198596" y="199073"/>
                  </a:cubicBezTo>
                  <a:cubicBezTo>
                    <a:pt x="198596" y="208693"/>
                    <a:pt x="189833" y="215551"/>
                    <a:pt x="180213" y="215551"/>
                  </a:cubicBezTo>
                  <a:cubicBezTo>
                    <a:pt x="174308" y="215551"/>
                    <a:pt x="168878" y="212979"/>
                    <a:pt x="165450" y="208979"/>
                  </a:cubicBezTo>
                  <a:lnTo>
                    <a:pt x="98774" y="129731"/>
                  </a:lnTo>
                  <a:lnTo>
                    <a:pt x="34385" y="207454"/>
                  </a:lnTo>
                  <a:cubicBezTo>
                    <a:pt x="31052" y="212408"/>
                    <a:pt x="25146" y="215551"/>
                    <a:pt x="18479" y="215551"/>
                  </a:cubicBezTo>
                  <a:cubicBezTo>
                    <a:pt x="8858" y="215551"/>
                    <a:pt x="0" y="208693"/>
                    <a:pt x="0" y="199073"/>
                  </a:cubicBezTo>
                  <a:cubicBezTo>
                    <a:pt x="0" y="194405"/>
                    <a:pt x="2191" y="190310"/>
                    <a:pt x="5429" y="187357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ZA">
                <a:latin typeface="Proxima Nova Lt" panose="02000506030000020004" pitchFamily="50" charset="0"/>
              </a:endParaRPr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85F1594B-9F84-336A-5A85-7C6C3746B908}"/>
              </a:ext>
            </a:extLst>
          </p:cNvPr>
          <p:cNvSpPr txBox="1">
            <a:spLocks/>
          </p:cNvSpPr>
          <p:nvPr userDrawn="1"/>
        </p:nvSpPr>
        <p:spPr>
          <a:xfrm>
            <a:off x="2646926" y="6135613"/>
            <a:ext cx="6781800" cy="608621"/>
          </a:xfrm>
        </p:spPr>
        <p:txBody>
          <a:bodyPr lIns="91440" tIns="45720" rIns="91440" bIns="45720"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24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3" name="Picture 2" descr="Open Box City Skyline">
            <a:extLst>
              <a:ext uri="{FF2B5EF4-FFF2-40B4-BE49-F238E27FC236}">
                <a16:creationId xmlns:a16="http://schemas.microsoft.com/office/drawing/2014/main" id="{E71473D0-3ABF-8F27-AF00-EE1475BEEF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325922"/>
            <a:ext cx="12192000" cy="274050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1FE07F-A114-9CD0-EC6F-F0CCD0FC194D}"/>
              </a:ext>
            </a:extLst>
          </p:cNvPr>
          <p:cNvCxnSpPr>
            <a:cxnSpLocks/>
          </p:cNvCxnSpPr>
          <p:nvPr userDrawn="1"/>
        </p:nvCxnSpPr>
        <p:spPr>
          <a:xfrm flipV="1">
            <a:off x="321807" y="0"/>
            <a:ext cx="0" cy="4889938"/>
          </a:xfrm>
          <a:prstGeom prst="line">
            <a:avLst/>
          </a:prstGeom>
          <a:ln w="1905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368CB6E9-130A-3E25-C43E-93201A88181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4815871"/>
            <a:ext cx="12192000" cy="20796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AB842-A243-96A6-F07C-E6AF7C1AD30A}"/>
              </a:ext>
            </a:extLst>
          </p:cNvPr>
          <p:cNvSpPr txBox="1">
            <a:spLocks/>
          </p:cNvSpPr>
          <p:nvPr userDrawn="1"/>
        </p:nvSpPr>
        <p:spPr>
          <a:xfrm>
            <a:off x="4591099" y="6412708"/>
            <a:ext cx="3009803" cy="252535"/>
          </a:xfrm>
        </p:spPr>
        <p:txBody>
          <a:bodyPr lIns="91440" tIns="45720" rIns="91440" bIns="4572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600" b="0" i="0">
                <a:solidFill>
                  <a:schemeClr val="bg1"/>
                </a:solidFill>
                <a:latin typeface="Proxima Nova Rg" panose="02000506030000020004" pitchFamily="2" charset="0"/>
              </a:rPr>
              <a:t>There’s always a better way</a:t>
            </a:r>
            <a:endParaRPr lang="en-ZA" sz="1600" b="0" i="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29" r:id="rId2"/>
    <p:sldLayoutId id="214748374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8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50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46" r:id="rId2"/>
    <p:sldLayoutId id="2147483692" r:id="rId3"/>
    <p:sldLayoutId id="2147483702" r:id="rId4"/>
    <p:sldLayoutId id="2147483808" r:id="rId5"/>
    <p:sldLayoutId id="2147483699" r:id="rId6"/>
    <p:sldLayoutId id="2147483747" r:id="rId7"/>
    <p:sldLayoutId id="2147483748" r:id="rId8"/>
    <p:sldLayoutId id="2147483724" r:id="rId9"/>
    <p:sldLayoutId id="2147483757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16" userDrawn="1">
          <p15:clr>
            <a:srgbClr val="F26B43"/>
          </p15:clr>
        </p15:guide>
        <p15:guide id="4" pos="561" userDrawn="1">
          <p15:clr>
            <a:srgbClr val="F26B43"/>
          </p15:clr>
        </p15:guide>
        <p15:guide id="5" pos="906" userDrawn="1">
          <p15:clr>
            <a:srgbClr val="F26B43"/>
          </p15:clr>
        </p15:guide>
        <p15:guide id="6" pos="1251" userDrawn="1">
          <p15:clr>
            <a:srgbClr val="F26B43"/>
          </p15:clr>
        </p15:guide>
        <p15:guide id="7" pos="1596" userDrawn="1">
          <p15:clr>
            <a:srgbClr val="F26B43"/>
          </p15:clr>
        </p15:guide>
        <p15:guide id="8" pos="1941" userDrawn="1">
          <p15:clr>
            <a:srgbClr val="F26B43"/>
          </p15:clr>
        </p15:guide>
        <p15:guide id="9" pos="2286" userDrawn="1">
          <p15:clr>
            <a:srgbClr val="F26B43"/>
          </p15:clr>
        </p15:guide>
        <p15:guide id="10" pos="2632" userDrawn="1">
          <p15:clr>
            <a:srgbClr val="F26B43"/>
          </p15:clr>
        </p15:guide>
        <p15:guide id="11" pos="2977" userDrawn="1">
          <p15:clr>
            <a:srgbClr val="F26B43"/>
          </p15:clr>
        </p15:guide>
        <p15:guide id="12" pos="3322" userDrawn="1">
          <p15:clr>
            <a:srgbClr val="F26B43"/>
          </p15:clr>
        </p15:guide>
        <p15:guide id="13" pos="3667" userDrawn="1">
          <p15:clr>
            <a:srgbClr val="F26B43"/>
          </p15:clr>
        </p15:guide>
        <p15:guide id="14" pos="4012" userDrawn="1">
          <p15:clr>
            <a:srgbClr val="F26B43"/>
          </p15:clr>
        </p15:guide>
        <p15:guide id="15" pos="4357" userDrawn="1">
          <p15:clr>
            <a:srgbClr val="F26B43"/>
          </p15:clr>
        </p15:guide>
        <p15:guide id="16" pos="4702" userDrawn="1">
          <p15:clr>
            <a:srgbClr val="F26B43"/>
          </p15:clr>
        </p15:guide>
        <p15:guide id="17" pos="5048" userDrawn="1">
          <p15:clr>
            <a:srgbClr val="F26B43"/>
          </p15:clr>
        </p15:guide>
        <p15:guide id="18" pos="5393" userDrawn="1">
          <p15:clr>
            <a:srgbClr val="F26B43"/>
          </p15:clr>
        </p15:guide>
        <p15:guide id="19" pos="5738" userDrawn="1">
          <p15:clr>
            <a:srgbClr val="F26B43"/>
          </p15:clr>
        </p15:guide>
        <p15:guide id="20" pos="6083" userDrawn="1">
          <p15:clr>
            <a:srgbClr val="F26B43"/>
          </p15:clr>
        </p15:guide>
        <p15:guide id="21" pos="6428" userDrawn="1">
          <p15:clr>
            <a:srgbClr val="F26B43"/>
          </p15:clr>
        </p15:guide>
        <p15:guide id="22" pos="6773" userDrawn="1">
          <p15:clr>
            <a:srgbClr val="F26B43"/>
          </p15:clr>
        </p15:guide>
        <p15:guide id="23" pos="7118" userDrawn="1">
          <p15:clr>
            <a:srgbClr val="F26B43"/>
          </p15:clr>
        </p15:guide>
        <p15:guide id="24" pos="7464" userDrawn="1">
          <p15:clr>
            <a:srgbClr val="F26B43"/>
          </p15:clr>
        </p15:guide>
        <p15:guide id="25" orient="horz" userDrawn="1">
          <p15:clr>
            <a:srgbClr val="F26B43"/>
          </p15:clr>
        </p15:guide>
        <p15:guide id="26" orient="horz" pos="4320" userDrawn="1">
          <p15:clr>
            <a:srgbClr val="F26B43"/>
          </p15:clr>
        </p15:guide>
        <p15:guide id="27" orient="horz" pos="144" userDrawn="1">
          <p15:clr>
            <a:srgbClr val="F26B43"/>
          </p15:clr>
        </p15:guide>
        <p15:guide id="28" orient="horz" pos="480" userDrawn="1">
          <p15:clr>
            <a:srgbClr val="F26B43"/>
          </p15:clr>
        </p15:guide>
        <p15:guide id="29" orient="horz" pos="816" userDrawn="1">
          <p15:clr>
            <a:srgbClr val="F26B43"/>
          </p15:clr>
        </p15:guide>
        <p15:guide id="30" orient="horz" pos="1152" userDrawn="1">
          <p15:clr>
            <a:srgbClr val="F26B43"/>
          </p15:clr>
        </p15:guide>
        <p15:guide id="31" orient="horz" pos="1488" userDrawn="1">
          <p15:clr>
            <a:srgbClr val="F26B43"/>
          </p15:clr>
        </p15:guide>
        <p15:guide id="32" orient="horz" pos="1824" userDrawn="1">
          <p15:clr>
            <a:srgbClr val="F26B43"/>
          </p15:clr>
        </p15:guide>
        <p15:guide id="33" orient="horz" pos="2160" userDrawn="1">
          <p15:clr>
            <a:srgbClr val="F26B43"/>
          </p15:clr>
        </p15:guide>
        <p15:guide id="34" orient="horz" pos="2496" userDrawn="1">
          <p15:clr>
            <a:srgbClr val="F26B43"/>
          </p15:clr>
        </p15:guide>
        <p15:guide id="35" orient="horz" pos="2832" userDrawn="1">
          <p15:clr>
            <a:srgbClr val="F26B43"/>
          </p15:clr>
        </p15:guide>
        <p15:guide id="36" orient="horz" pos="3168" userDrawn="1">
          <p15:clr>
            <a:srgbClr val="F26B43"/>
          </p15:clr>
        </p15:guide>
        <p15:guide id="37" orient="horz" pos="350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3496DB-ABD2-934D-276B-70D3F8F95E2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0038" y="240458"/>
            <a:ext cx="1430893" cy="465756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AEA0DB49-07C3-7054-35E2-F1D0ED628D08}"/>
              </a:ext>
            </a:extLst>
          </p:cNvPr>
          <p:cNvSpPr/>
          <p:nvPr userDrawn="1"/>
        </p:nvSpPr>
        <p:spPr>
          <a:xfrm>
            <a:off x="318632" y="-1261872"/>
            <a:ext cx="13109491" cy="7815070"/>
          </a:xfrm>
          <a:prstGeom prst="round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Lt" panose="02000506030000020004" pitchFamily="5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48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16">
          <p15:clr>
            <a:srgbClr val="F26B43"/>
          </p15:clr>
        </p15:guide>
        <p15:guide id="4" pos="561">
          <p15:clr>
            <a:srgbClr val="F26B43"/>
          </p15:clr>
        </p15:guide>
        <p15:guide id="5" pos="906">
          <p15:clr>
            <a:srgbClr val="F26B43"/>
          </p15:clr>
        </p15:guide>
        <p15:guide id="6" pos="1251">
          <p15:clr>
            <a:srgbClr val="F26B43"/>
          </p15:clr>
        </p15:guide>
        <p15:guide id="7" pos="1596">
          <p15:clr>
            <a:srgbClr val="F26B43"/>
          </p15:clr>
        </p15:guide>
        <p15:guide id="8" pos="1941">
          <p15:clr>
            <a:srgbClr val="F26B43"/>
          </p15:clr>
        </p15:guide>
        <p15:guide id="9" pos="2286">
          <p15:clr>
            <a:srgbClr val="F26B43"/>
          </p15:clr>
        </p15:guide>
        <p15:guide id="10" pos="2632">
          <p15:clr>
            <a:srgbClr val="F26B43"/>
          </p15:clr>
        </p15:guide>
        <p15:guide id="11" pos="2977">
          <p15:clr>
            <a:srgbClr val="F26B43"/>
          </p15:clr>
        </p15:guide>
        <p15:guide id="12" pos="3322">
          <p15:clr>
            <a:srgbClr val="F26B43"/>
          </p15:clr>
        </p15:guide>
        <p15:guide id="13" pos="3667">
          <p15:clr>
            <a:srgbClr val="F26B43"/>
          </p15:clr>
        </p15:guide>
        <p15:guide id="14" pos="4012">
          <p15:clr>
            <a:srgbClr val="F26B43"/>
          </p15:clr>
        </p15:guide>
        <p15:guide id="15" pos="4357">
          <p15:clr>
            <a:srgbClr val="F26B43"/>
          </p15:clr>
        </p15:guide>
        <p15:guide id="16" pos="4702">
          <p15:clr>
            <a:srgbClr val="F26B43"/>
          </p15:clr>
        </p15:guide>
        <p15:guide id="17" pos="5048">
          <p15:clr>
            <a:srgbClr val="F26B43"/>
          </p15:clr>
        </p15:guide>
        <p15:guide id="18" pos="5393">
          <p15:clr>
            <a:srgbClr val="F26B43"/>
          </p15:clr>
        </p15:guide>
        <p15:guide id="19" pos="5738">
          <p15:clr>
            <a:srgbClr val="F26B43"/>
          </p15:clr>
        </p15:guide>
        <p15:guide id="20" pos="6083">
          <p15:clr>
            <a:srgbClr val="F26B43"/>
          </p15:clr>
        </p15:guide>
        <p15:guide id="21" pos="6428">
          <p15:clr>
            <a:srgbClr val="F26B43"/>
          </p15:clr>
        </p15:guide>
        <p15:guide id="22" pos="6773">
          <p15:clr>
            <a:srgbClr val="F26B43"/>
          </p15:clr>
        </p15:guide>
        <p15:guide id="23" pos="7118">
          <p15:clr>
            <a:srgbClr val="F26B43"/>
          </p15:clr>
        </p15:guide>
        <p15:guide id="24" pos="7464">
          <p15:clr>
            <a:srgbClr val="F26B43"/>
          </p15:clr>
        </p15:guide>
        <p15:guide id="25" orient="horz">
          <p15:clr>
            <a:srgbClr val="F26B43"/>
          </p15:clr>
        </p15:guide>
        <p15:guide id="26" orient="horz" pos="4320">
          <p15:clr>
            <a:srgbClr val="F26B43"/>
          </p15:clr>
        </p15:guide>
        <p15:guide id="27" orient="horz" pos="144">
          <p15:clr>
            <a:srgbClr val="F26B43"/>
          </p15:clr>
        </p15:guide>
        <p15:guide id="28" orient="horz" pos="480">
          <p15:clr>
            <a:srgbClr val="F26B43"/>
          </p15:clr>
        </p15:guide>
        <p15:guide id="29" orient="horz" pos="816">
          <p15:clr>
            <a:srgbClr val="F26B43"/>
          </p15:clr>
        </p15:guide>
        <p15:guide id="30" orient="horz" pos="1152">
          <p15:clr>
            <a:srgbClr val="F26B43"/>
          </p15:clr>
        </p15:guide>
        <p15:guide id="31" orient="horz" pos="1488">
          <p15:clr>
            <a:srgbClr val="F26B43"/>
          </p15:clr>
        </p15:guide>
        <p15:guide id="32" orient="horz" pos="1824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496">
          <p15:clr>
            <a:srgbClr val="F26B43"/>
          </p15:clr>
        </p15:guide>
        <p15:guide id="35" orient="horz" pos="2832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504">
          <p15:clr>
            <a:srgbClr val="F26B43"/>
          </p15:clr>
        </p15:guide>
        <p15:guide id="38" orient="horz" pos="3840">
          <p15:clr>
            <a:srgbClr val="F26B43"/>
          </p15:clr>
        </p15:guide>
        <p15:guide id="39" orient="horz" pos="41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raingerplc.atlassian.net/issues/?filter=12179&amp;atlOrigin=eyJpIjoiZjBkY2EzOTM3MGVlNGY1NDg3NzY3M2U4NzY0MjdhNTQiLCJwIjoiaiJ9" TargetMode="External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11" Type="http://schemas.openxmlformats.org/officeDocument/2006/relationships/image" Target="../media/image16.svg"/><Relationship Id="rId5" Type="http://schemas.openxmlformats.org/officeDocument/2006/relationships/image" Target="../media/image11.sv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raingerplc.atlassian.net/browse/SFDC-674" TargetMode="External"/><Relationship Id="rId2" Type="http://schemas.openxmlformats.org/officeDocument/2006/relationships/hyperlink" Target="https://graingerplc.atlassian.net/browse/SFDC-734" TargetMode="Externa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182FC-C4B5-77D3-0384-8FF7A48A44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4657" y="1908794"/>
            <a:ext cx="10662686" cy="1768471"/>
          </a:xfrm>
        </p:spPr>
        <p:txBody>
          <a:bodyPr lIns="91440" tIns="45720" rIns="91440" bIns="45720" anchor="ctr" anchorCtr="0"/>
          <a:lstStyle/>
          <a:p>
            <a:r>
              <a:rPr lang="en-US">
                <a:latin typeface="Proxima Nova Lt"/>
              </a:rPr>
              <a:t>Sprint Review: Salesforce BAU</a:t>
            </a:r>
          </a:p>
          <a:p>
            <a:r>
              <a:rPr lang="en-US" sz="1800">
                <a:latin typeface="Proxima Nova Lt"/>
              </a:rPr>
              <a:t>Sprint 13</a:t>
            </a:r>
          </a:p>
          <a:p>
            <a:r>
              <a:rPr lang="en-US" sz="1800">
                <a:latin typeface="Proxima Nova Lt"/>
              </a:rPr>
              <a:t>16 June – 14 July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64677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5024-72D8-773D-7CD8-400C625D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E2C463-C390-4263-460C-AFDE774836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Sprint Overview</a:t>
            </a:r>
          </a:p>
        </p:txBody>
      </p:sp>
      <p:sp>
        <p:nvSpPr>
          <p:cNvPr id="4" name="Rectangle: Rounded Corners 139">
            <a:extLst>
              <a:ext uri="{FF2B5EF4-FFF2-40B4-BE49-F238E27FC236}">
                <a16:creationId xmlns:a16="http://schemas.microsoft.com/office/drawing/2014/main" id="{7A6E1B3F-AB8C-F49E-9B9F-92E5CC46F02C}"/>
              </a:ext>
            </a:extLst>
          </p:cNvPr>
          <p:cNvSpPr/>
          <p:nvPr/>
        </p:nvSpPr>
        <p:spPr>
          <a:xfrm>
            <a:off x="740185" y="2435710"/>
            <a:ext cx="3246309" cy="267471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47B350D-0617-4110-1490-A9B4180A6D23}"/>
              </a:ext>
            </a:extLst>
          </p:cNvPr>
          <p:cNvSpPr txBox="1"/>
          <p:nvPr/>
        </p:nvSpPr>
        <p:spPr>
          <a:xfrm>
            <a:off x="1066442" y="3296019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Work Items Delivered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A66945-0BBD-162C-3C9D-F247EA0C75E6}"/>
              </a:ext>
            </a:extLst>
          </p:cNvPr>
          <p:cNvSpPr txBox="1"/>
          <p:nvPr/>
        </p:nvSpPr>
        <p:spPr>
          <a:xfrm>
            <a:off x="1073904" y="4517182"/>
            <a:ext cx="2083466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/>
              <a:t>Story Points Completed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D6C170-F610-33F4-F88F-E0AFA05CF421}"/>
              </a:ext>
            </a:extLst>
          </p:cNvPr>
          <p:cNvSpPr txBox="1"/>
          <p:nvPr/>
        </p:nvSpPr>
        <p:spPr>
          <a:xfrm>
            <a:off x="1138553" y="2654582"/>
            <a:ext cx="138111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Weeks</a:t>
            </a:r>
            <a:endParaRPr>
              <a:latin typeface="Proxima Nova Lt" panose="02000506030000020004" pitchFamily="50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A4378B3-071C-4B9B-1DC8-CAC0726EC764}"/>
              </a:ext>
            </a:extLst>
          </p:cNvPr>
          <p:cNvSpPr txBox="1">
            <a:spLocks/>
          </p:cNvSpPr>
          <p:nvPr/>
        </p:nvSpPr>
        <p:spPr>
          <a:xfrm>
            <a:off x="2478758" y="4458088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 panose="02000506030000020004" pitchFamily="50" charset="0"/>
              </a:rPr>
              <a:t>22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4643F2-6ECC-709D-32A1-D5D484806361}"/>
              </a:ext>
            </a:extLst>
          </p:cNvPr>
          <p:cNvSpPr txBox="1">
            <a:spLocks/>
          </p:cNvSpPr>
          <p:nvPr/>
        </p:nvSpPr>
        <p:spPr>
          <a:xfrm>
            <a:off x="2478758" y="2594936"/>
            <a:ext cx="1374095" cy="5632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 panose="02000506030000020004" pitchFamily="50" charset="0"/>
              </a:rPr>
              <a:t>4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4AE0D17-3807-9270-4991-4A510302CB8C}"/>
              </a:ext>
            </a:extLst>
          </p:cNvPr>
          <p:cNvSpPr/>
          <p:nvPr/>
        </p:nvSpPr>
        <p:spPr>
          <a:xfrm>
            <a:off x="765252" y="1712564"/>
            <a:ext cx="3246309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Numbers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0B683971-79F5-EC68-73A0-0AA2F04A30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191" y="2472824"/>
            <a:ext cx="582200" cy="582200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85F7FA89-7392-DA55-A5F4-5629A45C590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54440" y="3130384"/>
            <a:ext cx="592097" cy="492293"/>
          </a:xfrm>
          <a:prstGeom prst="rect">
            <a:avLst/>
          </a:prstGeom>
        </p:spPr>
      </p:pic>
      <p:pic>
        <p:nvPicPr>
          <p:cNvPr id="75" name="Graphic 74" descr="Clipboard All Crosses outline">
            <a:extLst>
              <a:ext uri="{FF2B5EF4-FFF2-40B4-BE49-F238E27FC236}">
                <a16:creationId xmlns:a16="http://schemas.microsoft.com/office/drawing/2014/main" id="{B996B75D-9228-8D7C-7ADD-6E02378994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61619" y="4357656"/>
            <a:ext cx="516721" cy="516721"/>
          </a:xfrm>
          <a:prstGeom prst="rect">
            <a:avLst/>
          </a:prstGeom>
        </p:spPr>
      </p:pic>
      <p:sp>
        <p:nvSpPr>
          <p:cNvPr id="88" name="Rectangle: Rounded Corners 139">
            <a:extLst>
              <a:ext uri="{FF2B5EF4-FFF2-40B4-BE49-F238E27FC236}">
                <a16:creationId xmlns:a16="http://schemas.microsoft.com/office/drawing/2014/main" id="{16ABE9C5-5D8A-1DC9-3431-F22D4C73E340}"/>
              </a:ext>
            </a:extLst>
          </p:cNvPr>
          <p:cNvSpPr/>
          <p:nvPr/>
        </p:nvSpPr>
        <p:spPr>
          <a:xfrm>
            <a:off x="4533437" y="2477463"/>
            <a:ext cx="2940626" cy="868884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91" name="Text Placeholder 3">
            <a:extLst>
              <a:ext uri="{FF2B5EF4-FFF2-40B4-BE49-F238E27FC236}">
                <a16:creationId xmlns:a16="http://schemas.microsoft.com/office/drawing/2014/main" id="{C7C8151C-CAD0-93F6-9121-81AF79A2C808}"/>
              </a:ext>
            </a:extLst>
          </p:cNvPr>
          <p:cNvSpPr txBox="1"/>
          <p:nvPr/>
        </p:nvSpPr>
        <p:spPr>
          <a:xfrm>
            <a:off x="4770010" y="2791879"/>
            <a:ext cx="2298793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  <a:hlinkClick r:id="rId8"/>
              </a:rPr>
              <a:t>Sprint work Items Delivered</a:t>
            </a:r>
            <a:endParaRPr>
              <a:latin typeface="Proxima Nova Lt"/>
              <a:hlinkClick r:id="rId8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A9F2AB2-072F-3340-F1DF-CAB06959B99B}"/>
              </a:ext>
            </a:extLst>
          </p:cNvPr>
          <p:cNvSpPr/>
          <p:nvPr/>
        </p:nvSpPr>
        <p:spPr>
          <a:xfrm>
            <a:off x="4548066" y="1712564"/>
            <a:ext cx="2845791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Sprint Links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9F53A10A-3622-BE27-1C9E-712CF5B17F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75988" y="2705306"/>
            <a:ext cx="494022" cy="458093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B2519-EFA1-3865-781F-502DC90B6629}"/>
              </a:ext>
            </a:extLst>
          </p:cNvPr>
          <p:cNvSpPr txBox="1"/>
          <p:nvPr/>
        </p:nvSpPr>
        <p:spPr>
          <a:xfrm>
            <a:off x="1046537" y="3880374"/>
            <a:ext cx="1904790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 panose="02000506030000020004" pitchFamily="50" charset="0"/>
              </a:rPr>
              <a:t>UAT Items Addressed</a:t>
            </a:r>
            <a:endParaRPr sz="2800">
              <a:latin typeface="Proxima Nova Lt" panose="02000506030000020004" pitchFamily="50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C4C3A25-2697-FFB3-90BE-E65C7287BF0F}"/>
              </a:ext>
            </a:extLst>
          </p:cNvPr>
          <p:cNvSpPr txBox="1">
            <a:spLocks/>
          </p:cNvSpPr>
          <p:nvPr/>
        </p:nvSpPr>
        <p:spPr>
          <a:xfrm>
            <a:off x="2473731" y="3823557"/>
            <a:ext cx="1374095" cy="36422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2400">
                <a:solidFill>
                  <a:srgbClr val="BCD727"/>
                </a:solidFill>
                <a:latin typeface="Proxima Nova Rg"/>
              </a:rPr>
              <a:t>0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55DCE54-D640-3B1E-4735-805ED588E7CD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427709" y="3685443"/>
            <a:ext cx="624148" cy="624148"/>
          </a:xfrm>
          <a:prstGeom prst="rect">
            <a:avLst/>
          </a:prstGeom>
        </p:spPr>
      </p:pic>
      <p:sp>
        <p:nvSpPr>
          <p:cNvPr id="13" name="Rectangle: Rounded Corners 139">
            <a:extLst>
              <a:ext uri="{FF2B5EF4-FFF2-40B4-BE49-F238E27FC236}">
                <a16:creationId xmlns:a16="http://schemas.microsoft.com/office/drawing/2014/main" id="{5A748B35-1975-87A7-B64F-F6F1CD54E8C1}"/>
              </a:ext>
            </a:extLst>
          </p:cNvPr>
          <p:cNvSpPr/>
          <p:nvPr/>
        </p:nvSpPr>
        <p:spPr>
          <a:xfrm>
            <a:off x="8085793" y="2477463"/>
            <a:ext cx="3636016" cy="3374089"/>
          </a:xfrm>
          <a:prstGeom prst="roundRect">
            <a:avLst>
              <a:gd name="adj" fmla="val 10507"/>
            </a:avLst>
          </a:pr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Proxima Nova Lt" panose="02000506030000020004" pitchFamily="50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568F8C4-91C3-CB78-5BBA-A45C4EAD76AD}"/>
              </a:ext>
            </a:extLst>
          </p:cNvPr>
          <p:cNvSpPr txBox="1"/>
          <p:nvPr/>
        </p:nvSpPr>
        <p:spPr>
          <a:xfrm>
            <a:off x="8391780" y="2839407"/>
            <a:ext cx="200115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</a:rPr>
              <a:t>Enhancement Testing</a:t>
            </a:r>
            <a:endParaRPr sz="2800">
              <a:latin typeface="Proxima Nova Lt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23C3398-9E5D-81EC-40F0-6CE041AD173D}"/>
              </a:ext>
            </a:extLst>
          </p:cNvPr>
          <p:cNvSpPr txBox="1"/>
          <p:nvPr/>
        </p:nvSpPr>
        <p:spPr>
          <a:xfrm>
            <a:off x="8391780" y="4430372"/>
            <a:ext cx="1541168" cy="290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>
                <a:latin typeface="Proxima Nova Lt"/>
              </a:rPr>
              <a:t>BAU Go Live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B1C9CF84-19E7-C166-435F-0E21EB13A62E}"/>
              </a:ext>
            </a:extLst>
          </p:cNvPr>
          <p:cNvSpPr txBox="1"/>
          <p:nvPr/>
        </p:nvSpPr>
        <p:spPr>
          <a:xfrm>
            <a:off x="8433981" y="3529517"/>
            <a:ext cx="1834321" cy="484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/>
                <a:ea typeface="Proxima Nova Lt"/>
                <a:cs typeface="Proxima Nova Lt"/>
                <a:sym typeface="Proxima Nova Lt"/>
              </a:defRPr>
            </a:pPr>
            <a:r>
              <a:rPr lang="en-US">
                <a:latin typeface="Proxima Nova Lt"/>
              </a:rPr>
              <a:t>Payment Apportionment Testing</a:t>
            </a:r>
            <a:endParaRPr>
              <a:latin typeface="Proxima Nova Lt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C903A91-3BD0-5353-32C5-8FBCB6FAC5D6}"/>
              </a:ext>
            </a:extLst>
          </p:cNvPr>
          <p:cNvSpPr txBox="1">
            <a:spLocks/>
          </p:cNvSpPr>
          <p:nvPr/>
        </p:nvSpPr>
        <p:spPr>
          <a:xfrm>
            <a:off x="10334434" y="3644079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rgbClr val="BCD727"/>
                </a:solidFill>
                <a:latin typeface="Proxima Nova Rg"/>
              </a:rPr>
              <a:t>14 July – 25 July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1BF090-EBC7-4496-3401-F25B8A49A0F7}"/>
              </a:ext>
            </a:extLst>
          </p:cNvPr>
          <p:cNvSpPr/>
          <p:nvPr/>
        </p:nvSpPr>
        <p:spPr>
          <a:xfrm>
            <a:off x="8100423" y="1712564"/>
            <a:ext cx="3621386" cy="510635"/>
          </a:xfrm>
          <a:prstGeom prst="roundRect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1">
                <a:latin typeface="Proxima Nova Rg" panose="02000506030000020004" pitchFamily="50" charset="0"/>
              </a:rPr>
              <a:t>Key Dates</a:t>
            </a:r>
          </a:p>
        </p:txBody>
      </p:sp>
      <p:pic>
        <p:nvPicPr>
          <p:cNvPr id="26" name="Graphic 25" descr="Clipboard All Crosses outline">
            <a:extLst>
              <a:ext uri="{FF2B5EF4-FFF2-40B4-BE49-F238E27FC236}">
                <a16:creationId xmlns:a16="http://schemas.microsoft.com/office/drawing/2014/main" id="{FE7D2FA9-E580-E868-B53C-562EBD7299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816081" y="4328719"/>
            <a:ext cx="516721" cy="516721"/>
          </a:xfrm>
          <a:prstGeom prst="rect">
            <a:avLst/>
          </a:prstGeom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7F7EF75-6B7A-BBC5-2214-5824C28477E2}"/>
              </a:ext>
            </a:extLst>
          </p:cNvPr>
          <p:cNvSpPr txBox="1">
            <a:spLocks/>
          </p:cNvSpPr>
          <p:nvPr/>
        </p:nvSpPr>
        <p:spPr>
          <a:xfrm>
            <a:off x="10334434" y="283017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rgbClr val="BCD727"/>
                </a:solidFill>
                <a:latin typeface="Proxima Nova Rg"/>
              </a:rPr>
              <a:t>14 July – 18 July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674C3F1B-B82E-F1EF-9916-2758FD0C1E96}"/>
              </a:ext>
            </a:extLst>
          </p:cNvPr>
          <p:cNvSpPr txBox="1">
            <a:spLocks/>
          </p:cNvSpPr>
          <p:nvPr/>
        </p:nvSpPr>
        <p:spPr>
          <a:xfrm>
            <a:off x="10334434" y="442722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rgbClr val="BCD727"/>
                </a:solidFill>
                <a:latin typeface="Proxima Nova Rg"/>
              </a:rPr>
              <a:t>21st July  </a:t>
            </a:r>
            <a:endParaRPr lang="en-US" sz="120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4BC4CEAE-0462-048F-A40A-F8B8FA12BCC3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709946" y="2654210"/>
            <a:ext cx="624148" cy="62414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2B0D37D-0475-85D5-6843-0EA5F52BFA99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764570" y="3427827"/>
            <a:ext cx="624148" cy="6241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0AFCD1-4BC8-3BDC-BF2F-B2F76482BC15}"/>
              </a:ext>
            </a:extLst>
          </p:cNvPr>
          <p:cNvSpPr txBox="1"/>
          <p:nvPr/>
        </p:nvSpPr>
        <p:spPr>
          <a:xfrm>
            <a:off x="2953419" y="3224836"/>
            <a:ext cx="9614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       </a:t>
            </a:r>
            <a:r>
              <a:rPr lang="en-US" sz="2400">
                <a:solidFill>
                  <a:srgbClr val="BCD727"/>
                </a:solidFill>
              </a:rPr>
              <a:t>23</a:t>
            </a:r>
          </a:p>
        </p:txBody>
      </p:sp>
      <p:pic>
        <p:nvPicPr>
          <p:cNvPr id="16" name="Graphic 15" descr="Clipboard All Crosses outline">
            <a:extLst>
              <a:ext uri="{FF2B5EF4-FFF2-40B4-BE49-F238E27FC236}">
                <a16:creationId xmlns:a16="http://schemas.microsoft.com/office/drawing/2014/main" id="{3EEA4B81-B0EA-669C-91D6-3053821CDD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7831588" y="5040912"/>
            <a:ext cx="516721" cy="516721"/>
          </a:xfrm>
          <a:prstGeom prst="rect">
            <a:avLst/>
          </a:prstGeom>
        </p:spPr>
      </p:pic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0F7DE40-2E6F-B7D3-5F55-B2847DAB58CB}"/>
              </a:ext>
            </a:extLst>
          </p:cNvPr>
          <p:cNvSpPr txBox="1">
            <a:spLocks/>
          </p:cNvSpPr>
          <p:nvPr/>
        </p:nvSpPr>
        <p:spPr>
          <a:xfrm>
            <a:off x="10339056" y="5172074"/>
            <a:ext cx="1374095" cy="2581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None/>
            </a:pPr>
            <a:r>
              <a:rPr lang="en-US" sz="1200">
                <a:solidFill>
                  <a:srgbClr val="BCD727"/>
                </a:solidFill>
                <a:latin typeface="Proxima Nova Rg"/>
              </a:rPr>
              <a:t>4th August  </a:t>
            </a:r>
            <a:endParaRPr lang="en-US" sz="1200">
              <a:solidFill>
                <a:srgbClr val="BCD727"/>
              </a:solidFill>
              <a:latin typeface="Proxima Nova Rg" panose="02000506030000020004" pitchFamily="50" charset="0"/>
            </a:endParaRP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69B3B639-1770-97FC-56DE-6A26180899A1}"/>
              </a:ext>
            </a:extLst>
          </p:cNvPr>
          <p:cNvSpPr txBox="1"/>
          <p:nvPr/>
        </p:nvSpPr>
        <p:spPr>
          <a:xfrm>
            <a:off x="8428611" y="5066365"/>
            <a:ext cx="1969140" cy="484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45719" tIns="45720" rIns="45719" bIns="45720" anchor="t">
            <a:spAutoFit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defRPr sz="1400">
                <a:solidFill>
                  <a:srgbClr val="6E7878"/>
                </a:solidFill>
                <a:latin typeface="Proxima Nova Lt" panose="02000506030000020004" pitchFamily="50" charset="0"/>
                <a:ea typeface="Proxima Nova Lt"/>
                <a:cs typeface="Proxima Nova Lt"/>
              </a:defRPr>
            </a:lvl1pPr>
          </a:lstStyle>
          <a:p>
            <a:pPr algn="l"/>
            <a:r>
              <a:rPr lang="en-US">
                <a:latin typeface="Proxima Nova Lt"/>
              </a:rPr>
              <a:t>Payment Apportionment  Go Live</a:t>
            </a:r>
          </a:p>
        </p:txBody>
      </p:sp>
    </p:spTree>
    <p:extLst>
      <p:ext uri="{BB962C8B-B14F-4D97-AF65-F5344CB8AC3E}">
        <p14:creationId xmlns:p14="http://schemas.microsoft.com/office/powerpoint/2010/main" val="249007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036BC-08AE-4551-A50B-110B588D02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Delivered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77913B-45E2-874D-A507-C69DF3F22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32" y="756650"/>
            <a:ext cx="5619491" cy="4415687"/>
          </a:xfrm>
          <a:prstGeom prst="rect">
            <a:avLst/>
          </a:prstGeom>
        </p:spPr>
      </p:pic>
      <p:pic>
        <p:nvPicPr>
          <p:cNvPr id="13" name="Picture 1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3DDAB900-43E0-511F-31A1-D72129E54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702" y="754041"/>
            <a:ext cx="5897282" cy="372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05EA-58CE-7FEC-EB5D-B0D0DC72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DF787AB-D35B-41D8-922E-58E6B6D926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Work Items Planned for Next Sprint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42CA56-E20C-9BF5-A11E-91136EB2E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1024618"/>
            <a:ext cx="697230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4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7FEE-DD99-D656-6195-30171403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8056B1-AFB0-5BC2-27B0-E732BE0DAE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65" y="180868"/>
            <a:ext cx="9941263" cy="575344"/>
          </a:xfrm>
          <a:prstGeom prst="rect">
            <a:avLst/>
          </a:prstGeom>
        </p:spPr>
        <p:txBody>
          <a:bodyPr/>
          <a:lstStyle/>
          <a:p>
            <a:r>
              <a:rPr lang="en-GB"/>
              <a:t>General Items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B094B9E2-793B-53E8-898F-AE30D54F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482254"/>
              </p:ext>
            </p:extLst>
          </p:nvPr>
        </p:nvGraphicFramePr>
        <p:xfrm>
          <a:off x="632995" y="2126037"/>
          <a:ext cx="10936225" cy="11125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Risk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None</a:t>
                      </a: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7" name="Table 9">
            <a:extLst>
              <a:ext uri="{FF2B5EF4-FFF2-40B4-BE49-F238E27FC236}">
                <a16:creationId xmlns:a16="http://schemas.microsoft.com/office/drawing/2014/main" id="{054D23CC-08A4-9793-C489-A6061026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579150"/>
              </p:ext>
            </p:extLst>
          </p:nvPr>
        </p:nvGraphicFramePr>
        <p:xfrm>
          <a:off x="632996" y="3528937"/>
          <a:ext cx="10936225" cy="1290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81092">
                  <a:extLst>
                    <a:ext uri="{9D8B030D-6E8A-4147-A177-3AD203B41FA5}">
                      <a16:colId xmlns:a16="http://schemas.microsoft.com/office/drawing/2014/main" val="699992975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2719652056"/>
                    </a:ext>
                  </a:extLst>
                </a:gridCol>
                <a:gridCol w="2956365">
                  <a:extLst>
                    <a:ext uri="{9D8B030D-6E8A-4147-A177-3AD203B41FA5}">
                      <a16:colId xmlns:a16="http://schemas.microsoft.com/office/drawing/2014/main" val="3999875696"/>
                    </a:ext>
                  </a:extLst>
                </a:gridCol>
                <a:gridCol w="2542403">
                  <a:extLst>
                    <a:ext uri="{9D8B030D-6E8A-4147-A177-3AD203B41FA5}">
                      <a16:colId xmlns:a16="http://schemas.microsoft.com/office/drawing/2014/main" val="969181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Issue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Contributing factors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Impact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Decisions taken</a:t>
                      </a:r>
                      <a:endParaRPr lang="en-ZA" sz="1200"/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58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reCAPTCHA on Form Assembly forms impacting form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ZA" sz="1000"/>
                        <a:t>Alters how the form can be submitted, with conditional formatting and date inputs not displaying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ZA" sz="1000"/>
                        <a:t>Hold off on release of SFDC-834. SFDC-863, and SFDC-865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080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ZA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91073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342D7E-9006-C98D-59CC-78992BCBD3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681802"/>
              </p:ext>
            </p:extLst>
          </p:nvPr>
        </p:nvGraphicFramePr>
        <p:xfrm>
          <a:off x="632994" y="930410"/>
          <a:ext cx="10936223" cy="94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3894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5532329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Items Carried over to next Sprint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Reasons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latin typeface="Proxima Nova Lt"/>
                          <a:hlinkClick r:id="rId2"/>
                        </a:rPr>
                        <a:t>Create GREP Integration Permission Sets and Permission Set Group</a:t>
                      </a:r>
                      <a:endParaRPr lang="en-US" sz="1050" b="0" i="0" u="none" strike="noStrike" noProof="0">
                        <a:solidFill>
                          <a:schemeClr val="tx1"/>
                        </a:solidFill>
                        <a:latin typeface="Proxima Nova Lt"/>
                      </a:endParaRPr>
                    </a:p>
                    <a:p>
                      <a:pPr lvl="0">
                        <a:buNone/>
                      </a:pPr>
                      <a:r>
                        <a:rPr lang="en-US" sz="1050" b="0" i="0" u="none" strike="noStrike" noProof="0">
                          <a:solidFill>
                            <a:schemeClr val="tx1"/>
                          </a:solidFill>
                          <a:hlinkClick r:id="rId3"/>
                        </a:rPr>
                        <a:t>Create Own Backup Permission Set/PSG</a:t>
                      </a:r>
                    </a:p>
                    <a:p>
                      <a:pPr lvl="0">
                        <a:buNone/>
                      </a:pPr>
                      <a:endParaRPr lang="en-US" sz="1050" b="0" i="0" u="none" strike="noStrike" noProof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050"/>
                        <a:t>RBAC Items of lower 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25BFCA6-DA57-E5DC-AE07-25F52FA91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577953"/>
              </p:ext>
            </p:extLst>
          </p:nvPr>
        </p:nvGraphicFramePr>
        <p:xfrm>
          <a:off x="632995" y="4815070"/>
          <a:ext cx="10936222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79">
                  <a:extLst>
                    <a:ext uri="{9D8B030D-6E8A-4147-A177-3AD203B41FA5}">
                      <a16:colId xmlns:a16="http://schemas.microsoft.com/office/drawing/2014/main" val="2646089429"/>
                    </a:ext>
                  </a:extLst>
                </a:gridCol>
                <a:gridCol w="4023276">
                  <a:extLst>
                    <a:ext uri="{9D8B030D-6E8A-4147-A177-3AD203B41FA5}">
                      <a16:colId xmlns:a16="http://schemas.microsoft.com/office/drawing/2014/main" val="1192416828"/>
                    </a:ext>
                  </a:extLst>
                </a:gridCol>
                <a:gridCol w="5479167">
                  <a:extLst>
                    <a:ext uri="{9D8B030D-6E8A-4147-A177-3AD203B41FA5}">
                      <a16:colId xmlns:a16="http://schemas.microsoft.com/office/drawing/2014/main" val="1702307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endParaRPr lang="en-ZA" sz="12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BBD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33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ZA" sz="1050"/>
                        <a:t>Delay Payment Apportionment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050"/>
                        <a:t>Due to high impact nature of this change, as well as allowing time for TPT to adequately plan cut-over and align with workstreams, the date for the Payment Apportionment items will be pushed back to 4th 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050"/>
                        <a:t>16th July 2025 – Jacob </a:t>
                      </a:r>
                      <a:r>
                        <a:rPr lang="en-ZA" sz="1050" err="1"/>
                        <a:t>Smycz</a:t>
                      </a:r>
                      <a:r>
                        <a:rPr lang="en-ZA" sz="1050"/>
                        <a:t>, Anita Masters, Clair </a:t>
                      </a:r>
                      <a:r>
                        <a:rPr lang="en-ZA" sz="1050" err="1"/>
                        <a:t>Habgood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44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46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59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33799" y="2658682"/>
            <a:ext cx="4724400" cy="669925"/>
          </a:xfrm>
        </p:spPr>
        <p:txBody>
          <a:bodyPr lIns="91440" tIns="45720" rIns="91440" bIns="45720" anchor="b"/>
          <a:lstStyle/>
          <a:p>
            <a:pPr algn="ctr"/>
            <a:r>
              <a:rPr lang="en-US" sz="3600">
                <a:solidFill>
                  <a:schemeClr val="bg1"/>
                </a:solidFill>
                <a:latin typeface="Proxima Nova Rg" panose="02000506030000020004" pitchFamily="2" charset="0"/>
              </a:rPr>
              <a:t>Thank You</a:t>
            </a:r>
            <a:endParaRPr lang="en-ZA" sz="3600">
              <a:solidFill>
                <a:schemeClr val="bg1"/>
              </a:solidFill>
              <a:latin typeface="Proxima Nova Rg" panose="02000506030000020004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6D0F76C-A073-0741-0F08-E08F00091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0076" y="1083109"/>
            <a:ext cx="2951847" cy="914657"/>
          </a:xfrm>
          <a:prstGeom prst="rect">
            <a:avLst/>
          </a:prstGeom>
        </p:spPr>
      </p:pic>
      <p:sp>
        <p:nvSpPr>
          <p:cNvPr id="9" name="Rectangle: Diagonal Corners Rounded 6">
            <a:extLst>
              <a:ext uri="{FF2B5EF4-FFF2-40B4-BE49-F238E27FC236}">
                <a16:creationId xmlns:a16="http://schemas.microsoft.com/office/drawing/2014/main" id="{8829291B-20E6-AF2E-8C5E-83B990D55A68}"/>
              </a:ext>
            </a:extLst>
          </p:cNvPr>
          <p:cNvSpPr/>
          <p:nvPr/>
        </p:nvSpPr>
        <p:spPr>
          <a:xfrm rot="10800000">
            <a:off x="446975" y="-927847"/>
            <a:ext cx="12623566" cy="7153835"/>
          </a:xfrm>
          <a:prstGeom prst="round2DiagRect">
            <a:avLst>
              <a:gd name="adj1" fmla="val 10307"/>
              <a:gd name="adj2" fmla="val 1315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Proxima Nova Lt" panose="0200050603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9686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. Cover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Proxima Nova Rg">
      <a:majorFont>
        <a:latin typeface="Proxima Nova Rg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31064E1A-A0E9-904A-A880-18252F4F0BB9}"/>
    </a:ext>
  </a:extLst>
</a:theme>
</file>

<file path=ppt/theme/theme2.xml><?xml version="1.0" encoding="utf-8"?>
<a:theme xmlns:a="http://schemas.openxmlformats.org/drawingml/2006/main" name="5. Whit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DAAD98D1-008E-CF46-9D06-6718F2F4F938}"/>
    </a:ext>
  </a:extLst>
</a:theme>
</file>

<file path=ppt/theme/theme3.xml><?xml version="1.0" encoding="utf-8"?>
<a:theme xmlns:a="http://schemas.openxmlformats.org/drawingml/2006/main" name="8. Green content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2501C633-698D-1447-A87A-6E5DFAAFA94F}"/>
    </a:ext>
  </a:extLst>
</a:theme>
</file>

<file path=ppt/theme/theme4.xml><?xml version="1.0" encoding="utf-8"?>
<a:theme xmlns:a="http://schemas.openxmlformats.org/drawingml/2006/main" name="4. White + green line contents pages">
  <a:themeElements>
    <a:clrScheme name="Open Box Colours">
      <a:dk1>
        <a:srgbClr val="373C3C"/>
      </a:dk1>
      <a:lt1>
        <a:srgbClr val="FFFFFF"/>
      </a:lt1>
      <a:dk2>
        <a:srgbClr val="6E7878"/>
      </a:dk2>
      <a:lt2>
        <a:srgbClr val="ABABAB"/>
      </a:lt2>
      <a:accent1>
        <a:srgbClr val="999999"/>
      </a:accent1>
      <a:accent2>
        <a:srgbClr val="CCCCCC"/>
      </a:accent2>
      <a:accent3>
        <a:srgbClr val="BDD626"/>
      </a:accent3>
      <a:accent4>
        <a:srgbClr val="B079A1"/>
      </a:accent4>
      <a:accent5>
        <a:srgbClr val="4D90A8"/>
      </a:accent5>
      <a:accent6>
        <a:srgbClr val="75B8B2"/>
      </a:accent6>
      <a:hlink>
        <a:srgbClr val="4E79A7"/>
      </a:hlink>
      <a:folHlink>
        <a:srgbClr val="4E79A7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 Box Presentation_Main master deck" id="{BB98F93C-78F9-6248-8327-79300F14522C}" vid="{BD1D2A2A-301D-7B42-ADFE-0AAAFFE2E5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F1A255-04AE-4D9E-9F9F-3D8792A06913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lient Document" ma:contentTypeID="0x010100B16301FA1C2D5E4DB9305F31D037531D02070100EAEC246849C81A4BA7B470C1AFD8AAFF" ma:contentTypeVersion="3" ma:contentTypeDescription="A document associated with a client" ma:contentTypeScope="" ma:versionID="8660e9f4d2495e929d93e8a6616d4a81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07434d5f9b9ff652931a8c76cfaf3aa4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ofdb165b7a42400995658a9538ebccb7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fdb165b7a42400995658a9538ebccb7" ma:index="14" ma:taxonomy="true" ma:internalName="ofdb165b7a42400995658a9538ebccb7" ma:taxonomyFieldName="Client_x0020_Document_x0020_Type" ma:displayName="Client Document Type" ma:readOnly="false" ma:default="" ma:fieldId="{8fdb165b-7a42-4009-9565-8a9538ebccb7}" ma:sspId="5676dd91-060c-4b71-810a-dbdca5582071" ma:termSetId="87785518-c8fe-4f86-8451-d27d55639c5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5676dd91-060c-4b71-810a-dbdca5582071" ContentTypeId="0x010100B16301FA1C2D5E4DB9305F31D037531D020701" PreviousValue="false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20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ofdb165b7a42400995658a9538ebccb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PM Report</TermName>
          <TermId xmlns="http://schemas.microsoft.com/office/infopath/2007/PartnerControls">9d58a819-7b07-406f-ac0f-0f196f5e097b</TermId>
        </TermInfo>
      </Terms>
    </ofdb165b7a42400995658a9538ebccb7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4EB38D-7AE2-478E-A1F1-EF8015DD020E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8FE5A91-0254-47D7-93F1-A4A3982B6FB8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d82620c-6975-47c3-9533-ab6b5493ada3}" enabled="0" method="" siteId="{bd82620c-6975-47c3-9533-ab6b5493ada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Open Box Presentation_Main master deck</Template>
  <Application>Microsoft Office PowerPoint</Application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1. Cover Pages</vt:lpstr>
      <vt:lpstr>5. White contents pages</vt:lpstr>
      <vt:lpstr>8. Green content pages</vt:lpstr>
      <vt:lpstr>4. White + green line contents pages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Edwards</dc:creator>
  <cp:revision>1</cp:revision>
  <cp:lastPrinted>2024-12-11T11:27:32Z</cp:lastPrinted>
  <dcterms:created xsi:type="dcterms:W3CDTF">2025-03-26T08:50:37Z</dcterms:created>
  <dcterms:modified xsi:type="dcterms:W3CDTF">2025-07-17T12:15:13Z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0x010100B16301FA1C2D5E4DB9305F31D037531D02070100EAEC246849C81A4BA7B470C1AFD8AAFF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SharedWithUsers">
    <vt:lpwstr>282;#Dominique Bolus</vt:lpwstr>
  </property>
  <property fmtid="{D5CDD505-2E9C-101B-9397-08002B2CF9AE}" pid="15" name="Business_x0020_Document_x0020_Type">
    <vt:lpwstr>5;#Marketing Document|83188caa-7371-410d-bb78-033c2f6b2dcb</vt:lpwstr>
  </property>
  <property fmtid="{D5CDD505-2E9C-101B-9397-08002B2CF9AE}" pid="16" name="Project Document Type">
    <vt:lpwstr>4;#Generic Project Document|258c2ed6-b93b-4ffe-8901-a23f2dc98ec9</vt:lpwstr>
  </property>
  <property fmtid="{D5CDD505-2E9C-101B-9397-08002B2CF9AE}" pid="17" name="Client">
    <vt:lpwstr>6;#Grainger PLC|a74f1cb5-e995-4f9e-8521-6d52e2c6bf08</vt:lpwstr>
  </property>
  <property fmtid="{D5CDD505-2E9C-101B-9397-08002B2CF9AE}" pid="18" name="Division">
    <vt:lpwstr>5;#Enterprise Solutions|08c57b01-67e8-4a4f-abc6-ffb3392ace7f</vt:lpwstr>
  </property>
  <property fmtid="{D5CDD505-2E9C-101B-9397-08002B2CF9AE}" pid="19" name="Prospective_x0020_Client">
    <vt:lpwstr/>
  </property>
  <property fmtid="{D5CDD505-2E9C-101B-9397-08002B2CF9AE}" pid="20" name="Prospective Client">
    <vt:lpwstr/>
  </property>
  <property fmtid="{D5CDD505-2E9C-101B-9397-08002B2CF9AE}" pid="21" name="Project_x0020_Document_x0020_Type">
    <vt:lpwstr>4;#Generic Project Document|258c2ed6-b93b-4ffe-8901-a23f2dc98ec9</vt:lpwstr>
  </property>
  <property fmtid="{D5CDD505-2E9C-101B-9397-08002B2CF9AE}" pid="22" name="Client_x0020_Document_x0020_Type">
    <vt:lpwstr>20;#PM Report|9d58a819-7b07-406f-ac0f-0f196f5e097b</vt:lpwstr>
  </property>
  <property fmtid="{D5CDD505-2E9C-101B-9397-08002B2CF9AE}" pid="23" name="Client Document Type">
    <vt:lpwstr>20;#PM Report|9d58a819-7b07-406f-ac0f-0f196f5e097b</vt:lpwstr>
  </property>
</Properties>
</file>