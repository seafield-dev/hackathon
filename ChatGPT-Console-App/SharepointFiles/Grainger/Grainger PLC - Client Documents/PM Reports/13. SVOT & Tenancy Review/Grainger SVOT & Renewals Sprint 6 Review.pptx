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charset="0"/>
      <p:regular r:id="rId17"/>
      <p:bold r:id="rId18"/>
      <p:italic r:id="rId19"/>
      <p:boldItalic r:id="rId20"/>
    </p:embeddedFont>
    <p:embeddedFont>
      <p:font typeface="Proxima Nova Rg" panose="020005060300000200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727"/>
    <a:srgbClr val="BBD6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EE9C6-758D-78B2-0EDF-AB05E9BD5E61}" v="3" dt="2025-07-15T07:20:30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8291149A-7D87-4524-8FE4-2086FDFE59EB}"/>
    <pc:docChg chg="undo custSel modSld">
      <pc:chgData name="Shaun Barrett" userId="2e21295b-21c9-4734-b4c8-23b29a1a1ba3" providerId="ADAL" clId="{8291149A-7D87-4524-8FE4-2086FDFE59EB}" dt="2025-05-27T14:36:15.800" v="159" actId="20577"/>
      <pc:docMkLst>
        <pc:docMk/>
      </pc:docMkLst>
      <pc:sldChg chg="modSp mod">
        <pc:chgData name="Shaun Barrett" userId="2e21295b-21c9-4734-b4c8-23b29a1a1ba3" providerId="ADAL" clId="{8291149A-7D87-4524-8FE4-2086FDFE59EB}" dt="2025-05-27T10:32:42.083" v="13" actId="20577"/>
        <pc:sldMkLst>
          <pc:docMk/>
          <pc:sldMk cId="464677460" sldId="584"/>
        </pc:sldMkLst>
      </pc:sldChg>
      <pc:sldChg chg="addSp delSp modSp mod">
        <pc:chgData name="Shaun Barrett" userId="2e21295b-21c9-4734-b4c8-23b29a1a1ba3" providerId="ADAL" clId="{8291149A-7D87-4524-8FE4-2086FDFE59EB}" dt="2025-05-27T14:29:05.466" v="111" actId="14100"/>
        <pc:sldMkLst>
          <pc:docMk/>
          <pc:sldMk cId="3060173964" sldId="638"/>
        </pc:sldMkLst>
      </pc:sldChg>
      <pc:sldChg chg="modSp mod">
        <pc:chgData name="Shaun Barrett" userId="2e21295b-21c9-4734-b4c8-23b29a1a1ba3" providerId="ADAL" clId="{8291149A-7D87-4524-8FE4-2086FDFE59EB}" dt="2025-05-27T11:34:13.864" v="83" actId="20577"/>
        <pc:sldMkLst>
          <pc:docMk/>
          <pc:sldMk cId="2490077739" sldId="704"/>
        </pc:sldMkLst>
      </pc:sldChg>
      <pc:sldChg chg="modSp mod">
        <pc:chgData name="Shaun Barrett" userId="2e21295b-21c9-4734-b4c8-23b29a1a1ba3" providerId="ADAL" clId="{8291149A-7D87-4524-8FE4-2086FDFE59EB}" dt="2025-05-27T14:36:15.800" v="159" actId="20577"/>
        <pc:sldMkLst>
          <pc:docMk/>
          <pc:sldMk cId="686593796" sldId="705"/>
        </pc:sldMkLst>
      </pc:sldChg>
      <pc:sldChg chg="addSp delSp modSp mod">
        <pc:chgData name="Shaun Barrett" userId="2e21295b-21c9-4734-b4c8-23b29a1a1ba3" providerId="ADAL" clId="{8291149A-7D87-4524-8FE4-2086FDFE59EB}" dt="2025-05-27T14:35:35.505" v="127" actId="1076"/>
        <pc:sldMkLst>
          <pc:docMk/>
          <pc:sldMk cId="2459746774" sldId="706"/>
        </pc:sldMkLst>
      </pc:sldChg>
    </pc:docChg>
  </pc:docChgLst>
  <pc:docChgLst>
    <pc:chgData name="Khonani Davhana" userId="S::kdavhana@openboxsoftware.com::222817fc-0cf9-4c86-be23-c340a19ae17d" providerId="AD" clId="Web-{C76EE9C6-758D-78B2-0EDF-AB05E9BD5E61}"/>
    <pc:docChg chg="modSld">
      <pc:chgData name="Khonani Davhana" userId="S::kdavhana@openboxsoftware.com::222817fc-0cf9-4c86-be23-c340a19ae17d" providerId="AD" clId="Web-{C76EE9C6-758D-78B2-0EDF-AB05E9BD5E61}" dt="2025-07-15T07:07:12.886" v="0" actId="20577"/>
      <pc:docMkLst>
        <pc:docMk/>
      </pc:docMkLst>
      <pc:sldChg chg="modSp">
        <pc:chgData name="Khonani Davhana" userId="S::kdavhana@openboxsoftware.com::222817fc-0cf9-4c86-be23-c340a19ae17d" providerId="AD" clId="Web-{C76EE9C6-758D-78B2-0EDF-AB05E9BD5E61}" dt="2025-07-15T07:07:12.886" v="0" actId="20577"/>
        <pc:sldMkLst>
          <pc:docMk/>
          <pc:sldMk cId="2490077739" sldId="704"/>
        </pc:sldMkLst>
        <pc:spChg chg="mod">
          <ac:chgData name="Khonani Davhana" userId="S::kdavhana@openboxsoftware.com::222817fc-0cf9-4c86-be23-c340a19ae17d" providerId="AD" clId="Web-{C76EE9C6-758D-78B2-0EDF-AB05E9BD5E61}" dt="2025-07-15T07:07:12.886" v="0" actId="20577"/>
          <ac:spMkLst>
            <pc:docMk/>
            <pc:sldMk cId="2490077739" sldId="704"/>
            <ac:spMk id="89" creationId="{52505968-3699-027E-2430-1923F313B8BB}"/>
          </ac:spMkLst>
        </pc:spChg>
      </pc:sldChg>
    </pc:docChg>
  </pc:docChgLst>
  <pc:docChgLst>
    <pc:chgData name="Shaun Barrett" userId="2e21295b-21c9-4734-b4c8-23b29a1a1ba3" providerId="ADAL" clId="{A5C39C43-F0A4-463C-8FB7-E850E47ABD48}"/>
    <pc:docChg chg="undo custSel addSld delSld modSld sldOrd">
      <pc:chgData name="Shaun Barrett" userId="2e21295b-21c9-4734-b4c8-23b29a1a1ba3" providerId="ADAL" clId="{A5C39C43-F0A4-463C-8FB7-E850E47ABD48}" dt="2025-03-27T14:51:20.115" v="1089" actId="20577"/>
      <pc:docMkLst>
        <pc:docMk/>
      </pc:docMkLst>
      <pc:sldChg chg="modSp mod">
        <pc:chgData name="Shaun Barrett" userId="2e21295b-21c9-4734-b4c8-23b29a1a1ba3" providerId="ADAL" clId="{A5C39C43-F0A4-463C-8FB7-E850E47ABD48}" dt="2025-03-26T17:16:16.458" v="114" actId="255"/>
        <pc:sldMkLst>
          <pc:docMk/>
          <pc:sldMk cId="464677460" sldId="584"/>
        </pc:sldMkLst>
      </pc:sldChg>
      <pc:sldChg chg="addSp delSp modSp mod">
        <pc:chgData name="Shaun Barrett" userId="2e21295b-21c9-4734-b4c8-23b29a1a1ba3" providerId="ADAL" clId="{A5C39C43-F0A4-463C-8FB7-E850E47ABD48}" dt="2025-03-27T14:25:38.362" v="863" actId="14100"/>
        <pc:sldMkLst>
          <pc:docMk/>
          <pc:sldMk cId="3060173964" sldId="638"/>
        </pc:sldMkLst>
      </pc:sldChg>
      <pc:sldChg chg="addSp delSp modSp del mod ord">
        <pc:chgData name="Shaun Barrett" userId="2e21295b-21c9-4734-b4c8-23b29a1a1ba3" providerId="ADAL" clId="{A5C39C43-F0A4-463C-8FB7-E850E47ABD48}" dt="2025-03-27T08:52:17.296" v="312" actId="2696"/>
        <pc:sldMkLst>
          <pc:docMk/>
          <pc:sldMk cId="1092411337" sldId="700"/>
        </pc:sldMkLst>
      </pc:sldChg>
      <pc:sldChg chg="del">
        <pc:chgData name="Shaun Barrett" userId="2e21295b-21c9-4734-b4c8-23b29a1a1ba3" providerId="ADAL" clId="{A5C39C43-F0A4-463C-8FB7-E850E47ABD48}" dt="2025-03-27T14:26:17.079" v="867" actId="2696"/>
        <pc:sldMkLst>
          <pc:docMk/>
          <pc:sldMk cId="2727842983" sldId="702"/>
        </pc:sldMkLst>
      </pc:sldChg>
      <pc:sldChg chg="del">
        <pc:chgData name="Shaun Barrett" userId="2e21295b-21c9-4734-b4c8-23b29a1a1ba3" providerId="ADAL" clId="{A5C39C43-F0A4-463C-8FB7-E850E47ABD48}" dt="2025-03-27T14:25:49.714" v="865" actId="2696"/>
        <pc:sldMkLst>
          <pc:docMk/>
          <pc:sldMk cId="3143835713" sldId="703"/>
        </pc:sldMkLst>
      </pc:sldChg>
      <pc:sldChg chg="add del">
        <pc:chgData name="Shaun Barrett" userId="2e21295b-21c9-4734-b4c8-23b29a1a1ba3" providerId="ADAL" clId="{A5C39C43-F0A4-463C-8FB7-E850E47ABD48}" dt="2025-03-27T14:19:53.523" v="563" actId="2696"/>
        <pc:sldMkLst>
          <pc:docMk/>
          <pc:sldMk cId="504985626" sldId="704"/>
        </pc:sldMkLst>
      </pc:sldChg>
      <pc:sldChg chg="addSp modSp add mod ord">
        <pc:chgData name="Shaun Barrett" userId="2e21295b-21c9-4734-b4c8-23b29a1a1ba3" providerId="ADAL" clId="{A5C39C43-F0A4-463C-8FB7-E850E47ABD48}" dt="2025-03-27T14:48:50.883" v="1047"/>
        <pc:sldMkLst>
          <pc:docMk/>
          <pc:sldMk cId="2490077739" sldId="704"/>
        </pc:sldMkLst>
      </pc:sldChg>
      <pc:sldChg chg="addSp delSp modSp add mod ord">
        <pc:chgData name="Shaun Barrett" userId="2e21295b-21c9-4734-b4c8-23b29a1a1ba3" providerId="ADAL" clId="{A5C39C43-F0A4-463C-8FB7-E850E47ABD48}" dt="2025-03-27T14:51:20.115" v="1089" actId="20577"/>
        <pc:sldMkLst>
          <pc:docMk/>
          <pc:sldMk cId="686593796" sldId="705"/>
        </pc:sldMkLst>
      </pc:sldChg>
      <pc:sldChg chg="add del">
        <pc:chgData name="Shaun Barrett" userId="2e21295b-21c9-4734-b4c8-23b29a1a1ba3" providerId="ADAL" clId="{A5C39C43-F0A4-463C-8FB7-E850E47ABD48}" dt="2025-03-27T14:25:53.720" v="866" actId="2696"/>
        <pc:sldMkLst>
          <pc:docMk/>
          <pc:sldMk cId="1763583551" sldId="705"/>
        </pc:sldMkLst>
      </pc:sldChg>
    </pc:docChg>
  </pc:docChgLst>
  <pc:docChgLst>
    <pc:chgData name="Khonani Davhana" userId="S::kdavhana@openboxsoftware.com::222817fc-0cf9-4c86-be23-c340a19ae17d" providerId="AD" clId="Web-{393E5A97-C6EB-B3E8-52DC-B807BE4E1862}"/>
    <pc:docChg chg="modSld">
      <pc:chgData name="Khonani Davhana" userId="S::kdavhana@openboxsoftware.com::222817fc-0cf9-4c86-be23-c340a19ae17d" providerId="AD" clId="Web-{393E5A97-C6EB-B3E8-52DC-B807BE4E1862}" dt="2025-07-11T15:34:31.771" v="157" actId="1076"/>
      <pc:docMkLst>
        <pc:docMk/>
      </pc:docMkLst>
      <pc:sldChg chg="modSp">
        <pc:chgData name="Khonani Davhana" userId="S::kdavhana@openboxsoftware.com::222817fc-0cf9-4c86-be23-c340a19ae17d" providerId="AD" clId="Web-{393E5A97-C6EB-B3E8-52DC-B807BE4E1862}" dt="2025-07-11T07:41:47.572" v="12" actId="20577"/>
        <pc:sldMkLst>
          <pc:docMk/>
          <pc:sldMk cId="464677460" sldId="584"/>
        </pc:sldMkLst>
        <pc:spChg chg="mod">
          <ac:chgData name="Khonani Davhana" userId="S::kdavhana@openboxsoftware.com::222817fc-0cf9-4c86-be23-c340a19ae17d" providerId="AD" clId="Web-{393E5A97-C6EB-B3E8-52DC-B807BE4E1862}" dt="2025-07-11T07:41:47.572" v="12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">
        <pc:chgData name="Khonani Davhana" userId="S::kdavhana@openboxsoftware.com::222817fc-0cf9-4c86-be23-c340a19ae17d" providerId="AD" clId="Web-{393E5A97-C6EB-B3E8-52DC-B807BE4E1862}" dt="2025-07-11T13:52:05.785" v="108" actId="1076"/>
        <pc:sldMkLst>
          <pc:docMk/>
          <pc:sldMk cId="3060173964" sldId="638"/>
        </pc:sldMkLst>
        <pc:picChg chg="add mod">
          <ac:chgData name="Khonani Davhana" userId="S::kdavhana@openboxsoftware.com::222817fc-0cf9-4c86-be23-c340a19ae17d" providerId="AD" clId="Web-{393E5A97-C6EB-B3E8-52DC-B807BE4E1862}" dt="2025-07-11T13:52:03.410" v="107" actId="14100"/>
          <ac:picMkLst>
            <pc:docMk/>
            <pc:sldMk cId="3060173964" sldId="638"/>
            <ac:picMk id="5" creationId="{8008B816-2085-F952-FA49-05FF3785E19E}"/>
          </ac:picMkLst>
        </pc:picChg>
        <pc:picChg chg="add mod">
          <ac:chgData name="Khonani Davhana" userId="S::kdavhana@openboxsoftware.com::222817fc-0cf9-4c86-be23-c340a19ae17d" providerId="AD" clId="Web-{393E5A97-C6EB-B3E8-52DC-B807BE4E1862}" dt="2025-07-11T13:52:05.785" v="108" actId="1076"/>
          <ac:picMkLst>
            <pc:docMk/>
            <pc:sldMk cId="3060173964" sldId="638"/>
            <ac:picMk id="8" creationId="{F019970F-4228-540D-3F10-664BB7F66554}"/>
          </ac:picMkLst>
        </pc:picChg>
      </pc:sldChg>
      <pc:sldChg chg="addSp delSp modSp">
        <pc:chgData name="Khonani Davhana" userId="S::kdavhana@openboxsoftware.com::222817fc-0cf9-4c86-be23-c340a19ae17d" providerId="AD" clId="Web-{393E5A97-C6EB-B3E8-52DC-B807BE4E1862}" dt="2025-07-11T15:34:31.771" v="157" actId="1076"/>
        <pc:sldMkLst>
          <pc:docMk/>
          <pc:sldMk cId="2490077739" sldId="704"/>
        </pc:sldMkLst>
        <pc:spChg chg="mod">
          <ac:chgData name="Khonani Davhana" userId="S::kdavhana@openboxsoftware.com::222817fc-0cf9-4c86-be23-c340a19ae17d" providerId="AD" clId="Web-{393E5A97-C6EB-B3E8-52DC-B807BE4E1862}" dt="2025-07-11T13:20:15.504" v="82" actId="1076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3:15:31.701" v="67" actId="1076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19:18.645" v="122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33:46.019" v="153" actId="1076"/>
          <ac:spMkLst>
            <pc:docMk/>
            <pc:sldMk cId="2490077739" sldId="704"/>
            <ac:spMk id="13" creationId="{5A748B35-1975-87A7-B64F-F6F1CD54E8C1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34:27.599" v="156" actId="1076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32:50.877" v="145" actId="1076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19:11.863" v="119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07:41:55.134" v="13" actId="20577"/>
          <ac:spMkLst>
            <pc:docMk/>
            <pc:sldMk cId="2490077739" sldId="704"/>
            <ac:spMk id="18" creationId="{3B4643F2-6ECC-709D-32A1-D5D484806361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33:30.597" v="151" actId="1076"/>
          <ac:spMkLst>
            <pc:docMk/>
            <pc:sldMk cId="2490077739" sldId="704"/>
            <ac:spMk id="19" creationId="{B1C9CF84-19E7-C166-435F-0E21EB13A62E}"/>
          </ac:spMkLst>
        </pc:spChg>
        <pc:spChg chg="add mod">
          <ac:chgData name="Khonani Davhana" userId="S::kdavhana@openboxsoftware.com::222817fc-0cf9-4c86-be23-c340a19ae17d" providerId="AD" clId="Web-{393E5A97-C6EB-B3E8-52DC-B807BE4E1862}" dt="2025-07-11T15:18:15.970" v="117" actId="20577"/>
          <ac:spMkLst>
            <pc:docMk/>
            <pc:sldMk cId="2490077739" sldId="704"/>
            <ac:spMk id="20" creationId="{550AFCD1-4BC8-3BDC-BF2F-B2F76482BC15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33:57.161" v="154" actId="1076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34:31.771" v="157" actId="1076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33:16.175" v="150" actId="1076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3:20:40.427" v="83" actId="2057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Khonani Davhana" userId="S::kdavhana@openboxsoftware.com::222817fc-0cf9-4c86-be23-c340a19ae17d" providerId="AD" clId="Web-{393E5A97-C6EB-B3E8-52DC-B807BE4E1862}" dt="2025-07-11T15:15:04.292" v="111" actId="20577"/>
          <ac:spMkLst>
            <pc:docMk/>
            <pc:sldMk cId="2490077739" sldId="704"/>
            <ac:spMk id="91" creationId="{C7C8151C-CAD0-93F6-9121-81AF79A2C808}"/>
          </ac:spMkLst>
        </pc:spChg>
        <pc:picChg chg="mod">
          <ac:chgData name="Khonani Davhana" userId="S::kdavhana@openboxsoftware.com::222817fc-0cf9-4c86-be23-c340a19ae17d" providerId="AD" clId="Web-{393E5A97-C6EB-B3E8-52DC-B807BE4E1862}" dt="2025-07-11T15:32:28.985" v="141" actId="1076"/>
          <ac:picMkLst>
            <pc:docMk/>
            <pc:sldMk cId="2490077739" sldId="704"/>
            <ac:picMk id="26" creationId="{FE7D2FA9-E580-E868-B53C-562EBD72991C}"/>
          </ac:picMkLst>
        </pc:picChg>
        <pc:picChg chg="mod">
          <ac:chgData name="Khonani Davhana" userId="S::kdavhana@openboxsoftware.com::222817fc-0cf9-4c86-be23-c340a19ae17d" providerId="AD" clId="Web-{393E5A97-C6EB-B3E8-52DC-B807BE4E1862}" dt="2025-07-11T15:34:17.567" v="155" actId="1076"/>
          <ac:picMkLst>
            <pc:docMk/>
            <pc:sldMk cId="2490077739" sldId="704"/>
            <ac:picMk id="34" creationId="{4BC4CEAE-0462-048F-A40A-F8B8FA12BCC3}"/>
          </ac:picMkLst>
        </pc:picChg>
        <pc:picChg chg="mod">
          <ac:chgData name="Khonani Davhana" userId="S::kdavhana@openboxsoftware.com::222817fc-0cf9-4c86-be23-c340a19ae17d" providerId="AD" clId="Web-{393E5A97-C6EB-B3E8-52DC-B807BE4E1862}" dt="2025-07-11T15:32:39.251" v="144" actId="1076"/>
          <ac:picMkLst>
            <pc:docMk/>
            <pc:sldMk cId="2490077739" sldId="704"/>
            <ac:picMk id="35" creationId="{E2B0D37D-0475-85D5-6843-0EA5F52BFA99}"/>
          </ac:picMkLst>
        </pc:picChg>
      </pc:sldChg>
      <pc:sldChg chg="addSp delSp modSp">
        <pc:chgData name="Khonani Davhana" userId="S::kdavhana@openboxsoftware.com::222817fc-0cf9-4c86-be23-c340a19ae17d" providerId="AD" clId="Web-{393E5A97-C6EB-B3E8-52DC-B807BE4E1862}" dt="2025-07-11T15:17:51.532" v="116" actId="1076"/>
        <pc:sldMkLst>
          <pc:docMk/>
          <pc:sldMk cId="2459746774" sldId="706"/>
        </pc:sldMkLst>
        <pc:picChg chg="add mod">
          <ac:chgData name="Khonani Davhana" userId="S::kdavhana@openboxsoftware.com::222817fc-0cf9-4c86-be23-c340a19ae17d" providerId="AD" clId="Web-{393E5A97-C6EB-B3E8-52DC-B807BE4E1862}" dt="2025-07-11T15:16:48.670" v="114" actId="1076"/>
          <ac:picMkLst>
            <pc:docMk/>
            <pc:sldMk cId="2459746774" sldId="706"/>
            <ac:picMk id="3" creationId="{D83D2FD8-0B19-674B-3F6B-8B36DD6D341F}"/>
          </ac:picMkLst>
        </pc:picChg>
        <pc:picChg chg="add mod">
          <ac:chgData name="Khonani Davhana" userId="S::kdavhana@openboxsoftware.com::222817fc-0cf9-4c86-be23-c340a19ae17d" providerId="AD" clId="Web-{393E5A97-C6EB-B3E8-52DC-B807BE4E1862}" dt="2025-07-11T15:17:51.532" v="116" actId="1076"/>
          <ac:picMkLst>
            <pc:docMk/>
            <pc:sldMk cId="2459746774" sldId="706"/>
            <ac:picMk id="4" creationId="{E1816083-D338-E91B-DF06-72827CBBD8F6}"/>
          </ac:picMkLst>
        </pc:picChg>
      </pc:sldChg>
    </pc:docChg>
  </pc:docChgLst>
  <pc:docChgLst>
    <pc:chgData name="Jacob Smycz" userId="S::jsmycz@openboxsoftware.com::d03db9f2-e007-4614-ba87-e09f2c7a507f" providerId="AD" clId="Web-{9F49FFE9-494A-4C4E-EB0D-3F25F62FBA53}"/>
    <pc:docChg chg="modSld">
      <pc:chgData name="Jacob Smycz" userId="S::jsmycz@openboxsoftware.com::d03db9f2-e007-4614-ba87-e09f2c7a507f" providerId="AD" clId="Web-{9F49FFE9-494A-4C4E-EB0D-3F25F62FBA53}" dt="2025-03-31T08:14:09.833" v="209"/>
      <pc:docMkLst>
        <pc:docMk/>
      </pc:docMkLst>
      <pc:sldChg chg="modSp">
        <pc:chgData name="Jacob Smycz" userId="S::jsmycz@openboxsoftware.com::d03db9f2-e007-4614-ba87-e09f2c7a507f" providerId="AD" clId="Web-{9F49FFE9-494A-4C4E-EB0D-3F25F62FBA53}" dt="2025-03-31T08:14:09.833" v="209"/>
        <pc:sldMkLst>
          <pc:docMk/>
          <pc:sldMk cId="686593796" sldId="705"/>
        </pc:sldMkLst>
      </pc:sldChg>
    </pc:docChg>
  </pc:docChgLst>
  <pc:docChgLst>
    <pc:chgData name="Shaun Barrett" userId="2e21295b-21c9-4734-b4c8-23b29a1a1ba3" providerId="ADAL" clId="{1E7D562C-1F6C-498C-AA7A-1AB4184D5FBB}"/>
    <pc:docChg chg="undo custSel modSld">
      <pc:chgData name="Shaun Barrett" userId="2e21295b-21c9-4734-b4c8-23b29a1a1ba3" providerId="ADAL" clId="{1E7D562C-1F6C-498C-AA7A-1AB4184D5FBB}" dt="2025-07-14T14:15:06.094" v="7" actId="12789"/>
      <pc:docMkLst>
        <pc:docMk/>
      </pc:docMkLst>
      <pc:sldChg chg="modSp mod">
        <pc:chgData name="Shaun Barrett" userId="2e21295b-21c9-4734-b4c8-23b29a1a1ba3" providerId="ADAL" clId="{1E7D562C-1F6C-498C-AA7A-1AB4184D5FBB}" dt="2025-07-14T14:15:06.094" v="7" actId="12789"/>
        <pc:sldMkLst>
          <pc:docMk/>
          <pc:sldMk cId="2490077739" sldId="704"/>
        </pc:sldMkLst>
        <pc:spChg chg="mod">
          <ac:chgData name="Shaun Barrett" userId="2e21295b-21c9-4734-b4c8-23b29a1a1ba3" providerId="ADAL" clId="{1E7D562C-1F6C-498C-AA7A-1AB4184D5FBB}" dt="2025-07-14T14:14:56.524" v="4" actId="1036"/>
          <ac:spMkLst>
            <pc:docMk/>
            <pc:sldMk cId="2490077739" sldId="704"/>
            <ac:spMk id="13" creationId="{5A748B35-1975-87A7-B64F-F6F1CD54E8C1}"/>
          </ac:spMkLst>
        </pc:spChg>
        <pc:spChg chg="mod">
          <ac:chgData name="Shaun Barrett" userId="2e21295b-21c9-4734-b4c8-23b29a1a1ba3" providerId="ADAL" clId="{1E7D562C-1F6C-498C-AA7A-1AB4184D5FBB}" dt="2025-07-14T14:14:34.575" v="0" actId="552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Shaun Barrett" userId="2e21295b-21c9-4734-b4c8-23b29a1a1ba3" providerId="ADAL" clId="{1E7D562C-1F6C-498C-AA7A-1AB4184D5FBB}" dt="2025-07-14T14:14:34.575" v="0" actId="552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Shaun Barrett" userId="2e21295b-21c9-4734-b4c8-23b29a1a1ba3" providerId="ADAL" clId="{1E7D562C-1F6C-498C-AA7A-1AB4184D5FBB}" dt="2025-07-14T14:15:06.094" v="7" actId="12789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Shaun Barrett" userId="2e21295b-21c9-4734-b4c8-23b29a1a1ba3" providerId="ADAL" clId="{1E7D562C-1F6C-498C-AA7A-1AB4184D5FBB}" dt="2025-07-14T14:15:06.094" v="7" actId="12789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Shaun Barrett" userId="2e21295b-21c9-4734-b4c8-23b29a1a1ba3" providerId="ADAL" clId="{1E7D562C-1F6C-498C-AA7A-1AB4184D5FBB}" dt="2025-07-14T14:14:43.841" v="1" actId="553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haun Barrett" userId="2e21295b-21c9-4734-b4c8-23b29a1a1ba3" providerId="ADAL" clId="{1E7D562C-1F6C-498C-AA7A-1AB4184D5FBB}" dt="2025-07-14T14:14:43.841" v="1" actId="553"/>
          <ac:spMkLst>
            <pc:docMk/>
            <pc:sldMk cId="2490077739" sldId="704"/>
            <ac:spMk id="33" creationId="{674C3F1B-B82E-F1EF-9916-2758FD0C1E96}"/>
          </ac:spMkLst>
        </pc:spChg>
      </pc:sldChg>
    </pc:docChg>
  </pc:docChgLst>
  <pc:docChgLst>
    <pc:chgData name="Khonani Davhana" userId="S::kdavhana@openboxsoftware.com::222817fc-0cf9-4c86-be23-c340a19ae17d" providerId="AD" clId="Web-{44A2A68B-044D-93BE-78F8-B2D5BFFDA0D9}"/>
    <pc:docChg chg="modSld">
      <pc:chgData name="Khonani Davhana" userId="S::kdavhana@openboxsoftware.com::222817fc-0cf9-4c86-be23-c340a19ae17d" providerId="AD" clId="Web-{44A2A68B-044D-93BE-78F8-B2D5BFFDA0D9}" dt="2025-06-19T18:58:05.593" v="229" actId="1076"/>
      <pc:docMkLst>
        <pc:docMk/>
      </pc:docMkLst>
      <pc:sldChg chg="modSp">
        <pc:chgData name="Khonani Davhana" userId="S::kdavhana@openboxsoftware.com::222817fc-0cf9-4c86-be23-c340a19ae17d" providerId="AD" clId="Web-{44A2A68B-044D-93BE-78F8-B2D5BFFDA0D9}" dt="2025-06-19T13:17:37.573" v="11" actId="20577"/>
        <pc:sldMkLst>
          <pc:docMk/>
          <pc:sldMk cId="464677460" sldId="584"/>
        </pc:sldMkLst>
        <pc:spChg chg="mod">
          <ac:chgData name="Khonani Davhana" userId="S::kdavhana@openboxsoftware.com::222817fc-0cf9-4c86-be23-c340a19ae17d" providerId="AD" clId="Web-{44A2A68B-044D-93BE-78F8-B2D5BFFDA0D9}" dt="2025-06-19T13:17:37.573" v="11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">
        <pc:chgData name="Khonani Davhana" userId="S::kdavhana@openboxsoftware.com::222817fc-0cf9-4c86-be23-c340a19ae17d" providerId="AD" clId="Web-{44A2A68B-044D-93BE-78F8-B2D5BFFDA0D9}" dt="2025-06-19T15:16:04.831" v="216" actId="1076"/>
        <pc:sldMkLst>
          <pc:docMk/>
          <pc:sldMk cId="3060173964" sldId="638"/>
        </pc:sldMkLst>
      </pc:sldChg>
      <pc:sldChg chg="modSp">
        <pc:chgData name="Khonani Davhana" userId="S::kdavhana@openboxsoftware.com::222817fc-0cf9-4c86-be23-c340a19ae17d" providerId="AD" clId="Web-{44A2A68B-044D-93BE-78F8-B2D5BFFDA0D9}" dt="2025-06-19T14:27:15.990" v="59" actId="20577"/>
        <pc:sldMkLst>
          <pc:docMk/>
          <pc:sldMk cId="2490077739" sldId="704"/>
        </pc:sldMkLst>
        <pc:spChg chg="mod">
          <ac:chgData name="Khonani Davhana" userId="S::kdavhana@openboxsoftware.com::222817fc-0cf9-4c86-be23-c340a19ae17d" providerId="AD" clId="Web-{44A2A68B-044D-93BE-78F8-B2D5BFFDA0D9}" dt="2025-06-19T13:22:09.895" v="13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1:58.088" v="39" actId="20577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7:00.005" v="52" actId="20577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3:23:36.679" v="16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19:26.989" v="22" actId="20577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1:08.758" v="38" actId="20577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7:15.990" v="59" actId="20577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3:26:44.873" v="17" actId="20577"/>
          <ac:spMkLst>
            <pc:docMk/>
            <pc:sldMk cId="2490077739" sldId="704"/>
            <ac:spMk id="91" creationId="{C7C8151C-CAD0-93F6-9121-81AF79A2C808}"/>
          </ac:spMkLst>
        </pc:spChg>
      </pc:sldChg>
      <pc:sldChg chg="addSp delSp modSp">
        <pc:chgData name="Khonani Davhana" userId="S::kdavhana@openboxsoftware.com::222817fc-0cf9-4c86-be23-c340a19ae17d" providerId="AD" clId="Web-{44A2A68B-044D-93BE-78F8-B2D5BFFDA0D9}" dt="2025-06-19T18:58:05.593" v="229" actId="1076"/>
        <pc:sldMkLst>
          <pc:docMk/>
          <pc:sldMk cId="2459746774" sldId="706"/>
        </pc:sldMkLst>
      </pc:sldChg>
    </pc:docChg>
  </pc:docChgLst>
  <pc:docChgLst>
    <pc:chgData name="Shaun Barrett" userId="2e21295b-21c9-4734-b4c8-23b29a1a1ba3" providerId="ADAL" clId="{C27F2AA1-45D2-46C1-B06E-277EEB1EFB4D}"/>
    <pc:docChg chg="undo custSel modSld">
      <pc:chgData name="Shaun Barrett" userId="2e21295b-21c9-4734-b4c8-23b29a1a1ba3" providerId="ADAL" clId="{C27F2AA1-45D2-46C1-B06E-277EEB1EFB4D}" dt="2025-06-20T09:04:18.416" v="77" actId="1037"/>
      <pc:docMkLst>
        <pc:docMk/>
      </pc:docMkLst>
      <pc:sldChg chg="modSp mod">
        <pc:chgData name="Shaun Barrett" userId="2e21295b-21c9-4734-b4c8-23b29a1a1ba3" providerId="ADAL" clId="{C27F2AA1-45D2-46C1-B06E-277EEB1EFB4D}" dt="2025-06-20T08:13:57.719" v="6" actId="1076"/>
        <pc:sldMkLst>
          <pc:docMk/>
          <pc:sldMk cId="3060173964" sldId="638"/>
        </pc:sldMkLst>
      </pc:sldChg>
      <pc:sldChg chg="modSp mod">
        <pc:chgData name="Shaun Barrett" userId="2e21295b-21c9-4734-b4c8-23b29a1a1ba3" providerId="ADAL" clId="{C27F2AA1-45D2-46C1-B06E-277EEB1EFB4D}" dt="2025-06-20T09:04:18.416" v="77" actId="1037"/>
        <pc:sldMkLst>
          <pc:docMk/>
          <pc:sldMk cId="2490077739" sldId="704"/>
        </pc:sldMkLst>
        <pc:spChg chg="mod">
          <ac:chgData name="Shaun Barrett" userId="2e21295b-21c9-4734-b4c8-23b29a1a1ba3" providerId="ADAL" clId="{C27F2AA1-45D2-46C1-B06E-277EEB1EFB4D}" dt="2025-06-20T09:03:24.072" v="22" actId="1076"/>
          <ac:spMkLst>
            <pc:docMk/>
            <pc:sldMk cId="2490077739" sldId="704"/>
            <ac:spMk id="13" creationId="{5A748B35-1975-87A7-B64F-F6F1CD54E8C1}"/>
          </ac:spMkLst>
        </pc:spChg>
        <pc:spChg chg="mod">
          <ac:chgData name="Shaun Barrett" userId="2e21295b-21c9-4734-b4c8-23b29a1a1ba3" providerId="ADAL" clId="{C27F2AA1-45D2-46C1-B06E-277EEB1EFB4D}" dt="2025-06-20T09:04:18.416" v="77" actId="1037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Shaun Barrett" userId="2e21295b-21c9-4734-b4c8-23b29a1a1ba3" providerId="ADAL" clId="{C27F2AA1-45D2-46C1-B06E-277EEB1EFB4D}" dt="2025-06-20T09:03:48.976" v="67" actId="1036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Shaun Barrett" userId="2e21295b-21c9-4734-b4c8-23b29a1a1ba3" providerId="ADAL" clId="{C27F2AA1-45D2-46C1-B06E-277EEB1EFB4D}" dt="2025-06-20T09:03:48.976" v="67" actId="1036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Shaun Barrett" userId="2e21295b-21c9-4734-b4c8-23b29a1a1ba3" providerId="ADAL" clId="{C27F2AA1-45D2-46C1-B06E-277EEB1EFB4D}" dt="2025-06-20T09:03:59.234" v="69" actId="1037"/>
          <ac:spMkLst>
            <pc:docMk/>
            <pc:sldMk cId="2490077739" sldId="704"/>
            <ac:spMk id="30" creationId="{D7F7EF75-6B7A-BBC5-2214-5824C28477E2}"/>
          </ac:spMkLst>
        </pc:spChg>
      </pc:sldChg>
    </pc:docChg>
  </pc:docChgLst>
  <pc:docChgLst>
    <pc:chgData name="Shaun Barrett" userId="2e21295b-21c9-4734-b4c8-23b29a1a1ba3" providerId="ADAL" clId="{01385495-6822-4F9D-97CD-D36E114A1A69}"/>
    <pc:docChg chg="undo redo custSel addSld modSld">
      <pc:chgData name="Shaun Barrett" userId="2e21295b-21c9-4734-b4c8-23b29a1a1ba3" providerId="ADAL" clId="{01385495-6822-4F9D-97CD-D36E114A1A69}" dt="2025-04-29T08:57:22.872" v="1097" actId="20577"/>
      <pc:docMkLst>
        <pc:docMk/>
      </pc:docMkLst>
      <pc:sldChg chg="modSp mod">
        <pc:chgData name="Shaun Barrett" userId="2e21295b-21c9-4734-b4c8-23b29a1a1ba3" providerId="ADAL" clId="{01385495-6822-4F9D-97CD-D36E114A1A69}" dt="2025-04-24T13:57:04.366" v="15" actId="20577"/>
        <pc:sldMkLst>
          <pc:docMk/>
          <pc:sldMk cId="464677460" sldId="584"/>
        </pc:sldMkLst>
      </pc:sldChg>
      <pc:sldChg chg="addSp delSp modSp mod">
        <pc:chgData name="Shaun Barrett" userId="2e21295b-21c9-4734-b4c8-23b29a1a1ba3" providerId="ADAL" clId="{01385495-6822-4F9D-97CD-D36E114A1A69}" dt="2025-04-25T16:04:55.457" v="1094" actId="1036"/>
        <pc:sldMkLst>
          <pc:docMk/>
          <pc:sldMk cId="3060173964" sldId="638"/>
        </pc:sldMkLst>
      </pc:sldChg>
      <pc:sldChg chg="addSp delSp modSp mod">
        <pc:chgData name="Shaun Barrett" userId="2e21295b-21c9-4734-b4c8-23b29a1a1ba3" providerId="ADAL" clId="{01385495-6822-4F9D-97CD-D36E114A1A69}" dt="2025-04-29T08:57:22.872" v="1097" actId="20577"/>
        <pc:sldMkLst>
          <pc:docMk/>
          <pc:sldMk cId="2490077739" sldId="704"/>
        </pc:sldMkLst>
      </pc:sldChg>
      <pc:sldChg chg="modSp mod">
        <pc:chgData name="Shaun Barrett" userId="2e21295b-21c9-4734-b4c8-23b29a1a1ba3" providerId="ADAL" clId="{01385495-6822-4F9D-97CD-D36E114A1A69}" dt="2025-04-25T15:22:43.290" v="1050" actId="20577"/>
        <pc:sldMkLst>
          <pc:docMk/>
          <pc:sldMk cId="686593796" sldId="705"/>
        </pc:sldMkLst>
      </pc:sldChg>
      <pc:sldChg chg="addSp delSp modSp add mod">
        <pc:chgData name="Shaun Barrett" userId="2e21295b-21c9-4734-b4c8-23b29a1a1ba3" providerId="ADAL" clId="{01385495-6822-4F9D-97CD-D36E114A1A69}" dt="2025-04-25T15:15:13.156" v="665" actId="1038"/>
        <pc:sldMkLst>
          <pc:docMk/>
          <pc:sldMk cId="2459746774" sldId="7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7/15/2025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15/07/2025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2150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svg"/><Relationship Id="rId15" Type="http://schemas.openxmlformats.org/officeDocument/2006/relationships/hyperlink" Target="https://graingerplc.atlassian.net/jira/dashboards/10257" TargetMode="External"/><Relationship Id="rId10" Type="http://schemas.openxmlformats.org/officeDocument/2006/relationships/image" Target="../media/image14.emf"/><Relationship Id="rId4" Type="http://schemas.openxmlformats.org/officeDocument/2006/relationships/image" Target="../media/image10.png"/><Relationship Id="rId9" Type="http://schemas.openxmlformats.org/officeDocument/2006/relationships/hyperlink" Target="https://graingerplc.atlassian.net/issues/?filter=12151" TargetMode="External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>
                <a:latin typeface="Proxima Nova Lt"/>
              </a:rPr>
              <a:t>Sprint Review: SVOT &amp; Renewals</a:t>
            </a:r>
          </a:p>
          <a:p>
            <a:r>
              <a:rPr lang="en-US" sz="1800">
                <a:latin typeface="Proxima Nova Lt"/>
              </a:rPr>
              <a:t>Sprint 6</a:t>
            </a:r>
          </a:p>
          <a:p>
            <a:r>
              <a:rPr lang="en-US" sz="1800">
                <a:latin typeface="Proxima Nova Lt"/>
              </a:rPr>
              <a:t>23 June – 11 July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Work Items Delivered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72</a:t>
            </a:r>
            <a:endParaRPr lang="en-US" sz="24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3</a:t>
            </a:r>
            <a:endParaRPr lang="en-US" sz="24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22999" y="2435710"/>
            <a:ext cx="295106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52505968-3699-027E-2430-1923F313B8BB}"/>
              </a:ext>
            </a:extLst>
          </p:cNvPr>
          <p:cNvSpPr txBox="1"/>
          <p:nvPr/>
        </p:nvSpPr>
        <p:spPr>
          <a:xfrm>
            <a:off x="4807021" y="3490617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  <a:hlinkClick r:id="rId8"/>
              </a:rPr>
              <a:t>Work Items To Still Test </a:t>
            </a:r>
            <a:r>
              <a:rPr lang="en-US">
                <a:latin typeface="Proxima Nova Lt"/>
              </a:rPr>
              <a:t>  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  <a:hlinkClick r:id="rId9"/>
              </a:rPr>
              <a:t>Sprint work Items Delivered</a:t>
            </a:r>
            <a:endParaRPr>
              <a:latin typeface="Proxima Nova Lt"/>
              <a:hlinkClick r:id="rId9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8D327735-31B4-34C8-C735-1B09EA65559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7160" y="3349714"/>
            <a:ext cx="561812" cy="561812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C30C21D-BA64-AED6-31A4-6A8AB79948CF}"/>
              </a:ext>
            </a:extLst>
          </p:cNvPr>
          <p:cNvSpPr txBox="1"/>
          <p:nvPr/>
        </p:nvSpPr>
        <p:spPr>
          <a:xfrm>
            <a:off x="4838451" y="3798476"/>
            <a:ext cx="2613279" cy="51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sz="1000">
                <a:latin typeface="Proxima Nova Lt" panose="02000506030000020004" pitchFamily="50" charset="0"/>
              </a:rPr>
              <a:t>Update ”Grainger Testing” to “Yes” to confirm the work item has delivered the functionality detailed in the Acceptance Criteria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14</a:t>
            </a:r>
            <a:endParaRPr lang="en-US" sz="2400" b="1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54FA6C-5ECB-97B0-71E1-E141FFFADA21}"/>
              </a:ext>
            </a:extLst>
          </p:cNvPr>
          <p:cNvSpPr txBox="1"/>
          <p:nvPr/>
        </p:nvSpPr>
        <p:spPr>
          <a:xfrm>
            <a:off x="4798649" y="4431334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  <a:hlinkClick r:id="rId15"/>
              </a:rPr>
              <a:t>Dashboard Overview</a:t>
            </a:r>
            <a:endParaRPr>
              <a:latin typeface="Proxima Nova Lt" panose="02000506030000020004" pitchFamily="50" charset="0"/>
            </a:endParaRPr>
          </a:p>
        </p:txBody>
      </p:sp>
      <p:pic>
        <p:nvPicPr>
          <p:cNvPr id="12" name="Graphic 11" descr="Clipboard All Crosses outline">
            <a:extLst>
              <a:ext uri="{FF2B5EF4-FFF2-40B4-BE49-F238E27FC236}">
                <a16:creationId xmlns:a16="http://schemas.microsoft.com/office/drawing/2014/main" id="{21205693-E326-3A39-86E2-0CA793CF3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253289" y="4290925"/>
            <a:ext cx="516721" cy="516721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75355" y="2435710"/>
            <a:ext cx="364645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391780" y="2839407"/>
            <a:ext cx="200115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Sprint 6 SIT Testing</a:t>
            </a:r>
            <a:endParaRPr sz="2800">
              <a:latin typeface="Proxima Nova 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391780" y="4430372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Release 2 Go Live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C9CF84-19E7-C166-435F-0E21EB13A62E}"/>
              </a:ext>
            </a:extLst>
          </p:cNvPr>
          <p:cNvSpPr txBox="1"/>
          <p:nvPr/>
        </p:nvSpPr>
        <p:spPr>
          <a:xfrm>
            <a:off x="8391780" y="3627936"/>
            <a:ext cx="167774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Sprint 6 UAT Testing</a:t>
            </a:r>
            <a:endParaRPr>
              <a:latin typeface="Proxima Nova Lt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903A91-3BD0-5353-32C5-8FBCB6FAC5D6}"/>
              </a:ext>
            </a:extLst>
          </p:cNvPr>
          <p:cNvSpPr txBox="1">
            <a:spLocks/>
          </p:cNvSpPr>
          <p:nvPr/>
        </p:nvSpPr>
        <p:spPr>
          <a:xfrm>
            <a:off x="10334434" y="3644079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21 Jul – 01  Aug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16081" y="4328719"/>
            <a:ext cx="516721" cy="516721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334434" y="28301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14 Jul – 18 Jul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334434" y="442722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01 Sep </a:t>
            </a:r>
            <a:endParaRPr lang="en-US" sz="12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09946" y="2654210"/>
            <a:ext cx="624148" cy="62414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B0D37D-0475-85D5-6843-0EA5F52BFA9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4570" y="3427827"/>
            <a:ext cx="624148" cy="6241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AFCD1-4BC8-3BDC-BF2F-B2F76482BC15}"/>
              </a:ext>
            </a:extLst>
          </p:cNvPr>
          <p:cNvSpPr txBox="1"/>
          <p:nvPr/>
        </p:nvSpPr>
        <p:spPr>
          <a:xfrm>
            <a:off x="2953419" y="3224836"/>
            <a:ext cx="9614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      </a:t>
            </a:r>
            <a:r>
              <a:rPr lang="en-US" sz="2400">
                <a:solidFill>
                  <a:srgbClr val="BCD727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Delivered</a:t>
            </a:r>
          </a:p>
        </p:txBody>
      </p:sp>
      <p:pic>
        <p:nvPicPr>
          <p:cNvPr id="5" name="Picture 4" descr="A screenshot of a checklist&#10;&#10;AI-generated content may be incorrect.">
            <a:extLst>
              <a:ext uri="{FF2B5EF4-FFF2-40B4-BE49-F238E27FC236}">
                <a16:creationId xmlns:a16="http://schemas.microsoft.com/office/drawing/2014/main" id="{8008B816-2085-F952-FA49-05FF3785E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09" y="753740"/>
            <a:ext cx="3424659" cy="547591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19970F-4228-540D-3F10-664BB7F66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20" y="752716"/>
            <a:ext cx="36957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Planned for Next Sprint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3D2FD8-0B19-674B-3F6B-8B36DD6D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97" y="749822"/>
            <a:ext cx="4486276" cy="551268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816083-D338-E91B-DF06-72827CBBD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592" y="747893"/>
            <a:ext cx="49815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82254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Risk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480"/>
              </p:ext>
            </p:extLst>
          </p:nvPr>
        </p:nvGraphicFramePr>
        <p:xfrm>
          <a:off x="632996" y="35289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Issue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37834"/>
              </p:ext>
            </p:extLst>
          </p:nvPr>
        </p:nvGraphicFramePr>
        <p:xfrm>
          <a:off x="632994" y="930410"/>
          <a:ext cx="109362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93375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FE5A91-0254-47D7-93F1-A4A3982B6FB8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24EB38D-7AE2-478E-A1F1-EF8015DD020E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d82620c-6975-47c3-9533-ab6b5493ada3}" enabled="0" method="" siteId="{bd82620c-6975-47c3-9533-ab6b5493ad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revision>1</cp:revision>
  <cp:lastPrinted>2024-12-11T11:27:32Z</cp:lastPrinted>
  <dcterms:created xsi:type="dcterms:W3CDTF">2025-03-26T08:50:37Z</dcterms:created>
  <dcterms:modified xsi:type="dcterms:W3CDTF">2025-07-15T07:20:32Z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</Properties>
</file>