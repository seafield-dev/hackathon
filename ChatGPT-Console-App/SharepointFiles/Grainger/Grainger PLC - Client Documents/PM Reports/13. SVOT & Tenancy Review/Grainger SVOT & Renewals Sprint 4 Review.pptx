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0" r:id="rId5"/>
    <p:sldMasterId id="2147483796" r:id="rId6"/>
    <p:sldMasterId id="2147483690" r:id="rId7"/>
    <p:sldMasterId id="2147483810" r:id="rId8"/>
  </p:sldMasterIdLst>
  <p:notesMasterIdLst>
    <p:notesMasterId r:id="rId15"/>
  </p:notesMasterIdLst>
  <p:handoutMasterIdLst>
    <p:handoutMasterId r:id="rId16"/>
  </p:handoutMasterIdLst>
  <p:sldIdLst>
    <p:sldId id="584" r:id="rId9"/>
    <p:sldId id="704" r:id="rId10"/>
    <p:sldId id="638" r:id="rId11"/>
    <p:sldId id="706" r:id="rId12"/>
    <p:sldId id="705" r:id="rId13"/>
    <p:sldId id="484" r:id="rId14"/>
  </p:sldIdLst>
  <p:sldSz cx="12192000" cy="6858000"/>
  <p:notesSz cx="6858000" cy="9144000"/>
  <p:embeddedFontLst>
    <p:embeddedFont>
      <p:font typeface="Proxima Nova Lt" panose="02000506030000020004" charset="0"/>
      <p:regular r:id="rId17"/>
      <p:bold r:id="rId18"/>
      <p:italic r:id="rId19"/>
      <p:boldItalic r:id="rId20"/>
    </p:embeddedFont>
    <p:embeddedFont>
      <p:font typeface="Proxima Nova Rg" panose="02000506030000020004" charset="0"/>
      <p:regular r:id="rId21"/>
      <p:bold r:id="rId22"/>
      <p:italic r:id="rId23"/>
      <p:boldItalic r:id="rId24"/>
    </p:embeddedFont>
    <p:embeddedFont>
      <p:font typeface="Verdana" panose="020B0604030504040204" pitchFamily="3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533435-8132-2B14-8EDD-7776447993D5}" name="Judith Ancketill" initials="JA" userId="S::jancketill@openboxsoftware.com::8f3c2413-fefa-4bc6-9f98-e266e3e0094d" providerId="AD"/>
  <p188:author id="{DC724D44-E70E-557A-289E-5B4E739A5B87}" name="Dominique Bolus" initials="DB" userId="S::dbolus@openboxsoftware.com::9bf352f9-5bae-45e5-8ed9-398ff375c3a1" providerId="AD"/>
  <p188:author id="{B27D6C62-A87E-9EA8-949E-BE3DB87D866D}" name="Shaun Barrett" initials="SB" userId="S::sbarrett@openboxsoftware.com::2e21295b-21c9-4734-b4c8-23b29a1a1ba3" providerId="AD"/>
  <p188:author id="{E5C16FA7-AD08-498A-1473-28FE1786E5F4}" name="Lori Hughes" initials="LH" userId="7614cedae77deff9" providerId="Windows Live"/>
  <p188:author id="{1E0CB2B7-E5EF-9483-1E52-F7AB91745964}" name="Lori Hughes" initials="LH" userId="S::lhughes@openboxsoftware.com::4471f276-471a-463a-9fb8-882a60d3c6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D627"/>
    <a:srgbClr val="BCD727"/>
    <a:srgbClr val="373C3C"/>
    <a:srgbClr val="6983CF"/>
    <a:srgbClr val="F079A1"/>
    <a:srgbClr val="AAAAAA"/>
    <a:srgbClr val="999999"/>
    <a:srgbClr val="464777"/>
    <a:srgbClr val="009696"/>
    <a:srgbClr val="53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91149A-7D87-4524-8FE4-2086FDFE59EB}" v="2" dt="2025-05-27T11:24:40.6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432"/>
      </p:cViewPr>
      <p:guideLst>
        <p:guide orient="horz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34" Type="http://schemas.microsoft.com/office/2015/10/relationships/revisionInfo" Target="revisionInfo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3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2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Relationship Id="rId35" Type="http://schemas.microsoft.com/office/2018/10/relationships/authors" Target="authors.xml"/><Relationship Id="rId8" Type="http://schemas.openxmlformats.org/officeDocument/2006/relationships/slideMaster" Target="slideMasters/slideMaster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un Barrett" userId="2e21295b-21c9-4734-b4c8-23b29a1a1ba3" providerId="ADAL" clId="{A5C39C43-F0A4-463C-8FB7-E850E47ABD48}"/>
    <pc:docChg chg="undo custSel addSld delSld modSld sldOrd">
      <pc:chgData name="Shaun Barrett" userId="2e21295b-21c9-4734-b4c8-23b29a1a1ba3" providerId="ADAL" clId="{A5C39C43-F0A4-463C-8FB7-E850E47ABD48}" dt="2025-03-27T14:51:20.115" v="1089" actId="20577"/>
      <pc:docMkLst>
        <pc:docMk/>
      </pc:docMkLst>
      <pc:sldChg chg="modSp mod">
        <pc:chgData name="Shaun Barrett" userId="2e21295b-21c9-4734-b4c8-23b29a1a1ba3" providerId="ADAL" clId="{A5C39C43-F0A4-463C-8FB7-E850E47ABD48}" dt="2025-03-26T17:16:16.458" v="114" actId="255"/>
        <pc:sldMkLst>
          <pc:docMk/>
          <pc:sldMk cId="464677460" sldId="584"/>
        </pc:sldMkLst>
        <pc:spChg chg="mod">
          <ac:chgData name="Shaun Barrett" userId="2e21295b-21c9-4734-b4c8-23b29a1a1ba3" providerId="ADAL" clId="{A5C39C43-F0A4-463C-8FB7-E850E47ABD48}" dt="2025-03-26T17:16:16.458" v="114" actId="255"/>
          <ac:spMkLst>
            <pc:docMk/>
            <pc:sldMk cId="464677460" sldId="584"/>
            <ac:spMk id="2" creationId="{450182FC-C4B5-77D3-0384-8FF7A48A44E2}"/>
          </ac:spMkLst>
        </pc:spChg>
      </pc:sldChg>
      <pc:sldChg chg="addSp delSp modSp mod">
        <pc:chgData name="Shaun Barrett" userId="2e21295b-21c9-4734-b4c8-23b29a1a1ba3" providerId="ADAL" clId="{A5C39C43-F0A4-463C-8FB7-E850E47ABD48}" dt="2025-03-27T14:25:38.362" v="863" actId="14100"/>
        <pc:sldMkLst>
          <pc:docMk/>
          <pc:sldMk cId="3060173964" sldId="638"/>
        </pc:sldMkLst>
        <pc:spChg chg="mod">
          <ac:chgData name="Shaun Barrett" userId="2e21295b-21c9-4734-b4c8-23b29a1a1ba3" providerId="ADAL" clId="{A5C39C43-F0A4-463C-8FB7-E850E47ABD48}" dt="2025-03-27T14:22:40.218" v="831" actId="20577"/>
          <ac:spMkLst>
            <pc:docMk/>
            <pc:sldMk cId="3060173964" sldId="638"/>
            <ac:spMk id="2" creationId="{014036BC-08AE-4551-A50B-110B588D025A}"/>
          </ac:spMkLst>
        </pc:spChg>
      </pc:sldChg>
      <pc:sldChg chg="addSp delSp modSp del mod ord">
        <pc:chgData name="Shaun Barrett" userId="2e21295b-21c9-4734-b4c8-23b29a1a1ba3" providerId="ADAL" clId="{A5C39C43-F0A4-463C-8FB7-E850E47ABD48}" dt="2025-03-27T08:52:17.296" v="312" actId="2696"/>
        <pc:sldMkLst>
          <pc:docMk/>
          <pc:sldMk cId="1092411337" sldId="700"/>
        </pc:sldMkLst>
      </pc:sldChg>
      <pc:sldChg chg="del">
        <pc:chgData name="Shaun Barrett" userId="2e21295b-21c9-4734-b4c8-23b29a1a1ba3" providerId="ADAL" clId="{A5C39C43-F0A4-463C-8FB7-E850E47ABD48}" dt="2025-03-27T14:26:17.079" v="867" actId="2696"/>
        <pc:sldMkLst>
          <pc:docMk/>
          <pc:sldMk cId="2727842983" sldId="702"/>
        </pc:sldMkLst>
      </pc:sldChg>
      <pc:sldChg chg="del">
        <pc:chgData name="Shaun Barrett" userId="2e21295b-21c9-4734-b4c8-23b29a1a1ba3" providerId="ADAL" clId="{A5C39C43-F0A4-463C-8FB7-E850E47ABD48}" dt="2025-03-27T14:25:49.714" v="865" actId="2696"/>
        <pc:sldMkLst>
          <pc:docMk/>
          <pc:sldMk cId="3143835713" sldId="703"/>
        </pc:sldMkLst>
      </pc:sldChg>
      <pc:sldChg chg="add del">
        <pc:chgData name="Shaun Barrett" userId="2e21295b-21c9-4734-b4c8-23b29a1a1ba3" providerId="ADAL" clId="{A5C39C43-F0A4-463C-8FB7-E850E47ABD48}" dt="2025-03-27T14:19:53.523" v="563" actId="2696"/>
        <pc:sldMkLst>
          <pc:docMk/>
          <pc:sldMk cId="504985626" sldId="704"/>
        </pc:sldMkLst>
      </pc:sldChg>
      <pc:sldChg chg="addSp modSp add mod ord">
        <pc:chgData name="Shaun Barrett" userId="2e21295b-21c9-4734-b4c8-23b29a1a1ba3" providerId="ADAL" clId="{A5C39C43-F0A4-463C-8FB7-E850E47ABD48}" dt="2025-03-27T14:48:50.883" v="1047"/>
        <pc:sldMkLst>
          <pc:docMk/>
          <pc:sldMk cId="2490077739" sldId="704"/>
        </pc:sldMkLst>
        <pc:spChg chg="mod">
          <ac:chgData name="Shaun Barrett" userId="2e21295b-21c9-4734-b4c8-23b29a1a1ba3" providerId="ADAL" clId="{A5C39C43-F0A4-463C-8FB7-E850E47ABD48}" dt="2025-03-27T14:22:31.701" v="828" actId="20577"/>
          <ac:spMkLst>
            <pc:docMk/>
            <pc:sldMk cId="2490077739" sldId="704"/>
            <ac:spMk id="2" creationId="{DFE2C463-C390-4263-460C-AFDE7748366D}"/>
          </ac:spMkLst>
        </pc:spChg>
        <pc:spChg chg="add mod">
          <ac:chgData name="Shaun Barrett" userId="2e21295b-21c9-4734-b4c8-23b29a1a1ba3" providerId="ADAL" clId="{A5C39C43-F0A4-463C-8FB7-E850E47ABD48}" dt="2025-03-27T14:31:14.921" v="961" actId="1037"/>
          <ac:spMkLst>
            <pc:docMk/>
            <pc:sldMk cId="2490077739" sldId="704"/>
            <ac:spMk id="3" creationId="{8C30C21D-BA64-AED6-31A4-6A8AB79948CF}"/>
          </ac:spMkLst>
        </pc:spChg>
        <pc:spChg chg="mod">
          <ac:chgData name="Shaun Barrett" userId="2e21295b-21c9-4734-b4c8-23b29a1a1ba3" providerId="ADAL" clId="{A5C39C43-F0A4-463C-8FB7-E850E47ABD48}" dt="2025-03-27T14:48:14.222" v="1030" actId="14100"/>
          <ac:spMkLst>
            <pc:docMk/>
            <pc:sldMk cId="2490077739" sldId="704"/>
            <ac:spMk id="4" creationId="{7A6E1B3F-AB8C-F49E-9B9F-92E5CC46F02C}"/>
          </ac:spMkLst>
        </pc:spChg>
        <pc:spChg chg="mod">
          <ac:chgData name="Shaun Barrett" userId="2e21295b-21c9-4734-b4c8-23b29a1a1ba3" providerId="ADAL" clId="{A5C39C43-F0A4-463C-8FB7-E850E47ABD48}" dt="2025-03-27T14:47:29.945" v="995" actId="1035"/>
          <ac:spMkLst>
            <pc:docMk/>
            <pc:sldMk cId="2490077739" sldId="704"/>
            <ac:spMk id="5" creationId="{347B350D-0617-4110-1490-A9B4180A6D23}"/>
          </ac:spMkLst>
        </pc:spChg>
        <pc:spChg chg="add mod">
          <ac:chgData name="Shaun Barrett" userId="2e21295b-21c9-4734-b4c8-23b29a1a1ba3" providerId="ADAL" clId="{A5C39C43-F0A4-463C-8FB7-E850E47ABD48}" dt="2025-03-27T14:47:05.923" v="986" actId="20577"/>
          <ac:spMkLst>
            <pc:docMk/>
            <pc:sldMk cId="2490077739" sldId="704"/>
            <ac:spMk id="6" creationId="{820B2519-EFA1-3865-781F-502DC90B6629}"/>
          </ac:spMkLst>
        </pc:spChg>
        <pc:spChg chg="add mod">
          <ac:chgData name="Shaun Barrett" userId="2e21295b-21c9-4734-b4c8-23b29a1a1ba3" providerId="ADAL" clId="{A5C39C43-F0A4-463C-8FB7-E850E47ABD48}" dt="2025-03-27T14:48:25.663" v="1031" actId="20577"/>
          <ac:spMkLst>
            <pc:docMk/>
            <pc:sldMk cId="2490077739" sldId="704"/>
            <ac:spMk id="7" creationId="{FC4C3A25-2697-FFB3-90BE-E65C7287BF0F}"/>
          </ac:spMkLst>
        </pc:spChg>
        <pc:spChg chg="mod">
          <ac:chgData name="Shaun Barrett" userId="2e21295b-21c9-4734-b4c8-23b29a1a1ba3" providerId="ADAL" clId="{A5C39C43-F0A4-463C-8FB7-E850E47ABD48}" dt="2025-03-27T14:48:01.538" v="1028" actId="1035"/>
          <ac:spMkLst>
            <pc:docMk/>
            <pc:sldMk cId="2490077739" sldId="704"/>
            <ac:spMk id="8" creationId="{E6A66945-0BBD-162C-3C9D-F247EA0C75E6}"/>
          </ac:spMkLst>
        </pc:spChg>
        <pc:spChg chg="mod">
          <ac:chgData name="Shaun Barrett" userId="2e21295b-21c9-4734-b4c8-23b29a1a1ba3" providerId="ADAL" clId="{A5C39C43-F0A4-463C-8FB7-E850E47ABD48}" dt="2025-03-27T14:47:29.945" v="995" actId="1035"/>
          <ac:spMkLst>
            <pc:docMk/>
            <pc:sldMk cId="2490077739" sldId="704"/>
            <ac:spMk id="16" creationId="{4E6B710E-7809-10C0-A07C-457D051477C6}"/>
          </ac:spMkLst>
        </pc:spChg>
        <pc:spChg chg="mod">
          <ac:chgData name="Shaun Barrett" userId="2e21295b-21c9-4734-b4c8-23b29a1a1ba3" providerId="ADAL" clId="{A5C39C43-F0A4-463C-8FB7-E850E47ABD48}" dt="2025-03-27T14:48:01.538" v="1028" actId="1035"/>
          <ac:spMkLst>
            <pc:docMk/>
            <pc:sldMk cId="2490077739" sldId="704"/>
            <ac:spMk id="17" creationId="{3A4378B3-071C-4B9B-1DC8-CAC0726EC764}"/>
          </ac:spMkLst>
        </pc:spChg>
        <pc:spChg chg="mod">
          <ac:chgData name="Shaun Barrett" userId="2e21295b-21c9-4734-b4c8-23b29a1a1ba3" providerId="ADAL" clId="{A5C39C43-F0A4-463C-8FB7-E850E47ABD48}" dt="2025-03-27T14:31:14.921" v="961" actId="1037"/>
          <ac:spMkLst>
            <pc:docMk/>
            <pc:sldMk cId="2490077739" sldId="704"/>
            <ac:spMk id="18" creationId="{3B4643F2-6ECC-709D-32A1-D5D484806361}"/>
          </ac:spMkLst>
        </pc:spChg>
        <pc:spChg chg="mod">
          <ac:chgData name="Shaun Barrett" userId="2e21295b-21c9-4734-b4c8-23b29a1a1ba3" providerId="ADAL" clId="{A5C39C43-F0A4-463C-8FB7-E850E47ABD48}" dt="2025-03-27T14:31:14.921" v="961" actId="1037"/>
          <ac:spMkLst>
            <pc:docMk/>
            <pc:sldMk cId="2490077739" sldId="704"/>
            <ac:spMk id="31" creationId="{84AE0D17-3807-9270-4991-4A510302CB8C}"/>
          </ac:spMkLst>
        </pc:spChg>
        <pc:spChg chg="mod">
          <ac:chgData name="Shaun Barrett" userId="2e21295b-21c9-4734-b4c8-23b29a1a1ba3" providerId="ADAL" clId="{A5C39C43-F0A4-463C-8FB7-E850E47ABD48}" dt="2025-03-27T14:31:14.921" v="961" actId="1037"/>
          <ac:spMkLst>
            <pc:docMk/>
            <pc:sldMk cId="2490077739" sldId="704"/>
            <ac:spMk id="88" creationId="{16ABE9C5-5D8A-1DC9-3431-F22D4C73E340}"/>
          </ac:spMkLst>
        </pc:spChg>
        <pc:spChg chg="mod">
          <ac:chgData name="Shaun Barrett" userId="2e21295b-21c9-4734-b4c8-23b29a1a1ba3" providerId="ADAL" clId="{A5C39C43-F0A4-463C-8FB7-E850E47ABD48}" dt="2025-03-27T14:48:50.883" v="1047"/>
          <ac:spMkLst>
            <pc:docMk/>
            <pc:sldMk cId="2490077739" sldId="704"/>
            <ac:spMk id="89" creationId="{52505968-3699-027E-2430-1923F313B8BB}"/>
          </ac:spMkLst>
        </pc:spChg>
        <pc:spChg chg="mod">
          <ac:chgData name="Shaun Barrett" userId="2e21295b-21c9-4734-b4c8-23b29a1a1ba3" providerId="ADAL" clId="{A5C39C43-F0A4-463C-8FB7-E850E47ABD48}" dt="2025-03-27T14:31:14.921" v="961" actId="1037"/>
          <ac:spMkLst>
            <pc:docMk/>
            <pc:sldMk cId="2490077739" sldId="704"/>
            <ac:spMk id="91" creationId="{C7C8151C-CAD0-93F6-9121-81AF79A2C808}"/>
          </ac:spMkLst>
        </pc:spChg>
        <pc:spChg chg="mod">
          <ac:chgData name="Shaun Barrett" userId="2e21295b-21c9-4734-b4c8-23b29a1a1ba3" providerId="ADAL" clId="{A5C39C43-F0A4-463C-8FB7-E850E47ABD48}" dt="2025-03-27T14:31:14.921" v="961" actId="1037"/>
          <ac:spMkLst>
            <pc:docMk/>
            <pc:sldMk cId="2490077739" sldId="704"/>
            <ac:spMk id="95" creationId="{4A9F2AB2-072F-3340-F1DF-CAB06959B99B}"/>
          </ac:spMkLst>
        </pc:spChg>
        <pc:picChg chg="add mod">
          <ac:chgData name="Shaun Barrett" userId="2e21295b-21c9-4734-b4c8-23b29a1a1ba3" providerId="ADAL" clId="{A5C39C43-F0A4-463C-8FB7-E850E47ABD48}" dt="2025-03-27T14:47:53.775" v="997" actId="1076"/>
          <ac:picMkLst>
            <pc:docMk/>
            <pc:sldMk cId="2490077739" sldId="704"/>
            <ac:picMk id="10" creationId="{855DCE54-D640-3B1E-4735-805ED588E7CD}"/>
          </ac:picMkLst>
        </pc:picChg>
        <pc:picChg chg="mod">
          <ac:chgData name="Shaun Barrett" userId="2e21295b-21c9-4734-b4c8-23b29a1a1ba3" providerId="ADAL" clId="{A5C39C43-F0A4-463C-8FB7-E850E47ABD48}" dt="2025-03-27T14:47:29.945" v="995" actId="1035"/>
          <ac:picMkLst>
            <pc:docMk/>
            <pc:sldMk cId="2490077739" sldId="704"/>
            <ac:picMk id="74" creationId="{85F7FA89-7392-DA55-A5F4-5629A45C5900}"/>
          </ac:picMkLst>
        </pc:picChg>
        <pc:picChg chg="mod">
          <ac:chgData name="Shaun Barrett" userId="2e21295b-21c9-4734-b4c8-23b29a1a1ba3" providerId="ADAL" clId="{A5C39C43-F0A4-463C-8FB7-E850E47ABD48}" dt="2025-03-27T14:48:01.538" v="1028" actId="1035"/>
          <ac:picMkLst>
            <pc:docMk/>
            <pc:sldMk cId="2490077739" sldId="704"/>
            <ac:picMk id="75" creationId="{B996B75D-9228-8D7C-7ADD-6E023789944F}"/>
          </ac:picMkLst>
        </pc:picChg>
      </pc:sldChg>
      <pc:sldChg chg="addSp delSp modSp add mod ord">
        <pc:chgData name="Shaun Barrett" userId="2e21295b-21c9-4734-b4c8-23b29a1a1ba3" providerId="ADAL" clId="{A5C39C43-F0A4-463C-8FB7-E850E47ABD48}" dt="2025-03-27T14:51:20.115" v="1089" actId="20577"/>
        <pc:sldMkLst>
          <pc:docMk/>
          <pc:sldMk cId="686593796" sldId="705"/>
        </pc:sldMkLst>
        <pc:spChg chg="mod">
          <ac:chgData name="Shaun Barrett" userId="2e21295b-21c9-4734-b4c8-23b29a1a1ba3" providerId="ADAL" clId="{A5C39C43-F0A4-463C-8FB7-E850E47ABD48}" dt="2025-03-27T14:28:35.724" v="926" actId="20577"/>
          <ac:spMkLst>
            <pc:docMk/>
            <pc:sldMk cId="686593796" sldId="705"/>
            <ac:spMk id="2" creationId="{778056B1-AFB0-5BC2-27B0-E732BE0DAE51}"/>
          </ac:spMkLst>
        </pc:spChg>
        <pc:graphicFrameChg chg="add mod modGraphic">
          <ac:chgData name="Shaun Barrett" userId="2e21295b-21c9-4734-b4c8-23b29a1a1ba3" providerId="ADAL" clId="{A5C39C43-F0A4-463C-8FB7-E850E47ABD48}" dt="2025-03-27T14:49:27.733" v="1058" actId="20577"/>
          <ac:graphicFrameMkLst>
            <pc:docMk/>
            <pc:sldMk cId="686593796" sldId="705"/>
            <ac:graphicFrameMk id="6" creationId="{B094B9E2-793B-53E8-898F-AE30D54FB3EE}"/>
          </ac:graphicFrameMkLst>
        </pc:graphicFrameChg>
        <pc:graphicFrameChg chg="add mod modGraphic">
          <ac:chgData name="Shaun Barrett" userId="2e21295b-21c9-4734-b4c8-23b29a1a1ba3" providerId="ADAL" clId="{A5C39C43-F0A4-463C-8FB7-E850E47ABD48}" dt="2025-03-27T14:49:31.555" v="1062" actId="20577"/>
          <ac:graphicFrameMkLst>
            <pc:docMk/>
            <pc:sldMk cId="686593796" sldId="705"/>
            <ac:graphicFrameMk id="7" creationId="{054D23CC-08A4-9793-C489-A6061026788D}"/>
          </ac:graphicFrameMkLst>
        </pc:graphicFrameChg>
        <pc:graphicFrameChg chg="add mod modGraphic">
          <ac:chgData name="Shaun Barrett" userId="2e21295b-21c9-4734-b4c8-23b29a1a1ba3" providerId="ADAL" clId="{A5C39C43-F0A4-463C-8FB7-E850E47ABD48}" dt="2025-03-27T14:49:24.371" v="1054" actId="207"/>
          <ac:graphicFrameMkLst>
            <pc:docMk/>
            <pc:sldMk cId="686593796" sldId="705"/>
            <ac:graphicFrameMk id="10" creationId="{D6342D7E-9006-C98D-59CC-78992BCBD3E8}"/>
          </ac:graphicFrameMkLst>
        </pc:graphicFrameChg>
        <pc:graphicFrameChg chg="add mod modGraphic">
          <ac:chgData name="Shaun Barrett" userId="2e21295b-21c9-4734-b4c8-23b29a1a1ba3" providerId="ADAL" clId="{A5C39C43-F0A4-463C-8FB7-E850E47ABD48}" dt="2025-03-27T14:51:20.115" v="1089" actId="20577"/>
          <ac:graphicFrameMkLst>
            <pc:docMk/>
            <pc:sldMk cId="686593796" sldId="705"/>
            <ac:graphicFrameMk id="12" creationId="{C25BFCA6-DA57-E5DC-AE07-25F52FA911B0}"/>
          </ac:graphicFrameMkLst>
        </pc:graphicFrameChg>
      </pc:sldChg>
      <pc:sldChg chg="add del">
        <pc:chgData name="Shaun Barrett" userId="2e21295b-21c9-4734-b4c8-23b29a1a1ba3" providerId="ADAL" clId="{A5C39C43-F0A4-463C-8FB7-E850E47ABD48}" dt="2025-03-27T14:25:53.720" v="866" actId="2696"/>
        <pc:sldMkLst>
          <pc:docMk/>
          <pc:sldMk cId="1763583551" sldId="705"/>
        </pc:sldMkLst>
      </pc:sldChg>
    </pc:docChg>
  </pc:docChgLst>
  <pc:docChgLst>
    <pc:chgData name="Shaun Barrett" userId="2e21295b-21c9-4734-b4c8-23b29a1a1ba3" providerId="ADAL" clId="{01385495-6822-4F9D-97CD-D36E114A1A69}"/>
    <pc:docChg chg="undo redo custSel addSld modSld">
      <pc:chgData name="Shaun Barrett" userId="2e21295b-21c9-4734-b4c8-23b29a1a1ba3" providerId="ADAL" clId="{01385495-6822-4F9D-97CD-D36E114A1A69}" dt="2025-04-29T08:57:22.872" v="1097" actId="20577"/>
      <pc:docMkLst>
        <pc:docMk/>
      </pc:docMkLst>
      <pc:sldChg chg="modSp mod">
        <pc:chgData name="Shaun Barrett" userId="2e21295b-21c9-4734-b4c8-23b29a1a1ba3" providerId="ADAL" clId="{01385495-6822-4F9D-97CD-D36E114A1A69}" dt="2025-04-24T13:57:04.366" v="15" actId="20577"/>
        <pc:sldMkLst>
          <pc:docMk/>
          <pc:sldMk cId="464677460" sldId="584"/>
        </pc:sldMkLst>
        <pc:spChg chg="mod">
          <ac:chgData name="Shaun Barrett" userId="2e21295b-21c9-4734-b4c8-23b29a1a1ba3" providerId="ADAL" clId="{01385495-6822-4F9D-97CD-D36E114A1A69}" dt="2025-04-24T13:57:04.366" v="15" actId="20577"/>
          <ac:spMkLst>
            <pc:docMk/>
            <pc:sldMk cId="464677460" sldId="584"/>
            <ac:spMk id="2" creationId="{450182FC-C4B5-77D3-0384-8FF7A48A44E2}"/>
          </ac:spMkLst>
        </pc:spChg>
      </pc:sldChg>
      <pc:sldChg chg="addSp delSp modSp mod">
        <pc:chgData name="Shaun Barrett" userId="2e21295b-21c9-4734-b4c8-23b29a1a1ba3" providerId="ADAL" clId="{01385495-6822-4F9D-97CD-D36E114A1A69}" dt="2025-04-25T16:04:55.457" v="1094" actId="1036"/>
        <pc:sldMkLst>
          <pc:docMk/>
          <pc:sldMk cId="3060173964" sldId="638"/>
        </pc:sldMkLst>
      </pc:sldChg>
      <pc:sldChg chg="addSp delSp modSp mod">
        <pc:chgData name="Shaun Barrett" userId="2e21295b-21c9-4734-b4c8-23b29a1a1ba3" providerId="ADAL" clId="{01385495-6822-4F9D-97CD-D36E114A1A69}" dt="2025-04-29T08:57:22.872" v="1097" actId="20577"/>
        <pc:sldMkLst>
          <pc:docMk/>
          <pc:sldMk cId="2490077739" sldId="704"/>
        </pc:sldMkLst>
        <pc:spChg chg="mod">
          <ac:chgData name="Shaun Barrett" userId="2e21295b-21c9-4734-b4c8-23b29a1a1ba3" providerId="ADAL" clId="{01385495-6822-4F9D-97CD-D36E114A1A69}" dt="2025-04-25T14:50:06.923" v="430" actId="1037"/>
          <ac:spMkLst>
            <pc:docMk/>
            <pc:sldMk cId="2490077739" sldId="704"/>
            <ac:spMk id="3" creationId="{8C30C21D-BA64-AED6-31A4-6A8AB79948CF}"/>
          </ac:spMkLst>
        </pc:spChg>
        <pc:spChg chg="mod">
          <ac:chgData name="Shaun Barrett" userId="2e21295b-21c9-4734-b4c8-23b29a1a1ba3" providerId="ADAL" clId="{01385495-6822-4F9D-97CD-D36E114A1A69}" dt="2025-04-25T14:50:02.786" v="416" actId="14100"/>
          <ac:spMkLst>
            <pc:docMk/>
            <pc:sldMk cId="2490077739" sldId="704"/>
            <ac:spMk id="4" creationId="{7A6E1B3F-AB8C-F49E-9B9F-92E5CC46F02C}"/>
          </ac:spMkLst>
        </pc:spChg>
        <pc:spChg chg="mod">
          <ac:chgData name="Shaun Barrett" userId="2e21295b-21c9-4734-b4c8-23b29a1a1ba3" providerId="ADAL" clId="{01385495-6822-4F9D-97CD-D36E114A1A69}" dt="2025-04-25T14:43:14.322" v="203" actId="1037"/>
          <ac:spMkLst>
            <pc:docMk/>
            <pc:sldMk cId="2490077739" sldId="704"/>
            <ac:spMk id="6" creationId="{820B2519-EFA1-3865-781F-502DC90B6629}"/>
          </ac:spMkLst>
        </pc:spChg>
        <pc:spChg chg="mod">
          <ac:chgData name="Shaun Barrett" userId="2e21295b-21c9-4734-b4c8-23b29a1a1ba3" providerId="ADAL" clId="{01385495-6822-4F9D-97CD-D36E114A1A69}" dt="2025-04-29T08:57:22.872" v="1097" actId="20577"/>
          <ac:spMkLst>
            <pc:docMk/>
            <pc:sldMk cId="2490077739" sldId="704"/>
            <ac:spMk id="7" creationId="{FC4C3A25-2697-FFB3-90BE-E65C7287BF0F}"/>
          </ac:spMkLst>
        </pc:spChg>
        <pc:spChg chg="add mod">
          <ac:chgData name="Shaun Barrett" userId="2e21295b-21c9-4734-b4c8-23b29a1a1ba3" providerId="ADAL" clId="{01385495-6822-4F9D-97CD-D36E114A1A69}" dt="2025-04-25T15:02:52.882" v="532" actId="6549"/>
          <ac:spMkLst>
            <pc:docMk/>
            <pc:sldMk cId="2490077739" sldId="704"/>
            <ac:spMk id="11" creationId="{9C54FA6C-5ECB-97B0-71E1-E141FFFADA21}"/>
          </ac:spMkLst>
        </pc:spChg>
        <pc:spChg chg="add mod">
          <ac:chgData name="Shaun Barrett" userId="2e21295b-21c9-4734-b4c8-23b29a1a1ba3" providerId="ADAL" clId="{01385495-6822-4F9D-97CD-D36E114A1A69}" dt="2025-04-25T14:50:17.580" v="458" actId="14100"/>
          <ac:spMkLst>
            <pc:docMk/>
            <pc:sldMk cId="2490077739" sldId="704"/>
            <ac:spMk id="13" creationId="{5A748B35-1975-87A7-B64F-F6F1CD54E8C1}"/>
          </ac:spMkLst>
        </pc:spChg>
        <pc:spChg chg="add mod">
          <ac:chgData name="Shaun Barrett" userId="2e21295b-21c9-4734-b4c8-23b29a1a1ba3" providerId="ADAL" clId="{01385495-6822-4F9D-97CD-D36E114A1A69}" dt="2025-04-25T15:18:48.156" v="673" actId="1038"/>
          <ac:spMkLst>
            <pc:docMk/>
            <pc:sldMk cId="2490077739" sldId="704"/>
            <ac:spMk id="14" creationId="{8568F8C4-91C3-CB78-5BBA-A45C4EAD76AD}"/>
          </ac:spMkLst>
        </pc:spChg>
        <pc:spChg chg="add mod">
          <ac:chgData name="Shaun Barrett" userId="2e21295b-21c9-4734-b4c8-23b29a1a1ba3" providerId="ADAL" clId="{01385495-6822-4F9D-97CD-D36E114A1A69}" dt="2025-04-25T15:18:48.156" v="673" actId="1038"/>
          <ac:spMkLst>
            <pc:docMk/>
            <pc:sldMk cId="2490077739" sldId="704"/>
            <ac:spMk id="15" creationId="{523C3398-9E5D-81EC-40F0-6CE041AD173D}"/>
          </ac:spMkLst>
        </pc:spChg>
        <pc:spChg chg="mod">
          <ac:chgData name="Shaun Barrett" userId="2e21295b-21c9-4734-b4c8-23b29a1a1ba3" providerId="ADAL" clId="{01385495-6822-4F9D-97CD-D36E114A1A69}" dt="2025-04-29T08:56:02.097" v="1096" actId="20577"/>
          <ac:spMkLst>
            <pc:docMk/>
            <pc:sldMk cId="2490077739" sldId="704"/>
            <ac:spMk id="16" creationId="{4E6B710E-7809-10C0-A07C-457D051477C6}"/>
          </ac:spMkLst>
        </pc:spChg>
        <pc:spChg chg="mod">
          <ac:chgData name="Shaun Barrett" userId="2e21295b-21c9-4734-b4c8-23b29a1a1ba3" providerId="ADAL" clId="{01385495-6822-4F9D-97CD-D36E114A1A69}" dt="2025-04-25T14:49:53.428" v="413" actId="1037"/>
          <ac:spMkLst>
            <pc:docMk/>
            <pc:sldMk cId="2490077739" sldId="704"/>
            <ac:spMk id="17" creationId="{3A4378B3-071C-4B9B-1DC8-CAC0726EC764}"/>
          </ac:spMkLst>
        </pc:spChg>
        <pc:spChg chg="mod">
          <ac:chgData name="Shaun Barrett" userId="2e21295b-21c9-4734-b4c8-23b29a1a1ba3" providerId="ADAL" clId="{01385495-6822-4F9D-97CD-D36E114A1A69}" dt="2025-04-25T14:49:53.428" v="413" actId="1037"/>
          <ac:spMkLst>
            <pc:docMk/>
            <pc:sldMk cId="2490077739" sldId="704"/>
            <ac:spMk id="18" creationId="{3B4643F2-6ECC-709D-32A1-D5D484806361}"/>
          </ac:spMkLst>
        </pc:spChg>
        <pc:spChg chg="add mod">
          <ac:chgData name="Shaun Barrett" userId="2e21295b-21c9-4734-b4c8-23b29a1a1ba3" providerId="ADAL" clId="{01385495-6822-4F9D-97CD-D36E114A1A69}" dt="2025-04-25T15:18:48.156" v="673" actId="1038"/>
          <ac:spMkLst>
            <pc:docMk/>
            <pc:sldMk cId="2490077739" sldId="704"/>
            <ac:spMk id="19" creationId="{B1C9CF84-19E7-C166-435F-0E21EB13A62E}"/>
          </ac:spMkLst>
        </pc:spChg>
        <pc:spChg chg="add mod">
          <ac:chgData name="Shaun Barrett" userId="2e21295b-21c9-4734-b4c8-23b29a1a1ba3" providerId="ADAL" clId="{01385495-6822-4F9D-97CD-D36E114A1A69}" dt="2025-04-25T15:18:58.021" v="674" actId="553"/>
          <ac:spMkLst>
            <pc:docMk/>
            <pc:sldMk cId="2490077739" sldId="704"/>
            <ac:spMk id="22" creationId="{4C903A91-3BD0-5353-32C5-8FBCB6FAC5D6}"/>
          </ac:spMkLst>
        </pc:spChg>
        <pc:spChg chg="add mod">
          <ac:chgData name="Shaun Barrett" userId="2e21295b-21c9-4734-b4c8-23b29a1a1ba3" providerId="ADAL" clId="{01385495-6822-4F9D-97CD-D36E114A1A69}" dt="2025-04-25T14:50:33.703" v="492" actId="14100"/>
          <ac:spMkLst>
            <pc:docMk/>
            <pc:sldMk cId="2490077739" sldId="704"/>
            <ac:spMk id="23" creationId="{391BF090-EBC7-4496-3401-F25B8A49A0F7}"/>
          </ac:spMkLst>
        </pc:spChg>
        <pc:spChg chg="add mod">
          <ac:chgData name="Shaun Barrett" userId="2e21295b-21c9-4734-b4c8-23b29a1a1ba3" providerId="ADAL" clId="{01385495-6822-4F9D-97CD-D36E114A1A69}" dt="2025-04-25T15:18:48.156" v="673" actId="1038"/>
          <ac:spMkLst>
            <pc:docMk/>
            <pc:sldMk cId="2490077739" sldId="704"/>
            <ac:spMk id="27" creationId="{E91DCA4A-B0CC-3044-C16D-7648D314EEF8}"/>
          </ac:spMkLst>
        </pc:spChg>
        <pc:spChg chg="add mod">
          <ac:chgData name="Shaun Barrett" userId="2e21295b-21c9-4734-b4c8-23b29a1a1ba3" providerId="ADAL" clId="{01385495-6822-4F9D-97CD-D36E114A1A69}" dt="2025-04-25T15:18:58.021" v="674" actId="553"/>
          <ac:spMkLst>
            <pc:docMk/>
            <pc:sldMk cId="2490077739" sldId="704"/>
            <ac:spMk id="30" creationId="{D7F7EF75-6B7A-BBC5-2214-5824C28477E2}"/>
          </ac:spMkLst>
        </pc:spChg>
        <pc:spChg chg="mod">
          <ac:chgData name="Shaun Barrett" userId="2e21295b-21c9-4734-b4c8-23b29a1a1ba3" providerId="ADAL" clId="{01385495-6822-4F9D-97CD-D36E114A1A69}" dt="2025-04-25T14:50:00.691" v="415" actId="14100"/>
          <ac:spMkLst>
            <pc:docMk/>
            <pc:sldMk cId="2490077739" sldId="704"/>
            <ac:spMk id="31" creationId="{84AE0D17-3807-9270-4991-4A510302CB8C}"/>
          </ac:spMkLst>
        </pc:spChg>
        <pc:spChg chg="add mod">
          <ac:chgData name="Shaun Barrett" userId="2e21295b-21c9-4734-b4c8-23b29a1a1ba3" providerId="ADAL" clId="{01385495-6822-4F9D-97CD-D36E114A1A69}" dt="2025-04-25T15:18:58.021" v="674" actId="553"/>
          <ac:spMkLst>
            <pc:docMk/>
            <pc:sldMk cId="2490077739" sldId="704"/>
            <ac:spMk id="32" creationId="{C84874FE-C517-78FB-1185-9AFA59AEA970}"/>
          </ac:spMkLst>
        </pc:spChg>
        <pc:spChg chg="add mod">
          <ac:chgData name="Shaun Barrett" userId="2e21295b-21c9-4734-b4c8-23b29a1a1ba3" providerId="ADAL" clId="{01385495-6822-4F9D-97CD-D36E114A1A69}" dt="2025-04-25T15:18:58.021" v="674" actId="553"/>
          <ac:spMkLst>
            <pc:docMk/>
            <pc:sldMk cId="2490077739" sldId="704"/>
            <ac:spMk id="33" creationId="{674C3F1B-B82E-F1EF-9916-2758FD0C1E96}"/>
          </ac:spMkLst>
        </pc:spChg>
        <pc:spChg chg="mod">
          <ac:chgData name="Shaun Barrett" userId="2e21295b-21c9-4734-b4c8-23b29a1a1ba3" providerId="ADAL" clId="{01385495-6822-4F9D-97CD-D36E114A1A69}" dt="2025-04-25T14:50:06.923" v="430" actId="1037"/>
          <ac:spMkLst>
            <pc:docMk/>
            <pc:sldMk cId="2490077739" sldId="704"/>
            <ac:spMk id="88" creationId="{16ABE9C5-5D8A-1DC9-3431-F22D4C73E340}"/>
          </ac:spMkLst>
        </pc:spChg>
        <pc:spChg chg="mod">
          <ac:chgData name="Shaun Barrett" userId="2e21295b-21c9-4734-b4c8-23b29a1a1ba3" providerId="ADAL" clId="{01385495-6822-4F9D-97CD-D36E114A1A69}" dt="2025-04-25T15:05:58.572" v="540" actId="20577"/>
          <ac:spMkLst>
            <pc:docMk/>
            <pc:sldMk cId="2490077739" sldId="704"/>
            <ac:spMk id="89" creationId="{52505968-3699-027E-2430-1923F313B8BB}"/>
          </ac:spMkLst>
        </pc:spChg>
        <pc:spChg chg="mod">
          <ac:chgData name="Shaun Barrett" userId="2e21295b-21c9-4734-b4c8-23b29a1a1ba3" providerId="ADAL" clId="{01385495-6822-4F9D-97CD-D36E114A1A69}" dt="2025-04-25T14:50:06.923" v="430" actId="1037"/>
          <ac:spMkLst>
            <pc:docMk/>
            <pc:sldMk cId="2490077739" sldId="704"/>
            <ac:spMk id="91" creationId="{C7C8151C-CAD0-93F6-9121-81AF79A2C808}"/>
          </ac:spMkLst>
        </pc:spChg>
        <pc:spChg chg="mod">
          <ac:chgData name="Shaun Barrett" userId="2e21295b-21c9-4734-b4c8-23b29a1a1ba3" providerId="ADAL" clId="{01385495-6822-4F9D-97CD-D36E114A1A69}" dt="2025-04-25T14:50:06.923" v="430" actId="1037"/>
          <ac:spMkLst>
            <pc:docMk/>
            <pc:sldMk cId="2490077739" sldId="704"/>
            <ac:spMk id="95" creationId="{4A9F2AB2-072F-3340-F1DF-CAB06959B99B}"/>
          </ac:spMkLst>
        </pc:spChg>
        <pc:picChg chg="add mod">
          <ac:chgData name="Shaun Barrett" userId="2e21295b-21c9-4734-b4c8-23b29a1a1ba3" providerId="ADAL" clId="{01385495-6822-4F9D-97CD-D36E114A1A69}" dt="2025-04-25T14:50:06.923" v="430" actId="1037"/>
          <ac:picMkLst>
            <pc:docMk/>
            <pc:sldMk cId="2490077739" sldId="704"/>
            <ac:picMk id="12" creationId="{21205693-E326-3A39-86E2-0CA793CF33D9}"/>
          </ac:picMkLst>
        </pc:picChg>
        <pc:picChg chg="add mod">
          <ac:chgData name="Shaun Barrett" userId="2e21295b-21c9-4734-b4c8-23b29a1a1ba3" providerId="ADAL" clId="{01385495-6822-4F9D-97CD-D36E114A1A69}" dt="2025-04-25T14:47:27.628" v="359" actId="1076"/>
          <ac:picMkLst>
            <pc:docMk/>
            <pc:sldMk cId="2490077739" sldId="704"/>
            <ac:picMk id="34" creationId="{4BC4CEAE-0462-048F-A40A-F8B8FA12BCC3}"/>
          </ac:picMkLst>
        </pc:picChg>
        <pc:picChg chg="add mod">
          <ac:chgData name="Shaun Barrett" userId="2e21295b-21c9-4734-b4c8-23b29a1a1ba3" providerId="ADAL" clId="{01385495-6822-4F9D-97CD-D36E114A1A69}" dt="2025-04-25T14:47:33.514" v="361" actId="1076"/>
          <ac:picMkLst>
            <pc:docMk/>
            <pc:sldMk cId="2490077739" sldId="704"/>
            <ac:picMk id="35" creationId="{E2B0D37D-0475-85D5-6843-0EA5F52BFA99}"/>
          </ac:picMkLst>
        </pc:picChg>
        <pc:picChg chg="mod">
          <ac:chgData name="Shaun Barrett" userId="2e21295b-21c9-4734-b4c8-23b29a1a1ba3" providerId="ADAL" clId="{01385495-6822-4F9D-97CD-D36E114A1A69}" dt="2025-04-25T14:50:06.923" v="430" actId="1037"/>
          <ac:picMkLst>
            <pc:docMk/>
            <pc:sldMk cId="2490077739" sldId="704"/>
            <ac:picMk id="100" creationId="{9F53A10A-3622-BE27-1C9E-712CF5B17F5E}"/>
          </ac:picMkLst>
        </pc:picChg>
        <pc:picChg chg="mod">
          <ac:chgData name="Shaun Barrett" userId="2e21295b-21c9-4734-b4c8-23b29a1a1ba3" providerId="ADAL" clId="{01385495-6822-4F9D-97CD-D36E114A1A69}" dt="2025-04-25T14:50:06.923" v="430" actId="1037"/>
          <ac:picMkLst>
            <pc:docMk/>
            <pc:sldMk cId="2490077739" sldId="704"/>
            <ac:picMk id="101" creationId="{8D327735-31B4-34C8-C735-1B09EA65559A}"/>
          </ac:picMkLst>
        </pc:picChg>
      </pc:sldChg>
      <pc:sldChg chg="modSp mod">
        <pc:chgData name="Shaun Barrett" userId="2e21295b-21c9-4734-b4c8-23b29a1a1ba3" providerId="ADAL" clId="{01385495-6822-4F9D-97CD-D36E114A1A69}" dt="2025-04-25T15:22:43.290" v="1050" actId="20577"/>
        <pc:sldMkLst>
          <pc:docMk/>
          <pc:sldMk cId="686593796" sldId="705"/>
        </pc:sldMkLst>
        <pc:graphicFrameChg chg="modGraphic">
          <ac:chgData name="Shaun Barrett" userId="2e21295b-21c9-4734-b4c8-23b29a1a1ba3" providerId="ADAL" clId="{01385495-6822-4F9D-97CD-D36E114A1A69}" dt="2025-04-25T15:22:43.290" v="1050" actId="20577"/>
          <ac:graphicFrameMkLst>
            <pc:docMk/>
            <pc:sldMk cId="686593796" sldId="705"/>
            <ac:graphicFrameMk id="6" creationId="{B094B9E2-793B-53E8-898F-AE30D54FB3EE}"/>
          </ac:graphicFrameMkLst>
        </pc:graphicFrameChg>
        <pc:graphicFrameChg chg="modGraphic">
          <ac:chgData name="Shaun Barrett" userId="2e21295b-21c9-4734-b4c8-23b29a1a1ba3" providerId="ADAL" clId="{01385495-6822-4F9D-97CD-D36E114A1A69}" dt="2025-04-25T15:20:49.353" v="828" actId="20577"/>
          <ac:graphicFrameMkLst>
            <pc:docMk/>
            <pc:sldMk cId="686593796" sldId="705"/>
            <ac:graphicFrameMk id="10" creationId="{D6342D7E-9006-C98D-59CC-78992BCBD3E8}"/>
          </ac:graphicFrameMkLst>
        </pc:graphicFrameChg>
      </pc:sldChg>
      <pc:sldChg chg="addSp delSp modSp add mod">
        <pc:chgData name="Shaun Barrett" userId="2e21295b-21c9-4734-b4c8-23b29a1a1ba3" providerId="ADAL" clId="{01385495-6822-4F9D-97CD-D36E114A1A69}" dt="2025-04-25T15:15:13.156" v="665" actId="1038"/>
        <pc:sldMkLst>
          <pc:docMk/>
          <pc:sldMk cId="2459746774" sldId="706"/>
        </pc:sldMkLst>
        <pc:spChg chg="mod">
          <ac:chgData name="Shaun Barrett" userId="2e21295b-21c9-4734-b4c8-23b29a1a1ba3" providerId="ADAL" clId="{01385495-6822-4F9D-97CD-D36E114A1A69}" dt="2025-04-25T15:11:18.924" v="564" actId="20577"/>
          <ac:spMkLst>
            <pc:docMk/>
            <pc:sldMk cId="2459746774" sldId="706"/>
            <ac:spMk id="2" creationId="{0DF787AB-D35B-41D8-922E-58E6B6D926F3}"/>
          </ac:spMkLst>
        </pc:spChg>
      </pc:sldChg>
    </pc:docChg>
  </pc:docChgLst>
  <pc:docChgLst>
    <pc:chgData name="Jacob Smycz" userId="S::jsmycz@openboxsoftware.com::d03db9f2-e007-4614-ba87-e09f2c7a507f" providerId="AD" clId="Web-{9F49FFE9-494A-4C4E-EB0D-3F25F62FBA53}"/>
    <pc:docChg chg="modSld">
      <pc:chgData name="Jacob Smycz" userId="S::jsmycz@openboxsoftware.com::d03db9f2-e007-4614-ba87-e09f2c7a507f" providerId="AD" clId="Web-{9F49FFE9-494A-4C4E-EB0D-3F25F62FBA53}" dt="2025-03-31T08:14:09.833" v="209"/>
      <pc:docMkLst>
        <pc:docMk/>
      </pc:docMkLst>
      <pc:sldChg chg="modSp">
        <pc:chgData name="Jacob Smycz" userId="S::jsmycz@openboxsoftware.com::d03db9f2-e007-4614-ba87-e09f2c7a507f" providerId="AD" clId="Web-{9F49FFE9-494A-4C4E-EB0D-3F25F62FBA53}" dt="2025-03-31T08:14:09.833" v="209"/>
        <pc:sldMkLst>
          <pc:docMk/>
          <pc:sldMk cId="686593796" sldId="705"/>
        </pc:sldMkLst>
        <pc:graphicFrameChg chg="mod modGraphic">
          <ac:chgData name="Jacob Smycz" userId="S::jsmycz@openboxsoftware.com::d03db9f2-e007-4614-ba87-e09f2c7a507f" providerId="AD" clId="Web-{9F49FFE9-494A-4C4E-EB0D-3F25F62FBA53}" dt="2025-03-31T08:14:09.833" v="209"/>
          <ac:graphicFrameMkLst>
            <pc:docMk/>
            <pc:sldMk cId="686593796" sldId="705"/>
            <ac:graphicFrameMk id="10" creationId="{D6342D7E-9006-C98D-59CC-78992BCBD3E8}"/>
          </ac:graphicFrameMkLst>
        </pc:graphicFrameChg>
      </pc:sldChg>
    </pc:docChg>
  </pc:docChgLst>
  <pc:docChgLst>
    <pc:chgData name="Shaun Barrett" userId="2e21295b-21c9-4734-b4c8-23b29a1a1ba3" providerId="ADAL" clId="{8291149A-7D87-4524-8FE4-2086FDFE59EB}"/>
    <pc:docChg chg="undo custSel modSld">
      <pc:chgData name="Shaun Barrett" userId="2e21295b-21c9-4734-b4c8-23b29a1a1ba3" providerId="ADAL" clId="{8291149A-7D87-4524-8FE4-2086FDFE59EB}" dt="2025-05-27T14:36:15.800" v="159" actId="20577"/>
      <pc:docMkLst>
        <pc:docMk/>
      </pc:docMkLst>
      <pc:sldChg chg="modSp mod">
        <pc:chgData name="Shaun Barrett" userId="2e21295b-21c9-4734-b4c8-23b29a1a1ba3" providerId="ADAL" clId="{8291149A-7D87-4524-8FE4-2086FDFE59EB}" dt="2025-05-27T10:32:42.083" v="13" actId="20577"/>
        <pc:sldMkLst>
          <pc:docMk/>
          <pc:sldMk cId="464677460" sldId="584"/>
        </pc:sldMkLst>
        <pc:spChg chg="mod">
          <ac:chgData name="Shaun Barrett" userId="2e21295b-21c9-4734-b4c8-23b29a1a1ba3" providerId="ADAL" clId="{8291149A-7D87-4524-8FE4-2086FDFE59EB}" dt="2025-05-27T10:32:42.083" v="13" actId="20577"/>
          <ac:spMkLst>
            <pc:docMk/>
            <pc:sldMk cId="464677460" sldId="584"/>
            <ac:spMk id="2" creationId="{450182FC-C4B5-77D3-0384-8FF7A48A44E2}"/>
          </ac:spMkLst>
        </pc:spChg>
      </pc:sldChg>
      <pc:sldChg chg="addSp delSp modSp mod">
        <pc:chgData name="Shaun Barrett" userId="2e21295b-21c9-4734-b4c8-23b29a1a1ba3" providerId="ADAL" clId="{8291149A-7D87-4524-8FE4-2086FDFE59EB}" dt="2025-05-27T14:29:05.466" v="111" actId="14100"/>
        <pc:sldMkLst>
          <pc:docMk/>
          <pc:sldMk cId="3060173964" sldId="638"/>
        </pc:sldMkLst>
        <pc:picChg chg="add del mod">
          <ac:chgData name="Shaun Barrett" userId="2e21295b-21c9-4734-b4c8-23b29a1a1ba3" providerId="ADAL" clId="{8291149A-7D87-4524-8FE4-2086FDFE59EB}" dt="2025-05-27T14:24:47.580" v="91" actId="478"/>
          <ac:picMkLst>
            <pc:docMk/>
            <pc:sldMk cId="3060173964" sldId="638"/>
            <ac:picMk id="4" creationId="{2C07C6AA-B392-97AE-D4E9-D76B728DDA81}"/>
          </ac:picMkLst>
        </pc:picChg>
        <pc:picChg chg="add mod">
          <ac:chgData name="Shaun Barrett" userId="2e21295b-21c9-4734-b4c8-23b29a1a1ba3" providerId="ADAL" clId="{8291149A-7D87-4524-8FE4-2086FDFE59EB}" dt="2025-05-27T14:25:13.280" v="95" actId="14100"/>
          <ac:picMkLst>
            <pc:docMk/>
            <pc:sldMk cId="3060173964" sldId="638"/>
            <ac:picMk id="6" creationId="{1D76A72E-A794-16FB-C0ED-90764E31ADCD}"/>
          </ac:picMkLst>
        </pc:picChg>
        <pc:picChg chg="del">
          <ac:chgData name="Shaun Barrett" userId="2e21295b-21c9-4734-b4c8-23b29a1a1ba3" providerId="ADAL" clId="{8291149A-7D87-4524-8FE4-2086FDFE59EB}" dt="2025-05-27T14:20:09.781" v="87" actId="478"/>
          <ac:picMkLst>
            <pc:docMk/>
            <pc:sldMk cId="3060173964" sldId="638"/>
            <ac:picMk id="8" creationId="{AC2E03F2-2EE5-67D0-3A13-E969328A349E}"/>
          </ac:picMkLst>
        </pc:picChg>
        <pc:picChg chg="add mod">
          <ac:chgData name="Shaun Barrett" userId="2e21295b-21c9-4734-b4c8-23b29a1a1ba3" providerId="ADAL" clId="{8291149A-7D87-4524-8FE4-2086FDFE59EB}" dt="2025-05-27T14:27:49.105" v="100" actId="14100"/>
          <ac:picMkLst>
            <pc:docMk/>
            <pc:sldMk cId="3060173964" sldId="638"/>
            <ac:picMk id="9" creationId="{058FA95F-2D90-E38D-1367-EC4490E810F4}"/>
          </ac:picMkLst>
        </pc:picChg>
        <pc:picChg chg="del">
          <ac:chgData name="Shaun Barrett" userId="2e21295b-21c9-4734-b4c8-23b29a1a1ba3" providerId="ADAL" clId="{8291149A-7D87-4524-8FE4-2086FDFE59EB}" dt="2025-05-27T14:20:09.239" v="86" actId="478"/>
          <ac:picMkLst>
            <pc:docMk/>
            <pc:sldMk cId="3060173964" sldId="638"/>
            <ac:picMk id="10" creationId="{11C57CE8-F1BA-4FD8-F0D4-86ACF456A467}"/>
          </ac:picMkLst>
        </pc:picChg>
        <pc:picChg chg="del">
          <ac:chgData name="Shaun Barrett" userId="2e21295b-21c9-4734-b4c8-23b29a1a1ba3" providerId="ADAL" clId="{8291149A-7D87-4524-8FE4-2086FDFE59EB}" dt="2025-05-27T14:20:07.618" v="84" actId="478"/>
          <ac:picMkLst>
            <pc:docMk/>
            <pc:sldMk cId="3060173964" sldId="638"/>
            <ac:picMk id="12" creationId="{2C0DFE5A-E406-9412-9BFB-C74E206E4B26}"/>
          </ac:picMkLst>
        </pc:picChg>
        <pc:picChg chg="add mod">
          <ac:chgData name="Shaun Barrett" userId="2e21295b-21c9-4734-b4c8-23b29a1a1ba3" providerId="ADAL" clId="{8291149A-7D87-4524-8FE4-2086FDFE59EB}" dt="2025-05-27T14:29:05.466" v="111" actId="14100"/>
          <ac:picMkLst>
            <pc:docMk/>
            <pc:sldMk cId="3060173964" sldId="638"/>
            <ac:picMk id="13" creationId="{8A91E8D9-7CF1-23F0-1374-67F0EC200011}"/>
          </ac:picMkLst>
        </pc:picChg>
        <pc:picChg chg="del">
          <ac:chgData name="Shaun Barrett" userId="2e21295b-21c9-4734-b4c8-23b29a1a1ba3" providerId="ADAL" clId="{8291149A-7D87-4524-8FE4-2086FDFE59EB}" dt="2025-05-27T14:20:08.737" v="85" actId="478"/>
          <ac:picMkLst>
            <pc:docMk/>
            <pc:sldMk cId="3060173964" sldId="638"/>
            <ac:picMk id="14" creationId="{7216D040-13EE-088C-BAF0-1DA949CAC5E0}"/>
          </ac:picMkLst>
        </pc:picChg>
        <pc:picChg chg="add mod">
          <ac:chgData name="Shaun Barrett" userId="2e21295b-21c9-4734-b4c8-23b29a1a1ba3" providerId="ADAL" clId="{8291149A-7D87-4524-8FE4-2086FDFE59EB}" dt="2025-05-27T14:29:02.600" v="110" actId="14100"/>
          <ac:picMkLst>
            <pc:docMk/>
            <pc:sldMk cId="3060173964" sldId="638"/>
            <ac:picMk id="16" creationId="{A670BA8A-3780-5C88-4F10-6CFA9087916D}"/>
          </ac:picMkLst>
        </pc:picChg>
      </pc:sldChg>
      <pc:sldChg chg="modSp mod">
        <pc:chgData name="Shaun Barrett" userId="2e21295b-21c9-4734-b4c8-23b29a1a1ba3" providerId="ADAL" clId="{8291149A-7D87-4524-8FE4-2086FDFE59EB}" dt="2025-05-27T11:34:13.864" v="83" actId="20577"/>
        <pc:sldMkLst>
          <pc:docMk/>
          <pc:sldMk cId="2490077739" sldId="704"/>
        </pc:sldMkLst>
        <pc:spChg chg="mod">
          <ac:chgData name="Shaun Barrett" userId="2e21295b-21c9-4734-b4c8-23b29a1a1ba3" providerId="ADAL" clId="{8291149A-7D87-4524-8FE4-2086FDFE59EB}" dt="2025-05-27T11:21:57.577" v="23" actId="20577"/>
          <ac:spMkLst>
            <pc:docMk/>
            <pc:sldMk cId="2490077739" sldId="704"/>
            <ac:spMk id="7" creationId="{FC4C3A25-2697-FFB3-90BE-E65C7287BF0F}"/>
          </ac:spMkLst>
        </pc:spChg>
        <pc:spChg chg="mod">
          <ac:chgData name="Shaun Barrett" userId="2e21295b-21c9-4734-b4c8-23b29a1a1ba3" providerId="ADAL" clId="{8291149A-7D87-4524-8FE4-2086FDFE59EB}" dt="2025-05-27T11:23:52.200" v="25" actId="20577"/>
          <ac:spMkLst>
            <pc:docMk/>
            <pc:sldMk cId="2490077739" sldId="704"/>
            <ac:spMk id="16" creationId="{4E6B710E-7809-10C0-A07C-457D051477C6}"/>
          </ac:spMkLst>
        </pc:spChg>
        <pc:spChg chg="mod">
          <ac:chgData name="Shaun Barrett" userId="2e21295b-21c9-4734-b4c8-23b29a1a1ba3" providerId="ADAL" clId="{8291149A-7D87-4524-8FE4-2086FDFE59EB}" dt="2025-05-27T11:08:52.743" v="21" actId="20577"/>
          <ac:spMkLst>
            <pc:docMk/>
            <pc:sldMk cId="2490077739" sldId="704"/>
            <ac:spMk id="17" creationId="{3A4378B3-071C-4B9B-1DC8-CAC0726EC764}"/>
          </ac:spMkLst>
        </pc:spChg>
        <pc:spChg chg="mod">
          <ac:chgData name="Shaun Barrett" userId="2e21295b-21c9-4734-b4c8-23b29a1a1ba3" providerId="ADAL" clId="{8291149A-7D87-4524-8FE4-2086FDFE59EB}" dt="2025-05-27T11:32:36.176" v="27" actId="20577"/>
          <ac:spMkLst>
            <pc:docMk/>
            <pc:sldMk cId="2490077739" sldId="704"/>
            <ac:spMk id="19" creationId="{B1C9CF84-19E7-C166-435F-0E21EB13A62E}"/>
          </ac:spMkLst>
        </pc:spChg>
        <pc:spChg chg="mod">
          <ac:chgData name="Shaun Barrett" userId="2e21295b-21c9-4734-b4c8-23b29a1a1ba3" providerId="ADAL" clId="{8291149A-7D87-4524-8FE4-2086FDFE59EB}" dt="2025-05-27T11:32:53.970" v="39" actId="20577"/>
          <ac:spMkLst>
            <pc:docMk/>
            <pc:sldMk cId="2490077739" sldId="704"/>
            <ac:spMk id="22" creationId="{4C903A91-3BD0-5353-32C5-8FBCB6FAC5D6}"/>
          </ac:spMkLst>
        </pc:spChg>
        <pc:spChg chg="mod">
          <ac:chgData name="Shaun Barrett" userId="2e21295b-21c9-4734-b4c8-23b29a1a1ba3" providerId="ADAL" clId="{8291149A-7D87-4524-8FE4-2086FDFE59EB}" dt="2025-05-27T11:33:45.351" v="57" actId="20577"/>
          <ac:spMkLst>
            <pc:docMk/>
            <pc:sldMk cId="2490077739" sldId="704"/>
            <ac:spMk id="27" creationId="{E91DCA4A-B0CC-3044-C16D-7648D314EEF8}"/>
          </ac:spMkLst>
        </pc:spChg>
        <pc:spChg chg="mod">
          <ac:chgData name="Shaun Barrett" userId="2e21295b-21c9-4734-b4c8-23b29a1a1ba3" providerId="ADAL" clId="{8291149A-7D87-4524-8FE4-2086FDFE59EB}" dt="2025-05-27T11:33:40.668" v="55" actId="20577"/>
          <ac:spMkLst>
            <pc:docMk/>
            <pc:sldMk cId="2490077739" sldId="704"/>
            <ac:spMk id="30" creationId="{D7F7EF75-6B7A-BBC5-2214-5824C28477E2}"/>
          </ac:spMkLst>
        </pc:spChg>
        <pc:spChg chg="mod">
          <ac:chgData name="Shaun Barrett" userId="2e21295b-21c9-4734-b4c8-23b29a1a1ba3" providerId="ADAL" clId="{8291149A-7D87-4524-8FE4-2086FDFE59EB}" dt="2025-05-27T11:33:53.747" v="77" actId="20577"/>
          <ac:spMkLst>
            <pc:docMk/>
            <pc:sldMk cId="2490077739" sldId="704"/>
            <ac:spMk id="32" creationId="{C84874FE-C517-78FB-1185-9AFA59AEA970}"/>
          </ac:spMkLst>
        </pc:spChg>
        <pc:spChg chg="mod">
          <ac:chgData name="Shaun Barrett" userId="2e21295b-21c9-4734-b4c8-23b29a1a1ba3" providerId="ADAL" clId="{8291149A-7D87-4524-8FE4-2086FDFE59EB}" dt="2025-05-27T11:34:13.864" v="83" actId="20577"/>
          <ac:spMkLst>
            <pc:docMk/>
            <pc:sldMk cId="2490077739" sldId="704"/>
            <ac:spMk id="33" creationId="{674C3F1B-B82E-F1EF-9916-2758FD0C1E96}"/>
          </ac:spMkLst>
        </pc:spChg>
      </pc:sldChg>
      <pc:sldChg chg="modSp mod">
        <pc:chgData name="Shaun Barrett" userId="2e21295b-21c9-4734-b4c8-23b29a1a1ba3" providerId="ADAL" clId="{8291149A-7D87-4524-8FE4-2086FDFE59EB}" dt="2025-05-27T14:36:15.800" v="159" actId="20577"/>
        <pc:sldMkLst>
          <pc:docMk/>
          <pc:sldMk cId="686593796" sldId="705"/>
        </pc:sldMkLst>
        <pc:graphicFrameChg chg="modGraphic">
          <ac:chgData name="Shaun Barrett" userId="2e21295b-21c9-4734-b4c8-23b29a1a1ba3" providerId="ADAL" clId="{8291149A-7D87-4524-8FE4-2086FDFE59EB}" dt="2025-05-27T14:36:15.800" v="159" actId="20577"/>
          <ac:graphicFrameMkLst>
            <pc:docMk/>
            <pc:sldMk cId="686593796" sldId="705"/>
            <ac:graphicFrameMk id="6" creationId="{B094B9E2-793B-53E8-898F-AE30D54FB3EE}"/>
          </ac:graphicFrameMkLst>
        </pc:graphicFrameChg>
        <pc:graphicFrameChg chg="modGraphic">
          <ac:chgData name="Shaun Barrett" userId="2e21295b-21c9-4734-b4c8-23b29a1a1ba3" providerId="ADAL" clId="{8291149A-7D87-4524-8FE4-2086FDFE59EB}" dt="2025-05-27T14:35:57.465" v="137" actId="6549"/>
          <ac:graphicFrameMkLst>
            <pc:docMk/>
            <pc:sldMk cId="686593796" sldId="705"/>
            <ac:graphicFrameMk id="10" creationId="{D6342D7E-9006-C98D-59CC-78992BCBD3E8}"/>
          </ac:graphicFrameMkLst>
        </pc:graphicFrameChg>
      </pc:sldChg>
      <pc:sldChg chg="addSp delSp modSp mod">
        <pc:chgData name="Shaun Barrett" userId="2e21295b-21c9-4734-b4c8-23b29a1a1ba3" providerId="ADAL" clId="{8291149A-7D87-4524-8FE4-2086FDFE59EB}" dt="2025-05-27T14:35:35.505" v="127" actId="1076"/>
        <pc:sldMkLst>
          <pc:docMk/>
          <pc:sldMk cId="2459746774" sldId="706"/>
        </pc:sldMkLst>
        <pc:picChg chg="add mod">
          <ac:chgData name="Shaun Barrett" userId="2e21295b-21c9-4734-b4c8-23b29a1a1ba3" providerId="ADAL" clId="{8291149A-7D87-4524-8FE4-2086FDFE59EB}" dt="2025-05-27T14:35:26.588" v="124" actId="1076"/>
          <ac:picMkLst>
            <pc:docMk/>
            <pc:sldMk cId="2459746774" sldId="706"/>
            <ac:picMk id="4" creationId="{C0C51446-A8A8-E774-AFBC-16B3C2BA3131}"/>
          </ac:picMkLst>
        </pc:picChg>
        <pc:picChg chg="add mod">
          <ac:chgData name="Shaun Barrett" userId="2e21295b-21c9-4734-b4c8-23b29a1a1ba3" providerId="ADAL" clId="{8291149A-7D87-4524-8FE4-2086FDFE59EB}" dt="2025-05-27T14:35:35.505" v="127" actId="1076"/>
          <ac:picMkLst>
            <pc:docMk/>
            <pc:sldMk cId="2459746774" sldId="706"/>
            <ac:picMk id="6" creationId="{B18C85B0-66AC-9C0D-463B-A0987A354414}"/>
          </ac:picMkLst>
        </pc:picChg>
        <pc:picChg chg="del">
          <ac:chgData name="Shaun Barrett" userId="2e21295b-21c9-4734-b4c8-23b29a1a1ba3" providerId="ADAL" clId="{8291149A-7D87-4524-8FE4-2086FDFE59EB}" dt="2025-05-27T14:34:50.374" v="112" actId="478"/>
          <ac:picMkLst>
            <pc:docMk/>
            <pc:sldMk cId="2459746774" sldId="706"/>
            <ac:picMk id="14" creationId="{0DA9A6D5-D1A3-2310-54F6-53295400818D}"/>
          </ac:picMkLst>
        </pc:picChg>
        <pc:picChg chg="del">
          <ac:chgData name="Shaun Barrett" userId="2e21295b-21c9-4734-b4c8-23b29a1a1ba3" providerId="ADAL" clId="{8291149A-7D87-4524-8FE4-2086FDFE59EB}" dt="2025-05-27T14:34:50.880" v="113" actId="478"/>
          <ac:picMkLst>
            <pc:docMk/>
            <pc:sldMk cId="2459746774" sldId="706"/>
            <ac:picMk id="16" creationId="{323BBA74-C999-2AA5-21D8-874364F7C0A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09EE3C3-D060-B815-7624-30BA8F84C9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Proxima Nova Lt" panose="02000506030000020004" pitchFamily="50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529D36-1895-94C2-78CE-8F69CE9133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3B68E-A5DF-5D48-9727-8E1443F56DAA}" type="datetimeFigureOut">
              <a:rPr lang="en-US" smtClean="0">
                <a:latin typeface="Proxima Nova Lt" panose="02000506030000020004" pitchFamily="50" charset="0"/>
              </a:rPr>
              <a:t>5/27/2025</a:t>
            </a:fld>
            <a:endParaRPr lang="en-US">
              <a:latin typeface="Proxima Nova Lt" panose="02000506030000020004" pitchFamily="50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A4C241-73A3-D57C-0879-B96F6D2858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Proxima Nova Lt" panose="02000506030000020004" pitchFamily="50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B93EB-2D78-2536-2EEF-16A15AA98E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12603-647F-4846-A873-AA219E2C8144}" type="slidenum">
              <a:rPr lang="en-US" smtClean="0">
                <a:latin typeface="Proxima Nova Lt" panose="02000506030000020004" pitchFamily="50" charset="0"/>
              </a:rPr>
              <a:t>‹#›</a:t>
            </a:fld>
            <a:endParaRPr lang="en-US">
              <a:latin typeface="Proxima Nova Lt" panose="02000506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4412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Proxima Nova Lt" panose="02000506030000020004" pitchFamily="50" charset="0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Proxima Nova Lt" panose="02000506030000020004" pitchFamily="50" charset="0"/>
              </a:defRPr>
            </a:lvl1pPr>
          </a:lstStyle>
          <a:p>
            <a:fld id="{BE7C5F7D-AE2E-47C7-8BA2-CC4D7F4E80EF}" type="datetimeFigureOut">
              <a:rPr lang="en-GB" smtClean="0"/>
              <a:pPr/>
              <a:t>27/05/2025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Proxima Nova Lt" panose="02000506030000020004" pitchFamily="50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Proxima Nova Lt" panose="02000506030000020004" pitchFamily="50" charset="0"/>
              </a:defRPr>
            </a:lvl1pPr>
          </a:lstStyle>
          <a:p>
            <a:fld id="{CEA9EF18-44DA-4CCF-A8F6-0B08C301055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601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917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333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1. Cover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4657" y="1998980"/>
            <a:ext cx="10662686" cy="12573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accent3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Cover page header</a:t>
            </a:r>
          </a:p>
        </p:txBody>
      </p:sp>
    </p:spTree>
    <p:extLst>
      <p:ext uri="{BB962C8B-B14F-4D97-AF65-F5344CB8AC3E}">
        <p14:creationId xmlns:p14="http://schemas.microsoft.com/office/powerpoint/2010/main" val="915359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2. Cover title page with subhea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760B4EA3-6646-7264-6825-BFA91E903F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4656" y="2814614"/>
            <a:ext cx="10665343" cy="39587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7C59CA98-9679-1C21-C671-93E5430DBE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4657" y="1819066"/>
            <a:ext cx="10662686" cy="89724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 i="0">
                <a:solidFill>
                  <a:schemeClr val="accent3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Cover page header</a:t>
            </a:r>
          </a:p>
        </p:txBody>
      </p:sp>
    </p:spTree>
    <p:extLst>
      <p:ext uri="{BB962C8B-B14F-4D97-AF65-F5344CB8AC3E}">
        <p14:creationId xmlns:p14="http://schemas.microsoft.com/office/powerpoint/2010/main" val="1502410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3. Cover title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3435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1. White contents p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381A693-18BD-FBA6-179D-388789E5F6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F71408C-BCEA-AD6F-14FB-08F8969819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6" y="366301"/>
            <a:ext cx="9950141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304069C7-9C81-40E3-49A7-5EA02CE44A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366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tx2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188124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2. White contents with header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30F3266-F069-0710-143B-70D45628CC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C514DFA-7A92-A350-00B7-C37F82202A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6" y="366301"/>
            <a:ext cx="9950141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343815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3. White contents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6B340D4-9C04-3474-14ED-78EA4C6632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6" y="366301"/>
            <a:ext cx="9950141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860315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4. White content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4385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3. White + green line content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DADF9FC-7E7F-159C-9BF5-F2AA4D6EF1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8423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1. Greent 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4517499-C2A1-00A9-A3A9-04E5BEC6FC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BC97F2-BF6B-43B9-9CD5-4878467F81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E9734F4-FD77-BE8B-82AA-61CE73C10E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2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E9129D6C-A1C7-5110-195E-169DE23154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366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bg1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2852908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2. Greent content with header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4517499-C2A1-00A9-A3A9-04E5BEC6FC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F7170D2-2AEC-D8F7-F75A-89A75AE4CB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CB54C4E-862A-E397-C22E-47AA9B8FDE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413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3. Greent content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99CBF8F6-52DE-5450-333B-F54EEEEB65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C07D18-9044-B5B8-8E98-B5659DCAAA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714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4. Greent contents 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2F71B43-63EA-24D0-DA2A-34BA7953BA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8652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4.1 Gree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FC07D18-9044-B5B8-8E98-B5659DCAAA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D1D00B0-A41E-601F-812B-9CEE9713A3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25368" y="2567354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Divider page heading</a:t>
            </a:r>
          </a:p>
        </p:txBody>
      </p:sp>
    </p:spTree>
    <p:extLst>
      <p:ext uri="{BB962C8B-B14F-4D97-AF65-F5344CB8AC3E}">
        <p14:creationId xmlns:p14="http://schemas.microsoft.com/office/powerpoint/2010/main" val="36343659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5. Greent skyline content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D4204CA-7CB4-21A8-A585-7149C054AE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C6250CF-EADE-A974-5BD1-BD28E7CC09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3F88CD0-1EA5-629D-8EA4-FABCD8E520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4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1084040F-64D5-38F4-DBC0-7189F7E31A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366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bg1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14412401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6. Greent skyline contents with header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D4204CA-7CB4-21A8-A585-7149C054AE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DF8A4A-B6A4-F969-8599-673024A31B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69BE70E-9968-1C27-19A1-CA2BF33E8A3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438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7. Greent skyline contents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BC44FA8-F1F0-FECC-99CC-DE0C9A9254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E8BCB9-61C2-2BF5-5ED0-9E3A8DEAFF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1973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8. Greent skyline contents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70EC604-4A61-47B6-B56F-B164098381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0726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9. Greent skyline content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0612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10. Green skylin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60E8BCB9-61C2-2BF5-5ED0-9E3A8DEAFF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DCBB75F2-62E0-E46C-CDD8-176579C932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25368" y="1652954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Divider page heading</a:t>
            </a:r>
          </a:p>
        </p:txBody>
      </p:sp>
    </p:spTree>
    <p:extLst>
      <p:ext uri="{BB962C8B-B14F-4D97-AF65-F5344CB8AC3E}">
        <p14:creationId xmlns:p14="http://schemas.microsoft.com/office/powerpoint/2010/main" val="31891076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. White + green lin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D658C349-AB02-6371-E279-0625419C0FB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165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Subheading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8BCB5ED-FCB9-0B5B-A058-F84A2EF52F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5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AA4E3053-23BD-E08B-A363-4A36D67C2A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165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tx2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Type your heading here then enter and tab once to get the correct copy style on the next line</a:t>
            </a:r>
          </a:p>
          <a:p>
            <a:pPr lvl="1"/>
            <a:r>
              <a:rPr lang="en-US" dirty="0"/>
              <a:t>Text</a:t>
            </a:r>
          </a:p>
          <a:p>
            <a:pPr lvl="2"/>
            <a:r>
              <a:rPr lang="en-US" dirty="0"/>
              <a:t>Bullet 1</a:t>
            </a:r>
          </a:p>
          <a:p>
            <a:pPr lvl="3"/>
            <a:r>
              <a:rPr lang="en-US" dirty="0"/>
              <a:t>Bullet 2</a:t>
            </a:r>
          </a:p>
          <a:p>
            <a:pPr lvl="4"/>
            <a:r>
              <a:rPr lang="en-US" dirty="0"/>
              <a:t>Bullet 3</a:t>
            </a:r>
          </a:p>
          <a:p>
            <a:pPr lvl="5"/>
            <a:r>
              <a:rPr lang="en-US" dirty="0"/>
              <a:t>Bullet 4</a:t>
            </a:r>
          </a:p>
          <a:p>
            <a:pPr lvl="6"/>
            <a:r>
              <a:rPr lang="en-US" dirty="0"/>
              <a:t>Bullet 5</a:t>
            </a:r>
          </a:p>
          <a:p>
            <a:pPr lvl="7"/>
            <a:r>
              <a:rPr lang="en-US" dirty="0"/>
              <a:t>Bullet 6</a:t>
            </a:r>
          </a:p>
          <a:p>
            <a:pPr lvl="8"/>
            <a:r>
              <a:rPr lang="en-US" dirty="0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970725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2. White + green line contents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8B94CE1-AB3D-BF6D-CABC-1766118CD6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165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Subheading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C13CE60-2EAD-65C3-90C6-A91759024B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1503697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3. White + green line content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DADF9FC-7E7F-159C-9BF5-F2AA4D6EF1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4750994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4. White + green line content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66340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5. White + green lin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1FD3FCC-DA96-C8F5-80E3-CFA56515FC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25368" y="2152357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tx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 dirty="0"/>
              <a:t>Divider page heading</a:t>
            </a:r>
          </a:p>
        </p:txBody>
      </p:sp>
    </p:spTree>
    <p:extLst>
      <p:ext uri="{BB962C8B-B14F-4D97-AF65-F5344CB8AC3E}">
        <p14:creationId xmlns:p14="http://schemas.microsoft.com/office/powerpoint/2010/main" val="3573674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29">
            <a:extLst>
              <a:ext uri="{FF2B5EF4-FFF2-40B4-BE49-F238E27FC236}">
                <a16:creationId xmlns:a16="http://schemas.microsoft.com/office/drawing/2014/main" id="{A66354EC-930A-1A91-EFFB-8B02D08AD058}"/>
              </a:ext>
            </a:extLst>
          </p:cNvPr>
          <p:cNvGrpSpPr/>
          <p:nvPr userDrawn="1"/>
        </p:nvGrpSpPr>
        <p:grpSpPr>
          <a:xfrm>
            <a:off x="4813686" y="615567"/>
            <a:ext cx="2448280" cy="765236"/>
            <a:chOff x="-2541306" y="4007275"/>
            <a:chExt cx="1661445" cy="519303"/>
          </a:xfrm>
        </p:grpSpPr>
        <p:sp>
          <p:nvSpPr>
            <p:cNvPr id="6" name="Freeform: Shape 35">
              <a:extLst>
                <a:ext uri="{FF2B5EF4-FFF2-40B4-BE49-F238E27FC236}">
                  <a16:creationId xmlns:a16="http://schemas.microsoft.com/office/drawing/2014/main" id="{D5E15713-F894-3D16-F59C-D305CB357C4A}"/>
                </a:ext>
              </a:extLst>
            </p:cNvPr>
            <p:cNvSpPr/>
            <p:nvPr/>
          </p:nvSpPr>
          <p:spPr>
            <a:xfrm>
              <a:off x="-2302514" y="4180439"/>
              <a:ext cx="207835" cy="346138"/>
            </a:xfrm>
            <a:custGeom>
              <a:avLst/>
              <a:gdLst>
                <a:gd name="connsiteX0" fmla="*/ 31813 w 207835"/>
                <a:gd name="connsiteY0" fmla="*/ 107823 h 346138"/>
                <a:gd name="connsiteX1" fmla="*/ 103918 w 207835"/>
                <a:gd name="connsiteY1" fmla="*/ 183737 h 346138"/>
                <a:gd name="connsiteX2" fmla="*/ 176022 w 207835"/>
                <a:gd name="connsiteY2" fmla="*/ 107823 h 346138"/>
                <a:gd name="connsiteX3" fmla="*/ 103918 w 207835"/>
                <a:gd name="connsiteY3" fmla="*/ 31909 h 346138"/>
                <a:gd name="connsiteX4" fmla="*/ 31813 w 207835"/>
                <a:gd name="connsiteY4" fmla="*/ 107823 h 346138"/>
                <a:gd name="connsiteX5" fmla="*/ 95 w 207835"/>
                <a:gd name="connsiteY5" fmla="*/ 113062 h 346138"/>
                <a:gd name="connsiteX6" fmla="*/ 0 w 207835"/>
                <a:gd name="connsiteY6" fmla="*/ 107823 h 346138"/>
                <a:gd name="connsiteX7" fmla="*/ 103918 w 207835"/>
                <a:gd name="connsiteY7" fmla="*/ 0 h 346138"/>
                <a:gd name="connsiteX8" fmla="*/ 207836 w 207835"/>
                <a:gd name="connsiteY8" fmla="*/ 107823 h 346138"/>
                <a:gd name="connsiteX9" fmla="*/ 103918 w 207835"/>
                <a:gd name="connsiteY9" fmla="*/ 215646 h 346138"/>
                <a:gd name="connsiteX10" fmla="*/ 32004 w 207835"/>
                <a:gd name="connsiteY10" fmla="*/ 185738 h 346138"/>
                <a:gd name="connsiteX11" fmla="*/ 32004 w 207835"/>
                <a:gd name="connsiteY11" fmla="*/ 329089 h 346138"/>
                <a:gd name="connsiteX12" fmla="*/ 16002 w 207835"/>
                <a:gd name="connsiteY12" fmla="*/ 346139 h 346138"/>
                <a:gd name="connsiteX13" fmla="*/ 0 w 207835"/>
                <a:gd name="connsiteY13" fmla="*/ 329089 h 346138"/>
                <a:gd name="connsiteX14" fmla="*/ 0 w 207835"/>
                <a:gd name="connsiteY14" fmla="*/ 115157 h 346138"/>
                <a:gd name="connsiteX15" fmla="*/ 95 w 207835"/>
                <a:gd name="connsiteY15" fmla="*/ 113157 h 346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835" h="346138">
                  <a:moveTo>
                    <a:pt x="31813" y="107823"/>
                  </a:moveTo>
                  <a:cubicBezTo>
                    <a:pt x="31813" y="150686"/>
                    <a:pt x="65056" y="183737"/>
                    <a:pt x="103918" y="183737"/>
                  </a:cubicBezTo>
                  <a:cubicBezTo>
                    <a:pt x="142780" y="183737"/>
                    <a:pt x="176022" y="150686"/>
                    <a:pt x="176022" y="107823"/>
                  </a:cubicBezTo>
                  <a:cubicBezTo>
                    <a:pt x="176022" y="64960"/>
                    <a:pt x="142780" y="31909"/>
                    <a:pt x="103918" y="31909"/>
                  </a:cubicBezTo>
                  <a:cubicBezTo>
                    <a:pt x="65056" y="31909"/>
                    <a:pt x="31813" y="64865"/>
                    <a:pt x="31813" y="107823"/>
                  </a:cubicBezTo>
                  <a:moveTo>
                    <a:pt x="95" y="113062"/>
                  </a:moveTo>
                  <a:cubicBezTo>
                    <a:pt x="95" y="111347"/>
                    <a:pt x="0" y="109633"/>
                    <a:pt x="0" y="107823"/>
                  </a:cubicBezTo>
                  <a:cubicBezTo>
                    <a:pt x="0" y="48387"/>
                    <a:pt x="46387" y="0"/>
                    <a:pt x="103918" y="0"/>
                  </a:cubicBezTo>
                  <a:cubicBezTo>
                    <a:pt x="161449" y="0"/>
                    <a:pt x="207836" y="48387"/>
                    <a:pt x="207836" y="107823"/>
                  </a:cubicBezTo>
                  <a:cubicBezTo>
                    <a:pt x="207836" y="167259"/>
                    <a:pt x="161449" y="215646"/>
                    <a:pt x="103918" y="215646"/>
                  </a:cubicBezTo>
                  <a:cubicBezTo>
                    <a:pt x="76010" y="215646"/>
                    <a:pt x="50673" y="204216"/>
                    <a:pt x="32004" y="185738"/>
                  </a:cubicBezTo>
                  <a:lnTo>
                    <a:pt x="32004" y="329089"/>
                  </a:lnTo>
                  <a:cubicBezTo>
                    <a:pt x="32004" y="338233"/>
                    <a:pt x="25146" y="346139"/>
                    <a:pt x="16002" y="346139"/>
                  </a:cubicBezTo>
                  <a:cubicBezTo>
                    <a:pt x="6858" y="346139"/>
                    <a:pt x="0" y="338233"/>
                    <a:pt x="0" y="329089"/>
                  </a:cubicBezTo>
                  <a:lnTo>
                    <a:pt x="0" y="115157"/>
                  </a:lnTo>
                  <a:cubicBezTo>
                    <a:pt x="0" y="114491"/>
                    <a:pt x="0" y="113824"/>
                    <a:pt x="95" y="113157"/>
                  </a:cubicBezTo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7" name="Freeform: Shape 36">
              <a:extLst>
                <a:ext uri="{FF2B5EF4-FFF2-40B4-BE49-F238E27FC236}">
                  <a16:creationId xmlns:a16="http://schemas.microsoft.com/office/drawing/2014/main" id="{2A478BC1-6275-AFD5-C2D3-B1DF8C3C35BE}"/>
                </a:ext>
              </a:extLst>
            </p:cNvPr>
            <p:cNvSpPr/>
            <p:nvPr/>
          </p:nvSpPr>
          <p:spPr>
            <a:xfrm>
              <a:off x="-2541306" y="4180820"/>
              <a:ext cx="212979" cy="214979"/>
            </a:xfrm>
            <a:custGeom>
              <a:avLst/>
              <a:gdLst>
                <a:gd name="connsiteX0" fmla="*/ 184785 w 212979"/>
                <a:gd name="connsiteY0" fmla="*/ 34290 h 214979"/>
                <a:gd name="connsiteX1" fmla="*/ 212979 w 212979"/>
                <a:gd name="connsiteY1" fmla="*/ 108109 h 214979"/>
                <a:gd name="connsiteX2" fmla="*/ 183166 w 212979"/>
                <a:gd name="connsiteY2" fmla="*/ 182975 h 214979"/>
                <a:gd name="connsiteX3" fmla="*/ 106585 w 212979"/>
                <a:gd name="connsiteY3" fmla="*/ 214979 h 214979"/>
                <a:gd name="connsiteX4" fmla="*/ 29623 w 212979"/>
                <a:gd name="connsiteY4" fmla="*/ 182975 h 214979"/>
                <a:gd name="connsiteX5" fmla="*/ 0 w 212979"/>
                <a:gd name="connsiteY5" fmla="*/ 108109 h 214979"/>
                <a:gd name="connsiteX6" fmla="*/ 28194 w 212979"/>
                <a:gd name="connsiteY6" fmla="*/ 34481 h 214979"/>
                <a:gd name="connsiteX7" fmla="*/ 106585 w 212979"/>
                <a:gd name="connsiteY7" fmla="*/ 0 h 214979"/>
                <a:gd name="connsiteX8" fmla="*/ 184785 w 212979"/>
                <a:gd name="connsiteY8" fmla="*/ 34290 h 214979"/>
                <a:gd name="connsiteX9" fmla="*/ 55150 w 212979"/>
                <a:gd name="connsiteY9" fmla="*/ 54769 h 214979"/>
                <a:gd name="connsiteX10" fmla="*/ 33623 w 212979"/>
                <a:gd name="connsiteY10" fmla="*/ 108585 h 214979"/>
                <a:gd name="connsiteX11" fmla="*/ 69913 w 212979"/>
                <a:gd name="connsiteY11" fmla="*/ 173736 h 214979"/>
                <a:gd name="connsiteX12" fmla="*/ 106585 w 212979"/>
                <a:gd name="connsiteY12" fmla="*/ 183166 h 214979"/>
                <a:gd name="connsiteX13" fmla="*/ 143256 w 212979"/>
                <a:gd name="connsiteY13" fmla="*/ 173736 h 214979"/>
                <a:gd name="connsiteX14" fmla="*/ 179546 w 212979"/>
                <a:gd name="connsiteY14" fmla="*/ 108585 h 214979"/>
                <a:gd name="connsiteX15" fmla="*/ 157829 w 212979"/>
                <a:gd name="connsiteY15" fmla="*/ 54769 h 214979"/>
                <a:gd name="connsiteX16" fmla="*/ 106585 w 212979"/>
                <a:gd name="connsiteY16" fmla="*/ 32575 h 214979"/>
                <a:gd name="connsiteX17" fmla="*/ 55245 w 212979"/>
                <a:gd name="connsiteY17" fmla="*/ 54769 h 214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2979" h="214979">
                  <a:moveTo>
                    <a:pt x="184785" y="34290"/>
                  </a:moveTo>
                  <a:cubicBezTo>
                    <a:pt x="203549" y="55054"/>
                    <a:pt x="212979" y="79724"/>
                    <a:pt x="212979" y="108109"/>
                  </a:cubicBezTo>
                  <a:cubicBezTo>
                    <a:pt x="212979" y="136493"/>
                    <a:pt x="202978" y="161639"/>
                    <a:pt x="183166" y="182975"/>
                  </a:cubicBezTo>
                  <a:cubicBezTo>
                    <a:pt x="163259" y="204406"/>
                    <a:pt x="137636" y="214979"/>
                    <a:pt x="106585" y="214979"/>
                  </a:cubicBezTo>
                  <a:cubicBezTo>
                    <a:pt x="75438" y="214979"/>
                    <a:pt x="49625" y="204311"/>
                    <a:pt x="29623" y="182975"/>
                  </a:cubicBezTo>
                  <a:cubicBezTo>
                    <a:pt x="9906" y="161639"/>
                    <a:pt x="0" y="136589"/>
                    <a:pt x="0" y="108109"/>
                  </a:cubicBezTo>
                  <a:cubicBezTo>
                    <a:pt x="0" y="79629"/>
                    <a:pt x="9430" y="55245"/>
                    <a:pt x="28194" y="34481"/>
                  </a:cubicBezTo>
                  <a:cubicBezTo>
                    <a:pt x="48863" y="11525"/>
                    <a:pt x="75152" y="0"/>
                    <a:pt x="106585" y="0"/>
                  </a:cubicBezTo>
                  <a:cubicBezTo>
                    <a:pt x="138017" y="0"/>
                    <a:pt x="164116" y="11430"/>
                    <a:pt x="184785" y="34290"/>
                  </a:cubicBezTo>
                  <a:moveTo>
                    <a:pt x="55150" y="54769"/>
                  </a:moveTo>
                  <a:cubicBezTo>
                    <a:pt x="40767" y="69628"/>
                    <a:pt x="33623" y="87535"/>
                    <a:pt x="33623" y="108585"/>
                  </a:cubicBezTo>
                  <a:cubicBezTo>
                    <a:pt x="33623" y="134874"/>
                    <a:pt x="46863" y="160401"/>
                    <a:pt x="69913" y="173736"/>
                  </a:cubicBezTo>
                  <a:cubicBezTo>
                    <a:pt x="80963" y="180023"/>
                    <a:pt x="93154" y="183166"/>
                    <a:pt x="106585" y="183166"/>
                  </a:cubicBezTo>
                  <a:cubicBezTo>
                    <a:pt x="120015" y="183166"/>
                    <a:pt x="132112" y="180023"/>
                    <a:pt x="143256" y="173736"/>
                  </a:cubicBezTo>
                  <a:cubicBezTo>
                    <a:pt x="166306" y="160401"/>
                    <a:pt x="179546" y="134874"/>
                    <a:pt x="179546" y="108585"/>
                  </a:cubicBezTo>
                  <a:cubicBezTo>
                    <a:pt x="179546" y="87440"/>
                    <a:pt x="172307" y="69628"/>
                    <a:pt x="157829" y="54769"/>
                  </a:cubicBezTo>
                  <a:cubicBezTo>
                    <a:pt x="143446" y="39910"/>
                    <a:pt x="126397" y="32575"/>
                    <a:pt x="106585" y="32575"/>
                  </a:cubicBezTo>
                  <a:cubicBezTo>
                    <a:pt x="86773" y="32575"/>
                    <a:pt x="69628" y="39910"/>
                    <a:pt x="55245" y="54769"/>
                  </a:cubicBezTo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9" name="Freeform: Shape 37">
              <a:extLst>
                <a:ext uri="{FF2B5EF4-FFF2-40B4-BE49-F238E27FC236}">
                  <a16:creationId xmlns:a16="http://schemas.microsoft.com/office/drawing/2014/main" id="{C3AEECE2-AAA8-D4D1-F20C-63A8B16FCBE9}"/>
                </a:ext>
              </a:extLst>
            </p:cNvPr>
            <p:cNvSpPr/>
            <p:nvPr/>
          </p:nvSpPr>
          <p:spPr>
            <a:xfrm>
              <a:off x="-1826645" y="4180820"/>
              <a:ext cx="179927" cy="215264"/>
            </a:xfrm>
            <a:custGeom>
              <a:avLst/>
              <a:gdLst>
                <a:gd name="connsiteX0" fmla="*/ 179642 w 179927"/>
                <a:gd name="connsiteY0" fmla="*/ 190691 h 215264"/>
                <a:gd name="connsiteX1" fmla="*/ 179642 w 179927"/>
                <a:gd name="connsiteY1" fmla="*/ 198215 h 215264"/>
                <a:gd name="connsiteX2" fmla="*/ 163259 w 179927"/>
                <a:gd name="connsiteY2" fmla="*/ 215265 h 215264"/>
                <a:gd name="connsiteX3" fmla="*/ 146876 w 179927"/>
                <a:gd name="connsiteY3" fmla="*/ 198215 h 215264"/>
                <a:gd name="connsiteX4" fmla="*/ 146876 w 179927"/>
                <a:gd name="connsiteY4" fmla="*/ 190691 h 215264"/>
                <a:gd name="connsiteX5" fmla="*/ 146780 w 179927"/>
                <a:gd name="connsiteY5" fmla="*/ 112109 h 215264"/>
                <a:gd name="connsiteX6" fmla="*/ 144018 w 179927"/>
                <a:gd name="connsiteY6" fmla="*/ 67532 h 215264"/>
                <a:gd name="connsiteX7" fmla="*/ 128397 w 179927"/>
                <a:gd name="connsiteY7" fmla="*/ 40291 h 215264"/>
                <a:gd name="connsiteX8" fmla="*/ 98870 w 179927"/>
                <a:gd name="connsiteY8" fmla="*/ 31147 h 215264"/>
                <a:gd name="connsiteX9" fmla="*/ 81534 w 179927"/>
                <a:gd name="connsiteY9" fmla="*/ 31147 h 215264"/>
                <a:gd name="connsiteX10" fmla="*/ 51340 w 179927"/>
                <a:gd name="connsiteY10" fmla="*/ 40291 h 215264"/>
                <a:gd name="connsiteX11" fmla="*/ 35719 w 179927"/>
                <a:gd name="connsiteY11" fmla="*/ 67532 h 215264"/>
                <a:gd name="connsiteX12" fmla="*/ 32957 w 179927"/>
                <a:gd name="connsiteY12" fmla="*/ 112109 h 215264"/>
                <a:gd name="connsiteX13" fmla="*/ 32957 w 179927"/>
                <a:gd name="connsiteY13" fmla="*/ 198215 h 215264"/>
                <a:gd name="connsiteX14" fmla="*/ 16383 w 179927"/>
                <a:gd name="connsiteY14" fmla="*/ 215265 h 215264"/>
                <a:gd name="connsiteX15" fmla="*/ 0 w 179927"/>
                <a:gd name="connsiteY15" fmla="*/ 198215 h 215264"/>
                <a:gd name="connsiteX16" fmla="*/ 0 w 179927"/>
                <a:gd name="connsiteY16" fmla="*/ 104680 h 215264"/>
                <a:gd name="connsiteX17" fmla="*/ 8477 w 179927"/>
                <a:gd name="connsiteY17" fmla="*/ 43910 h 215264"/>
                <a:gd name="connsiteX18" fmla="*/ 35338 w 179927"/>
                <a:gd name="connsiteY18" fmla="*/ 11906 h 215264"/>
                <a:gd name="connsiteX19" fmla="*/ 81629 w 179927"/>
                <a:gd name="connsiteY19" fmla="*/ 0 h 215264"/>
                <a:gd name="connsiteX20" fmla="*/ 98393 w 179927"/>
                <a:gd name="connsiteY20" fmla="*/ 0 h 215264"/>
                <a:gd name="connsiteX21" fmla="*/ 144685 w 179927"/>
                <a:gd name="connsiteY21" fmla="*/ 11906 h 215264"/>
                <a:gd name="connsiteX22" fmla="*/ 171450 w 179927"/>
                <a:gd name="connsiteY22" fmla="*/ 43910 h 215264"/>
                <a:gd name="connsiteX23" fmla="*/ 179927 w 179927"/>
                <a:gd name="connsiteY23" fmla="*/ 104680 h 215264"/>
                <a:gd name="connsiteX24" fmla="*/ 179927 w 179927"/>
                <a:gd name="connsiteY24" fmla="*/ 190691 h 215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9927" h="215264">
                  <a:moveTo>
                    <a:pt x="179642" y="190691"/>
                  </a:moveTo>
                  <a:lnTo>
                    <a:pt x="179642" y="198215"/>
                  </a:lnTo>
                  <a:cubicBezTo>
                    <a:pt x="179642" y="207454"/>
                    <a:pt x="172403" y="215265"/>
                    <a:pt x="163259" y="215265"/>
                  </a:cubicBezTo>
                  <a:cubicBezTo>
                    <a:pt x="154115" y="215265"/>
                    <a:pt x="146876" y="207454"/>
                    <a:pt x="146876" y="198215"/>
                  </a:cubicBezTo>
                  <a:lnTo>
                    <a:pt x="146876" y="190691"/>
                  </a:lnTo>
                  <a:cubicBezTo>
                    <a:pt x="146876" y="190691"/>
                    <a:pt x="146780" y="112109"/>
                    <a:pt x="146780" y="112109"/>
                  </a:cubicBezTo>
                  <a:cubicBezTo>
                    <a:pt x="146780" y="89345"/>
                    <a:pt x="145828" y="74581"/>
                    <a:pt x="144018" y="67532"/>
                  </a:cubicBezTo>
                  <a:cubicBezTo>
                    <a:pt x="141161" y="55150"/>
                    <a:pt x="135827" y="46196"/>
                    <a:pt x="128397" y="40291"/>
                  </a:cubicBezTo>
                  <a:cubicBezTo>
                    <a:pt x="121063" y="34385"/>
                    <a:pt x="111252" y="31242"/>
                    <a:pt x="98870" y="31147"/>
                  </a:cubicBezTo>
                  <a:lnTo>
                    <a:pt x="81534" y="31147"/>
                  </a:lnTo>
                  <a:cubicBezTo>
                    <a:pt x="68771" y="31147"/>
                    <a:pt x="58769" y="34290"/>
                    <a:pt x="51340" y="40291"/>
                  </a:cubicBezTo>
                  <a:cubicBezTo>
                    <a:pt x="43910" y="46101"/>
                    <a:pt x="38576" y="55054"/>
                    <a:pt x="35719" y="67532"/>
                  </a:cubicBezTo>
                  <a:cubicBezTo>
                    <a:pt x="33909" y="74581"/>
                    <a:pt x="32957" y="89345"/>
                    <a:pt x="32957" y="112109"/>
                  </a:cubicBezTo>
                  <a:lnTo>
                    <a:pt x="32957" y="198215"/>
                  </a:lnTo>
                  <a:cubicBezTo>
                    <a:pt x="32957" y="207454"/>
                    <a:pt x="25718" y="215265"/>
                    <a:pt x="16383" y="215265"/>
                  </a:cubicBezTo>
                  <a:cubicBezTo>
                    <a:pt x="7049" y="215265"/>
                    <a:pt x="0" y="207454"/>
                    <a:pt x="0" y="198215"/>
                  </a:cubicBezTo>
                  <a:lnTo>
                    <a:pt x="0" y="104680"/>
                  </a:lnTo>
                  <a:cubicBezTo>
                    <a:pt x="0" y="77724"/>
                    <a:pt x="2667" y="57341"/>
                    <a:pt x="8477" y="43910"/>
                  </a:cubicBezTo>
                  <a:cubicBezTo>
                    <a:pt x="14192" y="30480"/>
                    <a:pt x="23146" y="19812"/>
                    <a:pt x="35338" y="11906"/>
                  </a:cubicBezTo>
                  <a:cubicBezTo>
                    <a:pt x="47530" y="3810"/>
                    <a:pt x="66485" y="0"/>
                    <a:pt x="81629" y="0"/>
                  </a:cubicBezTo>
                  <a:lnTo>
                    <a:pt x="98393" y="0"/>
                  </a:lnTo>
                  <a:cubicBezTo>
                    <a:pt x="114014" y="95"/>
                    <a:pt x="132588" y="3905"/>
                    <a:pt x="144685" y="11906"/>
                  </a:cubicBezTo>
                  <a:cubicBezTo>
                    <a:pt x="156782" y="19812"/>
                    <a:pt x="165735" y="30480"/>
                    <a:pt x="171450" y="43910"/>
                  </a:cubicBezTo>
                  <a:cubicBezTo>
                    <a:pt x="177165" y="57341"/>
                    <a:pt x="179927" y="77724"/>
                    <a:pt x="179927" y="104680"/>
                  </a:cubicBezTo>
                  <a:lnTo>
                    <a:pt x="179927" y="190691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0" name="Freeform: Shape 38">
              <a:extLst>
                <a:ext uri="{FF2B5EF4-FFF2-40B4-BE49-F238E27FC236}">
                  <a16:creationId xmlns:a16="http://schemas.microsoft.com/office/drawing/2014/main" id="{AC7529D2-45BE-014B-BA1D-0B7D94DF3377}"/>
                </a:ext>
              </a:extLst>
            </p:cNvPr>
            <p:cNvSpPr/>
            <p:nvPr/>
          </p:nvSpPr>
          <p:spPr>
            <a:xfrm>
              <a:off x="-2068104" y="4180916"/>
              <a:ext cx="210978" cy="214979"/>
            </a:xfrm>
            <a:custGeom>
              <a:avLst/>
              <a:gdLst>
                <a:gd name="connsiteX0" fmla="*/ 189833 w 210978"/>
                <a:gd name="connsiteY0" fmla="*/ 130873 h 214979"/>
                <a:gd name="connsiteX1" fmla="*/ 205835 w 210978"/>
                <a:gd name="connsiteY1" fmla="*/ 146780 h 214979"/>
                <a:gd name="connsiteX2" fmla="*/ 202787 w 210978"/>
                <a:gd name="connsiteY2" fmla="*/ 156210 h 214979"/>
                <a:gd name="connsiteX3" fmla="*/ 146780 w 210978"/>
                <a:gd name="connsiteY3" fmla="*/ 208217 h 214979"/>
                <a:gd name="connsiteX4" fmla="*/ 106394 w 210978"/>
                <a:gd name="connsiteY4" fmla="*/ 214979 h 214979"/>
                <a:gd name="connsiteX5" fmla="*/ 28099 w 210978"/>
                <a:gd name="connsiteY5" fmla="*/ 182118 h 214979"/>
                <a:gd name="connsiteX6" fmla="*/ 0 w 210978"/>
                <a:gd name="connsiteY6" fmla="*/ 108013 h 214979"/>
                <a:gd name="connsiteX7" fmla="*/ 23813 w 210978"/>
                <a:gd name="connsiteY7" fmla="*/ 38767 h 214979"/>
                <a:gd name="connsiteX8" fmla="*/ 104965 w 210978"/>
                <a:gd name="connsiteY8" fmla="*/ 0 h 214979"/>
                <a:gd name="connsiteX9" fmla="*/ 188404 w 210978"/>
                <a:gd name="connsiteY9" fmla="*/ 39719 h 214979"/>
                <a:gd name="connsiteX10" fmla="*/ 210979 w 210978"/>
                <a:gd name="connsiteY10" fmla="*/ 109442 h 214979"/>
                <a:gd name="connsiteX11" fmla="*/ 207073 w 210978"/>
                <a:gd name="connsiteY11" fmla="*/ 113348 h 214979"/>
                <a:gd name="connsiteX12" fmla="*/ 33909 w 210978"/>
                <a:gd name="connsiteY12" fmla="*/ 113348 h 214979"/>
                <a:gd name="connsiteX13" fmla="*/ 54578 w 210978"/>
                <a:gd name="connsiteY13" fmla="*/ 163354 h 214979"/>
                <a:gd name="connsiteX14" fmla="*/ 104108 w 210978"/>
                <a:gd name="connsiteY14" fmla="*/ 184118 h 214979"/>
                <a:gd name="connsiteX15" fmla="*/ 131921 w 210978"/>
                <a:gd name="connsiteY15" fmla="*/ 179070 h 214979"/>
                <a:gd name="connsiteX16" fmla="*/ 175831 w 210978"/>
                <a:gd name="connsiteY16" fmla="*/ 138589 h 214979"/>
                <a:gd name="connsiteX17" fmla="*/ 189738 w 210978"/>
                <a:gd name="connsiteY17" fmla="*/ 130873 h 214979"/>
                <a:gd name="connsiteX18" fmla="*/ 161258 w 210978"/>
                <a:gd name="connsiteY18" fmla="*/ 57531 h 214979"/>
                <a:gd name="connsiteX19" fmla="*/ 137065 w 210978"/>
                <a:gd name="connsiteY19" fmla="*/ 39052 h 214979"/>
                <a:gd name="connsiteX20" fmla="*/ 105156 w 210978"/>
                <a:gd name="connsiteY20" fmla="*/ 32004 h 214979"/>
                <a:gd name="connsiteX21" fmla="*/ 57912 w 210978"/>
                <a:gd name="connsiteY21" fmla="*/ 49721 h 214979"/>
                <a:gd name="connsiteX22" fmla="*/ 37529 w 210978"/>
                <a:gd name="connsiteY22" fmla="*/ 83725 h 214979"/>
                <a:gd name="connsiteX23" fmla="*/ 173926 w 210978"/>
                <a:gd name="connsiteY23" fmla="*/ 83725 h 214979"/>
                <a:gd name="connsiteX24" fmla="*/ 161068 w 210978"/>
                <a:gd name="connsiteY24" fmla="*/ 57626 h 214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10978" h="214979">
                  <a:moveTo>
                    <a:pt x="189833" y="130873"/>
                  </a:moveTo>
                  <a:cubicBezTo>
                    <a:pt x="198691" y="130873"/>
                    <a:pt x="205835" y="138017"/>
                    <a:pt x="205835" y="146780"/>
                  </a:cubicBezTo>
                  <a:cubicBezTo>
                    <a:pt x="205835" y="150304"/>
                    <a:pt x="204692" y="153543"/>
                    <a:pt x="202787" y="156210"/>
                  </a:cubicBezTo>
                  <a:cubicBezTo>
                    <a:pt x="190024" y="180213"/>
                    <a:pt x="172402" y="198215"/>
                    <a:pt x="146780" y="208217"/>
                  </a:cubicBezTo>
                  <a:cubicBezTo>
                    <a:pt x="134779" y="212788"/>
                    <a:pt x="121348" y="214979"/>
                    <a:pt x="106394" y="214979"/>
                  </a:cubicBezTo>
                  <a:cubicBezTo>
                    <a:pt x="73342" y="214979"/>
                    <a:pt x="47054" y="204121"/>
                    <a:pt x="28099" y="182118"/>
                  </a:cubicBezTo>
                  <a:cubicBezTo>
                    <a:pt x="9430" y="160306"/>
                    <a:pt x="0" y="135541"/>
                    <a:pt x="0" y="108013"/>
                  </a:cubicBezTo>
                  <a:cubicBezTo>
                    <a:pt x="0" y="82106"/>
                    <a:pt x="8001" y="59055"/>
                    <a:pt x="23813" y="38767"/>
                  </a:cubicBezTo>
                  <a:cubicBezTo>
                    <a:pt x="44005" y="12954"/>
                    <a:pt x="71247" y="0"/>
                    <a:pt x="104965" y="0"/>
                  </a:cubicBezTo>
                  <a:cubicBezTo>
                    <a:pt x="138684" y="0"/>
                    <a:pt x="167640" y="13240"/>
                    <a:pt x="188404" y="39719"/>
                  </a:cubicBezTo>
                  <a:cubicBezTo>
                    <a:pt x="203263" y="58483"/>
                    <a:pt x="210693" y="81820"/>
                    <a:pt x="210979" y="109442"/>
                  </a:cubicBezTo>
                  <a:cubicBezTo>
                    <a:pt x="210979" y="111538"/>
                    <a:pt x="209169" y="113348"/>
                    <a:pt x="207073" y="113348"/>
                  </a:cubicBezTo>
                  <a:lnTo>
                    <a:pt x="33909" y="113348"/>
                  </a:lnTo>
                  <a:cubicBezTo>
                    <a:pt x="35052" y="133636"/>
                    <a:pt x="42005" y="150209"/>
                    <a:pt x="54578" y="163354"/>
                  </a:cubicBezTo>
                  <a:cubicBezTo>
                    <a:pt x="67913" y="177165"/>
                    <a:pt x="84391" y="184118"/>
                    <a:pt x="104108" y="184118"/>
                  </a:cubicBezTo>
                  <a:cubicBezTo>
                    <a:pt x="113633" y="184118"/>
                    <a:pt x="122967" y="182404"/>
                    <a:pt x="131921" y="179070"/>
                  </a:cubicBezTo>
                  <a:cubicBezTo>
                    <a:pt x="154019" y="170974"/>
                    <a:pt x="163925" y="158401"/>
                    <a:pt x="175831" y="138589"/>
                  </a:cubicBezTo>
                  <a:cubicBezTo>
                    <a:pt x="178784" y="134112"/>
                    <a:pt x="183832" y="130873"/>
                    <a:pt x="189738" y="130873"/>
                  </a:cubicBezTo>
                  <a:moveTo>
                    <a:pt x="161258" y="57531"/>
                  </a:moveTo>
                  <a:cubicBezTo>
                    <a:pt x="155257" y="50006"/>
                    <a:pt x="147256" y="43815"/>
                    <a:pt x="137065" y="39052"/>
                  </a:cubicBezTo>
                  <a:cubicBezTo>
                    <a:pt x="126968" y="34385"/>
                    <a:pt x="116300" y="32004"/>
                    <a:pt x="105156" y="32004"/>
                  </a:cubicBezTo>
                  <a:cubicBezTo>
                    <a:pt x="86773" y="32004"/>
                    <a:pt x="71056" y="37909"/>
                    <a:pt x="57912" y="49721"/>
                  </a:cubicBezTo>
                  <a:cubicBezTo>
                    <a:pt x="49435" y="57340"/>
                    <a:pt x="42577" y="68580"/>
                    <a:pt x="37529" y="83725"/>
                  </a:cubicBezTo>
                  <a:lnTo>
                    <a:pt x="173926" y="83725"/>
                  </a:lnTo>
                  <a:cubicBezTo>
                    <a:pt x="170688" y="72866"/>
                    <a:pt x="166402" y="64198"/>
                    <a:pt x="161068" y="57626"/>
                  </a:cubicBezTo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1" name="Freeform: Shape 39">
              <a:extLst>
                <a:ext uri="{FF2B5EF4-FFF2-40B4-BE49-F238E27FC236}">
                  <a16:creationId xmlns:a16="http://schemas.microsoft.com/office/drawing/2014/main" id="{004BFE6F-16B0-B69A-35EE-488FC2088AD5}"/>
                </a:ext>
              </a:extLst>
            </p:cNvPr>
            <p:cNvSpPr/>
            <p:nvPr/>
          </p:nvSpPr>
          <p:spPr>
            <a:xfrm>
              <a:off x="-1605760" y="4007275"/>
              <a:ext cx="725900" cy="428529"/>
            </a:xfrm>
            <a:custGeom>
              <a:avLst/>
              <a:gdLst>
                <a:gd name="connsiteX0" fmla="*/ 0 w 725900"/>
                <a:gd name="connsiteY0" fmla="*/ 53435 h 428529"/>
                <a:gd name="connsiteX1" fmla="*/ 53435 w 725900"/>
                <a:gd name="connsiteY1" fmla="*/ 0 h 428529"/>
                <a:gd name="connsiteX2" fmla="*/ 672465 w 725900"/>
                <a:gd name="connsiteY2" fmla="*/ 0 h 428529"/>
                <a:gd name="connsiteX3" fmla="*/ 725900 w 725900"/>
                <a:gd name="connsiteY3" fmla="*/ 53435 h 428529"/>
                <a:gd name="connsiteX4" fmla="*/ 725900 w 725900"/>
                <a:gd name="connsiteY4" fmla="*/ 375095 h 428529"/>
                <a:gd name="connsiteX5" fmla="*/ 672465 w 725900"/>
                <a:gd name="connsiteY5" fmla="*/ 428530 h 428529"/>
                <a:gd name="connsiteX6" fmla="*/ 124682 w 725900"/>
                <a:gd name="connsiteY6" fmla="*/ 428530 h 428529"/>
                <a:gd name="connsiteX7" fmla="*/ 0 w 725900"/>
                <a:gd name="connsiteY7" fmla="*/ 303848 h 428529"/>
                <a:gd name="connsiteX8" fmla="*/ 0 w 725900"/>
                <a:gd name="connsiteY8" fmla="*/ 53435 h 428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5900" h="428529">
                  <a:moveTo>
                    <a:pt x="0" y="53435"/>
                  </a:moveTo>
                  <a:cubicBezTo>
                    <a:pt x="0" y="23908"/>
                    <a:pt x="23908" y="0"/>
                    <a:pt x="53435" y="0"/>
                  </a:cubicBezTo>
                  <a:lnTo>
                    <a:pt x="672465" y="0"/>
                  </a:lnTo>
                  <a:cubicBezTo>
                    <a:pt x="701993" y="0"/>
                    <a:pt x="725900" y="23908"/>
                    <a:pt x="725900" y="53435"/>
                  </a:cubicBezTo>
                  <a:lnTo>
                    <a:pt x="725900" y="375095"/>
                  </a:lnTo>
                  <a:cubicBezTo>
                    <a:pt x="725900" y="404622"/>
                    <a:pt x="701993" y="428530"/>
                    <a:pt x="672465" y="428530"/>
                  </a:cubicBezTo>
                  <a:lnTo>
                    <a:pt x="124682" y="428530"/>
                  </a:lnTo>
                  <a:cubicBezTo>
                    <a:pt x="55817" y="428530"/>
                    <a:pt x="0" y="372713"/>
                    <a:pt x="0" y="303848"/>
                  </a:cubicBezTo>
                  <a:lnTo>
                    <a:pt x="0" y="53435"/>
                  </a:lnTo>
                  <a:close/>
                </a:path>
              </a:pathLst>
            </a:custGeom>
            <a:solidFill>
              <a:srgbClr val="BCD72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2" name="Freeform: Shape 40">
              <a:extLst>
                <a:ext uri="{FF2B5EF4-FFF2-40B4-BE49-F238E27FC236}">
                  <a16:creationId xmlns:a16="http://schemas.microsoft.com/office/drawing/2014/main" id="{C7B65F7D-0452-862D-2D4A-E94FD6CEE405}"/>
                </a:ext>
              </a:extLst>
            </p:cNvPr>
            <p:cNvSpPr/>
            <p:nvPr/>
          </p:nvSpPr>
          <p:spPr>
            <a:xfrm>
              <a:off x="-1331440" y="4181011"/>
              <a:ext cx="212978" cy="215074"/>
            </a:xfrm>
            <a:custGeom>
              <a:avLst/>
              <a:gdLst>
                <a:gd name="connsiteX0" fmla="*/ 184785 w 212978"/>
                <a:gd name="connsiteY0" fmla="*/ 34290 h 215074"/>
                <a:gd name="connsiteX1" fmla="*/ 212979 w 212978"/>
                <a:gd name="connsiteY1" fmla="*/ 108109 h 215074"/>
                <a:gd name="connsiteX2" fmla="*/ 183166 w 212978"/>
                <a:gd name="connsiteY2" fmla="*/ 183070 h 215074"/>
                <a:gd name="connsiteX3" fmla="*/ 106585 w 212978"/>
                <a:gd name="connsiteY3" fmla="*/ 215074 h 215074"/>
                <a:gd name="connsiteX4" fmla="*/ 29623 w 212978"/>
                <a:gd name="connsiteY4" fmla="*/ 183070 h 215074"/>
                <a:gd name="connsiteX5" fmla="*/ 0 w 212978"/>
                <a:gd name="connsiteY5" fmla="*/ 108109 h 215074"/>
                <a:gd name="connsiteX6" fmla="*/ 28194 w 212978"/>
                <a:gd name="connsiteY6" fmla="*/ 34480 h 215074"/>
                <a:gd name="connsiteX7" fmla="*/ 106585 w 212978"/>
                <a:gd name="connsiteY7" fmla="*/ 0 h 215074"/>
                <a:gd name="connsiteX8" fmla="*/ 184880 w 212978"/>
                <a:gd name="connsiteY8" fmla="*/ 34290 h 215074"/>
                <a:gd name="connsiteX9" fmla="*/ 55245 w 212978"/>
                <a:gd name="connsiteY9" fmla="*/ 54769 h 215074"/>
                <a:gd name="connsiteX10" fmla="*/ 33718 w 212978"/>
                <a:gd name="connsiteY10" fmla="*/ 108585 h 215074"/>
                <a:gd name="connsiteX11" fmla="*/ 70009 w 212978"/>
                <a:gd name="connsiteY11" fmla="*/ 173736 h 215074"/>
                <a:gd name="connsiteX12" fmla="*/ 106680 w 212978"/>
                <a:gd name="connsiteY12" fmla="*/ 183166 h 215074"/>
                <a:gd name="connsiteX13" fmla="*/ 143351 w 212978"/>
                <a:gd name="connsiteY13" fmla="*/ 173736 h 215074"/>
                <a:gd name="connsiteX14" fmla="*/ 179641 w 212978"/>
                <a:gd name="connsiteY14" fmla="*/ 108585 h 215074"/>
                <a:gd name="connsiteX15" fmla="*/ 157924 w 212978"/>
                <a:gd name="connsiteY15" fmla="*/ 54769 h 215074"/>
                <a:gd name="connsiteX16" fmla="*/ 106680 w 212978"/>
                <a:gd name="connsiteY16" fmla="*/ 32575 h 215074"/>
                <a:gd name="connsiteX17" fmla="*/ 55340 w 212978"/>
                <a:gd name="connsiteY17" fmla="*/ 54769 h 215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2978" h="215074">
                  <a:moveTo>
                    <a:pt x="184785" y="34290"/>
                  </a:moveTo>
                  <a:cubicBezTo>
                    <a:pt x="203549" y="55054"/>
                    <a:pt x="212979" y="79724"/>
                    <a:pt x="212979" y="108109"/>
                  </a:cubicBezTo>
                  <a:cubicBezTo>
                    <a:pt x="212979" y="136493"/>
                    <a:pt x="202978" y="161639"/>
                    <a:pt x="183166" y="183070"/>
                  </a:cubicBezTo>
                  <a:cubicBezTo>
                    <a:pt x="163258" y="204502"/>
                    <a:pt x="137636" y="215074"/>
                    <a:pt x="106585" y="215074"/>
                  </a:cubicBezTo>
                  <a:cubicBezTo>
                    <a:pt x="75533" y="215074"/>
                    <a:pt x="49625" y="204406"/>
                    <a:pt x="29623" y="183070"/>
                  </a:cubicBezTo>
                  <a:cubicBezTo>
                    <a:pt x="9906" y="161734"/>
                    <a:pt x="0" y="136684"/>
                    <a:pt x="0" y="108109"/>
                  </a:cubicBezTo>
                  <a:cubicBezTo>
                    <a:pt x="0" y="79534"/>
                    <a:pt x="9430" y="55245"/>
                    <a:pt x="28194" y="34480"/>
                  </a:cubicBezTo>
                  <a:cubicBezTo>
                    <a:pt x="48863" y="11525"/>
                    <a:pt x="75152" y="0"/>
                    <a:pt x="106585" y="0"/>
                  </a:cubicBezTo>
                  <a:cubicBezTo>
                    <a:pt x="138017" y="0"/>
                    <a:pt x="164116" y="11430"/>
                    <a:pt x="184880" y="34290"/>
                  </a:cubicBezTo>
                  <a:moveTo>
                    <a:pt x="55245" y="54769"/>
                  </a:moveTo>
                  <a:cubicBezTo>
                    <a:pt x="40862" y="69628"/>
                    <a:pt x="33718" y="87535"/>
                    <a:pt x="33718" y="108585"/>
                  </a:cubicBezTo>
                  <a:cubicBezTo>
                    <a:pt x="33718" y="134874"/>
                    <a:pt x="46958" y="160401"/>
                    <a:pt x="70009" y="173736"/>
                  </a:cubicBezTo>
                  <a:cubicBezTo>
                    <a:pt x="81153" y="180022"/>
                    <a:pt x="93345" y="183166"/>
                    <a:pt x="106680" y="183166"/>
                  </a:cubicBezTo>
                  <a:cubicBezTo>
                    <a:pt x="120015" y="183166"/>
                    <a:pt x="132207" y="180022"/>
                    <a:pt x="143351" y="173736"/>
                  </a:cubicBezTo>
                  <a:cubicBezTo>
                    <a:pt x="166402" y="160401"/>
                    <a:pt x="179641" y="134874"/>
                    <a:pt x="179641" y="108585"/>
                  </a:cubicBezTo>
                  <a:cubicBezTo>
                    <a:pt x="179641" y="87535"/>
                    <a:pt x="172403" y="69628"/>
                    <a:pt x="157924" y="54769"/>
                  </a:cubicBezTo>
                  <a:cubicBezTo>
                    <a:pt x="143542" y="39910"/>
                    <a:pt x="126492" y="32575"/>
                    <a:pt x="106680" y="32575"/>
                  </a:cubicBezTo>
                  <a:cubicBezTo>
                    <a:pt x="86868" y="32575"/>
                    <a:pt x="69723" y="39910"/>
                    <a:pt x="55340" y="54769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3" name="Freeform: Shape 41">
              <a:extLst>
                <a:ext uri="{FF2B5EF4-FFF2-40B4-BE49-F238E27FC236}">
                  <a16:creationId xmlns:a16="http://schemas.microsoft.com/office/drawing/2014/main" id="{D7A702C5-E646-224B-AE1C-AAAFC107794A}"/>
                </a:ext>
              </a:extLst>
            </p:cNvPr>
            <p:cNvSpPr/>
            <p:nvPr/>
          </p:nvSpPr>
          <p:spPr>
            <a:xfrm>
              <a:off x="-1566327" y="4047280"/>
              <a:ext cx="207835" cy="349091"/>
            </a:xfrm>
            <a:custGeom>
              <a:avLst/>
              <a:gdLst>
                <a:gd name="connsiteX0" fmla="*/ 31813 w 207835"/>
                <a:gd name="connsiteY0" fmla="*/ 241173 h 349091"/>
                <a:gd name="connsiteX1" fmla="*/ 103918 w 207835"/>
                <a:gd name="connsiteY1" fmla="*/ 317087 h 349091"/>
                <a:gd name="connsiteX2" fmla="*/ 176022 w 207835"/>
                <a:gd name="connsiteY2" fmla="*/ 241173 h 349091"/>
                <a:gd name="connsiteX3" fmla="*/ 103918 w 207835"/>
                <a:gd name="connsiteY3" fmla="*/ 165259 h 349091"/>
                <a:gd name="connsiteX4" fmla="*/ 31813 w 207835"/>
                <a:gd name="connsiteY4" fmla="*/ 241173 h 349091"/>
                <a:gd name="connsiteX5" fmla="*/ 95 w 207835"/>
                <a:gd name="connsiteY5" fmla="*/ 235934 h 349091"/>
                <a:gd name="connsiteX6" fmla="*/ 0 w 207835"/>
                <a:gd name="connsiteY6" fmla="*/ 233934 h 349091"/>
                <a:gd name="connsiteX7" fmla="*/ 0 w 207835"/>
                <a:gd name="connsiteY7" fmla="*/ 17050 h 349091"/>
                <a:gd name="connsiteX8" fmla="*/ 16002 w 207835"/>
                <a:gd name="connsiteY8" fmla="*/ 0 h 349091"/>
                <a:gd name="connsiteX9" fmla="*/ 32004 w 207835"/>
                <a:gd name="connsiteY9" fmla="*/ 17050 h 349091"/>
                <a:gd name="connsiteX10" fmla="*/ 32004 w 207835"/>
                <a:gd name="connsiteY10" fmla="*/ 163354 h 349091"/>
                <a:gd name="connsiteX11" fmla="*/ 103918 w 207835"/>
                <a:gd name="connsiteY11" fmla="*/ 133445 h 349091"/>
                <a:gd name="connsiteX12" fmla="*/ 207836 w 207835"/>
                <a:gd name="connsiteY12" fmla="*/ 241268 h 349091"/>
                <a:gd name="connsiteX13" fmla="*/ 103918 w 207835"/>
                <a:gd name="connsiteY13" fmla="*/ 349091 h 349091"/>
                <a:gd name="connsiteX14" fmla="*/ 0 w 207835"/>
                <a:gd name="connsiteY14" fmla="*/ 241268 h 349091"/>
                <a:gd name="connsiteX15" fmla="*/ 95 w 207835"/>
                <a:gd name="connsiteY15" fmla="*/ 236029 h 349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835" h="349091">
                  <a:moveTo>
                    <a:pt x="31813" y="241173"/>
                  </a:moveTo>
                  <a:cubicBezTo>
                    <a:pt x="31813" y="284131"/>
                    <a:pt x="65056" y="317087"/>
                    <a:pt x="103918" y="317087"/>
                  </a:cubicBezTo>
                  <a:cubicBezTo>
                    <a:pt x="142780" y="317087"/>
                    <a:pt x="176022" y="284131"/>
                    <a:pt x="176022" y="241173"/>
                  </a:cubicBezTo>
                  <a:cubicBezTo>
                    <a:pt x="176022" y="198215"/>
                    <a:pt x="142780" y="165259"/>
                    <a:pt x="103918" y="165259"/>
                  </a:cubicBezTo>
                  <a:cubicBezTo>
                    <a:pt x="65056" y="165259"/>
                    <a:pt x="31813" y="198311"/>
                    <a:pt x="31813" y="241173"/>
                  </a:cubicBezTo>
                  <a:moveTo>
                    <a:pt x="95" y="235934"/>
                  </a:moveTo>
                  <a:cubicBezTo>
                    <a:pt x="95" y="235267"/>
                    <a:pt x="0" y="234601"/>
                    <a:pt x="0" y="233934"/>
                  </a:cubicBezTo>
                  <a:lnTo>
                    <a:pt x="0" y="17050"/>
                  </a:lnTo>
                  <a:cubicBezTo>
                    <a:pt x="0" y="8001"/>
                    <a:pt x="6858" y="0"/>
                    <a:pt x="16002" y="0"/>
                  </a:cubicBezTo>
                  <a:cubicBezTo>
                    <a:pt x="25146" y="0"/>
                    <a:pt x="32004" y="7906"/>
                    <a:pt x="32004" y="17050"/>
                  </a:cubicBezTo>
                  <a:lnTo>
                    <a:pt x="32004" y="163354"/>
                  </a:lnTo>
                  <a:cubicBezTo>
                    <a:pt x="50673" y="144875"/>
                    <a:pt x="76009" y="133445"/>
                    <a:pt x="103918" y="133445"/>
                  </a:cubicBezTo>
                  <a:cubicBezTo>
                    <a:pt x="161449" y="133445"/>
                    <a:pt x="207836" y="181832"/>
                    <a:pt x="207836" y="241268"/>
                  </a:cubicBezTo>
                  <a:cubicBezTo>
                    <a:pt x="207836" y="300704"/>
                    <a:pt x="161449" y="349091"/>
                    <a:pt x="103918" y="349091"/>
                  </a:cubicBezTo>
                  <a:cubicBezTo>
                    <a:pt x="46387" y="349091"/>
                    <a:pt x="0" y="300704"/>
                    <a:pt x="0" y="241268"/>
                  </a:cubicBezTo>
                  <a:cubicBezTo>
                    <a:pt x="0" y="239554"/>
                    <a:pt x="0" y="237744"/>
                    <a:pt x="95" y="236029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4" name="Freeform: Shape 42">
              <a:extLst>
                <a:ext uri="{FF2B5EF4-FFF2-40B4-BE49-F238E27FC236}">
                  <a16:creationId xmlns:a16="http://schemas.microsoft.com/office/drawing/2014/main" id="{668956EA-D7A2-CEE5-2EFB-6DF8F2487051}"/>
                </a:ext>
              </a:extLst>
            </p:cNvPr>
            <p:cNvSpPr/>
            <p:nvPr/>
          </p:nvSpPr>
          <p:spPr>
            <a:xfrm>
              <a:off x="-1109317" y="4180535"/>
              <a:ext cx="198596" cy="215550"/>
            </a:xfrm>
            <a:custGeom>
              <a:avLst/>
              <a:gdLst>
                <a:gd name="connsiteX0" fmla="*/ 5334 w 198596"/>
                <a:gd name="connsiteY0" fmla="*/ 187452 h 215550"/>
                <a:gd name="connsiteX1" fmla="*/ 76200 w 198596"/>
                <a:gd name="connsiteY1" fmla="*/ 103061 h 215550"/>
                <a:gd name="connsiteX2" fmla="*/ 12383 w 198596"/>
                <a:gd name="connsiteY2" fmla="*/ 27242 h 215550"/>
                <a:gd name="connsiteX3" fmla="*/ 8001 w 198596"/>
                <a:gd name="connsiteY3" fmla="*/ 16478 h 215550"/>
                <a:gd name="connsiteX4" fmla="*/ 26480 w 198596"/>
                <a:gd name="connsiteY4" fmla="*/ 0 h 215550"/>
                <a:gd name="connsiteX5" fmla="*/ 42101 w 198596"/>
                <a:gd name="connsiteY5" fmla="*/ 7810 h 215550"/>
                <a:gd name="connsiteX6" fmla="*/ 98679 w 198596"/>
                <a:gd name="connsiteY6" fmla="*/ 76295 h 215550"/>
                <a:gd name="connsiteX7" fmla="*/ 155925 w 198596"/>
                <a:gd name="connsiteY7" fmla="*/ 6953 h 215550"/>
                <a:gd name="connsiteX8" fmla="*/ 170974 w 198596"/>
                <a:gd name="connsiteY8" fmla="*/ 0 h 215550"/>
                <a:gd name="connsiteX9" fmla="*/ 189357 w 198596"/>
                <a:gd name="connsiteY9" fmla="*/ 16478 h 215550"/>
                <a:gd name="connsiteX10" fmla="*/ 185738 w 198596"/>
                <a:gd name="connsiteY10" fmla="*/ 26289 h 215550"/>
                <a:gd name="connsiteX11" fmla="*/ 121349 w 198596"/>
                <a:gd name="connsiteY11" fmla="*/ 102965 h 215550"/>
                <a:gd name="connsiteX12" fmla="*/ 192881 w 198596"/>
                <a:gd name="connsiteY12" fmla="*/ 187071 h 215550"/>
                <a:gd name="connsiteX13" fmla="*/ 198596 w 198596"/>
                <a:gd name="connsiteY13" fmla="*/ 199073 h 215550"/>
                <a:gd name="connsiteX14" fmla="*/ 180213 w 198596"/>
                <a:gd name="connsiteY14" fmla="*/ 215551 h 215550"/>
                <a:gd name="connsiteX15" fmla="*/ 165450 w 198596"/>
                <a:gd name="connsiteY15" fmla="*/ 208979 h 215550"/>
                <a:gd name="connsiteX16" fmla="*/ 98774 w 198596"/>
                <a:gd name="connsiteY16" fmla="*/ 129731 h 215550"/>
                <a:gd name="connsiteX17" fmla="*/ 34385 w 198596"/>
                <a:gd name="connsiteY17" fmla="*/ 207454 h 215550"/>
                <a:gd name="connsiteX18" fmla="*/ 18479 w 198596"/>
                <a:gd name="connsiteY18" fmla="*/ 215551 h 215550"/>
                <a:gd name="connsiteX19" fmla="*/ 0 w 198596"/>
                <a:gd name="connsiteY19" fmla="*/ 199073 h 215550"/>
                <a:gd name="connsiteX20" fmla="*/ 5429 w 198596"/>
                <a:gd name="connsiteY20" fmla="*/ 187357 h 215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96" h="215550">
                  <a:moveTo>
                    <a:pt x="5334" y="187452"/>
                  </a:moveTo>
                  <a:lnTo>
                    <a:pt x="76200" y="103061"/>
                  </a:lnTo>
                  <a:lnTo>
                    <a:pt x="12383" y="27242"/>
                  </a:lnTo>
                  <a:cubicBezTo>
                    <a:pt x="9620" y="24384"/>
                    <a:pt x="8001" y="20574"/>
                    <a:pt x="8001" y="16478"/>
                  </a:cubicBezTo>
                  <a:cubicBezTo>
                    <a:pt x="8001" y="6858"/>
                    <a:pt x="16764" y="0"/>
                    <a:pt x="26480" y="0"/>
                  </a:cubicBezTo>
                  <a:cubicBezTo>
                    <a:pt x="32957" y="0"/>
                    <a:pt x="38767" y="2953"/>
                    <a:pt x="42101" y="7810"/>
                  </a:cubicBezTo>
                  <a:lnTo>
                    <a:pt x="98679" y="76295"/>
                  </a:lnTo>
                  <a:lnTo>
                    <a:pt x="155925" y="6953"/>
                  </a:lnTo>
                  <a:cubicBezTo>
                    <a:pt x="159353" y="2667"/>
                    <a:pt x="164878" y="0"/>
                    <a:pt x="170974" y="0"/>
                  </a:cubicBezTo>
                  <a:cubicBezTo>
                    <a:pt x="180594" y="0"/>
                    <a:pt x="189357" y="6858"/>
                    <a:pt x="189357" y="16478"/>
                  </a:cubicBezTo>
                  <a:cubicBezTo>
                    <a:pt x="189357" y="20193"/>
                    <a:pt x="188024" y="23622"/>
                    <a:pt x="185738" y="26289"/>
                  </a:cubicBezTo>
                  <a:lnTo>
                    <a:pt x="121349" y="102965"/>
                  </a:lnTo>
                  <a:lnTo>
                    <a:pt x="192881" y="187071"/>
                  </a:lnTo>
                  <a:cubicBezTo>
                    <a:pt x="196310" y="190024"/>
                    <a:pt x="198596" y="194215"/>
                    <a:pt x="198596" y="199073"/>
                  </a:cubicBezTo>
                  <a:cubicBezTo>
                    <a:pt x="198596" y="208693"/>
                    <a:pt x="189833" y="215551"/>
                    <a:pt x="180213" y="215551"/>
                  </a:cubicBezTo>
                  <a:cubicBezTo>
                    <a:pt x="174308" y="215551"/>
                    <a:pt x="168878" y="212979"/>
                    <a:pt x="165450" y="208979"/>
                  </a:cubicBezTo>
                  <a:lnTo>
                    <a:pt x="98774" y="129731"/>
                  </a:lnTo>
                  <a:lnTo>
                    <a:pt x="34385" y="207454"/>
                  </a:lnTo>
                  <a:cubicBezTo>
                    <a:pt x="31052" y="212408"/>
                    <a:pt x="25146" y="215551"/>
                    <a:pt x="18479" y="215551"/>
                  </a:cubicBezTo>
                  <a:cubicBezTo>
                    <a:pt x="8858" y="215551"/>
                    <a:pt x="0" y="208693"/>
                    <a:pt x="0" y="199073"/>
                  </a:cubicBezTo>
                  <a:cubicBezTo>
                    <a:pt x="0" y="194405"/>
                    <a:pt x="2191" y="190310"/>
                    <a:pt x="5429" y="187357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85F1594B-9F84-336A-5A85-7C6C3746B908}"/>
              </a:ext>
            </a:extLst>
          </p:cNvPr>
          <p:cNvSpPr txBox="1">
            <a:spLocks/>
          </p:cNvSpPr>
          <p:nvPr userDrawn="1"/>
        </p:nvSpPr>
        <p:spPr>
          <a:xfrm>
            <a:off x="2646926" y="6135613"/>
            <a:ext cx="6781800" cy="608621"/>
          </a:xfrm>
        </p:spPr>
        <p:txBody>
          <a:bodyPr lIns="91440" tIns="45720" rIns="91440" bIns="45720"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0" i="0">
                <a:solidFill>
                  <a:schemeClr val="bg1"/>
                </a:solidFill>
                <a:latin typeface="Proxima Nova Rg" panose="02000506030000020004" pitchFamily="2" charset="0"/>
              </a:rPr>
              <a:t>There’s always a better way</a:t>
            </a:r>
            <a:endParaRPr lang="en-ZA" sz="2400" b="0" i="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  <p:pic>
        <p:nvPicPr>
          <p:cNvPr id="3" name="Picture 2" descr="Open Box City Skyline">
            <a:extLst>
              <a:ext uri="{FF2B5EF4-FFF2-40B4-BE49-F238E27FC236}">
                <a16:creationId xmlns:a16="http://schemas.microsoft.com/office/drawing/2014/main" id="{E71473D0-3ABF-8F27-AF00-EE1475BEEF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325922"/>
            <a:ext cx="12192000" cy="2740503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31FE07F-A114-9CD0-EC6F-F0CCD0FC194D}"/>
              </a:ext>
            </a:extLst>
          </p:cNvPr>
          <p:cNvCxnSpPr>
            <a:cxnSpLocks/>
          </p:cNvCxnSpPr>
          <p:nvPr userDrawn="1"/>
        </p:nvCxnSpPr>
        <p:spPr>
          <a:xfrm flipV="1">
            <a:off x="321807" y="0"/>
            <a:ext cx="0" cy="4889938"/>
          </a:xfrm>
          <a:prstGeom prst="line">
            <a:avLst/>
          </a:prstGeom>
          <a:ln w="1905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368CB6E9-130A-3E25-C43E-93201A88181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" y="4815871"/>
            <a:ext cx="12192000" cy="20796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6AB842-A243-96A6-F07C-E6AF7C1AD30A}"/>
              </a:ext>
            </a:extLst>
          </p:cNvPr>
          <p:cNvSpPr txBox="1">
            <a:spLocks/>
          </p:cNvSpPr>
          <p:nvPr userDrawn="1"/>
        </p:nvSpPr>
        <p:spPr>
          <a:xfrm>
            <a:off x="4591099" y="6412708"/>
            <a:ext cx="3009803" cy="252535"/>
          </a:xfrm>
        </p:spPr>
        <p:txBody>
          <a:bodyPr lIns="91440" tIns="45720" rIns="91440" bIns="4572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b="0" i="0">
                <a:solidFill>
                  <a:schemeClr val="bg1"/>
                </a:solidFill>
                <a:latin typeface="Proxima Nova Rg" panose="02000506030000020004" pitchFamily="2" charset="0"/>
              </a:rPr>
              <a:t>There’s always a better way</a:t>
            </a:r>
            <a:endParaRPr lang="en-ZA" sz="1600" b="0" i="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687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729" r:id="rId2"/>
    <p:sldLayoutId id="214748374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3496DB-ABD2-934D-276B-70D3F8F95E2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0038" y="240458"/>
            <a:ext cx="1430893" cy="46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585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16">
          <p15:clr>
            <a:srgbClr val="F26B43"/>
          </p15:clr>
        </p15:guide>
        <p15:guide id="4" pos="561">
          <p15:clr>
            <a:srgbClr val="F26B43"/>
          </p15:clr>
        </p15:guide>
        <p15:guide id="5" pos="906">
          <p15:clr>
            <a:srgbClr val="F26B43"/>
          </p15:clr>
        </p15:guide>
        <p15:guide id="6" pos="1251">
          <p15:clr>
            <a:srgbClr val="F26B43"/>
          </p15:clr>
        </p15:guide>
        <p15:guide id="7" pos="1596">
          <p15:clr>
            <a:srgbClr val="F26B43"/>
          </p15:clr>
        </p15:guide>
        <p15:guide id="8" pos="1941">
          <p15:clr>
            <a:srgbClr val="F26B43"/>
          </p15:clr>
        </p15:guide>
        <p15:guide id="9" pos="2286">
          <p15:clr>
            <a:srgbClr val="F26B43"/>
          </p15:clr>
        </p15:guide>
        <p15:guide id="10" pos="2632">
          <p15:clr>
            <a:srgbClr val="F26B43"/>
          </p15:clr>
        </p15:guide>
        <p15:guide id="11" pos="2977">
          <p15:clr>
            <a:srgbClr val="F26B43"/>
          </p15:clr>
        </p15:guide>
        <p15:guide id="12" pos="3322">
          <p15:clr>
            <a:srgbClr val="F26B43"/>
          </p15:clr>
        </p15:guide>
        <p15:guide id="13" pos="3667">
          <p15:clr>
            <a:srgbClr val="F26B43"/>
          </p15:clr>
        </p15:guide>
        <p15:guide id="14" pos="4012">
          <p15:clr>
            <a:srgbClr val="F26B43"/>
          </p15:clr>
        </p15:guide>
        <p15:guide id="15" pos="4357">
          <p15:clr>
            <a:srgbClr val="F26B43"/>
          </p15:clr>
        </p15:guide>
        <p15:guide id="16" pos="4702">
          <p15:clr>
            <a:srgbClr val="F26B43"/>
          </p15:clr>
        </p15:guide>
        <p15:guide id="17" pos="5048">
          <p15:clr>
            <a:srgbClr val="F26B43"/>
          </p15:clr>
        </p15:guide>
        <p15:guide id="18" pos="5393">
          <p15:clr>
            <a:srgbClr val="F26B43"/>
          </p15:clr>
        </p15:guide>
        <p15:guide id="19" pos="5738">
          <p15:clr>
            <a:srgbClr val="F26B43"/>
          </p15:clr>
        </p15:guide>
        <p15:guide id="20" pos="6083">
          <p15:clr>
            <a:srgbClr val="F26B43"/>
          </p15:clr>
        </p15:guide>
        <p15:guide id="21" pos="6428">
          <p15:clr>
            <a:srgbClr val="F26B43"/>
          </p15:clr>
        </p15:guide>
        <p15:guide id="22" pos="6773">
          <p15:clr>
            <a:srgbClr val="F26B43"/>
          </p15:clr>
        </p15:guide>
        <p15:guide id="23" pos="7118">
          <p15:clr>
            <a:srgbClr val="F26B43"/>
          </p15:clr>
        </p15:guide>
        <p15:guide id="24" pos="7464">
          <p15:clr>
            <a:srgbClr val="F26B43"/>
          </p15:clr>
        </p15:guide>
        <p15:guide id="25" orient="horz">
          <p15:clr>
            <a:srgbClr val="F26B43"/>
          </p15:clr>
        </p15:guide>
        <p15:guide id="26" orient="horz" pos="4320">
          <p15:clr>
            <a:srgbClr val="F26B43"/>
          </p15:clr>
        </p15:guide>
        <p15:guide id="27" orient="horz" pos="144">
          <p15:clr>
            <a:srgbClr val="F26B43"/>
          </p15:clr>
        </p15:guide>
        <p15:guide id="28" orient="horz" pos="480">
          <p15:clr>
            <a:srgbClr val="F26B43"/>
          </p15:clr>
        </p15:guide>
        <p15:guide id="29" orient="horz" pos="816">
          <p15:clr>
            <a:srgbClr val="F26B43"/>
          </p15:clr>
        </p15:guide>
        <p15:guide id="30" orient="horz" pos="1152">
          <p15:clr>
            <a:srgbClr val="F26B43"/>
          </p15:clr>
        </p15:guide>
        <p15:guide id="31" orient="horz" pos="1488">
          <p15:clr>
            <a:srgbClr val="F26B43"/>
          </p15:clr>
        </p15:guide>
        <p15:guide id="32" orient="horz" pos="1824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orient="horz" pos="2496">
          <p15:clr>
            <a:srgbClr val="F26B43"/>
          </p15:clr>
        </p15:guide>
        <p15:guide id="35" orient="horz" pos="2832">
          <p15:clr>
            <a:srgbClr val="F26B43"/>
          </p15:clr>
        </p15:guide>
        <p15:guide id="36" orient="horz" pos="3168">
          <p15:clr>
            <a:srgbClr val="F26B43"/>
          </p15:clr>
        </p15:guide>
        <p15:guide id="37" orient="horz" pos="3504">
          <p15:clr>
            <a:srgbClr val="F26B43"/>
          </p15:clr>
        </p15:guide>
        <p15:guide id="38" orient="horz" pos="3840">
          <p15:clr>
            <a:srgbClr val="F26B43"/>
          </p15:clr>
        </p15:guide>
        <p15:guide id="39" orient="horz" pos="417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750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46" r:id="rId2"/>
    <p:sldLayoutId id="2147483692" r:id="rId3"/>
    <p:sldLayoutId id="2147483702" r:id="rId4"/>
    <p:sldLayoutId id="2147483808" r:id="rId5"/>
    <p:sldLayoutId id="2147483699" r:id="rId6"/>
    <p:sldLayoutId id="2147483747" r:id="rId7"/>
    <p:sldLayoutId id="2147483748" r:id="rId8"/>
    <p:sldLayoutId id="2147483724" r:id="rId9"/>
    <p:sldLayoutId id="2147483757" r:id="rId10"/>
    <p:sldLayoutId id="21474838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16" userDrawn="1">
          <p15:clr>
            <a:srgbClr val="F26B43"/>
          </p15:clr>
        </p15:guide>
        <p15:guide id="4" pos="561" userDrawn="1">
          <p15:clr>
            <a:srgbClr val="F26B43"/>
          </p15:clr>
        </p15:guide>
        <p15:guide id="5" pos="906" userDrawn="1">
          <p15:clr>
            <a:srgbClr val="F26B43"/>
          </p15:clr>
        </p15:guide>
        <p15:guide id="6" pos="1251" userDrawn="1">
          <p15:clr>
            <a:srgbClr val="F26B43"/>
          </p15:clr>
        </p15:guide>
        <p15:guide id="7" pos="1596" userDrawn="1">
          <p15:clr>
            <a:srgbClr val="F26B43"/>
          </p15:clr>
        </p15:guide>
        <p15:guide id="8" pos="1941" userDrawn="1">
          <p15:clr>
            <a:srgbClr val="F26B43"/>
          </p15:clr>
        </p15:guide>
        <p15:guide id="9" pos="2286" userDrawn="1">
          <p15:clr>
            <a:srgbClr val="F26B43"/>
          </p15:clr>
        </p15:guide>
        <p15:guide id="10" pos="2632" userDrawn="1">
          <p15:clr>
            <a:srgbClr val="F26B43"/>
          </p15:clr>
        </p15:guide>
        <p15:guide id="11" pos="2977" userDrawn="1">
          <p15:clr>
            <a:srgbClr val="F26B43"/>
          </p15:clr>
        </p15:guide>
        <p15:guide id="12" pos="3322" userDrawn="1">
          <p15:clr>
            <a:srgbClr val="F26B43"/>
          </p15:clr>
        </p15:guide>
        <p15:guide id="13" pos="3667" userDrawn="1">
          <p15:clr>
            <a:srgbClr val="F26B43"/>
          </p15:clr>
        </p15:guide>
        <p15:guide id="14" pos="4012" userDrawn="1">
          <p15:clr>
            <a:srgbClr val="F26B43"/>
          </p15:clr>
        </p15:guide>
        <p15:guide id="15" pos="4357" userDrawn="1">
          <p15:clr>
            <a:srgbClr val="F26B43"/>
          </p15:clr>
        </p15:guide>
        <p15:guide id="16" pos="4702" userDrawn="1">
          <p15:clr>
            <a:srgbClr val="F26B43"/>
          </p15:clr>
        </p15:guide>
        <p15:guide id="17" pos="5048" userDrawn="1">
          <p15:clr>
            <a:srgbClr val="F26B43"/>
          </p15:clr>
        </p15:guide>
        <p15:guide id="18" pos="5393" userDrawn="1">
          <p15:clr>
            <a:srgbClr val="F26B43"/>
          </p15:clr>
        </p15:guide>
        <p15:guide id="19" pos="5738" userDrawn="1">
          <p15:clr>
            <a:srgbClr val="F26B43"/>
          </p15:clr>
        </p15:guide>
        <p15:guide id="20" pos="6083" userDrawn="1">
          <p15:clr>
            <a:srgbClr val="F26B43"/>
          </p15:clr>
        </p15:guide>
        <p15:guide id="21" pos="6428" userDrawn="1">
          <p15:clr>
            <a:srgbClr val="F26B43"/>
          </p15:clr>
        </p15:guide>
        <p15:guide id="22" pos="6773" userDrawn="1">
          <p15:clr>
            <a:srgbClr val="F26B43"/>
          </p15:clr>
        </p15:guide>
        <p15:guide id="23" pos="7118" userDrawn="1">
          <p15:clr>
            <a:srgbClr val="F26B43"/>
          </p15:clr>
        </p15:guide>
        <p15:guide id="24" pos="7464" userDrawn="1">
          <p15:clr>
            <a:srgbClr val="F26B43"/>
          </p15:clr>
        </p15:guide>
        <p15:guide id="25" orient="horz" userDrawn="1">
          <p15:clr>
            <a:srgbClr val="F26B43"/>
          </p15:clr>
        </p15:guide>
        <p15:guide id="26" orient="horz" pos="4320" userDrawn="1">
          <p15:clr>
            <a:srgbClr val="F26B43"/>
          </p15:clr>
        </p15:guide>
        <p15:guide id="27" orient="horz" pos="144" userDrawn="1">
          <p15:clr>
            <a:srgbClr val="F26B43"/>
          </p15:clr>
        </p15:guide>
        <p15:guide id="28" orient="horz" pos="480" userDrawn="1">
          <p15:clr>
            <a:srgbClr val="F26B43"/>
          </p15:clr>
        </p15:guide>
        <p15:guide id="29" orient="horz" pos="816" userDrawn="1">
          <p15:clr>
            <a:srgbClr val="F26B43"/>
          </p15:clr>
        </p15:guide>
        <p15:guide id="30" orient="horz" pos="1152" userDrawn="1">
          <p15:clr>
            <a:srgbClr val="F26B43"/>
          </p15:clr>
        </p15:guide>
        <p15:guide id="31" orient="horz" pos="1488" userDrawn="1">
          <p15:clr>
            <a:srgbClr val="F26B43"/>
          </p15:clr>
        </p15:guide>
        <p15:guide id="32" orient="horz" pos="1824" userDrawn="1">
          <p15:clr>
            <a:srgbClr val="F26B43"/>
          </p15:clr>
        </p15:guide>
        <p15:guide id="33" orient="horz" pos="2160" userDrawn="1">
          <p15:clr>
            <a:srgbClr val="F26B43"/>
          </p15:clr>
        </p15:guide>
        <p15:guide id="34" orient="horz" pos="2496" userDrawn="1">
          <p15:clr>
            <a:srgbClr val="F26B43"/>
          </p15:clr>
        </p15:guide>
        <p15:guide id="35" orient="horz" pos="2832" userDrawn="1">
          <p15:clr>
            <a:srgbClr val="F26B43"/>
          </p15:clr>
        </p15:guide>
        <p15:guide id="36" orient="horz" pos="3168" userDrawn="1">
          <p15:clr>
            <a:srgbClr val="F26B43"/>
          </p15:clr>
        </p15:guide>
        <p15:guide id="37" orient="horz" pos="3504" userDrawn="1">
          <p15:clr>
            <a:srgbClr val="F26B43"/>
          </p15:clr>
        </p15:guide>
        <p15:guide id="38" orient="horz" pos="3840" userDrawn="1">
          <p15:clr>
            <a:srgbClr val="F26B43"/>
          </p15:clr>
        </p15:guide>
        <p15:guide id="39" orient="horz" pos="4176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3496DB-ABD2-934D-276B-70D3F8F95E2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0038" y="240458"/>
            <a:ext cx="1430893" cy="465756"/>
          </a:xfrm>
          <a:prstGeom prst="rect">
            <a:avLst/>
          </a:prstGeom>
        </p:spPr>
      </p:pic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AEA0DB49-07C3-7054-35E2-F1D0ED628D08}"/>
              </a:ext>
            </a:extLst>
          </p:cNvPr>
          <p:cNvSpPr/>
          <p:nvPr userDrawn="1"/>
        </p:nvSpPr>
        <p:spPr>
          <a:xfrm>
            <a:off x="318632" y="-1261872"/>
            <a:ext cx="13109491" cy="7815070"/>
          </a:xfrm>
          <a:prstGeom prst="round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 Lt" panose="02000506030000020004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2484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16">
          <p15:clr>
            <a:srgbClr val="F26B43"/>
          </p15:clr>
        </p15:guide>
        <p15:guide id="4" pos="561">
          <p15:clr>
            <a:srgbClr val="F26B43"/>
          </p15:clr>
        </p15:guide>
        <p15:guide id="5" pos="906">
          <p15:clr>
            <a:srgbClr val="F26B43"/>
          </p15:clr>
        </p15:guide>
        <p15:guide id="6" pos="1251">
          <p15:clr>
            <a:srgbClr val="F26B43"/>
          </p15:clr>
        </p15:guide>
        <p15:guide id="7" pos="1596">
          <p15:clr>
            <a:srgbClr val="F26B43"/>
          </p15:clr>
        </p15:guide>
        <p15:guide id="8" pos="1941">
          <p15:clr>
            <a:srgbClr val="F26B43"/>
          </p15:clr>
        </p15:guide>
        <p15:guide id="9" pos="2286">
          <p15:clr>
            <a:srgbClr val="F26B43"/>
          </p15:clr>
        </p15:guide>
        <p15:guide id="10" pos="2632">
          <p15:clr>
            <a:srgbClr val="F26B43"/>
          </p15:clr>
        </p15:guide>
        <p15:guide id="11" pos="2977">
          <p15:clr>
            <a:srgbClr val="F26B43"/>
          </p15:clr>
        </p15:guide>
        <p15:guide id="12" pos="3322">
          <p15:clr>
            <a:srgbClr val="F26B43"/>
          </p15:clr>
        </p15:guide>
        <p15:guide id="13" pos="3667">
          <p15:clr>
            <a:srgbClr val="F26B43"/>
          </p15:clr>
        </p15:guide>
        <p15:guide id="14" pos="4012">
          <p15:clr>
            <a:srgbClr val="F26B43"/>
          </p15:clr>
        </p15:guide>
        <p15:guide id="15" pos="4357">
          <p15:clr>
            <a:srgbClr val="F26B43"/>
          </p15:clr>
        </p15:guide>
        <p15:guide id="16" pos="4702">
          <p15:clr>
            <a:srgbClr val="F26B43"/>
          </p15:clr>
        </p15:guide>
        <p15:guide id="17" pos="5048">
          <p15:clr>
            <a:srgbClr val="F26B43"/>
          </p15:clr>
        </p15:guide>
        <p15:guide id="18" pos="5393">
          <p15:clr>
            <a:srgbClr val="F26B43"/>
          </p15:clr>
        </p15:guide>
        <p15:guide id="19" pos="5738">
          <p15:clr>
            <a:srgbClr val="F26B43"/>
          </p15:clr>
        </p15:guide>
        <p15:guide id="20" pos="6083">
          <p15:clr>
            <a:srgbClr val="F26B43"/>
          </p15:clr>
        </p15:guide>
        <p15:guide id="21" pos="6428">
          <p15:clr>
            <a:srgbClr val="F26B43"/>
          </p15:clr>
        </p15:guide>
        <p15:guide id="22" pos="6773">
          <p15:clr>
            <a:srgbClr val="F26B43"/>
          </p15:clr>
        </p15:guide>
        <p15:guide id="23" pos="7118">
          <p15:clr>
            <a:srgbClr val="F26B43"/>
          </p15:clr>
        </p15:guide>
        <p15:guide id="24" pos="7464">
          <p15:clr>
            <a:srgbClr val="F26B43"/>
          </p15:clr>
        </p15:guide>
        <p15:guide id="25" orient="horz">
          <p15:clr>
            <a:srgbClr val="F26B43"/>
          </p15:clr>
        </p15:guide>
        <p15:guide id="26" orient="horz" pos="4320">
          <p15:clr>
            <a:srgbClr val="F26B43"/>
          </p15:clr>
        </p15:guide>
        <p15:guide id="27" orient="horz" pos="144">
          <p15:clr>
            <a:srgbClr val="F26B43"/>
          </p15:clr>
        </p15:guide>
        <p15:guide id="28" orient="horz" pos="480">
          <p15:clr>
            <a:srgbClr val="F26B43"/>
          </p15:clr>
        </p15:guide>
        <p15:guide id="29" orient="horz" pos="816">
          <p15:clr>
            <a:srgbClr val="F26B43"/>
          </p15:clr>
        </p15:guide>
        <p15:guide id="30" orient="horz" pos="1152">
          <p15:clr>
            <a:srgbClr val="F26B43"/>
          </p15:clr>
        </p15:guide>
        <p15:guide id="31" orient="horz" pos="1488">
          <p15:clr>
            <a:srgbClr val="F26B43"/>
          </p15:clr>
        </p15:guide>
        <p15:guide id="32" orient="horz" pos="1824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orient="horz" pos="2496">
          <p15:clr>
            <a:srgbClr val="F26B43"/>
          </p15:clr>
        </p15:guide>
        <p15:guide id="35" orient="horz" pos="2832">
          <p15:clr>
            <a:srgbClr val="F26B43"/>
          </p15:clr>
        </p15:guide>
        <p15:guide id="36" orient="horz" pos="3168">
          <p15:clr>
            <a:srgbClr val="F26B43"/>
          </p15:clr>
        </p15:guide>
        <p15:guide id="37" orient="horz" pos="3504">
          <p15:clr>
            <a:srgbClr val="F26B43"/>
          </p15:clr>
        </p15:guide>
        <p15:guide id="38" orient="horz" pos="3840">
          <p15:clr>
            <a:srgbClr val="F26B43"/>
          </p15:clr>
        </p15:guide>
        <p15:guide id="39" orient="horz" pos="41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graingerplc.atlassian.net/issues/?filter=11816" TargetMode="External"/><Relationship Id="rId13" Type="http://schemas.openxmlformats.org/officeDocument/2006/relationships/image" Target="../media/image17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6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openxmlformats.org/officeDocument/2006/relationships/image" Target="../media/image11.svg"/><Relationship Id="rId15" Type="http://schemas.openxmlformats.org/officeDocument/2006/relationships/hyperlink" Target="https://graingerplc.atlassian.net/jira/dashboards/10257" TargetMode="External"/><Relationship Id="rId10" Type="http://schemas.openxmlformats.org/officeDocument/2006/relationships/image" Target="../media/image14.emf"/><Relationship Id="rId4" Type="http://schemas.openxmlformats.org/officeDocument/2006/relationships/image" Target="../media/image10.png"/><Relationship Id="rId9" Type="http://schemas.openxmlformats.org/officeDocument/2006/relationships/hyperlink" Target="https://graingerplc.atlassian.net/issues/?filter=11159" TargetMode="External"/><Relationship Id="rId14" Type="http://schemas.openxmlformats.org/officeDocument/2006/relationships/image" Target="../media/image1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0182FC-C4B5-77D3-0384-8FF7A48A44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4657" y="1908794"/>
            <a:ext cx="10662686" cy="1768471"/>
          </a:xfrm>
        </p:spPr>
        <p:txBody>
          <a:bodyPr lIns="91440" tIns="45720" rIns="91440" bIns="45720" anchor="ctr" anchorCtr="0"/>
          <a:lstStyle/>
          <a:p>
            <a:r>
              <a:rPr lang="en-US" dirty="0">
                <a:latin typeface="Proxima Nova Lt"/>
              </a:rPr>
              <a:t>Sprint Review: SVOT &amp; Renewals</a:t>
            </a:r>
          </a:p>
          <a:p>
            <a:r>
              <a:rPr lang="en-US" sz="1800" dirty="0">
                <a:latin typeface="Proxima Nova Lt"/>
              </a:rPr>
              <a:t>Sprint 4</a:t>
            </a:r>
          </a:p>
          <a:p>
            <a:r>
              <a:rPr lang="en-US" sz="1800" dirty="0">
                <a:latin typeface="Proxima Nova Lt"/>
              </a:rPr>
              <a:t>28 Apr – 23 May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64677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25024-72D8-773D-7CD8-400C625DB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E2C463-C390-4263-460C-AFDE774836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Sprint Overview</a:t>
            </a:r>
          </a:p>
        </p:txBody>
      </p:sp>
      <p:sp>
        <p:nvSpPr>
          <p:cNvPr id="4" name="Rectangle: Rounded Corners 139">
            <a:extLst>
              <a:ext uri="{FF2B5EF4-FFF2-40B4-BE49-F238E27FC236}">
                <a16:creationId xmlns:a16="http://schemas.microsoft.com/office/drawing/2014/main" id="{7A6E1B3F-AB8C-F49E-9B9F-92E5CC46F02C}"/>
              </a:ext>
            </a:extLst>
          </p:cNvPr>
          <p:cNvSpPr/>
          <p:nvPr/>
        </p:nvSpPr>
        <p:spPr>
          <a:xfrm>
            <a:off x="740185" y="2435710"/>
            <a:ext cx="3246309" cy="2674719"/>
          </a:xfrm>
          <a:prstGeom prst="roundRect">
            <a:avLst>
              <a:gd name="adj" fmla="val 10507"/>
            </a:avLst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atin typeface="Proxima Nova Lt" panose="02000506030000020004" pitchFamily="50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47B350D-0617-4110-1490-A9B4180A6D23}"/>
              </a:ext>
            </a:extLst>
          </p:cNvPr>
          <p:cNvSpPr txBox="1"/>
          <p:nvPr/>
        </p:nvSpPr>
        <p:spPr>
          <a:xfrm>
            <a:off x="1066442" y="3296019"/>
            <a:ext cx="1904790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 dirty="0">
                <a:latin typeface="Proxima Nova Lt" panose="02000506030000020004" pitchFamily="50" charset="0"/>
              </a:rPr>
              <a:t>Work Items Delivered</a:t>
            </a:r>
            <a:endParaRPr sz="2800" dirty="0">
              <a:latin typeface="Proxima Nova Lt" panose="02000506030000020004" pitchFamily="50" charset="0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6A66945-0BBD-162C-3C9D-F247EA0C75E6}"/>
              </a:ext>
            </a:extLst>
          </p:cNvPr>
          <p:cNvSpPr txBox="1"/>
          <p:nvPr/>
        </p:nvSpPr>
        <p:spPr>
          <a:xfrm>
            <a:off x="1073904" y="4517182"/>
            <a:ext cx="2083466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 panose="02000506030000020004" pitchFamily="50" charset="0"/>
                <a:ea typeface="Proxima Nova Lt"/>
                <a:cs typeface="Proxima Nova Lt"/>
              </a:defRPr>
            </a:lvl1pPr>
          </a:lstStyle>
          <a:p>
            <a:pPr algn="l"/>
            <a:r>
              <a:rPr lang="en-US"/>
              <a:t>Story Points Completed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D6C170-F610-33F4-F88F-E0AFA05CF421}"/>
              </a:ext>
            </a:extLst>
          </p:cNvPr>
          <p:cNvSpPr txBox="1"/>
          <p:nvPr/>
        </p:nvSpPr>
        <p:spPr>
          <a:xfrm>
            <a:off x="1138553" y="2654582"/>
            <a:ext cx="1381113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 panose="02000506030000020004" pitchFamily="50" charset="0"/>
              </a:rPr>
              <a:t>Weeks</a:t>
            </a:r>
            <a:endParaRPr>
              <a:latin typeface="Proxima Nova Lt" panose="02000506030000020004" pitchFamily="50" charset="0"/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E6B710E-7809-10C0-A07C-457D051477C6}"/>
              </a:ext>
            </a:extLst>
          </p:cNvPr>
          <p:cNvSpPr txBox="1">
            <a:spLocks/>
          </p:cNvSpPr>
          <p:nvPr/>
        </p:nvSpPr>
        <p:spPr>
          <a:xfrm>
            <a:off x="2478758" y="3258450"/>
            <a:ext cx="1374095" cy="364228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2400" dirty="0">
                <a:solidFill>
                  <a:srgbClr val="BCD727"/>
                </a:solidFill>
                <a:latin typeface="Proxima Nova Rg" panose="02000506030000020004" pitchFamily="50" charset="0"/>
              </a:rPr>
              <a:t>43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3A4378B3-071C-4B9B-1DC8-CAC0726EC764}"/>
              </a:ext>
            </a:extLst>
          </p:cNvPr>
          <p:cNvSpPr txBox="1">
            <a:spLocks/>
          </p:cNvSpPr>
          <p:nvPr/>
        </p:nvSpPr>
        <p:spPr>
          <a:xfrm>
            <a:off x="2478758" y="4458088"/>
            <a:ext cx="1374095" cy="563279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2400" dirty="0">
                <a:solidFill>
                  <a:srgbClr val="BCD727"/>
                </a:solidFill>
                <a:latin typeface="Proxima Nova Rg" panose="02000506030000020004" pitchFamily="50" charset="0"/>
              </a:rPr>
              <a:t>62,5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B4643F2-6ECC-709D-32A1-D5D484806361}"/>
              </a:ext>
            </a:extLst>
          </p:cNvPr>
          <p:cNvSpPr txBox="1">
            <a:spLocks/>
          </p:cNvSpPr>
          <p:nvPr/>
        </p:nvSpPr>
        <p:spPr>
          <a:xfrm>
            <a:off x="2478758" y="2594936"/>
            <a:ext cx="1374095" cy="563279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2400" dirty="0">
                <a:solidFill>
                  <a:srgbClr val="BCD727"/>
                </a:solidFill>
                <a:latin typeface="Proxima Nova Rg" panose="02000506030000020004" pitchFamily="50" charset="0"/>
              </a:rPr>
              <a:t>4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4AE0D17-3807-9270-4991-4A510302CB8C}"/>
              </a:ext>
            </a:extLst>
          </p:cNvPr>
          <p:cNvSpPr/>
          <p:nvPr/>
        </p:nvSpPr>
        <p:spPr>
          <a:xfrm>
            <a:off x="765252" y="1712564"/>
            <a:ext cx="3246309" cy="510635"/>
          </a:xfrm>
          <a:prstGeom prst="roundRect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 dirty="0">
                <a:latin typeface="Proxima Nova Rg" panose="02000506030000020004" pitchFamily="50" charset="0"/>
              </a:rPr>
              <a:t>Sprint Numbers</a:t>
            </a:r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0B683971-79F5-EC68-73A0-0AA2F04A30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70191" y="2472824"/>
            <a:ext cx="582200" cy="582200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85F7FA89-7392-DA55-A5F4-5629A45C590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54440" y="3130384"/>
            <a:ext cx="592097" cy="492293"/>
          </a:xfrm>
          <a:prstGeom prst="rect">
            <a:avLst/>
          </a:prstGeom>
        </p:spPr>
      </p:pic>
      <p:pic>
        <p:nvPicPr>
          <p:cNvPr id="75" name="Graphic 74" descr="Clipboard All Crosses outline">
            <a:extLst>
              <a:ext uri="{FF2B5EF4-FFF2-40B4-BE49-F238E27FC236}">
                <a16:creationId xmlns:a16="http://schemas.microsoft.com/office/drawing/2014/main" id="{B996B75D-9228-8D7C-7ADD-6E02378994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61619" y="4357656"/>
            <a:ext cx="516721" cy="516721"/>
          </a:xfrm>
          <a:prstGeom prst="rect">
            <a:avLst/>
          </a:prstGeom>
        </p:spPr>
      </p:pic>
      <p:sp>
        <p:nvSpPr>
          <p:cNvPr id="88" name="Rectangle: Rounded Corners 139">
            <a:extLst>
              <a:ext uri="{FF2B5EF4-FFF2-40B4-BE49-F238E27FC236}">
                <a16:creationId xmlns:a16="http://schemas.microsoft.com/office/drawing/2014/main" id="{16ABE9C5-5D8A-1DC9-3431-F22D4C73E340}"/>
              </a:ext>
            </a:extLst>
          </p:cNvPr>
          <p:cNvSpPr/>
          <p:nvPr/>
        </p:nvSpPr>
        <p:spPr>
          <a:xfrm>
            <a:off x="4522999" y="2435710"/>
            <a:ext cx="2951064" cy="2674719"/>
          </a:xfrm>
          <a:prstGeom prst="roundRect">
            <a:avLst>
              <a:gd name="adj" fmla="val 10507"/>
            </a:avLst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atin typeface="Proxima Nova Lt" panose="02000506030000020004" pitchFamily="50" charset="0"/>
            </a:endParaRPr>
          </a:p>
        </p:txBody>
      </p:sp>
      <p:sp>
        <p:nvSpPr>
          <p:cNvPr id="89" name="Text Placeholder 3">
            <a:extLst>
              <a:ext uri="{FF2B5EF4-FFF2-40B4-BE49-F238E27FC236}">
                <a16:creationId xmlns:a16="http://schemas.microsoft.com/office/drawing/2014/main" id="{52505968-3699-027E-2430-1923F313B8BB}"/>
              </a:ext>
            </a:extLst>
          </p:cNvPr>
          <p:cNvSpPr txBox="1"/>
          <p:nvPr/>
        </p:nvSpPr>
        <p:spPr>
          <a:xfrm>
            <a:off x="4807021" y="3490617"/>
            <a:ext cx="1904790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 dirty="0">
                <a:latin typeface="Proxima Nova Lt" panose="02000506030000020004" pitchFamily="50" charset="0"/>
                <a:hlinkClick r:id="rId8"/>
              </a:rPr>
              <a:t>Work Items To Still Test </a:t>
            </a:r>
            <a:endParaRPr sz="2800" dirty="0">
              <a:latin typeface="Proxima Nova Lt" panose="02000506030000020004" pitchFamily="50" charset="0"/>
            </a:endParaRPr>
          </a:p>
        </p:txBody>
      </p:sp>
      <p:sp>
        <p:nvSpPr>
          <p:cNvPr id="91" name="Text Placeholder 3">
            <a:extLst>
              <a:ext uri="{FF2B5EF4-FFF2-40B4-BE49-F238E27FC236}">
                <a16:creationId xmlns:a16="http://schemas.microsoft.com/office/drawing/2014/main" id="{C7C8151C-CAD0-93F6-9121-81AF79A2C808}"/>
              </a:ext>
            </a:extLst>
          </p:cNvPr>
          <p:cNvSpPr txBox="1"/>
          <p:nvPr/>
        </p:nvSpPr>
        <p:spPr>
          <a:xfrm>
            <a:off x="4770010" y="2791879"/>
            <a:ext cx="2298793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 dirty="0">
                <a:latin typeface="Proxima Nova Lt" panose="02000506030000020004" pitchFamily="50" charset="0"/>
                <a:hlinkClick r:id="rId9"/>
              </a:rPr>
              <a:t>Sprint work Items Delivered</a:t>
            </a:r>
            <a:endParaRPr dirty="0">
              <a:latin typeface="Proxima Nova Lt" panose="02000506030000020004" pitchFamily="50" charset="0"/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4A9F2AB2-072F-3340-F1DF-CAB06959B99B}"/>
              </a:ext>
            </a:extLst>
          </p:cNvPr>
          <p:cNvSpPr/>
          <p:nvPr/>
        </p:nvSpPr>
        <p:spPr>
          <a:xfrm>
            <a:off x="4548066" y="1712564"/>
            <a:ext cx="2845791" cy="510635"/>
          </a:xfrm>
          <a:prstGeom prst="roundRect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 dirty="0">
                <a:latin typeface="Proxima Nova Rg" panose="02000506030000020004" pitchFamily="50" charset="0"/>
              </a:rPr>
              <a:t>Sprint Links</a:t>
            </a:r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9F53A10A-3622-BE27-1C9E-712CF5B17F5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75988" y="2705306"/>
            <a:ext cx="494022" cy="458093"/>
          </a:xfrm>
          <a:prstGeom prst="rect">
            <a:avLst/>
          </a:prstGeom>
        </p:spPr>
      </p:pic>
      <p:pic>
        <p:nvPicPr>
          <p:cNvPr id="101" name="Graphic 100">
            <a:extLst>
              <a:ext uri="{FF2B5EF4-FFF2-40B4-BE49-F238E27FC236}">
                <a16:creationId xmlns:a16="http://schemas.microsoft.com/office/drawing/2014/main" id="{8D327735-31B4-34C8-C735-1B09EA65559A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267160" y="3349714"/>
            <a:ext cx="561812" cy="561812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C30C21D-BA64-AED6-31A4-6A8AB79948CF}"/>
              </a:ext>
            </a:extLst>
          </p:cNvPr>
          <p:cNvSpPr txBox="1"/>
          <p:nvPr/>
        </p:nvSpPr>
        <p:spPr>
          <a:xfrm>
            <a:off x="4780578" y="3750248"/>
            <a:ext cx="2613279" cy="51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 sz="1000" dirty="0">
                <a:latin typeface="Proxima Nova Lt" panose="02000506030000020004" pitchFamily="50" charset="0"/>
              </a:rPr>
              <a:t>Update ”Grainger Testing” to “Yes” to confirm the work item has delivered the functionality detailed in the Acceptance Criteria</a:t>
            </a:r>
            <a:endParaRPr dirty="0">
              <a:latin typeface="Proxima Nova Lt" panose="02000506030000020004" pitchFamily="50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B2519-EFA1-3865-781F-502DC90B6629}"/>
              </a:ext>
            </a:extLst>
          </p:cNvPr>
          <p:cNvSpPr txBox="1"/>
          <p:nvPr/>
        </p:nvSpPr>
        <p:spPr>
          <a:xfrm>
            <a:off x="1046537" y="3880374"/>
            <a:ext cx="1904790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 panose="02000506030000020004" pitchFamily="50" charset="0"/>
              </a:rPr>
              <a:t>UAT Items Addressed</a:t>
            </a:r>
            <a:endParaRPr sz="2800">
              <a:latin typeface="Proxima Nova Lt" panose="02000506030000020004" pitchFamily="50" charset="0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C4C3A25-2697-FFB3-90BE-E65C7287BF0F}"/>
              </a:ext>
            </a:extLst>
          </p:cNvPr>
          <p:cNvSpPr txBox="1">
            <a:spLocks/>
          </p:cNvSpPr>
          <p:nvPr/>
        </p:nvSpPr>
        <p:spPr>
          <a:xfrm>
            <a:off x="2473731" y="3823557"/>
            <a:ext cx="1374095" cy="364228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2400" dirty="0">
                <a:solidFill>
                  <a:srgbClr val="BCD727"/>
                </a:solidFill>
                <a:latin typeface="Proxima Nova Rg" panose="02000506030000020004" pitchFamily="50" charset="0"/>
              </a:rPr>
              <a:t>9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55DCE54-D640-3B1E-4735-805ED588E7CD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427709" y="3685443"/>
            <a:ext cx="624148" cy="624148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9C54FA6C-5ECB-97B0-71E1-E141FFFADA21}"/>
              </a:ext>
            </a:extLst>
          </p:cNvPr>
          <p:cNvSpPr txBox="1"/>
          <p:nvPr/>
        </p:nvSpPr>
        <p:spPr>
          <a:xfrm>
            <a:off x="4798649" y="4431334"/>
            <a:ext cx="2298793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 dirty="0">
                <a:latin typeface="Proxima Nova Lt" panose="02000506030000020004" pitchFamily="50" charset="0"/>
                <a:hlinkClick r:id="rId15"/>
              </a:rPr>
              <a:t>Dashboard Overview</a:t>
            </a:r>
            <a:endParaRPr dirty="0">
              <a:latin typeface="Proxima Nova Lt" panose="02000506030000020004" pitchFamily="50" charset="0"/>
            </a:endParaRPr>
          </a:p>
        </p:txBody>
      </p:sp>
      <p:pic>
        <p:nvPicPr>
          <p:cNvPr id="12" name="Graphic 11" descr="Clipboard All Crosses outline">
            <a:extLst>
              <a:ext uri="{FF2B5EF4-FFF2-40B4-BE49-F238E27FC236}">
                <a16:creationId xmlns:a16="http://schemas.microsoft.com/office/drawing/2014/main" id="{21205693-E326-3A39-86E2-0CA793CF33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253289" y="4290925"/>
            <a:ext cx="516721" cy="516721"/>
          </a:xfrm>
          <a:prstGeom prst="rect">
            <a:avLst/>
          </a:prstGeom>
        </p:spPr>
      </p:pic>
      <p:sp>
        <p:nvSpPr>
          <p:cNvPr id="13" name="Rectangle: Rounded Corners 139">
            <a:extLst>
              <a:ext uri="{FF2B5EF4-FFF2-40B4-BE49-F238E27FC236}">
                <a16:creationId xmlns:a16="http://schemas.microsoft.com/office/drawing/2014/main" id="{5A748B35-1975-87A7-B64F-F6F1CD54E8C1}"/>
              </a:ext>
            </a:extLst>
          </p:cNvPr>
          <p:cNvSpPr/>
          <p:nvPr/>
        </p:nvSpPr>
        <p:spPr>
          <a:xfrm>
            <a:off x="8075355" y="2435710"/>
            <a:ext cx="3646454" cy="2674719"/>
          </a:xfrm>
          <a:prstGeom prst="roundRect">
            <a:avLst>
              <a:gd name="adj" fmla="val 10507"/>
            </a:avLst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atin typeface="Proxima Nova Lt" panose="02000506030000020004" pitchFamily="50" charset="0"/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568F8C4-91C3-CB78-5BBA-A45C4EAD76AD}"/>
              </a:ext>
            </a:extLst>
          </p:cNvPr>
          <p:cNvSpPr txBox="1"/>
          <p:nvPr/>
        </p:nvSpPr>
        <p:spPr>
          <a:xfrm>
            <a:off x="8450532" y="3296019"/>
            <a:ext cx="1904790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 dirty="0">
                <a:latin typeface="Proxima Nova Lt" panose="02000506030000020004" pitchFamily="50" charset="0"/>
              </a:rPr>
              <a:t>Sprint 3 UAT Testing</a:t>
            </a:r>
            <a:endParaRPr sz="2800" dirty="0">
              <a:latin typeface="Proxima Nova Lt" panose="02000506030000020004" pitchFamily="50" charset="0"/>
            </a:endParaRP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23C3398-9E5D-81EC-40F0-6CE041AD173D}"/>
              </a:ext>
            </a:extLst>
          </p:cNvPr>
          <p:cNvSpPr txBox="1"/>
          <p:nvPr/>
        </p:nvSpPr>
        <p:spPr>
          <a:xfrm>
            <a:off x="8450532" y="4517182"/>
            <a:ext cx="1541168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 panose="02000506030000020004" pitchFamily="50" charset="0"/>
                <a:ea typeface="Proxima Nova Lt"/>
                <a:cs typeface="Proxima Nova Lt"/>
              </a:defRPr>
            </a:lvl1pPr>
          </a:lstStyle>
          <a:p>
            <a:pPr algn="l"/>
            <a:r>
              <a:rPr lang="en-US" dirty="0"/>
              <a:t>Release 1 Go Live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B1C9CF84-19E7-C166-435F-0E21EB13A62E}"/>
              </a:ext>
            </a:extLst>
          </p:cNvPr>
          <p:cNvSpPr txBox="1"/>
          <p:nvPr/>
        </p:nvSpPr>
        <p:spPr>
          <a:xfrm>
            <a:off x="8450532" y="2654582"/>
            <a:ext cx="1677746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 dirty="0">
                <a:latin typeface="Proxima Nova Lt" panose="02000506030000020004" pitchFamily="50" charset="0"/>
              </a:rPr>
              <a:t>Sprint 4 SIT Testing</a:t>
            </a:r>
            <a:endParaRPr dirty="0">
              <a:latin typeface="Proxima Nova Lt" panose="02000506030000020004" pitchFamily="50" charset="0"/>
            </a:endParaRP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C903A91-3BD0-5353-32C5-8FBCB6FAC5D6}"/>
              </a:ext>
            </a:extLst>
          </p:cNvPr>
          <p:cNvSpPr txBox="1">
            <a:spLocks/>
          </p:cNvSpPr>
          <p:nvPr/>
        </p:nvSpPr>
        <p:spPr>
          <a:xfrm>
            <a:off x="10247624" y="2653929"/>
            <a:ext cx="1374095" cy="258178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200" dirty="0">
                <a:solidFill>
                  <a:srgbClr val="BCD727"/>
                </a:solidFill>
                <a:latin typeface="Proxima Nova Rg" panose="02000506030000020004" pitchFamily="50" charset="0"/>
              </a:rPr>
              <a:t>27 May – 30 May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91BF090-EBC7-4496-3401-F25B8A49A0F7}"/>
              </a:ext>
            </a:extLst>
          </p:cNvPr>
          <p:cNvSpPr/>
          <p:nvPr/>
        </p:nvSpPr>
        <p:spPr>
          <a:xfrm>
            <a:off x="8100423" y="1712564"/>
            <a:ext cx="3621386" cy="510635"/>
          </a:xfrm>
          <a:prstGeom prst="roundRect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 dirty="0">
                <a:latin typeface="Proxima Nova Rg" panose="02000506030000020004" pitchFamily="50" charset="0"/>
              </a:rPr>
              <a:t>Key Dates</a:t>
            </a:r>
          </a:p>
        </p:txBody>
      </p:sp>
      <p:pic>
        <p:nvPicPr>
          <p:cNvPr id="26" name="Graphic 25" descr="Clipboard All Crosses outline">
            <a:extLst>
              <a:ext uri="{FF2B5EF4-FFF2-40B4-BE49-F238E27FC236}">
                <a16:creationId xmlns:a16="http://schemas.microsoft.com/office/drawing/2014/main" id="{FE7D2FA9-E580-E868-B53C-562EBD7299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7796790" y="4357656"/>
            <a:ext cx="516721" cy="516721"/>
          </a:xfrm>
          <a:prstGeom prst="rect">
            <a:avLst/>
          </a:prstGeom>
        </p:spPr>
      </p:pic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E91DCA4A-B0CC-3044-C16D-7648D314EEF8}"/>
              </a:ext>
            </a:extLst>
          </p:cNvPr>
          <p:cNvSpPr txBox="1"/>
          <p:nvPr/>
        </p:nvSpPr>
        <p:spPr>
          <a:xfrm>
            <a:off x="8450532" y="3880374"/>
            <a:ext cx="1904790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 dirty="0">
                <a:latin typeface="Proxima Nova Lt" panose="02000506030000020004" pitchFamily="50" charset="0"/>
              </a:rPr>
              <a:t>Sprint 4 UAT Testing</a:t>
            </a:r>
            <a:endParaRPr sz="2800" dirty="0">
              <a:latin typeface="Proxima Nova Lt" panose="02000506030000020004" pitchFamily="50" charset="0"/>
            </a:endParaRP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82D29821-97D7-D9A2-30E3-7230420CA47C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7762880" y="3685443"/>
            <a:ext cx="624148" cy="624148"/>
          </a:xfrm>
          <a:prstGeom prst="rect">
            <a:avLst/>
          </a:prstGeom>
        </p:spPr>
      </p:pic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D7F7EF75-6B7A-BBC5-2214-5824C28477E2}"/>
              </a:ext>
            </a:extLst>
          </p:cNvPr>
          <p:cNvSpPr txBox="1">
            <a:spLocks/>
          </p:cNvSpPr>
          <p:nvPr/>
        </p:nvSpPr>
        <p:spPr>
          <a:xfrm>
            <a:off x="10247624" y="3306077"/>
            <a:ext cx="1374095" cy="258178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200" dirty="0">
                <a:solidFill>
                  <a:srgbClr val="BCD727"/>
                </a:solidFill>
                <a:latin typeface="Proxima Nova Rg" panose="02000506030000020004" pitchFamily="50" charset="0"/>
              </a:rPr>
              <a:t>02 Jun – 27 Jun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C84874FE-C517-78FB-1185-9AFA59AEA970}"/>
              </a:ext>
            </a:extLst>
          </p:cNvPr>
          <p:cNvSpPr txBox="1">
            <a:spLocks/>
          </p:cNvSpPr>
          <p:nvPr/>
        </p:nvSpPr>
        <p:spPr>
          <a:xfrm>
            <a:off x="10247624" y="3920597"/>
            <a:ext cx="1374095" cy="258178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200" dirty="0">
                <a:solidFill>
                  <a:srgbClr val="BCD727"/>
                </a:solidFill>
                <a:latin typeface="Proxima Nova Rg" panose="02000506030000020004" pitchFamily="50" charset="0"/>
              </a:rPr>
              <a:t>02 Jun – 27 Jun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674C3F1B-B82E-F1EF-9916-2758FD0C1E96}"/>
              </a:ext>
            </a:extLst>
          </p:cNvPr>
          <p:cNvSpPr txBox="1">
            <a:spLocks/>
          </p:cNvSpPr>
          <p:nvPr/>
        </p:nvSpPr>
        <p:spPr>
          <a:xfrm>
            <a:off x="10247624" y="4533325"/>
            <a:ext cx="1374095" cy="258178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200" dirty="0">
                <a:solidFill>
                  <a:srgbClr val="BCD727"/>
                </a:solidFill>
                <a:latin typeface="Proxima Nova Rg" panose="02000506030000020004" pitchFamily="50" charset="0"/>
              </a:rPr>
              <a:t>02 Jun</a:t>
            </a: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4BC4CEAE-0462-048F-A40A-F8B8FA12BCC3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7777465" y="2470944"/>
            <a:ext cx="624148" cy="624148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E2B0D37D-0475-85D5-6843-0EA5F52BFA99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7764570" y="3061295"/>
            <a:ext cx="624148" cy="62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077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4036BC-08AE-4551-A50B-110B588D02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Work Items Delivered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76A72E-A794-16FB-C0ED-90764E31A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195" y="756212"/>
            <a:ext cx="3635806" cy="54577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8FA95F-2D90-E38D-1367-EC4490E81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383" y="756212"/>
            <a:ext cx="3660402" cy="54577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91E8D9-7CF1-23F0-1374-67F0EC200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9785" y="1046421"/>
            <a:ext cx="3456990" cy="148282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670BA8A-3780-5C88-4F10-6CFA908791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9785" y="751020"/>
            <a:ext cx="3456990" cy="29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73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405EA-58CE-7FEC-EB5D-B0D0DC729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F787AB-D35B-41D8-922E-58E6B6D926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Work Items Planned for Next Sprint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C51446-A8A8-E774-AFBC-16B3C2BA3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791" y="698244"/>
            <a:ext cx="3418356" cy="54615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8C85B0-66AC-9C0D-463B-A0987A354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133" y="698244"/>
            <a:ext cx="4357983" cy="3615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746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17FEE-DD99-D656-6195-301714039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8056B1-AFB0-5BC2-27B0-E732BE0DAE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General Items</a:t>
            </a:r>
          </a:p>
        </p:txBody>
      </p:sp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B094B9E2-793B-53E8-898F-AE30D54FB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482254"/>
              </p:ext>
            </p:extLst>
          </p:nvPr>
        </p:nvGraphicFramePr>
        <p:xfrm>
          <a:off x="632995" y="2126037"/>
          <a:ext cx="10936225" cy="11125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481092">
                  <a:extLst>
                    <a:ext uri="{9D8B030D-6E8A-4147-A177-3AD203B41FA5}">
                      <a16:colId xmlns:a16="http://schemas.microsoft.com/office/drawing/2014/main" val="699992975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2719652056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3999875696"/>
                    </a:ext>
                  </a:extLst>
                </a:gridCol>
                <a:gridCol w="2542403">
                  <a:extLst>
                    <a:ext uri="{9D8B030D-6E8A-4147-A177-3AD203B41FA5}">
                      <a16:colId xmlns:a16="http://schemas.microsoft.com/office/drawing/2014/main" val="969181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Risk</a:t>
                      </a:r>
                      <a:endParaRPr lang="en-ZA" sz="1200" dirty="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Contributing factors</a:t>
                      </a:r>
                      <a:endParaRPr lang="en-ZA" sz="1200" dirty="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Impact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Decisions taken</a:t>
                      </a:r>
                      <a:endParaRPr lang="en-ZA" sz="1200" dirty="0"/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588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None</a:t>
                      </a:r>
                      <a:endParaRPr lang="en-Z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Z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080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Z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Z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107338"/>
                  </a:ext>
                </a:extLst>
              </a:tr>
            </a:tbl>
          </a:graphicData>
        </a:graphic>
      </p:graphicFrame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054D23CC-08A4-9793-C489-A606102678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67480"/>
              </p:ext>
            </p:extLst>
          </p:nvPr>
        </p:nvGraphicFramePr>
        <p:xfrm>
          <a:off x="632996" y="3528937"/>
          <a:ext cx="10936225" cy="11125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481092">
                  <a:extLst>
                    <a:ext uri="{9D8B030D-6E8A-4147-A177-3AD203B41FA5}">
                      <a16:colId xmlns:a16="http://schemas.microsoft.com/office/drawing/2014/main" val="699992975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2719652056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3999875696"/>
                    </a:ext>
                  </a:extLst>
                </a:gridCol>
                <a:gridCol w="2542403">
                  <a:extLst>
                    <a:ext uri="{9D8B030D-6E8A-4147-A177-3AD203B41FA5}">
                      <a16:colId xmlns:a16="http://schemas.microsoft.com/office/drawing/2014/main" val="969181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Issue</a:t>
                      </a:r>
                      <a:endParaRPr lang="en-ZA" sz="1200" dirty="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Contributing factors</a:t>
                      </a:r>
                      <a:endParaRPr lang="en-ZA" sz="1200" dirty="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Impact</a:t>
                      </a:r>
                      <a:endParaRPr lang="en-ZA" sz="1200" dirty="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Decisions taken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588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None</a:t>
                      </a:r>
                      <a:endParaRPr lang="en-Z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Z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080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Z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10733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6342D7E-9006-C98D-59CC-78992BCBD3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337834"/>
              </p:ext>
            </p:extLst>
          </p:nvPr>
        </p:nvGraphicFramePr>
        <p:xfrm>
          <a:off x="632994" y="930410"/>
          <a:ext cx="1093622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3894">
                  <a:extLst>
                    <a:ext uri="{9D8B030D-6E8A-4147-A177-3AD203B41FA5}">
                      <a16:colId xmlns:a16="http://schemas.microsoft.com/office/drawing/2014/main" val="2646089429"/>
                    </a:ext>
                  </a:extLst>
                </a:gridCol>
                <a:gridCol w="5532329">
                  <a:extLst>
                    <a:ext uri="{9D8B030D-6E8A-4147-A177-3AD203B41FA5}">
                      <a16:colId xmlns:a16="http://schemas.microsoft.com/office/drawing/2014/main" val="11924168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Items Carried over to next Sprint</a:t>
                      </a:r>
                      <a:endParaRPr lang="en-ZA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Reasons</a:t>
                      </a:r>
                      <a:endParaRPr lang="en-ZA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334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4457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25BFCA6-DA57-E5DC-AE07-25F52FA911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593375"/>
              </p:ext>
            </p:extLst>
          </p:nvPr>
        </p:nvGraphicFramePr>
        <p:xfrm>
          <a:off x="632995" y="4815070"/>
          <a:ext cx="1093622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779">
                  <a:extLst>
                    <a:ext uri="{9D8B030D-6E8A-4147-A177-3AD203B41FA5}">
                      <a16:colId xmlns:a16="http://schemas.microsoft.com/office/drawing/2014/main" val="2646089429"/>
                    </a:ext>
                  </a:extLst>
                </a:gridCol>
                <a:gridCol w="4023276">
                  <a:extLst>
                    <a:ext uri="{9D8B030D-6E8A-4147-A177-3AD203B41FA5}">
                      <a16:colId xmlns:a16="http://schemas.microsoft.com/office/drawing/2014/main" val="1192416828"/>
                    </a:ext>
                  </a:extLst>
                </a:gridCol>
                <a:gridCol w="5479167">
                  <a:extLst>
                    <a:ext uri="{9D8B030D-6E8A-4147-A177-3AD203B41FA5}">
                      <a16:colId xmlns:a16="http://schemas.microsoft.com/office/drawing/2014/main" val="17023078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Decision</a:t>
                      </a:r>
                      <a:endParaRPr lang="en-ZA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ZA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  <a:endParaRPr lang="en-ZA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334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ZA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44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ZA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460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6593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268CD-6A91-46D5-9F2E-D63140C574C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733799" y="2658682"/>
            <a:ext cx="4724400" cy="669925"/>
          </a:xfrm>
        </p:spPr>
        <p:txBody>
          <a:bodyPr lIns="91440" tIns="45720" rIns="91440" bIns="45720" anchor="b"/>
          <a:lstStyle/>
          <a:p>
            <a:pPr algn="ctr"/>
            <a:r>
              <a:rPr lang="en-US" sz="3600">
                <a:solidFill>
                  <a:schemeClr val="bg1"/>
                </a:solidFill>
                <a:latin typeface="Proxima Nova Rg" panose="02000506030000020004" pitchFamily="2" charset="0"/>
              </a:rPr>
              <a:t>Thank You</a:t>
            </a:r>
            <a:endParaRPr lang="en-ZA" sz="360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6D0F76C-A073-0741-0F08-E08F00091B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0076" y="1083109"/>
            <a:ext cx="2951847" cy="914657"/>
          </a:xfrm>
          <a:prstGeom prst="rect">
            <a:avLst/>
          </a:prstGeom>
        </p:spPr>
      </p:pic>
      <p:sp>
        <p:nvSpPr>
          <p:cNvPr id="9" name="Rectangle: Diagonal Corners Rounded 6">
            <a:extLst>
              <a:ext uri="{FF2B5EF4-FFF2-40B4-BE49-F238E27FC236}">
                <a16:creationId xmlns:a16="http://schemas.microsoft.com/office/drawing/2014/main" id="{8829291B-20E6-AF2E-8C5E-83B990D55A68}"/>
              </a:ext>
            </a:extLst>
          </p:cNvPr>
          <p:cNvSpPr/>
          <p:nvPr/>
        </p:nvSpPr>
        <p:spPr>
          <a:xfrm rot="10800000">
            <a:off x="446975" y="-927847"/>
            <a:ext cx="12623566" cy="7153835"/>
          </a:xfrm>
          <a:prstGeom prst="round2DiagRect">
            <a:avLst>
              <a:gd name="adj1" fmla="val 10307"/>
              <a:gd name="adj2" fmla="val 1315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Proxima Nova Lt" panose="02000506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686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. Cover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Proxima Nova Rg">
      <a:majorFont>
        <a:latin typeface="Proxima Nova Rg"/>
        <a:ea typeface=""/>
        <a:cs typeface=""/>
      </a:majorFont>
      <a:minorFont>
        <a:latin typeface="Proxima Nova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31064E1A-A0E9-904A-A880-18252F4F0BB9}"/>
    </a:ext>
  </a:extLst>
</a:theme>
</file>

<file path=ppt/theme/theme2.xml><?xml version="1.0" encoding="utf-8"?>
<a:theme xmlns:a="http://schemas.openxmlformats.org/drawingml/2006/main" name="5. White contents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DAAD98D1-008E-CF46-9D06-6718F2F4F938}"/>
    </a:ext>
  </a:extLst>
</a:theme>
</file>

<file path=ppt/theme/theme3.xml><?xml version="1.0" encoding="utf-8"?>
<a:theme xmlns:a="http://schemas.openxmlformats.org/drawingml/2006/main" name="8. Green content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2501C633-698D-1447-A87A-6E5DFAAFA94F}"/>
    </a:ext>
  </a:extLst>
</a:theme>
</file>

<file path=ppt/theme/theme4.xml><?xml version="1.0" encoding="utf-8"?>
<a:theme xmlns:a="http://schemas.openxmlformats.org/drawingml/2006/main" name="4. White + green line contents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BD1D2A2A-301D-7B42-ADFE-0AAAFFE2E51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AF1A255-04AE-4D9E-9F9F-3D8792A06913}">
  <we:reference id="wa104381063" version="1.0.0.1" store="en-US" storeType="OMEX"/>
  <we:alternateReferences>
    <we:reference id="WA104381063" version="1.0.0.1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ffbd5dc-7a64-4097-8396-87f6c90b212f">
      <Value>6</Value>
      <Value>5</Value>
      <Value>20</Value>
    </TaxCatchAll>
    <nae5750f31d8428b9a1182bd8e59d390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Enterprise Solutions</TermName>
          <TermId xmlns="http://schemas.microsoft.com/office/infopath/2007/PartnerControls">08c57b01-67e8-4a4f-abc6-ffb3392ace7f</TermId>
        </TermInfo>
      </Terms>
    </nae5750f31d8428b9a1182bd8e59d390>
    <ica44df5449d49f98766f83f0bd254a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Grainger PLC</TermName>
          <TermId xmlns="http://schemas.microsoft.com/office/infopath/2007/PartnerControls">a74f1cb5-e995-4f9e-8521-6d52e2c6bf08</TermId>
        </TermInfo>
      </Terms>
    </ica44df5449d49f98766f83f0bd254a7>
    <ofdb165b7a42400995658a9538ebccb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PM Report</TermName>
          <TermId xmlns="http://schemas.microsoft.com/office/infopath/2007/PartnerControls">9d58a819-7b07-406f-ac0f-0f196f5e097b</TermId>
        </TermInfo>
      </Terms>
    </ofdb165b7a42400995658a9538ebccb7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Client Document" ma:contentTypeID="0x010100B16301FA1C2D5E4DB9305F31D037531D02070100EAEC246849C81A4BA7B470C1AFD8AAFF" ma:contentTypeVersion="3" ma:contentTypeDescription="A document associated with a client" ma:contentTypeScope="" ma:versionID="8660e9f4d2495e929d93e8a6616d4a81">
  <xsd:schema xmlns:xsd="http://www.w3.org/2001/XMLSchema" xmlns:xs="http://www.w3.org/2001/XMLSchema" xmlns:p="http://schemas.microsoft.com/office/2006/metadata/properties" xmlns:ns2="1ffbd5dc-7a64-4097-8396-87f6c90b212f" targetNamespace="http://schemas.microsoft.com/office/2006/metadata/properties" ma:root="true" ma:fieldsID="07434d5f9b9ff652931a8c76cfaf3aa4" ns2:_="">
    <xsd:import namespace="1ffbd5dc-7a64-4097-8396-87f6c90b212f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nae5750f31d8428b9a1182bd8e59d390" minOccurs="0"/>
                <xsd:element ref="ns2:ica44df5449d49f98766f83f0bd254a7" minOccurs="0"/>
                <xsd:element ref="ns2:ofdb165b7a42400995658a9538ebccb7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fbd5dc-7a64-4097-8396-87f6c90b212f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5250ea2-cfef-416b-9e22-46de40794d29}" ma:internalName="TaxCatchAll" ma:showField="CatchAllData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45250ea2-cfef-416b-9e22-46de40794d29}" ma:internalName="TaxCatchAllLabel" ma:readOnly="true" ma:showField="CatchAllDataLabel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nae5750f31d8428b9a1182bd8e59d390" ma:index="10" ma:taxonomy="true" ma:internalName="nae5750f31d8428b9a1182bd8e59d390" ma:taxonomyFieldName="Division" ma:displayName="Division" ma:readOnly="false" ma:default="1;#Custom Software|cecfb662-fc63-4c9e-b6e4-2e3797fe6f4f" ma:fieldId="{7ae5750f-31d8-428b-9a11-82bd8e59d390}" ma:sspId="5676dd91-060c-4b71-810a-dbdca5582071" ma:termSetId="32b39d25-b397-4982-8e8d-74d5df186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ca44df5449d49f98766f83f0bd254a7" ma:index="12" ma:taxonomy="true" ma:internalName="ica44df5449d49f98766f83f0bd254a7" ma:taxonomyFieldName="Client" ma:displayName="Client" ma:default="6;#Grainger PLC|a74f1cb5-e995-4f9e-8521-6d52e2c6bf08" ma:fieldId="{2ca44df5-449d-49f9-8766-f83f0bd254a7}" ma:sspId="5676dd91-060c-4b71-810a-dbdca5582071" ma:termSetId="26f19758-7225-4257-8796-285d454d16a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ofdb165b7a42400995658a9538ebccb7" ma:index="14" ma:taxonomy="true" ma:internalName="ofdb165b7a42400995658a9538ebccb7" ma:taxonomyFieldName="Client_x0020_Document_x0020_Type" ma:displayName="Client Document Type" ma:readOnly="false" ma:default="" ma:fieldId="{8fdb165b-7a42-4009-9565-8a9538ebccb7}" ma:sspId="5676dd91-060c-4b71-810a-dbdca5582071" ma:termSetId="87785518-c8fe-4f86-8451-d27d55639c50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haredContentType xmlns="Microsoft.SharePoint.Taxonomy.ContentTypeSync" SourceId="5676dd91-060c-4b71-810a-dbdca5582071" ContentTypeId="0x010100B16301FA1C2D5E4DB9305F31D037531D020701" PreviousValue="false"/>
</file>

<file path=customXml/itemProps1.xml><?xml version="1.0" encoding="utf-8"?>
<ds:datastoreItem xmlns:ds="http://schemas.openxmlformats.org/officeDocument/2006/customXml" ds:itemID="{3CCB5E0C-6DBE-4B5A-8AAC-998D2993C1EE}">
  <ds:schemaRefs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dcmitype/"/>
    <ds:schemaRef ds:uri="1ffbd5dc-7a64-4097-8396-87f6c90b212f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824EB38D-7AE2-478E-A1F1-EF8015DD02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fbd5dc-7a64-4097-8396-87f6c90b21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E0A4FC1-74BD-496D-A0A1-41BECF801D37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68FE5A91-0254-47D7-93F1-A4A3982B6FB8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Open Box Presentation_Main master deck</Template>
  <TotalTime>2017</TotalTime>
  <Words>142</Words>
  <Application>Microsoft Office PowerPoint</Application>
  <PresentationFormat>Widescreen</PresentationFormat>
  <Paragraphs>49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Courier New</vt:lpstr>
      <vt:lpstr>Proxima Nova Lt</vt:lpstr>
      <vt:lpstr>Proxima Nova Rg</vt:lpstr>
      <vt:lpstr>Arial</vt:lpstr>
      <vt:lpstr>Verdana</vt:lpstr>
      <vt:lpstr>1. Cover Pages</vt:lpstr>
      <vt:lpstr>5. White contents pages</vt:lpstr>
      <vt:lpstr>8. Green content pages</vt:lpstr>
      <vt:lpstr>4. White + green line contents pages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Edwards</dc:creator>
  <cp:lastModifiedBy>Shaun Barrett</cp:lastModifiedBy>
  <cp:revision>33</cp:revision>
  <cp:lastPrinted>2024-12-11T11:27:32Z</cp:lastPrinted>
  <dcterms:created xsi:type="dcterms:W3CDTF">2025-03-26T08:50:37Z</dcterms:created>
  <dcterms:modified xsi:type="dcterms:W3CDTF">2025-05-27T14:36:24Z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0x010100B16301FA1C2D5E4DB9305F31D037531D02070100EAEC246849C81A4BA7B470C1AFD8AAFF</vt:lpwstr>
  </property>
  <property fmtid="{D5CDD505-2E9C-101B-9397-08002B2CF9AE}" pid="3" name="Business Document Type">
    <vt:lpwstr>5;#Marketing Document|83188caa-7371-410d-bb78-033c2f6b2dcb</vt:lpwstr>
  </property>
  <property fmtid="{D5CDD505-2E9C-101B-9397-08002B2CF9AE}" pid="4" name="display_urn">
    <vt:lpwstr>Skye Van Aswegen</vt:lpwstr>
  </property>
  <property fmtid="{D5CDD505-2E9C-101B-9397-08002B2CF9AE}" pid="5" name="Order">
    <vt:r8>41700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AuthorIds_UIVersion_3">
    <vt:lpwstr>22</vt:lpwstr>
  </property>
  <property fmtid="{D5CDD505-2E9C-101B-9397-08002B2CF9AE}" pid="11" name="AuthorIds_UIVersion_4">
    <vt:lpwstr>27</vt:lpwstr>
  </property>
  <property fmtid="{D5CDD505-2E9C-101B-9397-08002B2CF9AE}" pid="12" name="lcf76f155ced4ddcb4097134ff3c332f">
    <vt:lpwstr/>
  </property>
  <property fmtid="{D5CDD505-2E9C-101B-9397-08002B2CF9AE}" pid="13" name="MediaServiceImageTags">
    <vt:lpwstr/>
  </property>
  <property fmtid="{D5CDD505-2E9C-101B-9397-08002B2CF9AE}" pid="14" name="SharedWithUsers">
    <vt:lpwstr>282;#Dominique Bolus</vt:lpwstr>
  </property>
  <property fmtid="{D5CDD505-2E9C-101B-9397-08002B2CF9AE}" pid="15" name="Business_x0020_Document_x0020_Type">
    <vt:lpwstr>5;#Marketing Document|83188caa-7371-410d-bb78-033c2f6b2dcb</vt:lpwstr>
  </property>
  <property fmtid="{D5CDD505-2E9C-101B-9397-08002B2CF9AE}" pid="16" name="Project Document Type">
    <vt:lpwstr>4;#Generic Project Document|258c2ed6-b93b-4ffe-8901-a23f2dc98ec9</vt:lpwstr>
  </property>
  <property fmtid="{D5CDD505-2E9C-101B-9397-08002B2CF9AE}" pid="17" name="Client">
    <vt:lpwstr>6;#Grainger PLC|a74f1cb5-e995-4f9e-8521-6d52e2c6bf08</vt:lpwstr>
  </property>
  <property fmtid="{D5CDD505-2E9C-101B-9397-08002B2CF9AE}" pid="18" name="Division">
    <vt:lpwstr>5;#Enterprise Solutions|08c57b01-67e8-4a4f-abc6-ffb3392ace7f</vt:lpwstr>
  </property>
  <property fmtid="{D5CDD505-2E9C-101B-9397-08002B2CF9AE}" pid="19" name="Prospective_x0020_Client">
    <vt:lpwstr/>
  </property>
  <property fmtid="{D5CDD505-2E9C-101B-9397-08002B2CF9AE}" pid="20" name="Prospective Client">
    <vt:lpwstr/>
  </property>
  <property fmtid="{D5CDD505-2E9C-101B-9397-08002B2CF9AE}" pid="21" name="Project_x0020_Document_x0020_Type">
    <vt:lpwstr>4;#Generic Project Document|258c2ed6-b93b-4ffe-8901-a23f2dc98ec9</vt:lpwstr>
  </property>
  <property fmtid="{D5CDD505-2E9C-101B-9397-08002B2CF9AE}" pid="22" name="Client_x0020_Document_x0020_Type">
    <vt:lpwstr>20;#PM Report|9d58a819-7b07-406f-ac0f-0f196f5e097b</vt:lpwstr>
  </property>
  <property fmtid="{D5CDD505-2E9C-101B-9397-08002B2CF9AE}" pid="23" name="Client Document Type">
    <vt:lpwstr>20;#PM Report|9d58a819-7b07-406f-ac0f-0f196f5e097b</vt:lpwstr>
  </property>
</Properties>
</file>