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5"/>
    <p:sldMasterId id="2147483796" r:id="rId6"/>
    <p:sldMasterId id="2147483690" r:id="rId7"/>
    <p:sldMasterId id="2147483810" r:id="rId8"/>
  </p:sldMasterIdLst>
  <p:notesMasterIdLst>
    <p:notesMasterId r:id="rId14"/>
  </p:notesMasterIdLst>
  <p:handoutMasterIdLst>
    <p:handoutMasterId r:id="rId15"/>
  </p:handoutMasterIdLst>
  <p:sldIdLst>
    <p:sldId id="584" r:id="rId9"/>
    <p:sldId id="704" r:id="rId10"/>
    <p:sldId id="638" r:id="rId11"/>
    <p:sldId id="705" r:id="rId12"/>
    <p:sldId id="484" r:id="rId13"/>
  </p:sldIdLst>
  <p:sldSz cx="12192000" cy="6858000"/>
  <p:notesSz cx="6858000" cy="9144000"/>
  <p:embeddedFontLst>
    <p:embeddedFont>
      <p:font typeface="Proxima Nova Lt" panose="02000506030000020004" charset="0"/>
      <p:regular r:id="rId16"/>
      <p:bold r:id="rId17"/>
      <p:italic r:id="rId18"/>
      <p:boldItalic r:id="rId19"/>
    </p:embeddedFont>
    <p:embeddedFont>
      <p:font typeface="Proxima Nova Rg" panose="020005060300000200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533435-8132-2B14-8EDD-7776447993D5}" name="Judith Ancketill" initials="JA" userId="S::jancketill@openboxsoftware.com::8f3c2413-fefa-4bc6-9f98-e266e3e0094d" providerId="AD"/>
  <p188:author id="{DC724D44-E70E-557A-289E-5B4E739A5B87}" name="Dominique Bolus" initials="DB" userId="S::dbolus@openboxsoftware.com::9bf352f9-5bae-45e5-8ed9-398ff375c3a1" providerId="AD"/>
  <p188:author id="{B27D6C62-A87E-9EA8-949E-BE3DB87D866D}" name="Shaun Barrett" initials="SB" userId="S::sbarrett@openboxsoftware.com::2e21295b-21c9-4734-b4c8-23b29a1a1ba3" providerId="AD"/>
  <p188:author id="{E5C16FA7-AD08-498A-1473-28FE1786E5F4}" name="Lori Hughes" initials="LH" userId="7614cedae77deff9" providerId="Windows Live"/>
  <p188:author id="{1E0CB2B7-E5EF-9483-1E52-F7AB91745964}" name="Lori Hughes" initials="LH" userId="S::lhughes@openboxsoftware.com::4471f276-471a-463a-9fb8-882a60d3c6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D627"/>
    <a:srgbClr val="BCD727"/>
    <a:srgbClr val="373C3C"/>
    <a:srgbClr val="6983CF"/>
    <a:srgbClr val="F079A1"/>
    <a:srgbClr val="AAAAAA"/>
    <a:srgbClr val="999999"/>
    <a:srgbClr val="464777"/>
    <a:srgbClr val="009696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49FFE9-494A-4C4E-EB0D-3F25F62FBA53}" v="215" dt="2025-03-31T08:14:20.8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438"/>
      </p:cViewPr>
      <p:guideLst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microsoft.com/office/2016/11/relationships/changesInfo" Target="changesInfos/changesInfo1.xml"/><Relationship Id="rId10" Type="http://schemas.openxmlformats.org/officeDocument/2006/relationships/slide" Target="slides/slide2.xml"/><Relationship Id="rId19" Type="http://schemas.openxmlformats.org/officeDocument/2006/relationships/font" Target="fonts/font4.fntdata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 Barrett" userId="2e21295b-21c9-4734-b4c8-23b29a1a1ba3" providerId="ADAL" clId="{A5C39C43-F0A4-463C-8FB7-E850E47ABD48}"/>
    <pc:docChg chg="undo custSel addSld delSld modSld sldOrd">
      <pc:chgData name="Shaun Barrett" userId="2e21295b-21c9-4734-b4c8-23b29a1a1ba3" providerId="ADAL" clId="{A5C39C43-F0A4-463C-8FB7-E850E47ABD48}" dt="2025-03-27T14:51:20.115" v="1089" actId="20577"/>
      <pc:docMkLst>
        <pc:docMk/>
      </pc:docMkLst>
      <pc:sldChg chg="modSp mod">
        <pc:chgData name="Shaun Barrett" userId="2e21295b-21c9-4734-b4c8-23b29a1a1ba3" providerId="ADAL" clId="{A5C39C43-F0A4-463C-8FB7-E850E47ABD48}" dt="2025-03-26T17:16:16.458" v="114" actId="255"/>
        <pc:sldMkLst>
          <pc:docMk/>
          <pc:sldMk cId="464677460" sldId="584"/>
        </pc:sldMkLst>
        <pc:spChg chg="mod">
          <ac:chgData name="Shaun Barrett" userId="2e21295b-21c9-4734-b4c8-23b29a1a1ba3" providerId="ADAL" clId="{A5C39C43-F0A4-463C-8FB7-E850E47ABD48}" dt="2025-03-26T17:16:16.458" v="114" actId="255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 mod">
        <pc:chgData name="Shaun Barrett" userId="2e21295b-21c9-4734-b4c8-23b29a1a1ba3" providerId="ADAL" clId="{A5C39C43-F0A4-463C-8FB7-E850E47ABD48}" dt="2025-03-27T14:25:38.362" v="863" actId="14100"/>
        <pc:sldMkLst>
          <pc:docMk/>
          <pc:sldMk cId="3060173964" sldId="638"/>
        </pc:sldMkLst>
        <pc:spChg chg="mod">
          <ac:chgData name="Shaun Barrett" userId="2e21295b-21c9-4734-b4c8-23b29a1a1ba3" providerId="ADAL" clId="{A5C39C43-F0A4-463C-8FB7-E850E47ABD48}" dt="2025-03-27T14:22:40.218" v="831" actId="20577"/>
          <ac:spMkLst>
            <pc:docMk/>
            <pc:sldMk cId="3060173964" sldId="638"/>
            <ac:spMk id="2" creationId="{014036BC-08AE-4551-A50B-110B588D025A}"/>
          </ac:spMkLst>
        </pc:spChg>
        <pc:spChg chg="add mod">
          <ac:chgData name="Shaun Barrett" userId="2e21295b-21c9-4734-b4c8-23b29a1a1ba3" providerId="ADAL" clId="{A5C39C43-F0A4-463C-8FB7-E850E47ABD48}" dt="2025-03-27T08:53:25.745" v="342" actId="1076"/>
          <ac:spMkLst>
            <pc:docMk/>
            <pc:sldMk cId="3060173964" sldId="638"/>
            <ac:spMk id="4" creationId="{29B645BB-803D-E4BB-1398-DBEDE1749BD2}"/>
          </ac:spMkLst>
        </pc:spChg>
        <pc:spChg chg="mod">
          <ac:chgData name="Shaun Barrett" userId="2e21295b-21c9-4734-b4c8-23b29a1a1ba3" providerId="ADAL" clId="{A5C39C43-F0A4-463C-8FB7-E850E47ABD48}" dt="2025-03-27T13:52:42.843" v="474" actId="120"/>
          <ac:spMkLst>
            <pc:docMk/>
            <pc:sldMk cId="3060173964" sldId="638"/>
            <ac:spMk id="5" creationId="{61288BF0-6252-E6A8-9B42-52AED64BC1FC}"/>
          </ac:spMkLst>
        </pc:spChg>
        <pc:spChg chg="del">
          <ac:chgData name="Shaun Barrett" userId="2e21295b-21c9-4734-b4c8-23b29a1a1ba3" providerId="ADAL" clId="{A5C39C43-F0A4-463C-8FB7-E850E47ABD48}" dt="2025-03-27T08:52:01.855" v="310" actId="478"/>
          <ac:spMkLst>
            <pc:docMk/>
            <pc:sldMk cId="3060173964" sldId="638"/>
            <ac:spMk id="6" creationId="{0DC06807-AEF8-1DE1-C30E-0E1EE7319253}"/>
          </ac:spMkLst>
        </pc:spChg>
        <pc:spChg chg="add del mod">
          <ac:chgData name="Shaun Barrett" userId="2e21295b-21c9-4734-b4c8-23b29a1a1ba3" providerId="ADAL" clId="{A5C39C43-F0A4-463C-8FB7-E850E47ABD48}" dt="2025-03-27T14:22:44.321" v="832" actId="478"/>
          <ac:spMkLst>
            <pc:docMk/>
            <pc:sldMk cId="3060173964" sldId="638"/>
            <ac:spMk id="8" creationId="{DD1A8D16-8F3F-6095-8E83-2C61BF4A66FA}"/>
          </ac:spMkLst>
        </pc:spChg>
        <pc:spChg chg="del mod">
          <ac:chgData name="Shaun Barrett" userId="2e21295b-21c9-4734-b4c8-23b29a1a1ba3" providerId="ADAL" clId="{A5C39C43-F0A4-463C-8FB7-E850E47ABD48}" dt="2025-03-27T14:22:44.321" v="832" actId="478"/>
          <ac:spMkLst>
            <pc:docMk/>
            <pc:sldMk cId="3060173964" sldId="638"/>
            <ac:spMk id="9" creationId="{D1576CE3-C36C-ABD0-0DB2-23079F57B485}"/>
          </ac:spMkLst>
        </pc:spChg>
        <pc:spChg chg="del mod">
          <ac:chgData name="Shaun Barrett" userId="2e21295b-21c9-4734-b4c8-23b29a1a1ba3" providerId="ADAL" clId="{A5C39C43-F0A4-463C-8FB7-E850E47ABD48}" dt="2025-03-27T14:22:44.321" v="832" actId="478"/>
          <ac:spMkLst>
            <pc:docMk/>
            <pc:sldMk cId="3060173964" sldId="638"/>
            <ac:spMk id="16" creationId="{7FE331FE-4965-05E8-615C-CF70D5863E88}"/>
          </ac:spMkLst>
        </pc:spChg>
        <pc:spChg chg="add del mod">
          <ac:chgData name="Shaun Barrett" userId="2e21295b-21c9-4734-b4c8-23b29a1a1ba3" providerId="ADAL" clId="{A5C39C43-F0A4-463C-8FB7-E850E47ABD48}" dt="2025-03-27T14:22:44.321" v="832" actId="478"/>
          <ac:spMkLst>
            <pc:docMk/>
            <pc:sldMk cId="3060173964" sldId="638"/>
            <ac:spMk id="17" creationId="{CDA7F283-A97C-FBBD-45B9-0D2EC68F4CB7}"/>
          </ac:spMkLst>
        </pc:spChg>
        <pc:spChg chg="add del mod">
          <ac:chgData name="Shaun Barrett" userId="2e21295b-21c9-4734-b4c8-23b29a1a1ba3" providerId="ADAL" clId="{A5C39C43-F0A4-463C-8FB7-E850E47ABD48}" dt="2025-03-27T14:22:44.321" v="832" actId="478"/>
          <ac:spMkLst>
            <pc:docMk/>
            <pc:sldMk cId="3060173964" sldId="638"/>
            <ac:spMk id="18" creationId="{701AAD22-63A3-1016-84F1-B6CFCAF7A65A}"/>
          </ac:spMkLst>
        </pc:spChg>
        <pc:spChg chg="mod">
          <ac:chgData name="Shaun Barrett" userId="2e21295b-21c9-4734-b4c8-23b29a1a1ba3" providerId="ADAL" clId="{A5C39C43-F0A4-463C-8FB7-E850E47ABD48}" dt="2025-03-27T08:51:47.015" v="307"/>
          <ac:spMkLst>
            <pc:docMk/>
            <pc:sldMk cId="3060173964" sldId="638"/>
            <ac:spMk id="23" creationId="{85B6E303-AD9E-B902-9E22-AC3377211CB9}"/>
          </ac:spMkLst>
        </pc:spChg>
        <pc:spChg chg="del mod">
          <ac:chgData name="Shaun Barrett" userId="2e21295b-21c9-4734-b4c8-23b29a1a1ba3" providerId="ADAL" clId="{A5C39C43-F0A4-463C-8FB7-E850E47ABD48}" dt="2025-03-27T14:22:44.321" v="832" actId="478"/>
          <ac:spMkLst>
            <pc:docMk/>
            <pc:sldMk cId="3060173964" sldId="638"/>
            <ac:spMk id="31" creationId="{DC9AE8EF-FC61-6544-CA55-881438DF1BC9}"/>
          </ac:spMkLst>
        </pc:spChg>
        <pc:spChg chg="del mod">
          <ac:chgData name="Shaun Barrett" userId="2e21295b-21c9-4734-b4c8-23b29a1a1ba3" providerId="ADAL" clId="{A5C39C43-F0A4-463C-8FB7-E850E47ABD48}" dt="2025-03-27T13:49:52.176" v="402" actId="478"/>
          <ac:spMkLst>
            <pc:docMk/>
            <pc:sldMk cId="3060173964" sldId="638"/>
            <ac:spMk id="35" creationId="{1A288667-BDEA-B350-8E9F-C6BC709979FB}"/>
          </ac:spMkLst>
        </pc:spChg>
        <pc:spChg chg="add del mod">
          <ac:chgData name="Shaun Barrett" userId="2e21295b-21c9-4734-b4c8-23b29a1a1ba3" providerId="ADAL" clId="{A5C39C43-F0A4-463C-8FB7-E850E47ABD48}" dt="2025-03-27T13:49:52.176" v="402" actId="478"/>
          <ac:spMkLst>
            <pc:docMk/>
            <pc:sldMk cId="3060173964" sldId="638"/>
            <ac:spMk id="36" creationId="{F016C14C-E80A-07CB-4243-619D627E5C65}"/>
          </ac:spMkLst>
        </pc:spChg>
        <pc:spChg chg="del">
          <ac:chgData name="Shaun Barrett" userId="2e21295b-21c9-4734-b4c8-23b29a1a1ba3" providerId="ADAL" clId="{A5C39C43-F0A4-463C-8FB7-E850E47ABD48}" dt="2025-03-27T13:49:52.176" v="402" actId="478"/>
          <ac:spMkLst>
            <pc:docMk/>
            <pc:sldMk cId="3060173964" sldId="638"/>
            <ac:spMk id="37" creationId="{95722AA0-B9C8-791E-7F76-579CDB77E45B}"/>
          </ac:spMkLst>
        </pc:spChg>
        <pc:spChg chg="del">
          <ac:chgData name="Shaun Barrett" userId="2e21295b-21c9-4734-b4c8-23b29a1a1ba3" providerId="ADAL" clId="{A5C39C43-F0A4-463C-8FB7-E850E47ABD48}" dt="2025-03-27T13:49:52.176" v="402" actId="478"/>
          <ac:spMkLst>
            <pc:docMk/>
            <pc:sldMk cId="3060173964" sldId="638"/>
            <ac:spMk id="38" creationId="{D5578FE5-ABCD-8AA0-2D2B-50C71E1B5BF2}"/>
          </ac:spMkLst>
        </pc:spChg>
        <pc:spChg chg="mod">
          <ac:chgData name="Shaun Barrett" userId="2e21295b-21c9-4734-b4c8-23b29a1a1ba3" providerId="ADAL" clId="{A5C39C43-F0A4-463C-8FB7-E850E47ABD48}" dt="2025-03-27T08:51:47.015" v="307"/>
          <ac:spMkLst>
            <pc:docMk/>
            <pc:sldMk cId="3060173964" sldId="638"/>
            <ac:spMk id="53" creationId="{EA7695CD-E6CE-0488-5D98-E7B726426996}"/>
          </ac:spMkLst>
        </pc:spChg>
        <pc:spChg chg="mod">
          <ac:chgData name="Shaun Barrett" userId="2e21295b-21c9-4734-b4c8-23b29a1a1ba3" providerId="ADAL" clId="{A5C39C43-F0A4-463C-8FB7-E850E47ABD48}" dt="2025-03-27T08:51:47.015" v="307"/>
          <ac:spMkLst>
            <pc:docMk/>
            <pc:sldMk cId="3060173964" sldId="638"/>
            <ac:spMk id="56" creationId="{5E098ACF-12F2-0B37-4026-151FEA2F78EC}"/>
          </ac:spMkLst>
        </pc:spChg>
        <pc:spChg chg="del">
          <ac:chgData name="Shaun Barrett" userId="2e21295b-21c9-4734-b4c8-23b29a1a1ba3" providerId="ADAL" clId="{A5C39C43-F0A4-463C-8FB7-E850E47ABD48}" dt="2025-03-27T13:49:52.176" v="402" actId="478"/>
          <ac:spMkLst>
            <pc:docMk/>
            <pc:sldMk cId="3060173964" sldId="638"/>
            <ac:spMk id="58" creationId="{FBFE762B-D8CC-3017-EBE7-1BA9397B2BB1}"/>
          </ac:spMkLst>
        </pc:spChg>
        <pc:spChg chg="del">
          <ac:chgData name="Shaun Barrett" userId="2e21295b-21c9-4734-b4c8-23b29a1a1ba3" providerId="ADAL" clId="{A5C39C43-F0A4-463C-8FB7-E850E47ABD48}" dt="2025-03-27T13:49:52.176" v="402" actId="478"/>
          <ac:spMkLst>
            <pc:docMk/>
            <pc:sldMk cId="3060173964" sldId="638"/>
            <ac:spMk id="59" creationId="{AF373BCD-E9FE-2A6F-CB62-9DB7696A9B5D}"/>
          </ac:spMkLst>
        </pc:spChg>
        <pc:spChg chg="add del mod">
          <ac:chgData name="Shaun Barrett" userId="2e21295b-21c9-4734-b4c8-23b29a1a1ba3" providerId="ADAL" clId="{A5C39C43-F0A4-463C-8FB7-E850E47ABD48}" dt="2025-03-27T13:49:52.176" v="402" actId="478"/>
          <ac:spMkLst>
            <pc:docMk/>
            <pc:sldMk cId="3060173964" sldId="638"/>
            <ac:spMk id="60" creationId="{E4BB0C70-BD71-7E35-ED6D-DAE5586AA22A}"/>
          </ac:spMkLst>
        </pc:spChg>
        <pc:spChg chg="mod">
          <ac:chgData name="Shaun Barrett" userId="2e21295b-21c9-4734-b4c8-23b29a1a1ba3" providerId="ADAL" clId="{A5C39C43-F0A4-463C-8FB7-E850E47ABD48}" dt="2025-03-27T08:51:47.015" v="307"/>
          <ac:spMkLst>
            <pc:docMk/>
            <pc:sldMk cId="3060173964" sldId="638"/>
            <ac:spMk id="62" creationId="{2E979592-572D-25AD-AAB8-4DEE999CBE4E}"/>
          </ac:spMkLst>
        </pc:spChg>
        <pc:spChg chg="del mod">
          <ac:chgData name="Shaun Barrett" userId="2e21295b-21c9-4734-b4c8-23b29a1a1ba3" providerId="ADAL" clId="{A5C39C43-F0A4-463C-8FB7-E850E47ABD48}" dt="2025-03-27T13:49:52.176" v="402" actId="478"/>
          <ac:spMkLst>
            <pc:docMk/>
            <pc:sldMk cId="3060173964" sldId="638"/>
            <ac:spMk id="67" creationId="{15452DE8-46FC-1F98-A8E7-0B748E7FB470}"/>
          </ac:spMkLst>
        </pc:spChg>
        <pc:spChg chg="add del mod">
          <ac:chgData name="Shaun Barrett" userId="2e21295b-21c9-4734-b4c8-23b29a1a1ba3" providerId="ADAL" clId="{A5C39C43-F0A4-463C-8FB7-E850E47ABD48}" dt="2025-03-27T08:52:07.475" v="311" actId="478"/>
          <ac:spMkLst>
            <pc:docMk/>
            <pc:sldMk cId="3060173964" sldId="638"/>
            <ac:spMk id="69" creationId="{829C54A6-4E32-974D-4108-E04CC5C024F1}"/>
          </ac:spMkLst>
        </pc:spChg>
        <pc:spChg chg="add mod">
          <ac:chgData name="Shaun Barrett" userId="2e21295b-21c9-4734-b4c8-23b29a1a1ba3" providerId="ADAL" clId="{A5C39C43-F0A4-463C-8FB7-E850E47ABD48}" dt="2025-03-27T08:53:19.513" v="340" actId="571"/>
          <ac:spMkLst>
            <pc:docMk/>
            <pc:sldMk cId="3060173964" sldId="638"/>
            <ac:spMk id="70" creationId="{85DDF5D6-885E-AD1E-4E9E-65F506C50633}"/>
          </ac:spMkLst>
        </pc:spChg>
        <pc:spChg chg="add mod">
          <ac:chgData name="Shaun Barrett" userId="2e21295b-21c9-4734-b4c8-23b29a1a1ba3" providerId="ADAL" clId="{A5C39C43-F0A4-463C-8FB7-E850E47ABD48}" dt="2025-03-27T08:53:19.513" v="340" actId="571"/>
          <ac:spMkLst>
            <pc:docMk/>
            <pc:sldMk cId="3060173964" sldId="638"/>
            <ac:spMk id="71" creationId="{3EADF83C-C19F-0570-0017-8DEE67F1C2BD}"/>
          </ac:spMkLst>
        </pc:spChg>
        <pc:spChg chg="add del mod">
          <ac:chgData name="Shaun Barrett" userId="2e21295b-21c9-4734-b4c8-23b29a1a1ba3" providerId="ADAL" clId="{A5C39C43-F0A4-463C-8FB7-E850E47ABD48}" dt="2025-03-27T13:52:18.014" v="464" actId="478"/>
          <ac:spMkLst>
            <pc:docMk/>
            <pc:sldMk cId="3060173964" sldId="638"/>
            <ac:spMk id="76" creationId="{E9BCCBB3-26AE-7796-EA9C-C8C1D0AB1F5C}"/>
          </ac:spMkLst>
        </pc:spChg>
        <pc:spChg chg="add del mod">
          <ac:chgData name="Shaun Barrett" userId="2e21295b-21c9-4734-b4c8-23b29a1a1ba3" providerId="ADAL" clId="{A5C39C43-F0A4-463C-8FB7-E850E47ABD48}" dt="2025-03-27T13:52:18.014" v="464" actId="478"/>
          <ac:spMkLst>
            <pc:docMk/>
            <pc:sldMk cId="3060173964" sldId="638"/>
            <ac:spMk id="77" creationId="{239B461B-FCAF-78CD-6792-EAC2D007ED97}"/>
          </ac:spMkLst>
        </pc:spChg>
        <pc:spChg chg="add del mod">
          <ac:chgData name="Shaun Barrett" userId="2e21295b-21c9-4734-b4c8-23b29a1a1ba3" providerId="ADAL" clId="{A5C39C43-F0A4-463C-8FB7-E850E47ABD48}" dt="2025-03-27T13:52:18.014" v="464" actId="478"/>
          <ac:spMkLst>
            <pc:docMk/>
            <pc:sldMk cId="3060173964" sldId="638"/>
            <ac:spMk id="78" creationId="{DF02CA04-7CAF-1C1A-11B2-74B59CA46F28}"/>
          </ac:spMkLst>
        </pc:spChg>
        <pc:spChg chg="add del mod">
          <ac:chgData name="Shaun Barrett" userId="2e21295b-21c9-4734-b4c8-23b29a1a1ba3" providerId="ADAL" clId="{A5C39C43-F0A4-463C-8FB7-E850E47ABD48}" dt="2025-03-27T13:52:18.014" v="464" actId="478"/>
          <ac:spMkLst>
            <pc:docMk/>
            <pc:sldMk cId="3060173964" sldId="638"/>
            <ac:spMk id="79" creationId="{C97AB677-8BCB-3702-EE84-14415BC1B796}"/>
          </ac:spMkLst>
        </pc:spChg>
        <pc:spChg chg="add del mod">
          <ac:chgData name="Shaun Barrett" userId="2e21295b-21c9-4734-b4c8-23b29a1a1ba3" providerId="ADAL" clId="{A5C39C43-F0A4-463C-8FB7-E850E47ABD48}" dt="2025-03-27T13:52:18.014" v="464" actId="478"/>
          <ac:spMkLst>
            <pc:docMk/>
            <pc:sldMk cId="3060173964" sldId="638"/>
            <ac:spMk id="80" creationId="{E7F6151E-EF6E-87BB-9DA8-5737B957F472}"/>
          </ac:spMkLst>
        </pc:spChg>
        <pc:spChg chg="add del mod">
          <ac:chgData name="Shaun Barrett" userId="2e21295b-21c9-4734-b4c8-23b29a1a1ba3" providerId="ADAL" clId="{A5C39C43-F0A4-463C-8FB7-E850E47ABD48}" dt="2025-03-27T13:52:18.014" v="464" actId="478"/>
          <ac:spMkLst>
            <pc:docMk/>
            <pc:sldMk cId="3060173964" sldId="638"/>
            <ac:spMk id="81" creationId="{D02E9BB4-F713-3ACE-FE57-87B3BB2A5897}"/>
          </ac:spMkLst>
        </pc:spChg>
        <pc:spChg chg="add del mod">
          <ac:chgData name="Shaun Barrett" userId="2e21295b-21c9-4734-b4c8-23b29a1a1ba3" providerId="ADAL" clId="{A5C39C43-F0A4-463C-8FB7-E850E47ABD48}" dt="2025-03-27T13:52:18.014" v="464" actId="478"/>
          <ac:spMkLst>
            <pc:docMk/>
            <pc:sldMk cId="3060173964" sldId="638"/>
            <ac:spMk id="82" creationId="{58FE5020-4C8D-875D-A295-5947C52D2137}"/>
          </ac:spMkLst>
        </pc:spChg>
        <pc:spChg chg="add del mod">
          <ac:chgData name="Shaun Barrett" userId="2e21295b-21c9-4734-b4c8-23b29a1a1ba3" providerId="ADAL" clId="{A5C39C43-F0A4-463C-8FB7-E850E47ABD48}" dt="2025-03-27T13:52:18.014" v="464" actId="478"/>
          <ac:spMkLst>
            <pc:docMk/>
            <pc:sldMk cId="3060173964" sldId="638"/>
            <ac:spMk id="83" creationId="{446540C2-D017-1C90-125A-32AF9D9D6B0D}"/>
          </ac:spMkLst>
        </pc:spChg>
        <pc:spChg chg="add del mod">
          <ac:chgData name="Shaun Barrett" userId="2e21295b-21c9-4734-b4c8-23b29a1a1ba3" providerId="ADAL" clId="{A5C39C43-F0A4-463C-8FB7-E850E47ABD48}" dt="2025-03-27T13:52:18.014" v="464" actId="478"/>
          <ac:spMkLst>
            <pc:docMk/>
            <pc:sldMk cId="3060173964" sldId="638"/>
            <ac:spMk id="87" creationId="{27E8BE06-CD1D-7666-6B8E-5D321F54568D}"/>
          </ac:spMkLst>
        </pc:spChg>
        <pc:spChg chg="add del mod">
          <ac:chgData name="Shaun Barrett" userId="2e21295b-21c9-4734-b4c8-23b29a1a1ba3" providerId="ADAL" clId="{A5C39C43-F0A4-463C-8FB7-E850E47ABD48}" dt="2025-03-27T14:22:44.321" v="832" actId="478"/>
          <ac:spMkLst>
            <pc:docMk/>
            <pc:sldMk cId="3060173964" sldId="638"/>
            <ac:spMk id="88" creationId="{AFA79273-F9E5-B7C3-1817-CCD980DDAA1F}"/>
          </ac:spMkLst>
        </pc:spChg>
        <pc:spChg chg="add del mod">
          <ac:chgData name="Shaun Barrett" userId="2e21295b-21c9-4734-b4c8-23b29a1a1ba3" providerId="ADAL" clId="{A5C39C43-F0A4-463C-8FB7-E850E47ABD48}" dt="2025-03-27T14:22:44.321" v="832" actId="478"/>
          <ac:spMkLst>
            <pc:docMk/>
            <pc:sldMk cId="3060173964" sldId="638"/>
            <ac:spMk id="89" creationId="{9167AADA-8EA9-E8DA-E496-778CC232E9BE}"/>
          </ac:spMkLst>
        </pc:spChg>
        <pc:spChg chg="add del mod">
          <ac:chgData name="Shaun Barrett" userId="2e21295b-21c9-4734-b4c8-23b29a1a1ba3" providerId="ADAL" clId="{A5C39C43-F0A4-463C-8FB7-E850E47ABD48}" dt="2025-03-27T13:56:55.147" v="529" actId="478"/>
          <ac:spMkLst>
            <pc:docMk/>
            <pc:sldMk cId="3060173964" sldId="638"/>
            <ac:spMk id="90" creationId="{E2ECBE63-FD7D-6477-0EAD-270CC54CE811}"/>
          </ac:spMkLst>
        </pc:spChg>
        <pc:spChg chg="add del mod">
          <ac:chgData name="Shaun Barrett" userId="2e21295b-21c9-4734-b4c8-23b29a1a1ba3" providerId="ADAL" clId="{A5C39C43-F0A4-463C-8FB7-E850E47ABD48}" dt="2025-03-27T14:22:44.321" v="832" actId="478"/>
          <ac:spMkLst>
            <pc:docMk/>
            <pc:sldMk cId="3060173964" sldId="638"/>
            <ac:spMk id="91" creationId="{AEBCD17A-76C2-4F92-4E50-9074921F1E24}"/>
          </ac:spMkLst>
        </pc:spChg>
        <pc:spChg chg="add del mod">
          <ac:chgData name="Shaun Barrett" userId="2e21295b-21c9-4734-b4c8-23b29a1a1ba3" providerId="ADAL" clId="{A5C39C43-F0A4-463C-8FB7-E850E47ABD48}" dt="2025-03-27T13:53:45.682" v="506" actId="478"/>
          <ac:spMkLst>
            <pc:docMk/>
            <pc:sldMk cId="3060173964" sldId="638"/>
            <ac:spMk id="92" creationId="{902A6312-5E09-A9AC-2C30-5F4AAA50E73A}"/>
          </ac:spMkLst>
        </pc:spChg>
        <pc:spChg chg="add del mod">
          <ac:chgData name="Shaun Barrett" userId="2e21295b-21c9-4734-b4c8-23b29a1a1ba3" providerId="ADAL" clId="{A5C39C43-F0A4-463C-8FB7-E850E47ABD48}" dt="2025-03-27T13:53:47.489" v="507" actId="478"/>
          <ac:spMkLst>
            <pc:docMk/>
            <pc:sldMk cId="3060173964" sldId="638"/>
            <ac:spMk id="93" creationId="{8EAD6CD0-4596-068F-0C4C-CC623E8E1329}"/>
          </ac:spMkLst>
        </pc:spChg>
        <pc:spChg chg="add del mod">
          <ac:chgData name="Shaun Barrett" userId="2e21295b-21c9-4734-b4c8-23b29a1a1ba3" providerId="ADAL" clId="{A5C39C43-F0A4-463C-8FB7-E850E47ABD48}" dt="2025-03-27T13:53:43.200" v="505" actId="478"/>
          <ac:spMkLst>
            <pc:docMk/>
            <pc:sldMk cId="3060173964" sldId="638"/>
            <ac:spMk id="94" creationId="{230439BA-AB62-83F4-A341-3041FA092E76}"/>
          </ac:spMkLst>
        </pc:spChg>
        <pc:spChg chg="add del mod">
          <ac:chgData name="Shaun Barrett" userId="2e21295b-21c9-4734-b4c8-23b29a1a1ba3" providerId="ADAL" clId="{A5C39C43-F0A4-463C-8FB7-E850E47ABD48}" dt="2025-03-27T14:22:44.321" v="832" actId="478"/>
          <ac:spMkLst>
            <pc:docMk/>
            <pc:sldMk cId="3060173964" sldId="638"/>
            <ac:spMk id="95" creationId="{A7C03E07-0871-1CBB-1A24-1D243CE0CF84}"/>
          </ac:spMkLst>
        </pc:spChg>
        <pc:spChg chg="add del mod">
          <ac:chgData name="Shaun Barrett" userId="2e21295b-21c9-4734-b4c8-23b29a1a1ba3" providerId="ADAL" clId="{A5C39C43-F0A4-463C-8FB7-E850E47ABD48}" dt="2025-03-27T13:56:50.970" v="528" actId="478"/>
          <ac:spMkLst>
            <pc:docMk/>
            <pc:sldMk cId="3060173964" sldId="638"/>
            <ac:spMk id="99" creationId="{C30C2087-7A30-2893-99F2-EEAFB55188EF}"/>
          </ac:spMkLst>
        </pc:spChg>
        <pc:grpChg chg="del">
          <ac:chgData name="Shaun Barrett" userId="2e21295b-21c9-4734-b4c8-23b29a1a1ba3" providerId="ADAL" clId="{A5C39C43-F0A4-463C-8FB7-E850E47ABD48}" dt="2025-03-27T08:51:38.656" v="306" actId="478"/>
          <ac:grpSpMkLst>
            <pc:docMk/>
            <pc:sldMk cId="3060173964" sldId="638"/>
            <ac:grpSpMk id="3" creationId="{EED1FC9C-9A9C-36E5-6B48-174E9C1D7D40}"/>
          </ac:grpSpMkLst>
        </pc:grpChg>
        <pc:grpChg chg="del">
          <ac:chgData name="Shaun Barrett" userId="2e21295b-21c9-4734-b4c8-23b29a1a1ba3" providerId="ADAL" clId="{A5C39C43-F0A4-463C-8FB7-E850E47ABD48}" dt="2025-03-27T08:55:07.425" v="355" actId="478"/>
          <ac:grpSpMkLst>
            <pc:docMk/>
            <pc:sldMk cId="3060173964" sldId="638"/>
            <ac:grpSpMk id="10" creationId="{7F46F339-6487-D565-5E62-E8AF39D635C1}"/>
          </ac:grpSpMkLst>
        </pc:grpChg>
        <pc:grpChg chg="del">
          <ac:chgData name="Shaun Barrett" userId="2e21295b-21c9-4734-b4c8-23b29a1a1ba3" providerId="ADAL" clId="{A5C39C43-F0A4-463C-8FB7-E850E47ABD48}" dt="2025-03-27T08:53:54.805" v="345" actId="478"/>
          <ac:grpSpMkLst>
            <pc:docMk/>
            <pc:sldMk cId="3060173964" sldId="638"/>
            <ac:grpSpMk id="13" creationId="{18BA6DB5-A325-6914-BB92-71206F2A873C}"/>
          </ac:grpSpMkLst>
        </pc:grpChg>
        <pc:grpChg chg="del">
          <ac:chgData name="Shaun Barrett" userId="2e21295b-21c9-4734-b4c8-23b29a1a1ba3" providerId="ADAL" clId="{A5C39C43-F0A4-463C-8FB7-E850E47ABD48}" dt="2025-03-27T08:54:40.738" v="352" actId="478"/>
          <ac:grpSpMkLst>
            <pc:docMk/>
            <pc:sldMk cId="3060173964" sldId="638"/>
            <ac:grpSpMk id="19" creationId="{9D1C77B1-C1A6-F811-8E09-D0C8654882E6}"/>
          </ac:grpSpMkLst>
        </pc:grpChg>
        <pc:grpChg chg="del mod">
          <ac:chgData name="Shaun Barrett" userId="2e21295b-21c9-4734-b4c8-23b29a1a1ba3" providerId="ADAL" clId="{A5C39C43-F0A4-463C-8FB7-E850E47ABD48}" dt="2025-03-27T08:55:47.542" v="363" actId="478"/>
          <ac:grpSpMkLst>
            <pc:docMk/>
            <pc:sldMk cId="3060173964" sldId="638"/>
            <ac:grpSpMk id="22" creationId="{B6149BAA-ABB4-5F01-2AD8-7E1D9CF71F4E}"/>
          </ac:grpSpMkLst>
        </pc:grpChg>
        <pc:grpChg chg="del">
          <ac:chgData name="Shaun Barrett" userId="2e21295b-21c9-4734-b4c8-23b29a1a1ba3" providerId="ADAL" clId="{A5C39C43-F0A4-463C-8FB7-E850E47ABD48}" dt="2025-03-27T08:51:38.656" v="306" actId="478"/>
          <ac:grpSpMkLst>
            <pc:docMk/>
            <pc:sldMk cId="3060173964" sldId="638"/>
            <ac:grpSpMk id="25" creationId="{5252DF8C-EA67-07CF-A09E-98EBB54E466B}"/>
          </ac:grpSpMkLst>
        </pc:grpChg>
        <pc:grpChg chg="del">
          <ac:chgData name="Shaun Barrett" userId="2e21295b-21c9-4734-b4c8-23b29a1a1ba3" providerId="ADAL" clId="{A5C39C43-F0A4-463C-8FB7-E850E47ABD48}" dt="2025-03-27T08:51:38.656" v="306" actId="478"/>
          <ac:grpSpMkLst>
            <pc:docMk/>
            <pc:sldMk cId="3060173964" sldId="638"/>
            <ac:grpSpMk id="28" creationId="{FADD2A4E-1D06-9F2A-E7C9-D9BB5367291C}"/>
          </ac:grpSpMkLst>
        </pc:grpChg>
        <pc:grpChg chg="del">
          <ac:chgData name="Shaun Barrett" userId="2e21295b-21c9-4734-b4c8-23b29a1a1ba3" providerId="ADAL" clId="{A5C39C43-F0A4-463C-8FB7-E850E47ABD48}" dt="2025-03-27T08:51:38.656" v="306" actId="478"/>
          <ac:grpSpMkLst>
            <pc:docMk/>
            <pc:sldMk cId="3060173964" sldId="638"/>
            <ac:grpSpMk id="33" creationId="{6A996210-48C4-196C-F6CA-1DB804922246}"/>
          </ac:grpSpMkLst>
        </pc:grpChg>
        <pc:grpChg chg="del">
          <ac:chgData name="Shaun Barrett" userId="2e21295b-21c9-4734-b4c8-23b29a1a1ba3" providerId="ADAL" clId="{A5C39C43-F0A4-463C-8FB7-E850E47ABD48}" dt="2025-03-27T08:51:38.656" v="306" actId="478"/>
          <ac:grpSpMkLst>
            <pc:docMk/>
            <pc:sldMk cId="3060173964" sldId="638"/>
            <ac:grpSpMk id="40" creationId="{08341806-F817-7CCC-993B-D5D8128CF407}"/>
          </ac:grpSpMkLst>
        </pc:grpChg>
        <pc:grpChg chg="del">
          <ac:chgData name="Shaun Barrett" userId="2e21295b-21c9-4734-b4c8-23b29a1a1ba3" providerId="ADAL" clId="{A5C39C43-F0A4-463C-8FB7-E850E47ABD48}" dt="2025-03-27T08:51:38.656" v="306" actId="478"/>
          <ac:grpSpMkLst>
            <pc:docMk/>
            <pc:sldMk cId="3060173964" sldId="638"/>
            <ac:grpSpMk id="43" creationId="{520946A4-44C4-DAE6-EA6A-E749F4803F73}"/>
          </ac:grpSpMkLst>
        </pc:grpChg>
        <pc:grpChg chg="del">
          <ac:chgData name="Shaun Barrett" userId="2e21295b-21c9-4734-b4c8-23b29a1a1ba3" providerId="ADAL" clId="{A5C39C43-F0A4-463C-8FB7-E850E47ABD48}" dt="2025-03-27T08:51:38.656" v="306" actId="478"/>
          <ac:grpSpMkLst>
            <pc:docMk/>
            <pc:sldMk cId="3060173964" sldId="638"/>
            <ac:grpSpMk id="46" creationId="{6DF3EC57-21BA-413D-CF52-E3728295B7E6}"/>
          </ac:grpSpMkLst>
        </pc:grpChg>
        <pc:grpChg chg="del">
          <ac:chgData name="Shaun Barrett" userId="2e21295b-21c9-4734-b4c8-23b29a1a1ba3" providerId="ADAL" clId="{A5C39C43-F0A4-463C-8FB7-E850E47ABD48}" dt="2025-03-27T08:51:38.656" v="306" actId="478"/>
          <ac:grpSpMkLst>
            <pc:docMk/>
            <pc:sldMk cId="3060173964" sldId="638"/>
            <ac:grpSpMk id="49" creationId="{D2C739BF-B7E7-911E-80BC-3757E55CF7F0}"/>
          </ac:grpSpMkLst>
        </pc:grpChg>
        <pc:grpChg chg="del">
          <ac:chgData name="Shaun Barrett" userId="2e21295b-21c9-4734-b4c8-23b29a1a1ba3" providerId="ADAL" clId="{A5C39C43-F0A4-463C-8FB7-E850E47ABD48}" dt="2025-03-27T13:49:52.176" v="402" actId="478"/>
          <ac:grpSpMkLst>
            <pc:docMk/>
            <pc:sldMk cId="3060173964" sldId="638"/>
            <ac:grpSpMk id="55" creationId="{F853FD20-4D51-677B-4EA7-461F3B6C2C30}"/>
          </ac:grpSpMkLst>
        </pc:grpChg>
        <pc:grpChg chg="del">
          <ac:chgData name="Shaun Barrett" userId="2e21295b-21c9-4734-b4c8-23b29a1a1ba3" providerId="ADAL" clId="{A5C39C43-F0A4-463C-8FB7-E850E47ABD48}" dt="2025-03-27T13:49:52.176" v="402" actId="478"/>
          <ac:grpSpMkLst>
            <pc:docMk/>
            <pc:sldMk cId="3060173964" sldId="638"/>
            <ac:grpSpMk id="61" creationId="{BAC31D8B-CCC4-725E-2B0F-201DAB25620C}"/>
          </ac:grpSpMkLst>
        </pc:grpChg>
        <pc:picChg chg="add mod">
          <ac:chgData name="Shaun Barrett" userId="2e21295b-21c9-4734-b4c8-23b29a1a1ba3" providerId="ADAL" clId="{A5C39C43-F0A4-463C-8FB7-E850E47ABD48}" dt="2025-03-27T08:53:55.315" v="346"/>
          <ac:picMkLst>
            <pc:docMk/>
            <pc:sldMk cId="3060173964" sldId="638"/>
            <ac:picMk id="72" creationId="{6416C1CF-CD1D-8A30-7D0C-559214B40889}"/>
          </ac:picMkLst>
        </pc:picChg>
        <pc:picChg chg="add mod">
          <ac:chgData name="Shaun Barrett" userId="2e21295b-21c9-4734-b4c8-23b29a1a1ba3" providerId="ADAL" clId="{A5C39C43-F0A4-463C-8FB7-E850E47ABD48}" dt="2025-03-27T14:14:05.957" v="558" actId="1076"/>
          <ac:picMkLst>
            <pc:docMk/>
            <pc:sldMk cId="3060173964" sldId="638"/>
            <ac:picMk id="73" creationId="{F36C21BF-A5BD-810B-81E9-972D81CF98A3}"/>
          </ac:picMkLst>
        </pc:picChg>
        <pc:picChg chg="add mod">
          <ac:chgData name="Shaun Barrett" userId="2e21295b-21c9-4734-b4c8-23b29a1a1ba3" providerId="ADAL" clId="{A5C39C43-F0A4-463C-8FB7-E850E47ABD48}" dt="2025-03-27T14:14:09.083" v="559" actId="1076"/>
          <ac:picMkLst>
            <pc:docMk/>
            <pc:sldMk cId="3060173964" sldId="638"/>
            <ac:picMk id="74" creationId="{ADD7DA4C-E17F-FF02-08DD-CA661719DB29}"/>
          </ac:picMkLst>
        </pc:picChg>
        <pc:picChg chg="add mod">
          <ac:chgData name="Shaun Barrett" userId="2e21295b-21c9-4734-b4c8-23b29a1a1ba3" providerId="ADAL" clId="{A5C39C43-F0A4-463C-8FB7-E850E47ABD48}" dt="2025-03-27T08:55:53.335" v="365" actId="1076"/>
          <ac:picMkLst>
            <pc:docMk/>
            <pc:sldMk cId="3060173964" sldId="638"/>
            <ac:picMk id="75" creationId="{53D195AE-4C45-A544-D8A1-B825BEE804EC}"/>
          </ac:picMkLst>
        </pc:picChg>
        <pc:picChg chg="add del mod">
          <ac:chgData name="Shaun Barrett" userId="2e21295b-21c9-4734-b4c8-23b29a1a1ba3" providerId="ADAL" clId="{A5C39C43-F0A4-463C-8FB7-E850E47ABD48}" dt="2025-03-27T13:52:18.014" v="464" actId="478"/>
          <ac:picMkLst>
            <pc:docMk/>
            <pc:sldMk cId="3060173964" sldId="638"/>
            <ac:picMk id="84" creationId="{1008D31D-7FAC-C7CE-84C8-D736AB7A826E}"/>
          </ac:picMkLst>
        </pc:picChg>
        <pc:picChg chg="mod">
          <ac:chgData name="Shaun Barrett" userId="2e21295b-21c9-4734-b4c8-23b29a1a1ba3" providerId="ADAL" clId="{A5C39C43-F0A4-463C-8FB7-E850E47ABD48}" dt="2025-03-27T13:51:37.874" v="446" actId="1036"/>
          <ac:picMkLst>
            <pc:docMk/>
            <pc:sldMk cId="3060173964" sldId="638"/>
            <ac:picMk id="85" creationId="{86585948-D5B0-69A8-9E55-F70A11D9A274}"/>
          </ac:picMkLst>
        </pc:picChg>
        <pc:picChg chg="add mod">
          <ac:chgData name="Shaun Barrett" userId="2e21295b-21c9-4734-b4c8-23b29a1a1ba3" providerId="ADAL" clId="{A5C39C43-F0A4-463C-8FB7-E850E47ABD48}" dt="2025-03-27T13:50:57.525" v="404" actId="1076"/>
          <ac:picMkLst>
            <pc:docMk/>
            <pc:sldMk cId="3060173964" sldId="638"/>
            <ac:picMk id="86" creationId="{19F101D7-0D81-57F6-5997-2F2E9ED98C8B}"/>
          </ac:picMkLst>
        </pc:picChg>
        <pc:picChg chg="add del mod">
          <ac:chgData name="Shaun Barrett" userId="2e21295b-21c9-4734-b4c8-23b29a1a1ba3" providerId="ADAL" clId="{A5C39C43-F0A4-463C-8FB7-E850E47ABD48}" dt="2025-03-27T14:13:51.474" v="555" actId="478"/>
          <ac:picMkLst>
            <pc:docMk/>
            <pc:sldMk cId="3060173964" sldId="638"/>
            <ac:picMk id="96" creationId="{40DF207C-1306-1A0B-5F41-594AA3846396}"/>
          </ac:picMkLst>
        </pc:picChg>
        <pc:picChg chg="add del mod">
          <ac:chgData name="Shaun Barrett" userId="2e21295b-21c9-4734-b4c8-23b29a1a1ba3" providerId="ADAL" clId="{A5C39C43-F0A4-463C-8FB7-E850E47ABD48}" dt="2025-03-27T14:14:13.013" v="560" actId="478"/>
          <ac:picMkLst>
            <pc:docMk/>
            <pc:sldMk cId="3060173964" sldId="638"/>
            <ac:picMk id="97" creationId="{4146DFEE-2E45-66D9-2C8D-409E53FD8389}"/>
          </ac:picMkLst>
        </pc:picChg>
        <pc:picChg chg="del">
          <ac:chgData name="Shaun Barrett" userId="2e21295b-21c9-4734-b4c8-23b29a1a1ba3" providerId="ADAL" clId="{A5C39C43-F0A4-463C-8FB7-E850E47ABD48}" dt="2025-03-27T13:56:56.170" v="530" actId="478"/>
          <ac:picMkLst>
            <pc:docMk/>
            <pc:sldMk cId="3060173964" sldId="638"/>
            <ac:picMk id="98" creationId="{0B7713E0-1031-F32B-C561-BCC0206A88A7}"/>
          </ac:picMkLst>
        </pc:picChg>
        <pc:picChg chg="add mod">
          <ac:chgData name="Shaun Barrett" userId="2e21295b-21c9-4734-b4c8-23b29a1a1ba3" providerId="ADAL" clId="{A5C39C43-F0A4-463C-8FB7-E850E47ABD48}" dt="2025-03-27T14:13:58.934" v="557" actId="1076"/>
          <ac:picMkLst>
            <pc:docMk/>
            <pc:sldMk cId="3060173964" sldId="638"/>
            <ac:picMk id="100" creationId="{7F70BAA5-1D48-08F3-76B1-D20CFFC8464D}"/>
          </ac:picMkLst>
        </pc:picChg>
        <pc:picChg chg="add mod">
          <ac:chgData name="Shaun Barrett" userId="2e21295b-21c9-4734-b4c8-23b29a1a1ba3" providerId="ADAL" clId="{A5C39C43-F0A4-463C-8FB7-E850E47ABD48}" dt="2025-03-27T14:17:55.667" v="562" actId="1076"/>
          <ac:picMkLst>
            <pc:docMk/>
            <pc:sldMk cId="3060173964" sldId="638"/>
            <ac:picMk id="101" creationId="{29D2357E-EA2B-D400-3281-02EE649B461D}"/>
          </ac:picMkLst>
        </pc:picChg>
        <pc:picChg chg="add mod">
          <ac:chgData name="Shaun Barrett" userId="2e21295b-21c9-4734-b4c8-23b29a1a1ba3" providerId="ADAL" clId="{A5C39C43-F0A4-463C-8FB7-E850E47ABD48}" dt="2025-03-27T14:25:15.086" v="858" actId="14100"/>
          <ac:picMkLst>
            <pc:docMk/>
            <pc:sldMk cId="3060173964" sldId="638"/>
            <ac:picMk id="103" creationId="{DAECB310-D1DA-CBD3-35B5-4DBEB0CE2ECD}"/>
          </ac:picMkLst>
        </pc:picChg>
        <pc:picChg chg="add mod">
          <ac:chgData name="Shaun Barrett" userId="2e21295b-21c9-4734-b4c8-23b29a1a1ba3" providerId="ADAL" clId="{A5C39C43-F0A4-463C-8FB7-E850E47ABD48}" dt="2025-03-27T14:25:16.987" v="859" actId="1076"/>
          <ac:picMkLst>
            <pc:docMk/>
            <pc:sldMk cId="3060173964" sldId="638"/>
            <ac:picMk id="105" creationId="{5DEE5511-C5FF-0522-8440-6E11419CA7FA}"/>
          </ac:picMkLst>
        </pc:picChg>
        <pc:picChg chg="add mod">
          <ac:chgData name="Shaun Barrett" userId="2e21295b-21c9-4734-b4c8-23b29a1a1ba3" providerId="ADAL" clId="{A5C39C43-F0A4-463C-8FB7-E850E47ABD48}" dt="2025-03-27T14:25:19.994" v="860" actId="1076"/>
          <ac:picMkLst>
            <pc:docMk/>
            <pc:sldMk cId="3060173964" sldId="638"/>
            <ac:picMk id="107" creationId="{29F8F8B1-BC82-0298-FC67-91D83D055E79}"/>
          </ac:picMkLst>
        </pc:picChg>
        <pc:picChg chg="add mod">
          <ac:chgData name="Shaun Barrett" userId="2e21295b-21c9-4734-b4c8-23b29a1a1ba3" providerId="ADAL" clId="{A5C39C43-F0A4-463C-8FB7-E850E47ABD48}" dt="2025-03-27T14:25:38.362" v="863" actId="14100"/>
          <ac:picMkLst>
            <pc:docMk/>
            <pc:sldMk cId="3060173964" sldId="638"/>
            <ac:picMk id="109" creationId="{3F191C2B-CA20-1409-5B39-8049A63DBF9D}"/>
          </ac:picMkLst>
        </pc:picChg>
      </pc:sldChg>
      <pc:sldChg chg="addSp delSp modSp del mod ord">
        <pc:chgData name="Shaun Barrett" userId="2e21295b-21c9-4734-b4c8-23b29a1a1ba3" providerId="ADAL" clId="{A5C39C43-F0A4-463C-8FB7-E850E47ABD48}" dt="2025-03-27T08:52:17.296" v="312" actId="2696"/>
        <pc:sldMkLst>
          <pc:docMk/>
          <pc:sldMk cId="1092411337" sldId="700"/>
        </pc:sldMkLst>
        <pc:spChg chg="mod">
          <ac:chgData name="Shaun Barrett" userId="2e21295b-21c9-4734-b4c8-23b29a1a1ba3" providerId="ADAL" clId="{A5C39C43-F0A4-463C-8FB7-E850E47ABD48}" dt="2025-03-26T17:19:01.551" v="250" actId="20577"/>
          <ac:spMkLst>
            <pc:docMk/>
            <pc:sldMk cId="1092411337" sldId="700"/>
            <ac:spMk id="2" creationId="{56CB79E0-9E48-9AD9-BDA6-07BCC1C748D4}"/>
          </ac:spMkLst>
        </pc:spChg>
        <pc:spChg chg="add mod">
          <ac:chgData name="Shaun Barrett" userId="2e21295b-21c9-4734-b4c8-23b29a1a1ba3" providerId="ADAL" clId="{A5C39C43-F0A4-463C-8FB7-E850E47ABD48}" dt="2025-03-26T17:19:21.779" v="269" actId="20577"/>
          <ac:spMkLst>
            <pc:docMk/>
            <pc:sldMk cId="1092411337" sldId="700"/>
            <ac:spMk id="3" creationId="{F3A6EC6A-1071-288A-3477-0C498F62F145}"/>
          </ac:spMkLst>
        </pc:spChg>
        <pc:spChg chg="add mod">
          <ac:chgData name="Shaun Barrett" userId="2e21295b-21c9-4734-b4c8-23b29a1a1ba3" providerId="ADAL" clId="{A5C39C43-F0A4-463C-8FB7-E850E47ABD48}" dt="2025-03-26T17:19:38.287" v="273" actId="1076"/>
          <ac:spMkLst>
            <pc:docMk/>
            <pc:sldMk cId="1092411337" sldId="700"/>
            <ac:spMk id="4" creationId="{81E38DA6-2526-1CE5-4687-1FCB86760D4C}"/>
          </ac:spMkLst>
        </pc:spChg>
        <pc:spChg chg="mod">
          <ac:chgData name="Shaun Barrett" userId="2e21295b-21c9-4734-b4c8-23b29a1a1ba3" providerId="ADAL" clId="{A5C39C43-F0A4-463C-8FB7-E850E47ABD48}" dt="2025-03-26T17:19:55.447" v="304" actId="14100"/>
          <ac:spMkLst>
            <pc:docMk/>
            <pc:sldMk cId="1092411337" sldId="700"/>
            <ac:spMk id="5" creationId="{65748939-9F9A-AC50-37EA-14B757AA552D}"/>
          </ac:spMkLst>
        </pc:spChg>
        <pc:spChg chg="add mod">
          <ac:chgData name="Shaun Barrett" userId="2e21295b-21c9-4734-b4c8-23b29a1a1ba3" providerId="ADAL" clId="{A5C39C43-F0A4-463C-8FB7-E850E47ABD48}" dt="2025-03-26T17:19:38.287" v="273" actId="1076"/>
          <ac:spMkLst>
            <pc:docMk/>
            <pc:sldMk cId="1092411337" sldId="700"/>
            <ac:spMk id="6" creationId="{EB29579B-BF43-CC32-F94B-EECA736A6441}"/>
          </ac:spMkLst>
        </pc:spChg>
        <pc:spChg chg="add mod">
          <ac:chgData name="Shaun Barrett" userId="2e21295b-21c9-4734-b4c8-23b29a1a1ba3" providerId="ADAL" clId="{A5C39C43-F0A4-463C-8FB7-E850E47ABD48}" dt="2025-03-26T17:19:38.287" v="273" actId="1076"/>
          <ac:spMkLst>
            <pc:docMk/>
            <pc:sldMk cId="1092411337" sldId="700"/>
            <ac:spMk id="10" creationId="{9BDC3B12-3A92-2026-9E11-BAD151347995}"/>
          </ac:spMkLst>
        </pc:spChg>
        <pc:spChg chg="add del mod">
          <ac:chgData name="Shaun Barrett" userId="2e21295b-21c9-4734-b4c8-23b29a1a1ba3" providerId="ADAL" clId="{A5C39C43-F0A4-463C-8FB7-E850E47ABD48}" dt="2025-03-26T17:15:40.656" v="54" actId="478"/>
          <ac:spMkLst>
            <pc:docMk/>
            <pc:sldMk cId="1092411337" sldId="700"/>
            <ac:spMk id="11" creationId="{14CE1B2F-0EDD-5A2B-54E8-9370859268EF}"/>
          </ac:spMkLst>
        </pc:spChg>
        <pc:spChg chg="mod">
          <ac:chgData name="Shaun Barrett" userId="2e21295b-21c9-4734-b4c8-23b29a1a1ba3" providerId="ADAL" clId="{A5C39C43-F0A4-463C-8FB7-E850E47ABD48}" dt="2025-03-26T17:19:33.938" v="272"/>
          <ac:spMkLst>
            <pc:docMk/>
            <pc:sldMk cId="1092411337" sldId="700"/>
            <ac:spMk id="13" creationId="{FDE9FB23-AD6D-6CAB-7BE0-49839AEC6A8D}"/>
          </ac:spMkLst>
        </pc:spChg>
        <pc:spChg chg="del">
          <ac:chgData name="Shaun Barrett" userId="2e21295b-21c9-4734-b4c8-23b29a1a1ba3" providerId="ADAL" clId="{A5C39C43-F0A4-463C-8FB7-E850E47ABD48}" dt="2025-03-26T17:19:27.698" v="271" actId="478"/>
          <ac:spMkLst>
            <pc:docMk/>
            <pc:sldMk cId="1092411337" sldId="700"/>
            <ac:spMk id="16" creationId="{F6AE47C2-16E9-2525-F3D7-07730924AE57}"/>
          </ac:spMkLst>
        </pc:spChg>
        <pc:spChg chg="mod">
          <ac:chgData name="Shaun Barrett" userId="2e21295b-21c9-4734-b4c8-23b29a1a1ba3" providerId="ADAL" clId="{A5C39C43-F0A4-463C-8FB7-E850E47ABD48}" dt="2025-03-26T17:17:34.290" v="164" actId="121"/>
          <ac:spMkLst>
            <pc:docMk/>
            <pc:sldMk cId="1092411337" sldId="700"/>
            <ac:spMk id="17" creationId="{A33BBBC9-0F12-DCA4-1711-8CF535DB6E9A}"/>
          </ac:spMkLst>
        </pc:spChg>
        <pc:spChg chg="mod">
          <ac:chgData name="Shaun Barrett" userId="2e21295b-21c9-4734-b4c8-23b29a1a1ba3" providerId="ADAL" clId="{A5C39C43-F0A4-463C-8FB7-E850E47ABD48}" dt="2025-03-26T17:18:21.298" v="219" actId="20577"/>
          <ac:spMkLst>
            <pc:docMk/>
            <pc:sldMk cId="1092411337" sldId="700"/>
            <ac:spMk id="18" creationId="{F7A51DAC-2970-552B-5570-0E55DE216DF3}"/>
          </ac:spMkLst>
        </pc:spChg>
        <pc:spChg chg="mod">
          <ac:chgData name="Shaun Barrett" userId="2e21295b-21c9-4734-b4c8-23b29a1a1ba3" providerId="ADAL" clId="{A5C39C43-F0A4-463C-8FB7-E850E47ABD48}" dt="2025-03-26T17:19:33.938" v="272"/>
          <ac:spMkLst>
            <pc:docMk/>
            <pc:sldMk cId="1092411337" sldId="700"/>
            <ac:spMk id="19" creationId="{5E2A7D4C-3AC3-96EC-8BCB-20807C70D4AC}"/>
          </ac:spMkLst>
        </pc:spChg>
        <pc:spChg chg="mod">
          <ac:chgData name="Shaun Barrett" userId="2e21295b-21c9-4734-b4c8-23b29a1a1ba3" providerId="ADAL" clId="{A5C39C43-F0A4-463C-8FB7-E850E47ABD48}" dt="2025-03-26T17:18:36.812" v="228" actId="20577"/>
          <ac:spMkLst>
            <pc:docMk/>
            <pc:sldMk cId="1092411337" sldId="700"/>
            <ac:spMk id="20" creationId="{800BA6AC-48B0-21FD-2061-701B334F7435}"/>
          </ac:spMkLst>
        </pc:spChg>
        <pc:spChg chg="del mod">
          <ac:chgData name="Shaun Barrett" userId="2e21295b-21c9-4734-b4c8-23b29a1a1ba3" providerId="ADAL" clId="{A5C39C43-F0A4-463C-8FB7-E850E47ABD48}" dt="2025-03-26T17:19:26.428" v="270" actId="478"/>
          <ac:spMkLst>
            <pc:docMk/>
            <pc:sldMk cId="1092411337" sldId="700"/>
            <ac:spMk id="22" creationId="{5616AA7B-11B1-8F3C-BFBF-60917495AA21}"/>
          </ac:spMkLst>
        </pc:spChg>
        <pc:spChg chg="add mod">
          <ac:chgData name="Shaun Barrett" userId="2e21295b-21c9-4734-b4c8-23b29a1a1ba3" providerId="ADAL" clId="{A5C39C43-F0A4-463C-8FB7-E850E47ABD48}" dt="2025-03-26T17:19:38.287" v="273" actId="1076"/>
          <ac:spMkLst>
            <pc:docMk/>
            <pc:sldMk cId="1092411337" sldId="700"/>
            <ac:spMk id="23" creationId="{A9614B02-219B-85F7-F342-BE94251B2282}"/>
          </ac:spMkLst>
        </pc:spChg>
        <pc:spChg chg="mod">
          <ac:chgData name="Shaun Barrett" userId="2e21295b-21c9-4734-b4c8-23b29a1a1ba3" providerId="ADAL" clId="{A5C39C43-F0A4-463C-8FB7-E850E47ABD48}" dt="2025-03-26T17:19:38.287" v="273" actId="1076"/>
          <ac:spMkLst>
            <pc:docMk/>
            <pc:sldMk cId="1092411337" sldId="700"/>
            <ac:spMk id="24" creationId="{44F88E33-BFB7-B4F0-E802-88EAF726BCCF}"/>
          </ac:spMkLst>
        </pc:spChg>
        <pc:spChg chg="add mod">
          <ac:chgData name="Shaun Barrett" userId="2e21295b-21c9-4734-b4c8-23b29a1a1ba3" providerId="ADAL" clId="{A5C39C43-F0A4-463C-8FB7-E850E47ABD48}" dt="2025-03-26T17:19:38.287" v="273" actId="1076"/>
          <ac:spMkLst>
            <pc:docMk/>
            <pc:sldMk cId="1092411337" sldId="700"/>
            <ac:spMk id="25" creationId="{23B7F888-11EE-179F-AA3B-7682EB6502A7}"/>
          </ac:spMkLst>
        </pc:spChg>
        <pc:spChg chg="mod">
          <ac:chgData name="Shaun Barrett" userId="2e21295b-21c9-4734-b4c8-23b29a1a1ba3" providerId="ADAL" clId="{A5C39C43-F0A4-463C-8FB7-E850E47ABD48}" dt="2025-03-26T17:19:33.938" v="272"/>
          <ac:spMkLst>
            <pc:docMk/>
            <pc:sldMk cId="1092411337" sldId="700"/>
            <ac:spMk id="27" creationId="{E6C182C7-C552-0F8F-DF13-D0A153DEE820}"/>
          </ac:spMkLst>
        </pc:spChg>
        <pc:spChg chg="mod">
          <ac:chgData name="Shaun Barrett" userId="2e21295b-21c9-4734-b4c8-23b29a1a1ba3" providerId="ADAL" clId="{A5C39C43-F0A4-463C-8FB7-E850E47ABD48}" dt="2025-03-27T08:49:23.024" v="305" actId="1076"/>
          <ac:spMkLst>
            <pc:docMk/>
            <pc:sldMk cId="1092411337" sldId="700"/>
            <ac:spMk id="28" creationId="{CCFC5A82-1800-BD65-3F2F-F076CC532927}"/>
          </ac:spMkLst>
        </pc:spChg>
        <pc:spChg chg="mod">
          <ac:chgData name="Shaun Barrett" userId="2e21295b-21c9-4734-b4c8-23b29a1a1ba3" providerId="ADAL" clId="{A5C39C43-F0A4-463C-8FB7-E850E47ABD48}" dt="2025-03-26T17:19:33.938" v="272"/>
          <ac:spMkLst>
            <pc:docMk/>
            <pc:sldMk cId="1092411337" sldId="700"/>
            <ac:spMk id="31" creationId="{63130982-497A-232A-1FE9-E1BD8516D241}"/>
          </ac:spMkLst>
        </pc:spChg>
        <pc:spChg chg="add mod">
          <ac:chgData name="Shaun Barrett" userId="2e21295b-21c9-4734-b4c8-23b29a1a1ba3" providerId="ADAL" clId="{A5C39C43-F0A4-463C-8FB7-E850E47ABD48}" dt="2025-03-26T17:19:38.287" v="273" actId="1076"/>
          <ac:spMkLst>
            <pc:docMk/>
            <pc:sldMk cId="1092411337" sldId="700"/>
            <ac:spMk id="33" creationId="{1EFFA2F9-D340-2474-81FE-E47A9E371971}"/>
          </ac:spMkLst>
        </pc:spChg>
        <pc:spChg chg="add del">
          <ac:chgData name="Shaun Barrett" userId="2e21295b-21c9-4734-b4c8-23b29a1a1ba3" providerId="ADAL" clId="{A5C39C43-F0A4-463C-8FB7-E850E47ABD48}" dt="2025-03-26T17:15:37.202" v="52" actId="478"/>
          <ac:spMkLst>
            <pc:docMk/>
            <pc:sldMk cId="1092411337" sldId="700"/>
            <ac:spMk id="54" creationId="{E7D8270E-A5F6-5EF8-CF89-4AD55C8AA1FB}"/>
          </ac:spMkLst>
        </pc:spChg>
        <pc:spChg chg="add del mod">
          <ac:chgData name="Shaun Barrett" userId="2e21295b-21c9-4734-b4c8-23b29a1a1ba3" providerId="ADAL" clId="{A5C39C43-F0A4-463C-8FB7-E850E47ABD48}" dt="2025-03-26T17:15:27.715" v="47" actId="478"/>
          <ac:spMkLst>
            <pc:docMk/>
            <pc:sldMk cId="1092411337" sldId="700"/>
            <ac:spMk id="55" creationId="{309892F9-9B2F-9D47-7001-F23671FF1EDA}"/>
          </ac:spMkLst>
        </pc:spChg>
        <pc:spChg chg="add del">
          <ac:chgData name="Shaun Barrett" userId="2e21295b-21c9-4734-b4c8-23b29a1a1ba3" providerId="ADAL" clId="{A5C39C43-F0A4-463C-8FB7-E850E47ABD48}" dt="2025-03-26T17:15:27.715" v="47" actId="478"/>
          <ac:spMkLst>
            <pc:docMk/>
            <pc:sldMk cId="1092411337" sldId="700"/>
            <ac:spMk id="56" creationId="{BA9BCC65-7911-4661-47F1-C17048631672}"/>
          </ac:spMkLst>
        </pc:spChg>
        <pc:spChg chg="add del">
          <ac:chgData name="Shaun Barrett" userId="2e21295b-21c9-4734-b4c8-23b29a1a1ba3" providerId="ADAL" clId="{A5C39C43-F0A4-463C-8FB7-E850E47ABD48}" dt="2025-03-26T17:15:27.715" v="47" actId="478"/>
          <ac:spMkLst>
            <pc:docMk/>
            <pc:sldMk cId="1092411337" sldId="700"/>
            <ac:spMk id="57" creationId="{2B51E704-04C4-088B-D891-207124241F69}"/>
          </ac:spMkLst>
        </pc:spChg>
        <pc:spChg chg="mod">
          <ac:chgData name="Shaun Barrett" userId="2e21295b-21c9-4734-b4c8-23b29a1a1ba3" providerId="ADAL" clId="{A5C39C43-F0A4-463C-8FB7-E850E47ABD48}" dt="2025-03-26T17:17:05.432" v="153" actId="14100"/>
          <ac:spMkLst>
            <pc:docMk/>
            <pc:sldMk cId="1092411337" sldId="700"/>
            <ac:spMk id="4119" creationId="{A6C9FDC4-3D96-1A66-B48B-563339FE546A}"/>
          </ac:spMkLst>
        </pc:spChg>
        <pc:spChg chg="mod">
          <ac:chgData name="Shaun Barrett" userId="2e21295b-21c9-4734-b4c8-23b29a1a1ba3" providerId="ADAL" clId="{A5C39C43-F0A4-463C-8FB7-E850E47ABD48}" dt="2025-03-26T17:18:17.342" v="214" actId="1076"/>
          <ac:spMkLst>
            <pc:docMk/>
            <pc:sldMk cId="1092411337" sldId="700"/>
            <ac:spMk id="4120" creationId="{75E24493-D2D3-C01A-68C2-D4F661C415D7}"/>
          </ac:spMkLst>
        </pc:spChg>
        <pc:spChg chg="mod">
          <ac:chgData name="Shaun Barrett" userId="2e21295b-21c9-4734-b4c8-23b29a1a1ba3" providerId="ADAL" clId="{A5C39C43-F0A4-463C-8FB7-E850E47ABD48}" dt="2025-03-26T17:18:34.757" v="227" actId="1076"/>
          <ac:spMkLst>
            <pc:docMk/>
            <pc:sldMk cId="1092411337" sldId="700"/>
            <ac:spMk id="4121" creationId="{79999E3F-36CF-016E-72B9-27CD01549D33}"/>
          </ac:spMkLst>
        </pc:spChg>
        <pc:spChg chg="add del mod">
          <ac:chgData name="Shaun Barrett" userId="2e21295b-21c9-4734-b4c8-23b29a1a1ba3" providerId="ADAL" clId="{A5C39C43-F0A4-463C-8FB7-E850E47ABD48}" dt="2025-03-26T17:15:27.715" v="47" actId="478"/>
          <ac:spMkLst>
            <pc:docMk/>
            <pc:sldMk cId="1092411337" sldId="700"/>
            <ac:spMk id="4138" creationId="{97E5533B-9E48-1716-532D-78DEBD9098DF}"/>
          </ac:spMkLst>
        </pc:spChg>
        <pc:spChg chg="add del">
          <ac:chgData name="Shaun Barrett" userId="2e21295b-21c9-4734-b4c8-23b29a1a1ba3" providerId="ADAL" clId="{A5C39C43-F0A4-463C-8FB7-E850E47ABD48}" dt="2025-03-26T17:15:37.202" v="52" actId="478"/>
          <ac:spMkLst>
            <pc:docMk/>
            <pc:sldMk cId="1092411337" sldId="700"/>
            <ac:spMk id="4142" creationId="{5A2D7027-0298-0229-1CF7-398AB0CA1BCB}"/>
          </ac:spMkLst>
        </pc:spChg>
        <pc:spChg chg="add del">
          <ac:chgData name="Shaun Barrett" userId="2e21295b-21c9-4734-b4c8-23b29a1a1ba3" providerId="ADAL" clId="{A5C39C43-F0A4-463C-8FB7-E850E47ABD48}" dt="2025-03-26T17:15:37.202" v="52" actId="478"/>
          <ac:spMkLst>
            <pc:docMk/>
            <pc:sldMk cId="1092411337" sldId="700"/>
            <ac:spMk id="4143" creationId="{30000755-DAF8-06C4-BECB-C7ADD2D35E4E}"/>
          </ac:spMkLst>
        </pc:spChg>
        <pc:spChg chg="add del">
          <ac:chgData name="Shaun Barrett" userId="2e21295b-21c9-4734-b4c8-23b29a1a1ba3" providerId="ADAL" clId="{A5C39C43-F0A4-463C-8FB7-E850E47ABD48}" dt="2025-03-26T17:15:37.202" v="52" actId="478"/>
          <ac:spMkLst>
            <pc:docMk/>
            <pc:sldMk cId="1092411337" sldId="700"/>
            <ac:spMk id="4144" creationId="{9A90C3E2-3E7A-C0CC-CE26-9043F31FCFA0}"/>
          </ac:spMkLst>
        </pc:spChg>
        <pc:spChg chg="add del">
          <ac:chgData name="Shaun Barrett" userId="2e21295b-21c9-4734-b4c8-23b29a1a1ba3" providerId="ADAL" clId="{A5C39C43-F0A4-463C-8FB7-E850E47ABD48}" dt="2025-03-26T17:15:37.202" v="52" actId="478"/>
          <ac:spMkLst>
            <pc:docMk/>
            <pc:sldMk cId="1092411337" sldId="700"/>
            <ac:spMk id="4145" creationId="{FAF7CFFC-D837-76A3-4D2D-9BD8A080F289}"/>
          </ac:spMkLst>
        </pc:spChg>
        <pc:spChg chg="add del">
          <ac:chgData name="Shaun Barrett" userId="2e21295b-21c9-4734-b4c8-23b29a1a1ba3" providerId="ADAL" clId="{A5C39C43-F0A4-463C-8FB7-E850E47ABD48}" dt="2025-03-26T17:15:37.202" v="52" actId="478"/>
          <ac:spMkLst>
            <pc:docMk/>
            <pc:sldMk cId="1092411337" sldId="700"/>
            <ac:spMk id="4156" creationId="{F9FAFD3E-FAE5-14AA-7DDE-1F5AD3CE2515}"/>
          </ac:spMkLst>
        </pc:spChg>
        <pc:spChg chg="add del">
          <ac:chgData name="Shaun Barrett" userId="2e21295b-21c9-4734-b4c8-23b29a1a1ba3" providerId="ADAL" clId="{A5C39C43-F0A4-463C-8FB7-E850E47ABD48}" dt="2025-03-26T17:15:37.202" v="52" actId="478"/>
          <ac:spMkLst>
            <pc:docMk/>
            <pc:sldMk cId="1092411337" sldId="700"/>
            <ac:spMk id="4157" creationId="{1F3FC450-B5D2-DEC9-30D6-B19A72C340DD}"/>
          </ac:spMkLst>
        </pc:spChg>
        <pc:spChg chg="add del">
          <ac:chgData name="Shaun Barrett" userId="2e21295b-21c9-4734-b4c8-23b29a1a1ba3" providerId="ADAL" clId="{A5C39C43-F0A4-463C-8FB7-E850E47ABD48}" dt="2025-03-26T17:15:37.202" v="52" actId="478"/>
          <ac:spMkLst>
            <pc:docMk/>
            <pc:sldMk cId="1092411337" sldId="700"/>
            <ac:spMk id="4158" creationId="{AFC7E08A-1AD8-D3A2-D106-EAADE1904191}"/>
          </ac:spMkLst>
        </pc:spChg>
        <pc:spChg chg="add del">
          <ac:chgData name="Shaun Barrett" userId="2e21295b-21c9-4734-b4c8-23b29a1a1ba3" providerId="ADAL" clId="{A5C39C43-F0A4-463C-8FB7-E850E47ABD48}" dt="2025-03-26T17:15:37.202" v="52" actId="478"/>
          <ac:spMkLst>
            <pc:docMk/>
            <pc:sldMk cId="1092411337" sldId="700"/>
            <ac:spMk id="4159" creationId="{5C911654-AEB3-B6E8-6B35-CD39B45DD45A}"/>
          </ac:spMkLst>
        </pc:spChg>
        <pc:spChg chg="add del">
          <ac:chgData name="Shaun Barrett" userId="2e21295b-21c9-4734-b4c8-23b29a1a1ba3" providerId="ADAL" clId="{A5C39C43-F0A4-463C-8FB7-E850E47ABD48}" dt="2025-03-26T17:15:37.202" v="52" actId="478"/>
          <ac:spMkLst>
            <pc:docMk/>
            <pc:sldMk cId="1092411337" sldId="700"/>
            <ac:spMk id="4160" creationId="{13049414-21C0-0AB7-A530-991819FD0799}"/>
          </ac:spMkLst>
        </pc:spChg>
        <pc:grpChg chg="mod">
          <ac:chgData name="Shaun Barrett" userId="2e21295b-21c9-4734-b4c8-23b29a1a1ba3" providerId="ADAL" clId="{A5C39C43-F0A4-463C-8FB7-E850E47ABD48}" dt="2025-03-26T17:19:38.287" v="273" actId="1076"/>
          <ac:grpSpMkLst>
            <pc:docMk/>
            <pc:sldMk cId="1092411337" sldId="700"/>
            <ac:grpSpMk id="12" creationId="{C6FF99CE-6BAA-61E8-84A2-A6CF1906B1B8}"/>
          </ac:grpSpMkLst>
        </pc:grpChg>
        <pc:grpChg chg="mod">
          <ac:chgData name="Shaun Barrett" userId="2e21295b-21c9-4734-b4c8-23b29a1a1ba3" providerId="ADAL" clId="{A5C39C43-F0A4-463C-8FB7-E850E47ABD48}" dt="2025-03-26T17:19:38.287" v="273" actId="1076"/>
          <ac:grpSpMkLst>
            <pc:docMk/>
            <pc:sldMk cId="1092411337" sldId="700"/>
            <ac:grpSpMk id="15" creationId="{7500018E-6A04-A2E7-5CAB-FEDBBE4CC55B}"/>
          </ac:grpSpMkLst>
        </pc:grpChg>
        <pc:grpChg chg="add del">
          <ac:chgData name="Shaun Barrett" userId="2e21295b-21c9-4734-b4c8-23b29a1a1ba3" providerId="ADAL" clId="{A5C39C43-F0A4-463C-8FB7-E850E47ABD48}" dt="2025-03-26T17:15:27.715" v="47" actId="478"/>
          <ac:grpSpMkLst>
            <pc:docMk/>
            <pc:sldMk cId="1092411337" sldId="700"/>
            <ac:grpSpMk id="4134" creationId="{437CBD31-1BC3-3F4A-0076-5DF9D36FAC94}"/>
          </ac:grpSpMkLst>
        </pc:grpChg>
        <pc:grpChg chg="del">
          <ac:chgData name="Shaun Barrett" userId="2e21295b-21c9-4734-b4c8-23b29a1a1ba3" providerId="ADAL" clId="{A5C39C43-F0A4-463C-8FB7-E850E47ABD48}" dt="2025-03-26T17:15:13.801" v="35" actId="478"/>
          <ac:grpSpMkLst>
            <pc:docMk/>
            <pc:sldMk cId="1092411337" sldId="700"/>
            <ac:grpSpMk id="4146" creationId="{59E53A90-AF61-5A25-A3AA-D5CE94E3970E}"/>
          </ac:grpSpMkLst>
        </pc:grpChg>
        <pc:grpChg chg="add">
          <ac:chgData name="Shaun Barrett" userId="2e21295b-21c9-4734-b4c8-23b29a1a1ba3" providerId="ADAL" clId="{A5C39C43-F0A4-463C-8FB7-E850E47ABD48}" dt="2025-03-26T17:15:17.322" v="36" actId="478"/>
          <ac:grpSpMkLst>
            <pc:docMk/>
            <pc:sldMk cId="1092411337" sldId="700"/>
            <ac:grpSpMk id="4170" creationId="{8826EF17-2633-C0ED-D8D4-DB959BFA8208}"/>
          </ac:grpSpMkLst>
        </pc:grpChg>
      </pc:sldChg>
      <pc:sldChg chg="del">
        <pc:chgData name="Shaun Barrett" userId="2e21295b-21c9-4734-b4c8-23b29a1a1ba3" providerId="ADAL" clId="{A5C39C43-F0A4-463C-8FB7-E850E47ABD48}" dt="2025-03-27T14:26:17.079" v="867" actId="2696"/>
        <pc:sldMkLst>
          <pc:docMk/>
          <pc:sldMk cId="2727842983" sldId="702"/>
        </pc:sldMkLst>
      </pc:sldChg>
      <pc:sldChg chg="del">
        <pc:chgData name="Shaun Barrett" userId="2e21295b-21c9-4734-b4c8-23b29a1a1ba3" providerId="ADAL" clId="{A5C39C43-F0A4-463C-8FB7-E850E47ABD48}" dt="2025-03-27T14:25:49.714" v="865" actId="2696"/>
        <pc:sldMkLst>
          <pc:docMk/>
          <pc:sldMk cId="3143835713" sldId="703"/>
        </pc:sldMkLst>
      </pc:sldChg>
      <pc:sldChg chg="add del">
        <pc:chgData name="Shaun Barrett" userId="2e21295b-21c9-4734-b4c8-23b29a1a1ba3" providerId="ADAL" clId="{A5C39C43-F0A4-463C-8FB7-E850E47ABD48}" dt="2025-03-27T14:19:53.523" v="563" actId="2696"/>
        <pc:sldMkLst>
          <pc:docMk/>
          <pc:sldMk cId="504985626" sldId="704"/>
        </pc:sldMkLst>
      </pc:sldChg>
      <pc:sldChg chg="addSp modSp add mod ord">
        <pc:chgData name="Shaun Barrett" userId="2e21295b-21c9-4734-b4c8-23b29a1a1ba3" providerId="ADAL" clId="{A5C39C43-F0A4-463C-8FB7-E850E47ABD48}" dt="2025-03-27T14:48:50.883" v="1047"/>
        <pc:sldMkLst>
          <pc:docMk/>
          <pc:sldMk cId="2490077739" sldId="704"/>
        </pc:sldMkLst>
        <pc:spChg chg="mod">
          <ac:chgData name="Shaun Barrett" userId="2e21295b-21c9-4734-b4c8-23b29a1a1ba3" providerId="ADAL" clId="{A5C39C43-F0A4-463C-8FB7-E850E47ABD48}" dt="2025-03-27T14:22:31.701" v="828" actId="20577"/>
          <ac:spMkLst>
            <pc:docMk/>
            <pc:sldMk cId="2490077739" sldId="704"/>
            <ac:spMk id="2" creationId="{DFE2C463-C390-4263-460C-AFDE7748366D}"/>
          </ac:spMkLst>
        </pc:spChg>
        <pc:spChg chg="add 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3" creationId="{8C30C21D-BA64-AED6-31A4-6A8AB79948CF}"/>
          </ac:spMkLst>
        </pc:spChg>
        <pc:spChg chg="mod">
          <ac:chgData name="Shaun Barrett" userId="2e21295b-21c9-4734-b4c8-23b29a1a1ba3" providerId="ADAL" clId="{A5C39C43-F0A4-463C-8FB7-E850E47ABD48}" dt="2025-03-27T14:48:14.222" v="1030" actId="14100"/>
          <ac:spMkLst>
            <pc:docMk/>
            <pc:sldMk cId="2490077739" sldId="704"/>
            <ac:spMk id="4" creationId="{7A6E1B3F-AB8C-F49E-9B9F-92E5CC46F02C}"/>
          </ac:spMkLst>
        </pc:spChg>
        <pc:spChg chg="mod">
          <ac:chgData name="Shaun Barrett" userId="2e21295b-21c9-4734-b4c8-23b29a1a1ba3" providerId="ADAL" clId="{A5C39C43-F0A4-463C-8FB7-E850E47ABD48}" dt="2025-03-27T14:47:29.945" v="995" actId="1035"/>
          <ac:spMkLst>
            <pc:docMk/>
            <pc:sldMk cId="2490077739" sldId="704"/>
            <ac:spMk id="5" creationId="{347B350D-0617-4110-1490-A9B4180A6D23}"/>
          </ac:spMkLst>
        </pc:spChg>
        <pc:spChg chg="add mod">
          <ac:chgData name="Shaun Barrett" userId="2e21295b-21c9-4734-b4c8-23b29a1a1ba3" providerId="ADAL" clId="{A5C39C43-F0A4-463C-8FB7-E850E47ABD48}" dt="2025-03-27T14:47:05.923" v="986" actId="20577"/>
          <ac:spMkLst>
            <pc:docMk/>
            <pc:sldMk cId="2490077739" sldId="704"/>
            <ac:spMk id="6" creationId="{820B2519-EFA1-3865-781F-502DC90B6629}"/>
          </ac:spMkLst>
        </pc:spChg>
        <pc:spChg chg="add mod">
          <ac:chgData name="Shaun Barrett" userId="2e21295b-21c9-4734-b4c8-23b29a1a1ba3" providerId="ADAL" clId="{A5C39C43-F0A4-463C-8FB7-E850E47ABD48}" dt="2025-03-27T14:48:25.663" v="1031" actId="20577"/>
          <ac:spMkLst>
            <pc:docMk/>
            <pc:sldMk cId="2490077739" sldId="704"/>
            <ac:spMk id="7" creationId="{FC4C3A25-2697-FFB3-90BE-E65C7287BF0F}"/>
          </ac:spMkLst>
        </pc:spChg>
        <pc:spChg chg="mod">
          <ac:chgData name="Shaun Barrett" userId="2e21295b-21c9-4734-b4c8-23b29a1a1ba3" providerId="ADAL" clId="{A5C39C43-F0A4-463C-8FB7-E850E47ABD48}" dt="2025-03-27T14:48:01.538" v="1028" actId="1035"/>
          <ac:spMkLst>
            <pc:docMk/>
            <pc:sldMk cId="2490077739" sldId="704"/>
            <ac:spMk id="8" creationId="{E6A66945-0BBD-162C-3C9D-F247EA0C75E6}"/>
          </ac:spMkLst>
        </pc:spChg>
        <pc:spChg chg="mod">
          <ac:chgData name="Shaun Barrett" userId="2e21295b-21c9-4734-b4c8-23b29a1a1ba3" providerId="ADAL" clId="{A5C39C43-F0A4-463C-8FB7-E850E47ABD48}" dt="2025-03-27T14:47:29.945" v="995" actId="1035"/>
          <ac:spMkLst>
            <pc:docMk/>
            <pc:sldMk cId="2490077739" sldId="704"/>
            <ac:spMk id="16" creationId="{4E6B710E-7809-10C0-A07C-457D051477C6}"/>
          </ac:spMkLst>
        </pc:spChg>
        <pc:spChg chg="mod">
          <ac:chgData name="Shaun Barrett" userId="2e21295b-21c9-4734-b4c8-23b29a1a1ba3" providerId="ADAL" clId="{A5C39C43-F0A4-463C-8FB7-E850E47ABD48}" dt="2025-03-27T14:48:01.538" v="1028" actId="1035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18" creationId="{3B4643F2-6ECC-709D-32A1-D5D484806361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31" creationId="{84AE0D17-3807-9270-4991-4A510302CB8C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88" creationId="{16ABE9C5-5D8A-1DC9-3431-F22D4C73E340}"/>
          </ac:spMkLst>
        </pc:spChg>
        <pc:spChg chg="mod">
          <ac:chgData name="Shaun Barrett" userId="2e21295b-21c9-4734-b4c8-23b29a1a1ba3" providerId="ADAL" clId="{A5C39C43-F0A4-463C-8FB7-E850E47ABD48}" dt="2025-03-27T14:48:50.883" v="1047"/>
          <ac:spMkLst>
            <pc:docMk/>
            <pc:sldMk cId="2490077739" sldId="704"/>
            <ac:spMk id="89" creationId="{52505968-3699-027E-2430-1923F313B8BB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91" creationId="{C7C8151C-CAD0-93F6-9121-81AF79A2C808}"/>
          </ac:spMkLst>
        </pc:spChg>
        <pc:spChg chg="mod">
          <ac:chgData name="Shaun Barrett" userId="2e21295b-21c9-4734-b4c8-23b29a1a1ba3" providerId="ADAL" clId="{A5C39C43-F0A4-463C-8FB7-E850E47ABD48}" dt="2025-03-27T14:31:14.921" v="961" actId="1037"/>
          <ac:spMkLst>
            <pc:docMk/>
            <pc:sldMk cId="2490077739" sldId="704"/>
            <ac:spMk id="95" creationId="{4A9F2AB2-072F-3340-F1DF-CAB06959B99B}"/>
          </ac:spMkLst>
        </pc:spChg>
        <pc:picChg chg="add mod">
          <ac:chgData name="Shaun Barrett" userId="2e21295b-21c9-4734-b4c8-23b29a1a1ba3" providerId="ADAL" clId="{A5C39C43-F0A4-463C-8FB7-E850E47ABD48}" dt="2025-03-27T14:47:53.775" v="997" actId="1076"/>
          <ac:picMkLst>
            <pc:docMk/>
            <pc:sldMk cId="2490077739" sldId="704"/>
            <ac:picMk id="10" creationId="{855DCE54-D640-3B1E-4735-805ED588E7CD}"/>
          </ac:picMkLst>
        </pc:picChg>
        <pc:picChg chg="mod">
          <ac:chgData name="Shaun Barrett" userId="2e21295b-21c9-4734-b4c8-23b29a1a1ba3" providerId="ADAL" clId="{A5C39C43-F0A4-463C-8FB7-E850E47ABD48}" dt="2025-03-27T14:47:29.945" v="995" actId="1035"/>
          <ac:picMkLst>
            <pc:docMk/>
            <pc:sldMk cId="2490077739" sldId="704"/>
            <ac:picMk id="74" creationId="{85F7FA89-7392-DA55-A5F4-5629A45C5900}"/>
          </ac:picMkLst>
        </pc:picChg>
        <pc:picChg chg="mod">
          <ac:chgData name="Shaun Barrett" userId="2e21295b-21c9-4734-b4c8-23b29a1a1ba3" providerId="ADAL" clId="{A5C39C43-F0A4-463C-8FB7-E850E47ABD48}" dt="2025-03-27T14:48:01.538" v="1028" actId="1035"/>
          <ac:picMkLst>
            <pc:docMk/>
            <pc:sldMk cId="2490077739" sldId="704"/>
            <ac:picMk id="75" creationId="{B996B75D-9228-8D7C-7ADD-6E023789944F}"/>
          </ac:picMkLst>
        </pc:picChg>
      </pc:sldChg>
      <pc:sldChg chg="addSp delSp modSp add mod ord">
        <pc:chgData name="Shaun Barrett" userId="2e21295b-21c9-4734-b4c8-23b29a1a1ba3" providerId="ADAL" clId="{A5C39C43-F0A4-463C-8FB7-E850E47ABD48}" dt="2025-03-27T14:51:20.115" v="1089" actId="20577"/>
        <pc:sldMkLst>
          <pc:docMk/>
          <pc:sldMk cId="686593796" sldId="705"/>
        </pc:sldMkLst>
        <pc:spChg chg="mod">
          <ac:chgData name="Shaun Barrett" userId="2e21295b-21c9-4734-b4c8-23b29a1a1ba3" providerId="ADAL" clId="{A5C39C43-F0A4-463C-8FB7-E850E47ABD48}" dt="2025-03-27T14:28:35.724" v="926" actId="20577"/>
          <ac:spMkLst>
            <pc:docMk/>
            <pc:sldMk cId="686593796" sldId="705"/>
            <ac:spMk id="2" creationId="{778056B1-AFB0-5BC2-27B0-E732BE0DAE51}"/>
          </ac:spMkLst>
        </pc:spChg>
        <pc:spChg chg="del">
          <ac:chgData name="Shaun Barrett" userId="2e21295b-21c9-4734-b4c8-23b29a1a1ba3" providerId="ADAL" clId="{A5C39C43-F0A4-463C-8FB7-E850E47ABD48}" dt="2025-03-27T14:26:43.332" v="871" actId="478"/>
          <ac:spMkLst>
            <pc:docMk/>
            <pc:sldMk cId="686593796" sldId="705"/>
            <ac:spMk id="3" creationId="{EA550C91-71AF-F196-4F5C-8699C9087437}"/>
          </ac:spMkLst>
        </pc:spChg>
        <pc:spChg chg="del">
          <ac:chgData name="Shaun Barrett" userId="2e21295b-21c9-4734-b4c8-23b29a1a1ba3" providerId="ADAL" clId="{A5C39C43-F0A4-463C-8FB7-E850E47ABD48}" dt="2025-03-27T14:26:43.332" v="871" actId="478"/>
          <ac:spMkLst>
            <pc:docMk/>
            <pc:sldMk cId="686593796" sldId="705"/>
            <ac:spMk id="4" creationId="{D2889F2F-6155-43F7-8BCF-EC3C7D3F4C39}"/>
          </ac:spMkLst>
        </pc:spChg>
        <pc:spChg chg="del">
          <ac:chgData name="Shaun Barrett" userId="2e21295b-21c9-4734-b4c8-23b29a1a1ba3" providerId="ADAL" clId="{A5C39C43-F0A4-463C-8FB7-E850E47ABD48}" dt="2025-03-27T14:26:43.332" v="871" actId="478"/>
          <ac:spMkLst>
            <pc:docMk/>
            <pc:sldMk cId="686593796" sldId="705"/>
            <ac:spMk id="5" creationId="{21A69AC4-875F-6FC5-1424-37EE984F41FB}"/>
          </ac:spMkLst>
        </pc:spChg>
        <pc:spChg chg="del">
          <ac:chgData name="Shaun Barrett" userId="2e21295b-21c9-4734-b4c8-23b29a1a1ba3" providerId="ADAL" clId="{A5C39C43-F0A4-463C-8FB7-E850E47ABD48}" dt="2025-03-27T14:26:43.332" v="871" actId="478"/>
          <ac:spMkLst>
            <pc:docMk/>
            <pc:sldMk cId="686593796" sldId="705"/>
            <ac:spMk id="8" creationId="{3B137475-5F8A-A27F-3308-81182F4F5B2A}"/>
          </ac:spMkLst>
        </pc:spChg>
        <pc:spChg chg="del">
          <ac:chgData name="Shaun Barrett" userId="2e21295b-21c9-4734-b4c8-23b29a1a1ba3" providerId="ADAL" clId="{A5C39C43-F0A4-463C-8FB7-E850E47ABD48}" dt="2025-03-27T14:26:43.332" v="871" actId="478"/>
          <ac:spMkLst>
            <pc:docMk/>
            <pc:sldMk cId="686593796" sldId="705"/>
            <ac:spMk id="9" creationId="{A44EAD41-046C-4624-C143-7D283353C628}"/>
          </ac:spMkLst>
        </pc:spChg>
        <pc:spChg chg="del">
          <ac:chgData name="Shaun Barrett" userId="2e21295b-21c9-4734-b4c8-23b29a1a1ba3" providerId="ADAL" clId="{A5C39C43-F0A4-463C-8FB7-E850E47ABD48}" dt="2025-03-27T14:26:43.332" v="871" actId="478"/>
          <ac:spMkLst>
            <pc:docMk/>
            <pc:sldMk cId="686593796" sldId="705"/>
            <ac:spMk id="17" creationId="{A8B1981E-30BF-9C65-7974-5BF57025A473}"/>
          </ac:spMkLst>
        </pc:spChg>
        <pc:spChg chg="del">
          <ac:chgData name="Shaun Barrett" userId="2e21295b-21c9-4734-b4c8-23b29a1a1ba3" providerId="ADAL" clId="{A5C39C43-F0A4-463C-8FB7-E850E47ABD48}" dt="2025-03-27T14:26:43.332" v="871" actId="478"/>
          <ac:spMkLst>
            <pc:docMk/>
            <pc:sldMk cId="686593796" sldId="705"/>
            <ac:spMk id="18" creationId="{AA879A82-A48C-225B-086C-03AD01F58C61}"/>
          </ac:spMkLst>
        </pc:spChg>
        <pc:spChg chg="del">
          <ac:chgData name="Shaun Barrett" userId="2e21295b-21c9-4734-b4c8-23b29a1a1ba3" providerId="ADAL" clId="{A5C39C43-F0A4-463C-8FB7-E850E47ABD48}" dt="2025-03-27T14:26:43.332" v="871" actId="478"/>
          <ac:spMkLst>
            <pc:docMk/>
            <pc:sldMk cId="686593796" sldId="705"/>
            <ac:spMk id="31" creationId="{87CEDB4A-D99F-DE9E-0589-888C408121CA}"/>
          </ac:spMkLst>
        </pc:spChg>
        <pc:spChg chg="del">
          <ac:chgData name="Shaun Barrett" userId="2e21295b-21c9-4734-b4c8-23b29a1a1ba3" providerId="ADAL" clId="{A5C39C43-F0A4-463C-8FB7-E850E47ABD48}" dt="2025-03-27T14:26:43.332" v="871" actId="478"/>
          <ac:spMkLst>
            <pc:docMk/>
            <pc:sldMk cId="686593796" sldId="705"/>
            <ac:spMk id="88" creationId="{445AF883-EFA0-54FD-DC42-08CD67AF5F8C}"/>
          </ac:spMkLst>
        </pc:spChg>
        <pc:spChg chg="del">
          <ac:chgData name="Shaun Barrett" userId="2e21295b-21c9-4734-b4c8-23b29a1a1ba3" providerId="ADAL" clId="{A5C39C43-F0A4-463C-8FB7-E850E47ABD48}" dt="2025-03-27T14:26:43.332" v="871" actId="478"/>
          <ac:spMkLst>
            <pc:docMk/>
            <pc:sldMk cId="686593796" sldId="705"/>
            <ac:spMk id="89" creationId="{574E400C-AB64-7AD4-B6F3-A0A5E85E0A00}"/>
          </ac:spMkLst>
        </pc:spChg>
        <pc:graphicFrameChg chg="add mod modGraphic">
          <ac:chgData name="Shaun Barrett" userId="2e21295b-21c9-4734-b4c8-23b29a1a1ba3" providerId="ADAL" clId="{A5C39C43-F0A4-463C-8FB7-E850E47ABD48}" dt="2025-03-27T14:49:27.733" v="1058" actId="20577"/>
          <ac:graphicFrameMkLst>
            <pc:docMk/>
            <pc:sldMk cId="686593796" sldId="705"/>
            <ac:graphicFrameMk id="6" creationId="{B094B9E2-793B-53E8-898F-AE30D54FB3EE}"/>
          </ac:graphicFrameMkLst>
        </pc:graphicFrameChg>
        <pc:graphicFrameChg chg="add mod modGraphic">
          <ac:chgData name="Shaun Barrett" userId="2e21295b-21c9-4734-b4c8-23b29a1a1ba3" providerId="ADAL" clId="{A5C39C43-F0A4-463C-8FB7-E850E47ABD48}" dt="2025-03-27T14:49:31.555" v="1062" actId="20577"/>
          <ac:graphicFrameMkLst>
            <pc:docMk/>
            <pc:sldMk cId="686593796" sldId="705"/>
            <ac:graphicFrameMk id="7" creationId="{054D23CC-08A4-9793-C489-A6061026788D}"/>
          </ac:graphicFrameMkLst>
        </pc:graphicFrameChg>
        <pc:graphicFrameChg chg="add mod modGraphic">
          <ac:chgData name="Shaun Barrett" userId="2e21295b-21c9-4734-b4c8-23b29a1a1ba3" providerId="ADAL" clId="{A5C39C43-F0A4-463C-8FB7-E850E47ABD48}" dt="2025-03-27T14:49:24.371" v="1054" actId="207"/>
          <ac:graphicFrameMkLst>
            <pc:docMk/>
            <pc:sldMk cId="686593796" sldId="705"/>
            <ac:graphicFrameMk id="10" creationId="{D6342D7E-9006-C98D-59CC-78992BCBD3E8}"/>
          </ac:graphicFrameMkLst>
        </pc:graphicFrameChg>
        <pc:graphicFrameChg chg="add">
          <ac:chgData name="Shaun Barrett" userId="2e21295b-21c9-4734-b4c8-23b29a1a1ba3" providerId="ADAL" clId="{A5C39C43-F0A4-463C-8FB7-E850E47ABD48}" dt="2025-03-27T14:27:03.365" v="874"/>
          <ac:graphicFrameMkLst>
            <pc:docMk/>
            <pc:sldMk cId="686593796" sldId="705"/>
            <ac:graphicFrameMk id="11" creationId="{409DB352-254B-2FF4-A981-217F7AB2C398}"/>
          </ac:graphicFrameMkLst>
        </pc:graphicFrameChg>
        <pc:graphicFrameChg chg="add mod modGraphic">
          <ac:chgData name="Shaun Barrett" userId="2e21295b-21c9-4734-b4c8-23b29a1a1ba3" providerId="ADAL" clId="{A5C39C43-F0A4-463C-8FB7-E850E47ABD48}" dt="2025-03-27T14:51:20.115" v="1089" actId="20577"/>
          <ac:graphicFrameMkLst>
            <pc:docMk/>
            <pc:sldMk cId="686593796" sldId="705"/>
            <ac:graphicFrameMk id="12" creationId="{C25BFCA6-DA57-E5DC-AE07-25F52FA911B0}"/>
          </ac:graphicFrameMkLst>
        </pc:graphicFrameChg>
      </pc:sldChg>
      <pc:sldChg chg="add del">
        <pc:chgData name="Shaun Barrett" userId="2e21295b-21c9-4734-b4c8-23b29a1a1ba3" providerId="ADAL" clId="{A5C39C43-F0A4-463C-8FB7-E850E47ABD48}" dt="2025-03-27T14:25:53.720" v="866" actId="2696"/>
        <pc:sldMkLst>
          <pc:docMk/>
          <pc:sldMk cId="1763583551" sldId="705"/>
        </pc:sldMkLst>
      </pc:sldChg>
    </pc:docChg>
  </pc:docChgLst>
  <pc:docChgLst>
    <pc:chgData name="Jacob Smycz" userId="S::jsmycz@openboxsoftware.com::d03db9f2-e007-4614-ba87-e09f2c7a507f" providerId="AD" clId="Web-{9F49FFE9-494A-4C4E-EB0D-3F25F62FBA53}"/>
    <pc:docChg chg="modSld">
      <pc:chgData name="Jacob Smycz" userId="S::jsmycz@openboxsoftware.com::d03db9f2-e007-4614-ba87-e09f2c7a507f" providerId="AD" clId="Web-{9F49FFE9-494A-4C4E-EB0D-3F25F62FBA53}" dt="2025-03-31T08:14:09.833" v="209"/>
      <pc:docMkLst>
        <pc:docMk/>
      </pc:docMkLst>
      <pc:sldChg chg="modSp">
        <pc:chgData name="Jacob Smycz" userId="S::jsmycz@openboxsoftware.com::d03db9f2-e007-4614-ba87-e09f2c7a507f" providerId="AD" clId="Web-{9F49FFE9-494A-4C4E-EB0D-3F25F62FBA53}" dt="2025-03-31T08:14:09.833" v="209"/>
        <pc:sldMkLst>
          <pc:docMk/>
          <pc:sldMk cId="686593796" sldId="705"/>
        </pc:sldMkLst>
        <pc:graphicFrameChg chg="mod modGraphic">
          <ac:chgData name="Jacob Smycz" userId="S::jsmycz@openboxsoftware.com::d03db9f2-e007-4614-ba87-e09f2c7a507f" providerId="AD" clId="Web-{9F49FFE9-494A-4C4E-EB0D-3F25F62FBA53}" dt="2025-03-31T08:14:09.833" v="209"/>
          <ac:graphicFrameMkLst>
            <pc:docMk/>
            <pc:sldMk cId="686593796" sldId="705"/>
            <ac:graphicFrameMk id="10" creationId="{D6342D7E-9006-C98D-59CC-78992BCBD3E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9EE3C3-D060-B815-7624-30BA8F84C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29D36-1895-94C2-78CE-8F69CE9133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3B68E-A5DF-5D48-9727-8E1443F56DAA}" type="datetimeFigureOut">
              <a:rPr lang="en-US" smtClean="0">
                <a:latin typeface="Proxima Nova Lt" panose="02000506030000020004" pitchFamily="50" charset="0"/>
              </a:rPr>
              <a:t>3/31/2025</a:t>
            </a:fld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4C241-73A3-D57C-0879-B96F6D285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B93EB-2D78-2536-2EEF-16A15AA98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2603-647F-4846-A873-AA219E2C8144}" type="slidenum">
              <a:rPr lang="en-US" smtClean="0">
                <a:latin typeface="Proxima Nova Lt" panose="02000506030000020004" pitchFamily="50" charset="0"/>
              </a:rPr>
              <a:t>‹#›</a:t>
            </a:fld>
            <a:endParaRPr lang="en-US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4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BE7C5F7D-AE2E-47C7-8BA2-CC4D7F4E80EF}" type="datetimeFigureOut">
              <a:rPr lang="en-GB" smtClean="0"/>
              <a:pPr/>
              <a:t>31/03/2025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CEA9EF18-44DA-4CCF-A8F6-0B08C30105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1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3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. Cover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998980"/>
            <a:ext cx="10662686" cy="12573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. Cover title page with subh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60B4EA3-6646-7264-6825-BFA91E903F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656" y="2814614"/>
            <a:ext cx="10665343" cy="39587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C59CA98-9679-1C21-C671-93E5430DBE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819066"/>
            <a:ext cx="10662686" cy="89724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150241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3. Cover title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43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. White contents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381A693-18BD-FBA6-179D-388789E5F6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408C-BCEA-AD6F-14FB-08F8969819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304069C7-9C81-40E3-49A7-5EA02CE4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8812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. Whit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30F3266-F069-0710-143B-70D45628CC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C514DFA-7A92-A350-00B7-C37F82202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34381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. Whit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6B340D4-9C04-3474-14ED-78EA4C663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86031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4. Whit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38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8423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. Greent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C97F2-BF6B-43B9-9CD5-4878467F81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9734F4-FD77-BE8B-82AA-61CE73C10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E9129D6C-A1C7-5110-195E-169DE23154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285290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2. Greent content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70D2-2AEC-D8F7-F75A-89A75AE4CB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B54C4E-862A-E397-C22E-47AA9B8F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3. Greent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9CBF8F6-52DE-5450-333B-F54EEEEB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4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 Greent contents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F71B43-63EA-24D0-DA2A-34BA7953B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1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1D00B0-A41E-601F-812B-9CEE9713A3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5368" y="25673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634365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. Greent skyline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C6250CF-EADE-A974-5BD1-BD28E7CC09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F88CD0-1EA5-629D-8EA4-FABCD8E52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1084040F-64D5-38F4-DBC0-7189F7E31A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44124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6. Greent skylin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F8A4A-B6A4-F969-8599-673024A31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9BE70E-9968-1C27-19A1-CA2BF33E8A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7. Greent skylin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BC44FA8-F1F0-FECC-99CC-DE0C9A9254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7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8. Greent skyline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0EC604-4A61-47B6-B56F-B1640983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9. Greent sky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61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0. Green sky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CBB75F2-62E0-E46C-CDD8-176579C932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16529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189107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. White + green lin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658C349-AB02-6371-E279-0625419C0F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CB5ED-FCB9-0B5B-A058-F84A2EF52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AA4E3053-23BD-E08B-A363-4A36D67C2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65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Type your heading here then enter and tab once to get the correct copy style on the next line</a:t>
            </a:r>
          </a:p>
          <a:p>
            <a:pPr lvl="1"/>
            <a:r>
              <a:rPr lang="en-US" dirty="0"/>
              <a:t>Text</a:t>
            </a:r>
          </a:p>
          <a:p>
            <a:pPr lvl="2"/>
            <a:r>
              <a:rPr lang="en-US" dirty="0"/>
              <a:t>Bullet 1</a:t>
            </a:r>
          </a:p>
          <a:p>
            <a:pPr lvl="3"/>
            <a:r>
              <a:rPr lang="en-US" dirty="0"/>
              <a:t>Bullet 2</a:t>
            </a:r>
          </a:p>
          <a:p>
            <a:pPr lvl="4"/>
            <a:r>
              <a:rPr lang="en-US" dirty="0"/>
              <a:t>Bullet 3</a:t>
            </a:r>
          </a:p>
          <a:p>
            <a:pPr lvl="5"/>
            <a:r>
              <a:rPr lang="en-US" dirty="0"/>
              <a:t>Bullet 4</a:t>
            </a:r>
          </a:p>
          <a:p>
            <a:pPr lvl="6"/>
            <a:r>
              <a:rPr lang="en-US" dirty="0"/>
              <a:t>Bullet 5</a:t>
            </a:r>
          </a:p>
          <a:p>
            <a:pPr lvl="7"/>
            <a:r>
              <a:rPr lang="en-US" dirty="0"/>
              <a:t>Bullet 6</a:t>
            </a:r>
          </a:p>
          <a:p>
            <a:pPr lvl="8"/>
            <a:r>
              <a:rPr lang="en-US" dirty="0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97072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. White + green line contents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8B94CE1-AB3D-BF6D-CABC-1766118CD6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C13CE60-2EAD-65C3-90C6-A91759024B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5036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475099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. White + green 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34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. White + green 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FD3FCC-DA96-C8F5-80E3-CFA56515F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 dirty="0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57367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29">
            <a:extLst>
              <a:ext uri="{FF2B5EF4-FFF2-40B4-BE49-F238E27FC236}">
                <a16:creationId xmlns:a16="http://schemas.microsoft.com/office/drawing/2014/main" id="{A66354EC-930A-1A91-EFFB-8B02D08AD058}"/>
              </a:ext>
            </a:extLst>
          </p:cNvPr>
          <p:cNvGrpSpPr/>
          <p:nvPr userDrawn="1"/>
        </p:nvGrpSpPr>
        <p:grpSpPr>
          <a:xfrm>
            <a:off x="4813686" y="615567"/>
            <a:ext cx="2448280" cy="765236"/>
            <a:chOff x="-2541306" y="4007275"/>
            <a:chExt cx="1661445" cy="519303"/>
          </a:xfrm>
        </p:grpSpPr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D5E15713-F894-3D16-F59C-D305CB357C4A}"/>
                </a:ext>
              </a:extLst>
            </p:cNvPr>
            <p:cNvSpPr/>
            <p:nvPr/>
          </p:nvSpPr>
          <p:spPr>
            <a:xfrm>
              <a:off x="-2302514" y="4180439"/>
              <a:ext cx="207835" cy="346138"/>
            </a:xfrm>
            <a:custGeom>
              <a:avLst/>
              <a:gdLst>
                <a:gd name="connsiteX0" fmla="*/ 31813 w 207835"/>
                <a:gd name="connsiteY0" fmla="*/ 107823 h 346138"/>
                <a:gd name="connsiteX1" fmla="*/ 103918 w 207835"/>
                <a:gd name="connsiteY1" fmla="*/ 183737 h 346138"/>
                <a:gd name="connsiteX2" fmla="*/ 176022 w 207835"/>
                <a:gd name="connsiteY2" fmla="*/ 107823 h 346138"/>
                <a:gd name="connsiteX3" fmla="*/ 103918 w 207835"/>
                <a:gd name="connsiteY3" fmla="*/ 31909 h 346138"/>
                <a:gd name="connsiteX4" fmla="*/ 31813 w 207835"/>
                <a:gd name="connsiteY4" fmla="*/ 107823 h 346138"/>
                <a:gd name="connsiteX5" fmla="*/ 95 w 207835"/>
                <a:gd name="connsiteY5" fmla="*/ 113062 h 346138"/>
                <a:gd name="connsiteX6" fmla="*/ 0 w 207835"/>
                <a:gd name="connsiteY6" fmla="*/ 107823 h 346138"/>
                <a:gd name="connsiteX7" fmla="*/ 103918 w 207835"/>
                <a:gd name="connsiteY7" fmla="*/ 0 h 346138"/>
                <a:gd name="connsiteX8" fmla="*/ 207836 w 207835"/>
                <a:gd name="connsiteY8" fmla="*/ 107823 h 346138"/>
                <a:gd name="connsiteX9" fmla="*/ 103918 w 207835"/>
                <a:gd name="connsiteY9" fmla="*/ 215646 h 346138"/>
                <a:gd name="connsiteX10" fmla="*/ 32004 w 207835"/>
                <a:gd name="connsiteY10" fmla="*/ 185738 h 346138"/>
                <a:gd name="connsiteX11" fmla="*/ 32004 w 207835"/>
                <a:gd name="connsiteY11" fmla="*/ 329089 h 346138"/>
                <a:gd name="connsiteX12" fmla="*/ 16002 w 207835"/>
                <a:gd name="connsiteY12" fmla="*/ 346139 h 346138"/>
                <a:gd name="connsiteX13" fmla="*/ 0 w 207835"/>
                <a:gd name="connsiteY13" fmla="*/ 329089 h 346138"/>
                <a:gd name="connsiteX14" fmla="*/ 0 w 207835"/>
                <a:gd name="connsiteY14" fmla="*/ 115157 h 346138"/>
                <a:gd name="connsiteX15" fmla="*/ 95 w 207835"/>
                <a:gd name="connsiteY15" fmla="*/ 113157 h 34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6138">
                  <a:moveTo>
                    <a:pt x="31813" y="107823"/>
                  </a:moveTo>
                  <a:cubicBezTo>
                    <a:pt x="31813" y="150686"/>
                    <a:pt x="65056" y="183737"/>
                    <a:pt x="103918" y="183737"/>
                  </a:cubicBezTo>
                  <a:cubicBezTo>
                    <a:pt x="142780" y="183737"/>
                    <a:pt x="176022" y="150686"/>
                    <a:pt x="176022" y="107823"/>
                  </a:cubicBezTo>
                  <a:cubicBezTo>
                    <a:pt x="176022" y="64960"/>
                    <a:pt x="142780" y="31909"/>
                    <a:pt x="103918" y="31909"/>
                  </a:cubicBezTo>
                  <a:cubicBezTo>
                    <a:pt x="65056" y="31909"/>
                    <a:pt x="31813" y="64865"/>
                    <a:pt x="31813" y="107823"/>
                  </a:cubicBezTo>
                  <a:moveTo>
                    <a:pt x="95" y="113062"/>
                  </a:moveTo>
                  <a:cubicBezTo>
                    <a:pt x="95" y="111347"/>
                    <a:pt x="0" y="109633"/>
                    <a:pt x="0" y="107823"/>
                  </a:cubicBezTo>
                  <a:cubicBezTo>
                    <a:pt x="0" y="48387"/>
                    <a:pt x="46387" y="0"/>
                    <a:pt x="103918" y="0"/>
                  </a:cubicBezTo>
                  <a:cubicBezTo>
                    <a:pt x="161449" y="0"/>
                    <a:pt x="207836" y="48387"/>
                    <a:pt x="207836" y="107823"/>
                  </a:cubicBezTo>
                  <a:cubicBezTo>
                    <a:pt x="207836" y="167259"/>
                    <a:pt x="161449" y="215646"/>
                    <a:pt x="103918" y="215646"/>
                  </a:cubicBezTo>
                  <a:cubicBezTo>
                    <a:pt x="76010" y="215646"/>
                    <a:pt x="50673" y="204216"/>
                    <a:pt x="32004" y="185738"/>
                  </a:cubicBezTo>
                  <a:lnTo>
                    <a:pt x="32004" y="329089"/>
                  </a:lnTo>
                  <a:cubicBezTo>
                    <a:pt x="32004" y="338233"/>
                    <a:pt x="25146" y="346139"/>
                    <a:pt x="16002" y="346139"/>
                  </a:cubicBezTo>
                  <a:cubicBezTo>
                    <a:pt x="6858" y="346139"/>
                    <a:pt x="0" y="338233"/>
                    <a:pt x="0" y="329089"/>
                  </a:cubicBezTo>
                  <a:lnTo>
                    <a:pt x="0" y="115157"/>
                  </a:lnTo>
                  <a:cubicBezTo>
                    <a:pt x="0" y="114491"/>
                    <a:pt x="0" y="113824"/>
                    <a:pt x="95" y="113157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2A478BC1-6275-AFD5-C2D3-B1DF8C3C35BE}"/>
                </a:ext>
              </a:extLst>
            </p:cNvPr>
            <p:cNvSpPr/>
            <p:nvPr/>
          </p:nvSpPr>
          <p:spPr>
            <a:xfrm>
              <a:off x="-2541306" y="4180820"/>
              <a:ext cx="212979" cy="214979"/>
            </a:xfrm>
            <a:custGeom>
              <a:avLst/>
              <a:gdLst>
                <a:gd name="connsiteX0" fmla="*/ 184785 w 212979"/>
                <a:gd name="connsiteY0" fmla="*/ 34290 h 214979"/>
                <a:gd name="connsiteX1" fmla="*/ 212979 w 212979"/>
                <a:gd name="connsiteY1" fmla="*/ 108109 h 214979"/>
                <a:gd name="connsiteX2" fmla="*/ 183166 w 212979"/>
                <a:gd name="connsiteY2" fmla="*/ 182975 h 214979"/>
                <a:gd name="connsiteX3" fmla="*/ 106585 w 212979"/>
                <a:gd name="connsiteY3" fmla="*/ 214979 h 214979"/>
                <a:gd name="connsiteX4" fmla="*/ 29623 w 212979"/>
                <a:gd name="connsiteY4" fmla="*/ 182975 h 214979"/>
                <a:gd name="connsiteX5" fmla="*/ 0 w 212979"/>
                <a:gd name="connsiteY5" fmla="*/ 108109 h 214979"/>
                <a:gd name="connsiteX6" fmla="*/ 28194 w 212979"/>
                <a:gd name="connsiteY6" fmla="*/ 34481 h 214979"/>
                <a:gd name="connsiteX7" fmla="*/ 106585 w 212979"/>
                <a:gd name="connsiteY7" fmla="*/ 0 h 214979"/>
                <a:gd name="connsiteX8" fmla="*/ 184785 w 212979"/>
                <a:gd name="connsiteY8" fmla="*/ 34290 h 214979"/>
                <a:gd name="connsiteX9" fmla="*/ 55150 w 212979"/>
                <a:gd name="connsiteY9" fmla="*/ 54769 h 214979"/>
                <a:gd name="connsiteX10" fmla="*/ 33623 w 212979"/>
                <a:gd name="connsiteY10" fmla="*/ 108585 h 214979"/>
                <a:gd name="connsiteX11" fmla="*/ 69913 w 212979"/>
                <a:gd name="connsiteY11" fmla="*/ 173736 h 214979"/>
                <a:gd name="connsiteX12" fmla="*/ 106585 w 212979"/>
                <a:gd name="connsiteY12" fmla="*/ 183166 h 214979"/>
                <a:gd name="connsiteX13" fmla="*/ 143256 w 212979"/>
                <a:gd name="connsiteY13" fmla="*/ 173736 h 214979"/>
                <a:gd name="connsiteX14" fmla="*/ 179546 w 212979"/>
                <a:gd name="connsiteY14" fmla="*/ 108585 h 214979"/>
                <a:gd name="connsiteX15" fmla="*/ 157829 w 212979"/>
                <a:gd name="connsiteY15" fmla="*/ 54769 h 214979"/>
                <a:gd name="connsiteX16" fmla="*/ 106585 w 212979"/>
                <a:gd name="connsiteY16" fmla="*/ 32575 h 214979"/>
                <a:gd name="connsiteX17" fmla="*/ 55245 w 212979"/>
                <a:gd name="connsiteY17" fmla="*/ 54769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9" h="214979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2975"/>
                  </a:cubicBezTo>
                  <a:cubicBezTo>
                    <a:pt x="163259" y="204406"/>
                    <a:pt x="137636" y="214979"/>
                    <a:pt x="106585" y="214979"/>
                  </a:cubicBezTo>
                  <a:cubicBezTo>
                    <a:pt x="75438" y="214979"/>
                    <a:pt x="49625" y="204311"/>
                    <a:pt x="29623" y="182975"/>
                  </a:cubicBezTo>
                  <a:cubicBezTo>
                    <a:pt x="9906" y="161639"/>
                    <a:pt x="0" y="136589"/>
                    <a:pt x="0" y="108109"/>
                  </a:cubicBezTo>
                  <a:cubicBezTo>
                    <a:pt x="0" y="79629"/>
                    <a:pt x="9430" y="55245"/>
                    <a:pt x="28194" y="34481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785" y="34290"/>
                  </a:cubicBezTo>
                  <a:moveTo>
                    <a:pt x="55150" y="54769"/>
                  </a:moveTo>
                  <a:cubicBezTo>
                    <a:pt x="40767" y="69628"/>
                    <a:pt x="33623" y="87535"/>
                    <a:pt x="33623" y="108585"/>
                  </a:cubicBezTo>
                  <a:cubicBezTo>
                    <a:pt x="33623" y="134874"/>
                    <a:pt x="46863" y="160401"/>
                    <a:pt x="69913" y="173736"/>
                  </a:cubicBezTo>
                  <a:cubicBezTo>
                    <a:pt x="80963" y="180023"/>
                    <a:pt x="93154" y="183166"/>
                    <a:pt x="106585" y="183166"/>
                  </a:cubicBezTo>
                  <a:cubicBezTo>
                    <a:pt x="120015" y="183166"/>
                    <a:pt x="132112" y="180023"/>
                    <a:pt x="143256" y="173736"/>
                  </a:cubicBezTo>
                  <a:cubicBezTo>
                    <a:pt x="166306" y="160401"/>
                    <a:pt x="179546" y="134874"/>
                    <a:pt x="179546" y="108585"/>
                  </a:cubicBezTo>
                  <a:cubicBezTo>
                    <a:pt x="179546" y="87440"/>
                    <a:pt x="172307" y="69628"/>
                    <a:pt x="157829" y="54769"/>
                  </a:cubicBezTo>
                  <a:cubicBezTo>
                    <a:pt x="143446" y="39910"/>
                    <a:pt x="126397" y="32575"/>
                    <a:pt x="106585" y="32575"/>
                  </a:cubicBezTo>
                  <a:cubicBezTo>
                    <a:pt x="86773" y="32575"/>
                    <a:pt x="69628" y="39910"/>
                    <a:pt x="55245" y="54769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C3AEECE2-AAA8-D4D1-F20C-63A8B16FCBE9}"/>
                </a:ext>
              </a:extLst>
            </p:cNvPr>
            <p:cNvSpPr/>
            <p:nvPr/>
          </p:nvSpPr>
          <p:spPr>
            <a:xfrm>
              <a:off x="-1826645" y="4180820"/>
              <a:ext cx="179927" cy="215264"/>
            </a:xfrm>
            <a:custGeom>
              <a:avLst/>
              <a:gdLst>
                <a:gd name="connsiteX0" fmla="*/ 179642 w 179927"/>
                <a:gd name="connsiteY0" fmla="*/ 190691 h 215264"/>
                <a:gd name="connsiteX1" fmla="*/ 179642 w 179927"/>
                <a:gd name="connsiteY1" fmla="*/ 198215 h 215264"/>
                <a:gd name="connsiteX2" fmla="*/ 163259 w 179927"/>
                <a:gd name="connsiteY2" fmla="*/ 215265 h 215264"/>
                <a:gd name="connsiteX3" fmla="*/ 146876 w 179927"/>
                <a:gd name="connsiteY3" fmla="*/ 198215 h 215264"/>
                <a:gd name="connsiteX4" fmla="*/ 146876 w 179927"/>
                <a:gd name="connsiteY4" fmla="*/ 190691 h 215264"/>
                <a:gd name="connsiteX5" fmla="*/ 146780 w 179927"/>
                <a:gd name="connsiteY5" fmla="*/ 112109 h 215264"/>
                <a:gd name="connsiteX6" fmla="*/ 144018 w 179927"/>
                <a:gd name="connsiteY6" fmla="*/ 67532 h 215264"/>
                <a:gd name="connsiteX7" fmla="*/ 128397 w 179927"/>
                <a:gd name="connsiteY7" fmla="*/ 40291 h 215264"/>
                <a:gd name="connsiteX8" fmla="*/ 98870 w 179927"/>
                <a:gd name="connsiteY8" fmla="*/ 31147 h 215264"/>
                <a:gd name="connsiteX9" fmla="*/ 81534 w 179927"/>
                <a:gd name="connsiteY9" fmla="*/ 31147 h 215264"/>
                <a:gd name="connsiteX10" fmla="*/ 51340 w 179927"/>
                <a:gd name="connsiteY10" fmla="*/ 40291 h 215264"/>
                <a:gd name="connsiteX11" fmla="*/ 35719 w 179927"/>
                <a:gd name="connsiteY11" fmla="*/ 67532 h 215264"/>
                <a:gd name="connsiteX12" fmla="*/ 32957 w 179927"/>
                <a:gd name="connsiteY12" fmla="*/ 112109 h 215264"/>
                <a:gd name="connsiteX13" fmla="*/ 32957 w 179927"/>
                <a:gd name="connsiteY13" fmla="*/ 198215 h 215264"/>
                <a:gd name="connsiteX14" fmla="*/ 16383 w 179927"/>
                <a:gd name="connsiteY14" fmla="*/ 215265 h 215264"/>
                <a:gd name="connsiteX15" fmla="*/ 0 w 179927"/>
                <a:gd name="connsiteY15" fmla="*/ 198215 h 215264"/>
                <a:gd name="connsiteX16" fmla="*/ 0 w 179927"/>
                <a:gd name="connsiteY16" fmla="*/ 104680 h 215264"/>
                <a:gd name="connsiteX17" fmla="*/ 8477 w 179927"/>
                <a:gd name="connsiteY17" fmla="*/ 43910 h 215264"/>
                <a:gd name="connsiteX18" fmla="*/ 35338 w 179927"/>
                <a:gd name="connsiteY18" fmla="*/ 11906 h 215264"/>
                <a:gd name="connsiteX19" fmla="*/ 81629 w 179927"/>
                <a:gd name="connsiteY19" fmla="*/ 0 h 215264"/>
                <a:gd name="connsiteX20" fmla="*/ 98393 w 179927"/>
                <a:gd name="connsiteY20" fmla="*/ 0 h 215264"/>
                <a:gd name="connsiteX21" fmla="*/ 144685 w 179927"/>
                <a:gd name="connsiteY21" fmla="*/ 11906 h 215264"/>
                <a:gd name="connsiteX22" fmla="*/ 171450 w 179927"/>
                <a:gd name="connsiteY22" fmla="*/ 43910 h 215264"/>
                <a:gd name="connsiteX23" fmla="*/ 179927 w 179927"/>
                <a:gd name="connsiteY23" fmla="*/ 104680 h 215264"/>
                <a:gd name="connsiteX24" fmla="*/ 179927 w 179927"/>
                <a:gd name="connsiteY24" fmla="*/ 190691 h 21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927" h="215264">
                  <a:moveTo>
                    <a:pt x="179642" y="190691"/>
                  </a:moveTo>
                  <a:lnTo>
                    <a:pt x="179642" y="198215"/>
                  </a:lnTo>
                  <a:cubicBezTo>
                    <a:pt x="179642" y="207454"/>
                    <a:pt x="172403" y="215265"/>
                    <a:pt x="163259" y="215265"/>
                  </a:cubicBezTo>
                  <a:cubicBezTo>
                    <a:pt x="154115" y="215265"/>
                    <a:pt x="146876" y="207454"/>
                    <a:pt x="146876" y="198215"/>
                  </a:cubicBezTo>
                  <a:lnTo>
                    <a:pt x="146876" y="190691"/>
                  </a:lnTo>
                  <a:cubicBezTo>
                    <a:pt x="146876" y="190691"/>
                    <a:pt x="146780" y="112109"/>
                    <a:pt x="146780" y="112109"/>
                  </a:cubicBezTo>
                  <a:cubicBezTo>
                    <a:pt x="146780" y="89345"/>
                    <a:pt x="145828" y="74581"/>
                    <a:pt x="144018" y="67532"/>
                  </a:cubicBezTo>
                  <a:cubicBezTo>
                    <a:pt x="141161" y="55150"/>
                    <a:pt x="135827" y="46196"/>
                    <a:pt x="128397" y="40291"/>
                  </a:cubicBezTo>
                  <a:cubicBezTo>
                    <a:pt x="121063" y="34385"/>
                    <a:pt x="111252" y="31242"/>
                    <a:pt x="98870" y="31147"/>
                  </a:cubicBezTo>
                  <a:lnTo>
                    <a:pt x="81534" y="31147"/>
                  </a:lnTo>
                  <a:cubicBezTo>
                    <a:pt x="68771" y="31147"/>
                    <a:pt x="58769" y="34290"/>
                    <a:pt x="51340" y="40291"/>
                  </a:cubicBezTo>
                  <a:cubicBezTo>
                    <a:pt x="43910" y="46101"/>
                    <a:pt x="38576" y="55054"/>
                    <a:pt x="35719" y="67532"/>
                  </a:cubicBezTo>
                  <a:cubicBezTo>
                    <a:pt x="33909" y="74581"/>
                    <a:pt x="32957" y="89345"/>
                    <a:pt x="32957" y="112109"/>
                  </a:cubicBezTo>
                  <a:lnTo>
                    <a:pt x="32957" y="198215"/>
                  </a:lnTo>
                  <a:cubicBezTo>
                    <a:pt x="32957" y="207454"/>
                    <a:pt x="25718" y="215265"/>
                    <a:pt x="16383" y="215265"/>
                  </a:cubicBezTo>
                  <a:cubicBezTo>
                    <a:pt x="7049" y="215265"/>
                    <a:pt x="0" y="207454"/>
                    <a:pt x="0" y="198215"/>
                  </a:cubicBezTo>
                  <a:lnTo>
                    <a:pt x="0" y="104680"/>
                  </a:lnTo>
                  <a:cubicBezTo>
                    <a:pt x="0" y="77724"/>
                    <a:pt x="2667" y="57341"/>
                    <a:pt x="8477" y="43910"/>
                  </a:cubicBezTo>
                  <a:cubicBezTo>
                    <a:pt x="14192" y="30480"/>
                    <a:pt x="23146" y="19812"/>
                    <a:pt x="35338" y="11906"/>
                  </a:cubicBezTo>
                  <a:cubicBezTo>
                    <a:pt x="47530" y="3810"/>
                    <a:pt x="66485" y="0"/>
                    <a:pt x="81629" y="0"/>
                  </a:cubicBezTo>
                  <a:lnTo>
                    <a:pt x="98393" y="0"/>
                  </a:lnTo>
                  <a:cubicBezTo>
                    <a:pt x="114014" y="95"/>
                    <a:pt x="132588" y="3905"/>
                    <a:pt x="144685" y="11906"/>
                  </a:cubicBezTo>
                  <a:cubicBezTo>
                    <a:pt x="156782" y="19812"/>
                    <a:pt x="165735" y="30480"/>
                    <a:pt x="171450" y="43910"/>
                  </a:cubicBezTo>
                  <a:cubicBezTo>
                    <a:pt x="177165" y="57341"/>
                    <a:pt x="179927" y="77724"/>
                    <a:pt x="179927" y="104680"/>
                  </a:cubicBezTo>
                  <a:lnTo>
                    <a:pt x="179927" y="190691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AC7529D2-45BE-014B-BA1D-0B7D94DF3377}"/>
                </a:ext>
              </a:extLst>
            </p:cNvPr>
            <p:cNvSpPr/>
            <p:nvPr/>
          </p:nvSpPr>
          <p:spPr>
            <a:xfrm>
              <a:off x="-2068104" y="4180916"/>
              <a:ext cx="210978" cy="214979"/>
            </a:xfrm>
            <a:custGeom>
              <a:avLst/>
              <a:gdLst>
                <a:gd name="connsiteX0" fmla="*/ 189833 w 210978"/>
                <a:gd name="connsiteY0" fmla="*/ 130873 h 214979"/>
                <a:gd name="connsiteX1" fmla="*/ 205835 w 210978"/>
                <a:gd name="connsiteY1" fmla="*/ 146780 h 214979"/>
                <a:gd name="connsiteX2" fmla="*/ 202787 w 210978"/>
                <a:gd name="connsiteY2" fmla="*/ 156210 h 214979"/>
                <a:gd name="connsiteX3" fmla="*/ 146780 w 210978"/>
                <a:gd name="connsiteY3" fmla="*/ 208217 h 214979"/>
                <a:gd name="connsiteX4" fmla="*/ 106394 w 210978"/>
                <a:gd name="connsiteY4" fmla="*/ 214979 h 214979"/>
                <a:gd name="connsiteX5" fmla="*/ 28099 w 210978"/>
                <a:gd name="connsiteY5" fmla="*/ 182118 h 214979"/>
                <a:gd name="connsiteX6" fmla="*/ 0 w 210978"/>
                <a:gd name="connsiteY6" fmla="*/ 108013 h 214979"/>
                <a:gd name="connsiteX7" fmla="*/ 23813 w 210978"/>
                <a:gd name="connsiteY7" fmla="*/ 38767 h 214979"/>
                <a:gd name="connsiteX8" fmla="*/ 104965 w 210978"/>
                <a:gd name="connsiteY8" fmla="*/ 0 h 214979"/>
                <a:gd name="connsiteX9" fmla="*/ 188404 w 210978"/>
                <a:gd name="connsiteY9" fmla="*/ 39719 h 214979"/>
                <a:gd name="connsiteX10" fmla="*/ 210979 w 210978"/>
                <a:gd name="connsiteY10" fmla="*/ 109442 h 214979"/>
                <a:gd name="connsiteX11" fmla="*/ 207073 w 210978"/>
                <a:gd name="connsiteY11" fmla="*/ 113348 h 214979"/>
                <a:gd name="connsiteX12" fmla="*/ 33909 w 210978"/>
                <a:gd name="connsiteY12" fmla="*/ 113348 h 214979"/>
                <a:gd name="connsiteX13" fmla="*/ 54578 w 210978"/>
                <a:gd name="connsiteY13" fmla="*/ 163354 h 214979"/>
                <a:gd name="connsiteX14" fmla="*/ 104108 w 210978"/>
                <a:gd name="connsiteY14" fmla="*/ 184118 h 214979"/>
                <a:gd name="connsiteX15" fmla="*/ 131921 w 210978"/>
                <a:gd name="connsiteY15" fmla="*/ 179070 h 214979"/>
                <a:gd name="connsiteX16" fmla="*/ 175831 w 210978"/>
                <a:gd name="connsiteY16" fmla="*/ 138589 h 214979"/>
                <a:gd name="connsiteX17" fmla="*/ 189738 w 210978"/>
                <a:gd name="connsiteY17" fmla="*/ 130873 h 214979"/>
                <a:gd name="connsiteX18" fmla="*/ 161258 w 210978"/>
                <a:gd name="connsiteY18" fmla="*/ 57531 h 214979"/>
                <a:gd name="connsiteX19" fmla="*/ 137065 w 210978"/>
                <a:gd name="connsiteY19" fmla="*/ 39052 h 214979"/>
                <a:gd name="connsiteX20" fmla="*/ 105156 w 210978"/>
                <a:gd name="connsiteY20" fmla="*/ 32004 h 214979"/>
                <a:gd name="connsiteX21" fmla="*/ 57912 w 210978"/>
                <a:gd name="connsiteY21" fmla="*/ 49721 h 214979"/>
                <a:gd name="connsiteX22" fmla="*/ 37529 w 210978"/>
                <a:gd name="connsiteY22" fmla="*/ 83725 h 214979"/>
                <a:gd name="connsiteX23" fmla="*/ 173926 w 210978"/>
                <a:gd name="connsiteY23" fmla="*/ 83725 h 214979"/>
                <a:gd name="connsiteX24" fmla="*/ 161068 w 210978"/>
                <a:gd name="connsiteY24" fmla="*/ 57626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0978" h="214979">
                  <a:moveTo>
                    <a:pt x="189833" y="130873"/>
                  </a:moveTo>
                  <a:cubicBezTo>
                    <a:pt x="198691" y="130873"/>
                    <a:pt x="205835" y="138017"/>
                    <a:pt x="205835" y="146780"/>
                  </a:cubicBezTo>
                  <a:cubicBezTo>
                    <a:pt x="205835" y="150304"/>
                    <a:pt x="204692" y="153543"/>
                    <a:pt x="202787" y="156210"/>
                  </a:cubicBezTo>
                  <a:cubicBezTo>
                    <a:pt x="190024" y="180213"/>
                    <a:pt x="172402" y="198215"/>
                    <a:pt x="146780" y="208217"/>
                  </a:cubicBezTo>
                  <a:cubicBezTo>
                    <a:pt x="134779" y="212788"/>
                    <a:pt x="121348" y="214979"/>
                    <a:pt x="106394" y="214979"/>
                  </a:cubicBezTo>
                  <a:cubicBezTo>
                    <a:pt x="73342" y="214979"/>
                    <a:pt x="47054" y="204121"/>
                    <a:pt x="28099" y="182118"/>
                  </a:cubicBezTo>
                  <a:cubicBezTo>
                    <a:pt x="9430" y="160306"/>
                    <a:pt x="0" y="135541"/>
                    <a:pt x="0" y="108013"/>
                  </a:cubicBezTo>
                  <a:cubicBezTo>
                    <a:pt x="0" y="82106"/>
                    <a:pt x="8001" y="59055"/>
                    <a:pt x="23813" y="38767"/>
                  </a:cubicBezTo>
                  <a:cubicBezTo>
                    <a:pt x="44005" y="12954"/>
                    <a:pt x="71247" y="0"/>
                    <a:pt x="104965" y="0"/>
                  </a:cubicBezTo>
                  <a:cubicBezTo>
                    <a:pt x="138684" y="0"/>
                    <a:pt x="167640" y="13240"/>
                    <a:pt x="188404" y="39719"/>
                  </a:cubicBezTo>
                  <a:cubicBezTo>
                    <a:pt x="203263" y="58483"/>
                    <a:pt x="210693" y="81820"/>
                    <a:pt x="210979" y="109442"/>
                  </a:cubicBezTo>
                  <a:cubicBezTo>
                    <a:pt x="210979" y="111538"/>
                    <a:pt x="209169" y="113348"/>
                    <a:pt x="207073" y="113348"/>
                  </a:cubicBezTo>
                  <a:lnTo>
                    <a:pt x="33909" y="113348"/>
                  </a:lnTo>
                  <a:cubicBezTo>
                    <a:pt x="35052" y="133636"/>
                    <a:pt x="42005" y="150209"/>
                    <a:pt x="54578" y="163354"/>
                  </a:cubicBezTo>
                  <a:cubicBezTo>
                    <a:pt x="67913" y="177165"/>
                    <a:pt x="84391" y="184118"/>
                    <a:pt x="104108" y="184118"/>
                  </a:cubicBezTo>
                  <a:cubicBezTo>
                    <a:pt x="113633" y="184118"/>
                    <a:pt x="122967" y="182404"/>
                    <a:pt x="131921" y="179070"/>
                  </a:cubicBezTo>
                  <a:cubicBezTo>
                    <a:pt x="154019" y="170974"/>
                    <a:pt x="163925" y="158401"/>
                    <a:pt x="175831" y="138589"/>
                  </a:cubicBezTo>
                  <a:cubicBezTo>
                    <a:pt x="178784" y="134112"/>
                    <a:pt x="183832" y="130873"/>
                    <a:pt x="189738" y="130873"/>
                  </a:cubicBezTo>
                  <a:moveTo>
                    <a:pt x="161258" y="57531"/>
                  </a:moveTo>
                  <a:cubicBezTo>
                    <a:pt x="155257" y="50006"/>
                    <a:pt x="147256" y="43815"/>
                    <a:pt x="137065" y="39052"/>
                  </a:cubicBezTo>
                  <a:cubicBezTo>
                    <a:pt x="126968" y="34385"/>
                    <a:pt x="116300" y="32004"/>
                    <a:pt x="105156" y="32004"/>
                  </a:cubicBezTo>
                  <a:cubicBezTo>
                    <a:pt x="86773" y="32004"/>
                    <a:pt x="71056" y="37909"/>
                    <a:pt x="57912" y="49721"/>
                  </a:cubicBezTo>
                  <a:cubicBezTo>
                    <a:pt x="49435" y="57340"/>
                    <a:pt x="42577" y="68580"/>
                    <a:pt x="37529" y="83725"/>
                  </a:cubicBezTo>
                  <a:lnTo>
                    <a:pt x="173926" y="83725"/>
                  </a:lnTo>
                  <a:cubicBezTo>
                    <a:pt x="170688" y="72866"/>
                    <a:pt x="166402" y="64198"/>
                    <a:pt x="161068" y="57626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004BFE6F-16B0-B69A-35EE-488FC2088AD5}"/>
                </a:ext>
              </a:extLst>
            </p:cNvPr>
            <p:cNvSpPr/>
            <p:nvPr/>
          </p:nvSpPr>
          <p:spPr>
            <a:xfrm>
              <a:off x="-1605760" y="4007275"/>
              <a:ext cx="725900" cy="428529"/>
            </a:xfrm>
            <a:custGeom>
              <a:avLst/>
              <a:gdLst>
                <a:gd name="connsiteX0" fmla="*/ 0 w 725900"/>
                <a:gd name="connsiteY0" fmla="*/ 53435 h 428529"/>
                <a:gd name="connsiteX1" fmla="*/ 53435 w 725900"/>
                <a:gd name="connsiteY1" fmla="*/ 0 h 428529"/>
                <a:gd name="connsiteX2" fmla="*/ 672465 w 725900"/>
                <a:gd name="connsiteY2" fmla="*/ 0 h 428529"/>
                <a:gd name="connsiteX3" fmla="*/ 725900 w 725900"/>
                <a:gd name="connsiteY3" fmla="*/ 53435 h 428529"/>
                <a:gd name="connsiteX4" fmla="*/ 725900 w 725900"/>
                <a:gd name="connsiteY4" fmla="*/ 375095 h 428529"/>
                <a:gd name="connsiteX5" fmla="*/ 672465 w 725900"/>
                <a:gd name="connsiteY5" fmla="*/ 428530 h 428529"/>
                <a:gd name="connsiteX6" fmla="*/ 124682 w 725900"/>
                <a:gd name="connsiteY6" fmla="*/ 428530 h 428529"/>
                <a:gd name="connsiteX7" fmla="*/ 0 w 725900"/>
                <a:gd name="connsiteY7" fmla="*/ 303848 h 428529"/>
                <a:gd name="connsiteX8" fmla="*/ 0 w 725900"/>
                <a:gd name="connsiteY8" fmla="*/ 53435 h 4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900" h="428529">
                  <a:moveTo>
                    <a:pt x="0" y="53435"/>
                  </a:moveTo>
                  <a:cubicBezTo>
                    <a:pt x="0" y="23908"/>
                    <a:pt x="23908" y="0"/>
                    <a:pt x="53435" y="0"/>
                  </a:cubicBezTo>
                  <a:lnTo>
                    <a:pt x="672465" y="0"/>
                  </a:lnTo>
                  <a:cubicBezTo>
                    <a:pt x="701993" y="0"/>
                    <a:pt x="725900" y="23908"/>
                    <a:pt x="725900" y="53435"/>
                  </a:cubicBezTo>
                  <a:lnTo>
                    <a:pt x="725900" y="375095"/>
                  </a:lnTo>
                  <a:cubicBezTo>
                    <a:pt x="725900" y="404622"/>
                    <a:pt x="701993" y="428530"/>
                    <a:pt x="672465" y="428530"/>
                  </a:cubicBezTo>
                  <a:lnTo>
                    <a:pt x="124682" y="428530"/>
                  </a:lnTo>
                  <a:cubicBezTo>
                    <a:pt x="55817" y="428530"/>
                    <a:pt x="0" y="372713"/>
                    <a:pt x="0" y="303848"/>
                  </a:cubicBezTo>
                  <a:lnTo>
                    <a:pt x="0" y="53435"/>
                  </a:lnTo>
                  <a:close/>
                </a:path>
              </a:pathLst>
            </a:custGeom>
            <a:solidFill>
              <a:srgbClr val="BCD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C7B65F7D-0452-862D-2D4A-E94FD6CEE405}"/>
                </a:ext>
              </a:extLst>
            </p:cNvPr>
            <p:cNvSpPr/>
            <p:nvPr/>
          </p:nvSpPr>
          <p:spPr>
            <a:xfrm>
              <a:off x="-1331440" y="4181011"/>
              <a:ext cx="212978" cy="215074"/>
            </a:xfrm>
            <a:custGeom>
              <a:avLst/>
              <a:gdLst>
                <a:gd name="connsiteX0" fmla="*/ 184785 w 212978"/>
                <a:gd name="connsiteY0" fmla="*/ 34290 h 215074"/>
                <a:gd name="connsiteX1" fmla="*/ 212979 w 212978"/>
                <a:gd name="connsiteY1" fmla="*/ 108109 h 215074"/>
                <a:gd name="connsiteX2" fmla="*/ 183166 w 212978"/>
                <a:gd name="connsiteY2" fmla="*/ 183070 h 215074"/>
                <a:gd name="connsiteX3" fmla="*/ 106585 w 212978"/>
                <a:gd name="connsiteY3" fmla="*/ 215074 h 215074"/>
                <a:gd name="connsiteX4" fmla="*/ 29623 w 212978"/>
                <a:gd name="connsiteY4" fmla="*/ 183070 h 215074"/>
                <a:gd name="connsiteX5" fmla="*/ 0 w 212978"/>
                <a:gd name="connsiteY5" fmla="*/ 108109 h 215074"/>
                <a:gd name="connsiteX6" fmla="*/ 28194 w 212978"/>
                <a:gd name="connsiteY6" fmla="*/ 34480 h 215074"/>
                <a:gd name="connsiteX7" fmla="*/ 106585 w 212978"/>
                <a:gd name="connsiteY7" fmla="*/ 0 h 215074"/>
                <a:gd name="connsiteX8" fmla="*/ 184880 w 212978"/>
                <a:gd name="connsiteY8" fmla="*/ 34290 h 215074"/>
                <a:gd name="connsiteX9" fmla="*/ 55245 w 212978"/>
                <a:gd name="connsiteY9" fmla="*/ 54769 h 215074"/>
                <a:gd name="connsiteX10" fmla="*/ 33718 w 212978"/>
                <a:gd name="connsiteY10" fmla="*/ 108585 h 215074"/>
                <a:gd name="connsiteX11" fmla="*/ 70009 w 212978"/>
                <a:gd name="connsiteY11" fmla="*/ 173736 h 215074"/>
                <a:gd name="connsiteX12" fmla="*/ 106680 w 212978"/>
                <a:gd name="connsiteY12" fmla="*/ 183166 h 215074"/>
                <a:gd name="connsiteX13" fmla="*/ 143351 w 212978"/>
                <a:gd name="connsiteY13" fmla="*/ 173736 h 215074"/>
                <a:gd name="connsiteX14" fmla="*/ 179641 w 212978"/>
                <a:gd name="connsiteY14" fmla="*/ 108585 h 215074"/>
                <a:gd name="connsiteX15" fmla="*/ 157924 w 212978"/>
                <a:gd name="connsiteY15" fmla="*/ 54769 h 215074"/>
                <a:gd name="connsiteX16" fmla="*/ 106680 w 212978"/>
                <a:gd name="connsiteY16" fmla="*/ 32575 h 215074"/>
                <a:gd name="connsiteX17" fmla="*/ 55340 w 212978"/>
                <a:gd name="connsiteY17" fmla="*/ 54769 h 2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8" h="215074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3070"/>
                  </a:cubicBezTo>
                  <a:cubicBezTo>
                    <a:pt x="163258" y="204502"/>
                    <a:pt x="137636" y="215074"/>
                    <a:pt x="106585" y="215074"/>
                  </a:cubicBezTo>
                  <a:cubicBezTo>
                    <a:pt x="75533" y="215074"/>
                    <a:pt x="49625" y="204406"/>
                    <a:pt x="29623" y="183070"/>
                  </a:cubicBezTo>
                  <a:cubicBezTo>
                    <a:pt x="9906" y="161734"/>
                    <a:pt x="0" y="136684"/>
                    <a:pt x="0" y="108109"/>
                  </a:cubicBezTo>
                  <a:cubicBezTo>
                    <a:pt x="0" y="79534"/>
                    <a:pt x="9430" y="55245"/>
                    <a:pt x="28194" y="34480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880" y="34290"/>
                  </a:cubicBezTo>
                  <a:moveTo>
                    <a:pt x="55245" y="54769"/>
                  </a:moveTo>
                  <a:cubicBezTo>
                    <a:pt x="40862" y="69628"/>
                    <a:pt x="33718" y="87535"/>
                    <a:pt x="33718" y="108585"/>
                  </a:cubicBezTo>
                  <a:cubicBezTo>
                    <a:pt x="33718" y="134874"/>
                    <a:pt x="46958" y="160401"/>
                    <a:pt x="70009" y="173736"/>
                  </a:cubicBezTo>
                  <a:cubicBezTo>
                    <a:pt x="81153" y="180022"/>
                    <a:pt x="93345" y="183166"/>
                    <a:pt x="106680" y="183166"/>
                  </a:cubicBezTo>
                  <a:cubicBezTo>
                    <a:pt x="120015" y="183166"/>
                    <a:pt x="132207" y="180022"/>
                    <a:pt x="143351" y="173736"/>
                  </a:cubicBezTo>
                  <a:cubicBezTo>
                    <a:pt x="166402" y="160401"/>
                    <a:pt x="179641" y="134874"/>
                    <a:pt x="179641" y="108585"/>
                  </a:cubicBezTo>
                  <a:cubicBezTo>
                    <a:pt x="179641" y="87535"/>
                    <a:pt x="172403" y="69628"/>
                    <a:pt x="157924" y="54769"/>
                  </a:cubicBezTo>
                  <a:cubicBezTo>
                    <a:pt x="143542" y="39910"/>
                    <a:pt x="126492" y="32575"/>
                    <a:pt x="106680" y="32575"/>
                  </a:cubicBezTo>
                  <a:cubicBezTo>
                    <a:pt x="86868" y="32575"/>
                    <a:pt x="69723" y="39910"/>
                    <a:pt x="55340" y="54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3" name="Freeform: Shape 41">
              <a:extLst>
                <a:ext uri="{FF2B5EF4-FFF2-40B4-BE49-F238E27FC236}">
                  <a16:creationId xmlns:a16="http://schemas.microsoft.com/office/drawing/2014/main" id="{D7A702C5-E646-224B-AE1C-AAAFC107794A}"/>
                </a:ext>
              </a:extLst>
            </p:cNvPr>
            <p:cNvSpPr/>
            <p:nvPr/>
          </p:nvSpPr>
          <p:spPr>
            <a:xfrm>
              <a:off x="-1566327" y="4047280"/>
              <a:ext cx="207835" cy="349091"/>
            </a:xfrm>
            <a:custGeom>
              <a:avLst/>
              <a:gdLst>
                <a:gd name="connsiteX0" fmla="*/ 31813 w 207835"/>
                <a:gd name="connsiteY0" fmla="*/ 241173 h 349091"/>
                <a:gd name="connsiteX1" fmla="*/ 103918 w 207835"/>
                <a:gd name="connsiteY1" fmla="*/ 317087 h 349091"/>
                <a:gd name="connsiteX2" fmla="*/ 176022 w 207835"/>
                <a:gd name="connsiteY2" fmla="*/ 241173 h 349091"/>
                <a:gd name="connsiteX3" fmla="*/ 103918 w 207835"/>
                <a:gd name="connsiteY3" fmla="*/ 165259 h 349091"/>
                <a:gd name="connsiteX4" fmla="*/ 31813 w 207835"/>
                <a:gd name="connsiteY4" fmla="*/ 241173 h 349091"/>
                <a:gd name="connsiteX5" fmla="*/ 95 w 207835"/>
                <a:gd name="connsiteY5" fmla="*/ 235934 h 349091"/>
                <a:gd name="connsiteX6" fmla="*/ 0 w 207835"/>
                <a:gd name="connsiteY6" fmla="*/ 233934 h 349091"/>
                <a:gd name="connsiteX7" fmla="*/ 0 w 207835"/>
                <a:gd name="connsiteY7" fmla="*/ 17050 h 349091"/>
                <a:gd name="connsiteX8" fmla="*/ 16002 w 207835"/>
                <a:gd name="connsiteY8" fmla="*/ 0 h 349091"/>
                <a:gd name="connsiteX9" fmla="*/ 32004 w 207835"/>
                <a:gd name="connsiteY9" fmla="*/ 17050 h 349091"/>
                <a:gd name="connsiteX10" fmla="*/ 32004 w 207835"/>
                <a:gd name="connsiteY10" fmla="*/ 163354 h 349091"/>
                <a:gd name="connsiteX11" fmla="*/ 103918 w 207835"/>
                <a:gd name="connsiteY11" fmla="*/ 133445 h 349091"/>
                <a:gd name="connsiteX12" fmla="*/ 207836 w 207835"/>
                <a:gd name="connsiteY12" fmla="*/ 241268 h 349091"/>
                <a:gd name="connsiteX13" fmla="*/ 103918 w 207835"/>
                <a:gd name="connsiteY13" fmla="*/ 349091 h 349091"/>
                <a:gd name="connsiteX14" fmla="*/ 0 w 207835"/>
                <a:gd name="connsiteY14" fmla="*/ 241268 h 349091"/>
                <a:gd name="connsiteX15" fmla="*/ 95 w 207835"/>
                <a:gd name="connsiteY15" fmla="*/ 236029 h 34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9091">
                  <a:moveTo>
                    <a:pt x="31813" y="241173"/>
                  </a:moveTo>
                  <a:cubicBezTo>
                    <a:pt x="31813" y="284131"/>
                    <a:pt x="65056" y="317087"/>
                    <a:pt x="103918" y="317087"/>
                  </a:cubicBezTo>
                  <a:cubicBezTo>
                    <a:pt x="142780" y="317087"/>
                    <a:pt x="176022" y="284131"/>
                    <a:pt x="176022" y="241173"/>
                  </a:cubicBezTo>
                  <a:cubicBezTo>
                    <a:pt x="176022" y="198215"/>
                    <a:pt x="142780" y="165259"/>
                    <a:pt x="103918" y="165259"/>
                  </a:cubicBezTo>
                  <a:cubicBezTo>
                    <a:pt x="65056" y="165259"/>
                    <a:pt x="31813" y="198311"/>
                    <a:pt x="31813" y="241173"/>
                  </a:cubicBezTo>
                  <a:moveTo>
                    <a:pt x="95" y="235934"/>
                  </a:moveTo>
                  <a:cubicBezTo>
                    <a:pt x="95" y="235267"/>
                    <a:pt x="0" y="234601"/>
                    <a:pt x="0" y="233934"/>
                  </a:cubicBezTo>
                  <a:lnTo>
                    <a:pt x="0" y="17050"/>
                  </a:lnTo>
                  <a:cubicBezTo>
                    <a:pt x="0" y="8001"/>
                    <a:pt x="6858" y="0"/>
                    <a:pt x="16002" y="0"/>
                  </a:cubicBezTo>
                  <a:cubicBezTo>
                    <a:pt x="25146" y="0"/>
                    <a:pt x="32004" y="7906"/>
                    <a:pt x="32004" y="17050"/>
                  </a:cubicBezTo>
                  <a:lnTo>
                    <a:pt x="32004" y="163354"/>
                  </a:lnTo>
                  <a:cubicBezTo>
                    <a:pt x="50673" y="144875"/>
                    <a:pt x="76009" y="133445"/>
                    <a:pt x="103918" y="133445"/>
                  </a:cubicBezTo>
                  <a:cubicBezTo>
                    <a:pt x="161449" y="133445"/>
                    <a:pt x="207836" y="181832"/>
                    <a:pt x="207836" y="241268"/>
                  </a:cubicBezTo>
                  <a:cubicBezTo>
                    <a:pt x="207836" y="300704"/>
                    <a:pt x="161449" y="349091"/>
                    <a:pt x="103918" y="349091"/>
                  </a:cubicBezTo>
                  <a:cubicBezTo>
                    <a:pt x="46387" y="349091"/>
                    <a:pt x="0" y="300704"/>
                    <a:pt x="0" y="241268"/>
                  </a:cubicBezTo>
                  <a:cubicBezTo>
                    <a:pt x="0" y="239554"/>
                    <a:pt x="0" y="237744"/>
                    <a:pt x="95" y="2360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4" name="Freeform: Shape 42">
              <a:extLst>
                <a:ext uri="{FF2B5EF4-FFF2-40B4-BE49-F238E27FC236}">
                  <a16:creationId xmlns:a16="http://schemas.microsoft.com/office/drawing/2014/main" id="{668956EA-D7A2-CEE5-2EFB-6DF8F2487051}"/>
                </a:ext>
              </a:extLst>
            </p:cNvPr>
            <p:cNvSpPr/>
            <p:nvPr/>
          </p:nvSpPr>
          <p:spPr>
            <a:xfrm>
              <a:off x="-1109317" y="4180535"/>
              <a:ext cx="198596" cy="215550"/>
            </a:xfrm>
            <a:custGeom>
              <a:avLst/>
              <a:gdLst>
                <a:gd name="connsiteX0" fmla="*/ 5334 w 198596"/>
                <a:gd name="connsiteY0" fmla="*/ 187452 h 215550"/>
                <a:gd name="connsiteX1" fmla="*/ 76200 w 198596"/>
                <a:gd name="connsiteY1" fmla="*/ 103061 h 215550"/>
                <a:gd name="connsiteX2" fmla="*/ 12383 w 198596"/>
                <a:gd name="connsiteY2" fmla="*/ 27242 h 215550"/>
                <a:gd name="connsiteX3" fmla="*/ 8001 w 198596"/>
                <a:gd name="connsiteY3" fmla="*/ 16478 h 215550"/>
                <a:gd name="connsiteX4" fmla="*/ 26480 w 198596"/>
                <a:gd name="connsiteY4" fmla="*/ 0 h 215550"/>
                <a:gd name="connsiteX5" fmla="*/ 42101 w 198596"/>
                <a:gd name="connsiteY5" fmla="*/ 7810 h 215550"/>
                <a:gd name="connsiteX6" fmla="*/ 98679 w 198596"/>
                <a:gd name="connsiteY6" fmla="*/ 76295 h 215550"/>
                <a:gd name="connsiteX7" fmla="*/ 155925 w 198596"/>
                <a:gd name="connsiteY7" fmla="*/ 6953 h 215550"/>
                <a:gd name="connsiteX8" fmla="*/ 170974 w 198596"/>
                <a:gd name="connsiteY8" fmla="*/ 0 h 215550"/>
                <a:gd name="connsiteX9" fmla="*/ 189357 w 198596"/>
                <a:gd name="connsiteY9" fmla="*/ 16478 h 215550"/>
                <a:gd name="connsiteX10" fmla="*/ 185738 w 198596"/>
                <a:gd name="connsiteY10" fmla="*/ 26289 h 215550"/>
                <a:gd name="connsiteX11" fmla="*/ 121349 w 198596"/>
                <a:gd name="connsiteY11" fmla="*/ 102965 h 215550"/>
                <a:gd name="connsiteX12" fmla="*/ 192881 w 198596"/>
                <a:gd name="connsiteY12" fmla="*/ 187071 h 215550"/>
                <a:gd name="connsiteX13" fmla="*/ 198596 w 198596"/>
                <a:gd name="connsiteY13" fmla="*/ 199073 h 215550"/>
                <a:gd name="connsiteX14" fmla="*/ 180213 w 198596"/>
                <a:gd name="connsiteY14" fmla="*/ 215551 h 215550"/>
                <a:gd name="connsiteX15" fmla="*/ 165450 w 198596"/>
                <a:gd name="connsiteY15" fmla="*/ 208979 h 215550"/>
                <a:gd name="connsiteX16" fmla="*/ 98774 w 198596"/>
                <a:gd name="connsiteY16" fmla="*/ 129731 h 215550"/>
                <a:gd name="connsiteX17" fmla="*/ 34385 w 198596"/>
                <a:gd name="connsiteY17" fmla="*/ 207454 h 215550"/>
                <a:gd name="connsiteX18" fmla="*/ 18479 w 198596"/>
                <a:gd name="connsiteY18" fmla="*/ 215551 h 215550"/>
                <a:gd name="connsiteX19" fmla="*/ 0 w 198596"/>
                <a:gd name="connsiteY19" fmla="*/ 199073 h 215550"/>
                <a:gd name="connsiteX20" fmla="*/ 5429 w 198596"/>
                <a:gd name="connsiteY20" fmla="*/ 187357 h 21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96" h="215550">
                  <a:moveTo>
                    <a:pt x="5334" y="187452"/>
                  </a:moveTo>
                  <a:lnTo>
                    <a:pt x="76200" y="103061"/>
                  </a:lnTo>
                  <a:lnTo>
                    <a:pt x="12383" y="27242"/>
                  </a:lnTo>
                  <a:cubicBezTo>
                    <a:pt x="9620" y="24384"/>
                    <a:pt x="8001" y="20574"/>
                    <a:pt x="8001" y="16478"/>
                  </a:cubicBezTo>
                  <a:cubicBezTo>
                    <a:pt x="8001" y="6858"/>
                    <a:pt x="16764" y="0"/>
                    <a:pt x="26480" y="0"/>
                  </a:cubicBezTo>
                  <a:cubicBezTo>
                    <a:pt x="32957" y="0"/>
                    <a:pt x="38767" y="2953"/>
                    <a:pt x="42101" y="7810"/>
                  </a:cubicBezTo>
                  <a:lnTo>
                    <a:pt x="98679" y="76295"/>
                  </a:lnTo>
                  <a:lnTo>
                    <a:pt x="155925" y="6953"/>
                  </a:lnTo>
                  <a:cubicBezTo>
                    <a:pt x="159353" y="2667"/>
                    <a:pt x="164878" y="0"/>
                    <a:pt x="170974" y="0"/>
                  </a:cubicBezTo>
                  <a:cubicBezTo>
                    <a:pt x="180594" y="0"/>
                    <a:pt x="189357" y="6858"/>
                    <a:pt x="189357" y="16478"/>
                  </a:cubicBezTo>
                  <a:cubicBezTo>
                    <a:pt x="189357" y="20193"/>
                    <a:pt x="188024" y="23622"/>
                    <a:pt x="185738" y="26289"/>
                  </a:cubicBezTo>
                  <a:lnTo>
                    <a:pt x="121349" y="102965"/>
                  </a:lnTo>
                  <a:lnTo>
                    <a:pt x="192881" y="187071"/>
                  </a:lnTo>
                  <a:cubicBezTo>
                    <a:pt x="196310" y="190024"/>
                    <a:pt x="198596" y="194215"/>
                    <a:pt x="198596" y="199073"/>
                  </a:cubicBezTo>
                  <a:cubicBezTo>
                    <a:pt x="198596" y="208693"/>
                    <a:pt x="189833" y="215551"/>
                    <a:pt x="180213" y="215551"/>
                  </a:cubicBezTo>
                  <a:cubicBezTo>
                    <a:pt x="174308" y="215551"/>
                    <a:pt x="168878" y="212979"/>
                    <a:pt x="165450" y="208979"/>
                  </a:cubicBezTo>
                  <a:lnTo>
                    <a:pt x="98774" y="129731"/>
                  </a:lnTo>
                  <a:lnTo>
                    <a:pt x="34385" y="207454"/>
                  </a:lnTo>
                  <a:cubicBezTo>
                    <a:pt x="31052" y="212408"/>
                    <a:pt x="25146" y="215551"/>
                    <a:pt x="18479" y="215551"/>
                  </a:cubicBezTo>
                  <a:cubicBezTo>
                    <a:pt x="8858" y="215551"/>
                    <a:pt x="0" y="208693"/>
                    <a:pt x="0" y="199073"/>
                  </a:cubicBezTo>
                  <a:cubicBezTo>
                    <a:pt x="0" y="194405"/>
                    <a:pt x="2191" y="190310"/>
                    <a:pt x="5429" y="187357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85F1594B-9F84-336A-5A85-7C6C3746B908}"/>
              </a:ext>
            </a:extLst>
          </p:cNvPr>
          <p:cNvSpPr txBox="1">
            <a:spLocks/>
          </p:cNvSpPr>
          <p:nvPr userDrawn="1"/>
        </p:nvSpPr>
        <p:spPr>
          <a:xfrm>
            <a:off x="2646926" y="6135613"/>
            <a:ext cx="6781800" cy="608621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24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3" name="Picture 2" descr="Open Box City Skyline">
            <a:extLst>
              <a:ext uri="{FF2B5EF4-FFF2-40B4-BE49-F238E27FC236}">
                <a16:creationId xmlns:a16="http://schemas.microsoft.com/office/drawing/2014/main" id="{E71473D0-3ABF-8F27-AF00-EE1475BEE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25922"/>
            <a:ext cx="12192000" cy="274050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1FE07F-A114-9CD0-EC6F-F0CCD0FC194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1807" y="0"/>
            <a:ext cx="0" cy="4889938"/>
          </a:xfrm>
          <a:prstGeom prst="line">
            <a:avLst/>
          </a:prstGeom>
          <a:ln w="1905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368CB6E9-130A-3E25-C43E-93201A88181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4815871"/>
            <a:ext cx="12192000" cy="20796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AB842-A243-96A6-F07C-E6AF7C1AD30A}"/>
              </a:ext>
            </a:extLst>
          </p:cNvPr>
          <p:cNvSpPr txBox="1">
            <a:spLocks/>
          </p:cNvSpPr>
          <p:nvPr userDrawn="1"/>
        </p:nvSpPr>
        <p:spPr>
          <a:xfrm>
            <a:off x="4591099" y="6412708"/>
            <a:ext cx="3009803" cy="252535"/>
          </a:xfr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16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29" r:id="rId2"/>
    <p:sldLayoutId id="214748374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8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0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46" r:id="rId2"/>
    <p:sldLayoutId id="2147483692" r:id="rId3"/>
    <p:sldLayoutId id="2147483702" r:id="rId4"/>
    <p:sldLayoutId id="2147483808" r:id="rId5"/>
    <p:sldLayoutId id="2147483699" r:id="rId6"/>
    <p:sldLayoutId id="2147483747" r:id="rId7"/>
    <p:sldLayoutId id="2147483748" r:id="rId8"/>
    <p:sldLayoutId id="2147483724" r:id="rId9"/>
    <p:sldLayoutId id="2147483757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61" userDrawn="1">
          <p15:clr>
            <a:srgbClr val="F26B43"/>
          </p15:clr>
        </p15:guide>
        <p15:guide id="5" pos="906" userDrawn="1">
          <p15:clr>
            <a:srgbClr val="F26B43"/>
          </p15:clr>
        </p15:guide>
        <p15:guide id="6" pos="1251" userDrawn="1">
          <p15:clr>
            <a:srgbClr val="F26B43"/>
          </p15:clr>
        </p15:guide>
        <p15:guide id="7" pos="1596" userDrawn="1">
          <p15:clr>
            <a:srgbClr val="F26B43"/>
          </p15:clr>
        </p15:guide>
        <p15:guide id="8" pos="1941" userDrawn="1">
          <p15:clr>
            <a:srgbClr val="F26B43"/>
          </p15:clr>
        </p15:guide>
        <p15:guide id="9" pos="2286" userDrawn="1">
          <p15:clr>
            <a:srgbClr val="F26B43"/>
          </p15:clr>
        </p15:guide>
        <p15:guide id="10" pos="2632" userDrawn="1">
          <p15:clr>
            <a:srgbClr val="F26B43"/>
          </p15:clr>
        </p15:guide>
        <p15:guide id="11" pos="2977" userDrawn="1">
          <p15:clr>
            <a:srgbClr val="F26B43"/>
          </p15:clr>
        </p15:guide>
        <p15:guide id="12" pos="3322" userDrawn="1">
          <p15:clr>
            <a:srgbClr val="F26B43"/>
          </p15:clr>
        </p15:guide>
        <p15:guide id="13" pos="3667" userDrawn="1">
          <p15:clr>
            <a:srgbClr val="F26B43"/>
          </p15:clr>
        </p15:guide>
        <p15:guide id="14" pos="4012" userDrawn="1">
          <p15:clr>
            <a:srgbClr val="F26B43"/>
          </p15:clr>
        </p15:guide>
        <p15:guide id="15" pos="4357" userDrawn="1">
          <p15:clr>
            <a:srgbClr val="F26B43"/>
          </p15:clr>
        </p15:guide>
        <p15:guide id="16" pos="4702" userDrawn="1">
          <p15:clr>
            <a:srgbClr val="F26B43"/>
          </p15:clr>
        </p15:guide>
        <p15:guide id="17" pos="5048" userDrawn="1">
          <p15:clr>
            <a:srgbClr val="F26B43"/>
          </p15:clr>
        </p15:guide>
        <p15:guide id="18" pos="5393" userDrawn="1">
          <p15:clr>
            <a:srgbClr val="F26B43"/>
          </p15:clr>
        </p15:guide>
        <p15:guide id="19" pos="5738" userDrawn="1">
          <p15:clr>
            <a:srgbClr val="F26B43"/>
          </p15:clr>
        </p15:guide>
        <p15:guide id="20" pos="6083" userDrawn="1">
          <p15:clr>
            <a:srgbClr val="F26B43"/>
          </p15:clr>
        </p15:guide>
        <p15:guide id="21" pos="6428" userDrawn="1">
          <p15:clr>
            <a:srgbClr val="F26B43"/>
          </p15:clr>
        </p15:guide>
        <p15:guide id="22" pos="6773" userDrawn="1">
          <p15:clr>
            <a:srgbClr val="F26B43"/>
          </p15:clr>
        </p15:guide>
        <p15:guide id="23" pos="7118" userDrawn="1">
          <p15:clr>
            <a:srgbClr val="F26B43"/>
          </p15:clr>
        </p15:guide>
        <p15:guide id="24" pos="7464" userDrawn="1">
          <p15:clr>
            <a:srgbClr val="F26B43"/>
          </p15:clr>
        </p15:guide>
        <p15:guide id="25" orient="horz" userDrawn="1">
          <p15:clr>
            <a:srgbClr val="F26B43"/>
          </p15:clr>
        </p15:guide>
        <p15:guide id="26" orient="horz" pos="4320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80" userDrawn="1">
          <p15:clr>
            <a:srgbClr val="F26B43"/>
          </p15:clr>
        </p15:guide>
        <p15:guide id="29" orient="horz" pos="816" userDrawn="1">
          <p15:clr>
            <a:srgbClr val="F26B43"/>
          </p15:clr>
        </p15:guide>
        <p15:guide id="30" orient="horz" pos="1152" userDrawn="1">
          <p15:clr>
            <a:srgbClr val="F26B43"/>
          </p15:clr>
        </p15:guide>
        <p15:guide id="31" orient="horz" pos="1488" userDrawn="1">
          <p15:clr>
            <a:srgbClr val="F26B43"/>
          </p15:clr>
        </p15:guide>
        <p15:guide id="32" orient="horz" pos="1824" userDrawn="1">
          <p15:clr>
            <a:srgbClr val="F26B43"/>
          </p15:clr>
        </p15:guide>
        <p15:guide id="33" orient="horz" pos="2160" userDrawn="1">
          <p15:clr>
            <a:srgbClr val="F26B43"/>
          </p15:clr>
        </p15:guide>
        <p15:guide id="34" orient="horz" pos="2496" userDrawn="1">
          <p15:clr>
            <a:srgbClr val="F26B43"/>
          </p15:clr>
        </p15:guide>
        <p15:guide id="35" orient="horz" pos="2832" userDrawn="1">
          <p15:clr>
            <a:srgbClr val="F26B43"/>
          </p15:clr>
        </p15:guide>
        <p15:guide id="36" orient="horz" pos="3168" userDrawn="1">
          <p15:clr>
            <a:srgbClr val="F26B43"/>
          </p15:clr>
        </p15:guide>
        <p15:guide id="37" orient="horz" pos="3504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  <p15:guide id="39" orient="horz" pos="41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EA0DB49-07C3-7054-35E2-F1D0ED628D08}"/>
              </a:ext>
            </a:extLst>
          </p:cNvPr>
          <p:cNvSpPr/>
          <p:nvPr userDrawn="1"/>
        </p:nvSpPr>
        <p:spPr>
          <a:xfrm>
            <a:off x="318632" y="-1261872"/>
            <a:ext cx="13109491" cy="781507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48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raingerplc.atlassian.net/issues/?filter=10991&amp;jql=project%20%3D%20%22Customer%20Journey%20-%20Renewals%20Project%22%20%0AAND%20%28sprint%20%3D%20397%20or%20sprint%20%3D%20962%29%0AAND%20labels%20%3D%20OpenBox%20%0Aand%20labels%20%21%3D%20Prod_Approved%20%0AAND%20status%20%3D%20%22Done%22%0AORDER%20BY%20created%20DESC" TargetMode="External"/><Relationship Id="rId13" Type="http://schemas.openxmlformats.org/officeDocument/2006/relationships/image" Target="../media/image17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svg"/><Relationship Id="rId10" Type="http://schemas.openxmlformats.org/officeDocument/2006/relationships/image" Target="../media/image14.emf"/><Relationship Id="rId4" Type="http://schemas.openxmlformats.org/officeDocument/2006/relationships/image" Target="../media/image10.png"/><Relationship Id="rId9" Type="http://schemas.openxmlformats.org/officeDocument/2006/relationships/hyperlink" Target="https://graingerplc.atlassian.net/issues/?filter=11157" TargetMode="External"/><Relationship Id="rId1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182FC-C4B5-77D3-0384-8FF7A48A4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4657" y="1908794"/>
            <a:ext cx="10662686" cy="1768471"/>
          </a:xfrm>
        </p:spPr>
        <p:txBody>
          <a:bodyPr lIns="91440" tIns="45720" rIns="91440" bIns="45720" anchor="ctr" anchorCtr="0"/>
          <a:lstStyle/>
          <a:p>
            <a:r>
              <a:rPr lang="en-US" dirty="0">
                <a:latin typeface="Proxima Nova Lt"/>
              </a:rPr>
              <a:t>Sprint Review: SVOT &amp; Renewals</a:t>
            </a:r>
          </a:p>
          <a:p>
            <a:r>
              <a:rPr lang="en-US" sz="1800" dirty="0">
                <a:latin typeface="Proxima Nova Lt"/>
              </a:rPr>
              <a:t>Sprint 2</a:t>
            </a:r>
          </a:p>
          <a:p>
            <a:r>
              <a:rPr lang="en-US" sz="1800" dirty="0">
                <a:latin typeface="Proxima Nova Lt"/>
              </a:rPr>
              <a:t>03 Mar – 28 Mar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6467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5024-72D8-773D-7CD8-400C625D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E2C463-C390-4263-460C-AFDE774836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Sprint Overview</a:t>
            </a:r>
          </a:p>
        </p:txBody>
      </p:sp>
      <p:sp>
        <p:nvSpPr>
          <p:cNvPr id="4" name="Rectangle: Rounded Corners 139">
            <a:extLst>
              <a:ext uri="{FF2B5EF4-FFF2-40B4-BE49-F238E27FC236}">
                <a16:creationId xmlns:a16="http://schemas.microsoft.com/office/drawing/2014/main" id="{7A6E1B3F-AB8C-F49E-9B9F-92E5CC46F02C}"/>
              </a:ext>
            </a:extLst>
          </p:cNvPr>
          <p:cNvSpPr/>
          <p:nvPr/>
        </p:nvSpPr>
        <p:spPr>
          <a:xfrm>
            <a:off x="1310456" y="2435710"/>
            <a:ext cx="4138133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47B350D-0617-4110-1490-A9B4180A6D23}"/>
              </a:ext>
            </a:extLst>
          </p:cNvPr>
          <p:cNvSpPr txBox="1"/>
          <p:nvPr/>
        </p:nvSpPr>
        <p:spPr>
          <a:xfrm>
            <a:off x="1636714" y="3296019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</a:rPr>
              <a:t>Work Items Delivered</a:t>
            </a:r>
            <a:endParaRPr sz="2800" dirty="0">
              <a:latin typeface="Proxima Nova Lt" panose="02000506030000020004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A66945-0BBD-162C-3C9D-F247EA0C75E6}"/>
              </a:ext>
            </a:extLst>
          </p:cNvPr>
          <p:cNvSpPr txBox="1"/>
          <p:nvPr/>
        </p:nvSpPr>
        <p:spPr>
          <a:xfrm>
            <a:off x="1644176" y="4517182"/>
            <a:ext cx="208346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 dirty="0"/>
              <a:t>Story Points Completed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D6C170-F610-33F4-F88F-E0AFA05CF421}"/>
              </a:ext>
            </a:extLst>
          </p:cNvPr>
          <p:cNvSpPr txBox="1"/>
          <p:nvPr/>
        </p:nvSpPr>
        <p:spPr>
          <a:xfrm>
            <a:off x="1708825" y="2654582"/>
            <a:ext cx="138111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</a:rPr>
              <a:t>Weeks</a:t>
            </a: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E6B710E-7809-10C0-A07C-457D051477C6}"/>
              </a:ext>
            </a:extLst>
          </p:cNvPr>
          <p:cNvSpPr txBox="1">
            <a:spLocks/>
          </p:cNvSpPr>
          <p:nvPr/>
        </p:nvSpPr>
        <p:spPr>
          <a:xfrm>
            <a:off x="3865108" y="3258450"/>
            <a:ext cx="1374095" cy="36422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36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A4378B3-071C-4B9B-1DC8-CAC0726EC764}"/>
              </a:ext>
            </a:extLst>
          </p:cNvPr>
          <p:cNvSpPr txBox="1">
            <a:spLocks/>
          </p:cNvSpPr>
          <p:nvPr/>
        </p:nvSpPr>
        <p:spPr>
          <a:xfrm>
            <a:off x="3865108" y="4458088"/>
            <a:ext cx="1374095" cy="5632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79,25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4643F2-6ECC-709D-32A1-D5D484806361}"/>
              </a:ext>
            </a:extLst>
          </p:cNvPr>
          <p:cNvSpPr txBox="1">
            <a:spLocks/>
          </p:cNvSpPr>
          <p:nvPr/>
        </p:nvSpPr>
        <p:spPr>
          <a:xfrm>
            <a:off x="3865108" y="2594936"/>
            <a:ext cx="1374095" cy="5632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AE0D17-3807-9270-4991-4A510302CB8C}"/>
              </a:ext>
            </a:extLst>
          </p:cNvPr>
          <p:cNvSpPr/>
          <p:nvPr/>
        </p:nvSpPr>
        <p:spPr>
          <a:xfrm>
            <a:off x="1335524" y="1712564"/>
            <a:ext cx="3818990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dirty="0">
                <a:latin typeface="Proxima Nova Rg" panose="02000506030000020004" pitchFamily="50" charset="0"/>
              </a:rPr>
              <a:t>Sprint Numbers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0B683971-79F5-EC68-73A0-0AA2F04A30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0463" y="2472824"/>
            <a:ext cx="582200" cy="5822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85F7FA89-7392-DA55-A5F4-5629A45C590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4712" y="3130384"/>
            <a:ext cx="592097" cy="492293"/>
          </a:xfrm>
          <a:prstGeom prst="rect">
            <a:avLst/>
          </a:prstGeom>
        </p:spPr>
      </p:pic>
      <p:pic>
        <p:nvPicPr>
          <p:cNvPr id="75" name="Graphic 74" descr="Clipboard All Crosses outline">
            <a:extLst>
              <a:ext uri="{FF2B5EF4-FFF2-40B4-BE49-F238E27FC236}">
                <a16:creationId xmlns:a16="http://schemas.microsoft.com/office/drawing/2014/main" id="{B996B75D-9228-8D7C-7ADD-6E0237899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31891" y="4357656"/>
            <a:ext cx="516721" cy="516721"/>
          </a:xfrm>
          <a:prstGeom prst="rect">
            <a:avLst/>
          </a:prstGeom>
        </p:spPr>
      </p:pic>
      <p:sp>
        <p:nvSpPr>
          <p:cNvPr id="88" name="Rectangle: Rounded Corners 139">
            <a:extLst>
              <a:ext uri="{FF2B5EF4-FFF2-40B4-BE49-F238E27FC236}">
                <a16:creationId xmlns:a16="http://schemas.microsoft.com/office/drawing/2014/main" id="{16ABE9C5-5D8A-1DC9-3431-F22D4C73E340}"/>
              </a:ext>
            </a:extLst>
          </p:cNvPr>
          <p:cNvSpPr/>
          <p:nvPr/>
        </p:nvSpPr>
        <p:spPr>
          <a:xfrm>
            <a:off x="6450124" y="2435710"/>
            <a:ext cx="2870858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89" name="Text Placeholder 3">
            <a:extLst>
              <a:ext uri="{FF2B5EF4-FFF2-40B4-BE49-F238E27FC236}">
                <a16:creationId xmlns:a16="http://schemas.microsoft.com/office/drawing/2014/main" id="{52505968-3699-027E-2430-1923F313B8BB}"/>
              </a:ext>
            </a:extLst>
          </p:cNvPr>
          <p:cNvSpPr txBox="1"/>
          <p:nvPr/>
        </p:nvSpPr>
        <p:spPr>
          <a:xfrm>
            <a:off x="6736946" y="3934060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  <a:hlinkClick r:id="rId8"/>
              </a:rPr>
              <a:t>Work Items To Test </a:t>
            </a:r>
            <a:endParaRPr sz="2800" dirty="0">
              <a:latin typeface="Proxima Nova Lt" panose="02000506030000020004" pitchFamily="50" charset="0"/>
            </a:endParaRPr>
          </a:p>
        </p:txBody>
      </p:sp>
      <p:sp>
        <p:nvSpPr>
          <p:cNvPr id="91" name="Text Placeholder 3">
            <a:extLst>
              <a:ext uri="{FF2B5EF4-FFF2-40B4-BE49-F238E27FC236}">
                <a16:creationId xmlns:a16="http://schemas.microsoft.com/office/drawing/2014/main" id="{C7C8151C-CAD0-93F6-9121-81AF79A2C808}"/>
              </a:ext>
            </a:extLst>
          </p:cNvPr>
          <p:cNvSpPr txBox="1"/>
          <p:nvPr/>
        </p:nvSpPr>
        <p:spPr>
          <a:xfrm>
            <a:off x="6736945" y="3116708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  <a:hlinkClick r:id="rId9"/>
              </a:rPr>
              <a:t>Sprint work Items Delivered</a:t>
            </a: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A9F2AB2-072F-3340-F1DF-CAB06959B99B}"/>
              </a:ext>
            </a:extLst>
          </p:cNvPr>
          <p:cNvSpPr/>
          <p:nvPr/>
        </p:nvSpPr>
        <p:spPr>
          <a:xfrm>
            <a:off x="6475191" y="1712564"/>
            <a:ext cx="2845791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 dirty="0">
                <a:latin typeface="Proxima Nova Rg" panose="02000506030000020004" pitchFamily="50" charset="0"/>
              </a:rPr>
              <a:t>Sprint Links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F53A10A-3622-BE27-1C9E-712CF5B17F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3113" y="3018144"/>
            <a:ext cx="494022" cy="458093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8D327735-31B4-34C8-C735-1B09EA65559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4285" y="3840974"/>
            <a:ext cx="561812" cy="561812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C30C21D-BA64-AED6-31A4-6A8AB79948CF}"/>
              </a:ext>
            </a:extLst>
          </p:cNvPr>
          <p:cNvSpPr txBox="1"/>
          <p:nvPr/>
        </p:nvSpPr>
        <p:spPr>
          <a:xfrm>
            <a:off x="6746265" y="4178898"/>
            <a:ext cx="2564885" cy="51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sz="1000" dirty="0">
                <a:latin typeface="Proxima Nova Lt" panose="02000506030000020004" pitchFamily="50" charset="0"/>
              </a:rPr>
              <a:t>Add the label ”</a:t>
            </a:r>
            <a:r>
              <a:rPr lang="en-US" sz="1000" dirty="0" err="1">
                <a:latin typeface="Proxima Nova Lt" panose="02000506030000020004" pitchFamily="50" charset="0"/>
              </a:rPr>
              <a:t>Prod_Approved</a:t>
            </a:r>
            <a:r>
              <a:rPr lang="en-US" sz="1000" dirty="0">
                <a:latin typeface="Proxima Nova Lt" panose="02000506030000020004" pitchFamily="50" charset="0"/>
              </a:rPr>
              <a:t>” to confirm the work item has delivered the functionality detailed in the Acceptance Criteria</a:t>
            </a:r>
            <a:endParaRPr dirty="0">
              <a:latin typeface="Proxima Nova Lt" panose="02000506030000020004" pitchFamily="50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B2519-EFA1-3865-781F-502DC90B6629}"/>
              </a:ext>
            </a:extLst>
          </p:cNvPr>
          <p:cNvSpPr txBox="1"/>
          <p:nvPr/>
        </p:nvSpPr>
        <p:spPr>
          <a:xfrm>
            <a:off x="1616809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 panose="02000506030000020004" pitchFamily="50" charset="0"/>
              </a:rPr>
              <a:t>UAT Items Addressed</a:t>
            </a:r>
            <a:endParaRPr sz="2800" dirty="0">
              <a:latin typeface="Proxima Nova Lt" panose="02000506030000020004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4C3A25-2697-FFB3-90BE-E65C7287BF0F}"/>
              </a:ext>
            </a:extLst>
          </p:cNvPr>
          <p:cNvSpPr txBox="1">
            <a:spLocks/>
          </p:cNvSpPr>
          <p:nvPr/>
        </p:nvSpPr>
        <p:spPr>
          <a:xfrm>
            <a:off x="3860081" y="3823557"/>
            <a:ext cx="1374095" cy="36422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8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5DCE54-D640-3B1E-4735-805ED588E7CD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997981" y="3685443"/>
            <a:ext cx="624148" cy="62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7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036BC-08AE-4551-A50B-110B588D0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Work Items Delivered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AECB310-D1DA-CBD3-35B5-4DBEB0CE2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43" y="1433896"/>
            <a:ext cx="3828373" cy="3433756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5DEE5511-C5FF-0522-8440-6E11419CA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216" y="1433896"/>
            <a:ext cx="3828373" cy="3404307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29F8F8B1-BC82-0298-FC67-91D83D055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589" y="1674097"/>
            <a:ext cx="3841302" cy="2720922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3F191C2B-CA20-1409-5B39-8049A63DB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588" y="1426412"/>
            <a:ext cx="3828373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7FEE-DD99-D656-6195-30171403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8056B1-AFB0-5BC2-27B0-E732BE0DAE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General Items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094B9E2-793B-53E8-898F-AE30D54FB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243031"/>
              </p:ext>
            </p:extLst>
          </p:nvPr>
        </p:nvGraphicFramePr>
        <p:xfrm>
          <a:off x="632995" y="21260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Risk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Contributing factors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Decisions taken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None</a:t>
                      </a: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54D23CC-08A4-9793-C489-A6061026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7480"/>
              </p:ext>
            </p:extLst>
          </p:nvPr>
        </p:nvGraphicFramePr>
        <p:xfrm>
          <a:off x="632996" y="35289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Issue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Contributing factors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Impact</a:t>
                      </a:r>
                      <a:endParaRPr lang="en-ZA" sz="1200" dirty="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None</a:t>
                      </a: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342D7E-9006-C98D-59CC-78992BCBD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844033"/>
              </p:ext>
            </p:extLst>
          </p:nvPr>
        </p:nvGraphicFramePr>
        <p:xfrm>
          <a:off x="632994" y="930410"/>
          <a:ext cx="1093622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94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5532329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Items Carried over to next Sprint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Reasons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CJR-302: Tenancy Term Calc  (Bug Fix)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050" dirty="0"/>
                        <a:t>More complex formula/logic than initially believed.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5BFCA6-DA57-E5DC-AE07-25F52FA91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593375"/>
              </p:ext>
            </p:extLst>
          </p:nvPr>
        </p:nvGraphicFramePr>
        <p:xfrm>
          <a:off x="632995" y="4815070"/>
          <a:ext cx="1093622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779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4023276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  <a:gridCol w="5479167">
                  <a:extLst>
                    <a:ext uri="{9D8B030D-6E8A-4147-A177-3AD203B41FA5}">
                      <a16:colId xmlns:a16="http://schemas.microsoft.com/office/drawing/2014/main" val="1702307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60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59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33799" y="2658682"/>
            <a:ext cx="4724400" cy="669925"/>
          </a:xfrm>
        </p:spPr>
        <p:txBody>
          <a:bodyPr lIns="91440" tIns="45720" rIns="91440" bIns="45720" anchor="b"/>
          <a:lstStyle/>
          <a:p>
            <a:pPr algn="ctr"/>
            <a:r>
              <a:rPr lang="en-US" sz="3600">
                <a:solidFill>
                  <a:schemeClr val="bg1"/>
                </a:solidFill>
                <a:latin typeface="Proxima Nova Rg" panose="02000506030000020004" pitchFamily="2" charset="0"/>
              </a:rPr>
              <a:t>Thank You</a:t>
            </a:r>
            <a:endParaRPr lang="en-ZA" sz="36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D0F76C-A073-0741-0F08-E08F00091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076" y="1083109"/>
            <a:ext cx="2951847" cy="914657"/>
          </a:xfrm>
          <a:prstGeom prst="rect">
            <a:avLst/>
          </a:prstGeom>
        </p:spPr>
      </p:pic>
      <p:sp>
        <p:nvSpPr>
          <p:cNvPr id="9" name="Rectangle: Diagonal Corners Rounded 6">
            <a:extLst>
              <a:ext uri="{FF2B5EF4-FFF2-40B4-BE49-F238E27FC236}">
                <a16:creationId xmlns:a16="http://schemas.microsoft.com/office/drawing/2014/main" id="{8829291B-20E6-AF2E-8C5E-83B990D55A68}"/>
              </a:ext>
            </a:extLst>
          </p:cNvPr>
          <p:cNvSpPr/>
          <p:nvPr/>
        </p:nvSpPr>
        <p:spPr>
          <a:xfrm rot="10800000">
            <a:off x="446975" y="-927847"/>
            <a:ext cx="12623566" cy="7153835"/>
          </a:xfrm>
          <a:prstGeom prst="round2DiagRect">
            <a:avLst>
              <a:gd name="adj1" fmla="val 10307"/>
              <a:gd name="adj2" fmla="val 1315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. Cover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Proxima Nova Rg">
      <a:majorFont>
        <a:latin typeface="Proxima Nova Rg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31064E1A-A0E9-904A-A880-18252F4F0BB9}"/>
    </a:ext>
  </a:extLst>
</a:theme>
</file>

<file path=ppt/theme/theme2.xml><?xml version="1.0" encoding="utf-8"?>
<a:theme xmlns:a="http://schemas.openxmlformats.org/drawingml/2006/main" name="5. Whit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DAAD98D1-008E-CF46-9D06-6718F2F4F938}"/>
    </a:ext>
  </a:extLst>
</a:theme>
</file>

<file path=ppt/theme/theme3.xml><?xml version="1.0" encoding="utf-8"?>
<a:theme xmlns:a="http://schemas.openxmlformats.org/drawingml/2006/main" name="8. Green content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2501C633-698D-1447-A87A-6E5DFAAFA94F}"/>
    </a:ext>
  </a:extLst>
</a:theme>
</file>

<file path=ppt/theme/theme4.xml><?xml version="1.0" encoding="utf-8"?>
<a:theme xmlns:a="http://schemas.openxmlformats.org/drawingml/2006/main" name="4. White + green lin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BD1D2A2A-301D-7B42-ADFE-0AAAFFE2E5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1A255-04AE-4D9E-9F9F-3D8792A06913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20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ofdb165b7a42400995658a9538ebccb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PM Report</TermName>
          <TermId xmlns="http://schemas.microsoft.com/office/infopath/2007/PartnerControls">9d58a819-7b07-406f-ac0f-0f196f5e097b</TermId>
        </TermInfo>
      </Terms>
    </ofdb165b7a42400995658a9538ebccb7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lient Document" ma:contentTypeID="0x010100B16301FA1C2D5E4DB9305F31D037531D02070100EAEC246849C81A4BA7B470C1AFD8AAFF" ma:contentTypeVersion="3" ma:contentTypeDescription="A document associated with a client" ma:contentTypeScope="" ma:versionID="8660e9f4d2495e929d93e8a6616d4a81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07434d5f9b9ff652931a8c76cfaf3aa4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ofdb165b7a42400995658a9538ebccb7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fdb165b7a42400995658a9538ebccb7" ma:index="14" ma:taxonomy="true" ma:internalName="ofdb165b7a42400995658a9538ebccb7" ma:taxonomyFieldName="Client_x0020_Document_x0020_Type" ma:displayName="Client Document Type" ma:readOnly="false" ma:default="" ma:fieldId="{8fdb165b-7a42-4009-9565-8a9538ebccb7}" ma:sspId="5676dd91-060c-4b71-810a-dbdca5582071" ma:termSetId="87785518-c8fe-4f86-8451-d27d55639c5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5676dd91-060c-4b71-810a-dbdca5582071" ContentTypeId="0x010100B16301FA1C2D5E4DB9305F31D037531D020701" PreviousValue="false"/>
</file>

<file path=customXml/itemProps1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24EB38D-7AE2-478E-A1F1-EF8015DD02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fbd5dc-7a64-4097-8396-87f6c90b21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68FE5A91-0254-47D7-93F1-A4A3982B6FB8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 Box Presentation_Main master deck</Template>
  <TotalTime>367</TotalTime>
  <Words>97</Words>
  <Application>Microsoft Office PowerPoint</Application>
  <PresentationFormat>Widescreen</PresentationFormat>
  <Paragraphs>38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1. Cover Pages</vt:lpstr>
      <vt:lpstr>5. White contents pages</vt:lpstr>
      <vt:lpstr>8. Green content pages</vt:lpstr>
      <vt:lpstr>4. White + green line contents pages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Edwards</dc:creator>
  <cp:lastModifiedBy>Shaun Barrett</cp:lastModifiedBy>
  <cp:revision>33</cp:revision>
  <cp:lastPrinted>2024-12-11T11:27:32Z</cp:lastPrinted>
  <dcterms:created xsi:type="dcterms:W3CDTF">2025-03-26T08:50:37Z</dcterms:created>
  <dcterms:modified xsi:type="dcterms:W3CDTF">2025-03-31T08:14:24Z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0x010100B16301FA1C2D5E4DB9305F31D037531D02070100EAEC246849C81A4BA7B470C1AFD8AAFF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SharedWithUsers">
    <vt:lpwstr>282;#Dominique Bolus</vt:lpwstr>
  </property>
  <property fmtid="{D5CDD505-2E9C-101B-9397-08002B2CF9AE}" pid="15" name="Business_x0020_Document_x0020_Type">
    <vt:lpwstr>5;#Marketing Document|83188caa-7371-410d-bb78-033c2f6b2dcb</vt:lpwstr>
  </property>
  <property fmtid="{D5CDD505-2E9C-101B-9397-08002B2CF9AE}" pid="16" name="Project Document Type">
    <vt:lpwstr>4;#Generic Project Document|258c2ed6-b93b-4ffe-8901-a23f2dc98ec9</vt:lpwstr>
  </property>
  <property fmtid="{D5CDD505-2E9C-101B-9397-08002B2CF9AE}" pid="17" name="Client">
    <vt:lpwstr>6;#Grainger PLC|a74f1cb5-e995-4f9e-8521-6d52e2c6bf08</vt:lpwstr>
  </property>
  <property fmtid="{D5CDD505-2E9C-101B-9397-08002B2CF9AE}" pid="18" name="Division">
    <vt:lpwstr>5;#Enterprise Solutions|08c57b01-67e8-4a4f-abc6-ffb3392ace7f</vt:lpwstr>
  </property>
  <property fmtid="{D5CDD505-2E9C-101B-9397-08002B2CF9AE}" pid="19" name="Prospective_x0020_Client">
    <vt:lpwstr/>
  </property>
  <property fmtid="{D5CDD505-2E9C-101B-9397-08002B2CF9AE}" pid="20" name="Prospective Client">
    <vt:lpwstr/>
  </property>
  <property fmtid="{D5CDD505-2E9C-101B-9397-08002B2CF9AE}" pid="21" name="Project_x0020_Document_x0020_Type">
    <vt:lpwstr>4;#Generic Project Document|258c2ed6-b93b-4ffe-8901-a23f2dc98ec9</vt:lpwstr>
  </property>
  <property fmtid="{D5CDD505-2E9C-101B-9397-08002B2CF9AE}" pid="22" name="Client_x0020_Document_x0020_Type">
    <vt:lpwstr>20;#PM Report|9d58a819-7b07-406f-ac0f-0f196f5e097b</vt:lpwstr>
  </property>
  <property fmtid="{D5CDD505-2E9C-101B-9397-08002B2CF9AE}" pid="23" name="Client Document Type">
    <vt:lpwstr>20;#PM Report|9d58a819-7b07-406f-ac0f-0f196f5e097b</vt:lpwstr>
  </property>
</Properties>
</file>