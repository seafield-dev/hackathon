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5"/>
    <p:sldMasterId id="2147483796" r:id="rId6"/>
    <p:sldMasterId id="2147483690" r:id="rId7"/>
    <p:sldMasterId id="2147483810" r:id="rId8"/>
  </p:sldMasterIdLst>
  <p:notesMasterIdLst>
    <p:notesMasterId r:id="rId15"/>
  </p:notesMasterIdLst>
  <p:handoutMasterIdLst>
    <p:handoutMasterId r:id="rId16"/>
  </p:handoutMasterIdLst>
  <p:sldIdLst>
    <p:sldId id="584" r:id="rId9"/>
    <p:sldId id="704" r:id="rId10"/>
    <p:sldId id="638" r:id="rId11"/>
    <p:sldId id="706" r:id="rId12"/>
    <p:sldId id="705" r:id="rId13"/>
    <p:sldId id="484" r:id="rId14"/>
  </p:sldIdLst>
  <p:sldSz cx="12192000" cy="6858000"/>
  <p:notesSz cx="6858000" cy="9144000"/>
  <p:embeddedFontLst>
    <p:embeddedFont>
      <p:font typeface="Proxima Nova Lt" panose="02000506030000020004" pitchFamily="50" charset="0"/>
      <p:regular r:id="rId17"/>
      <p:bold r:id="rId18"/>
      <p:italic r:id="rId19"/>
      <p:boldItalic r:id="rId20"/>
    </p:embeddedFont>
    <p:embeddedFont>
      <p:font typeface="Proxima Nova Rg" panose="02000506030000020004" pitchFamily="50" charset="0"/>
      <p:regular r:id="rId21"/>
      <p:bold r:id="rId22"/>
      <p:italic r:id="rId23"/>
      <p:boldItalic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  <p188:author id="{DC724D44-E70E-557A-289E-5B4E739A5B87}" name="Dominique Bolus" initials="DB" userId="S::dbolus@openboxsoftware.com::9bf352f9-5bae-45e5-8ed9-398ff375c3a1" providerId="AD"/>
  <p188:author id="{B27D6C62-A87E-9EA8-949E-BE3DB87D866D}" name="Shaun Barrett" initials="SB" userId="S::sbarrett@openboxsoftware.com::2e21295b-21c9-4734-b4c8-23b29a1a1ba3" providerId="AD"/>
  <p188:author id="{E5C16FA7-AD08-498A-1473-28FE1786E5F4}" name="Lori Hughes" initials="LH" userId="7614cedae77deff9" providerId="Windows Live"/>
  <p188:author id="{1E0CB2B7-E5EF-9483-1E52-F7AB91745964}" name="Lori Hughes" initials="LH" userId="S::lhughes@openboxsoftware.com::4471f276-471a-463a-9fb8-882a60d3c6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727"/>
    <a:srgbClr val="BBD627"/>
    <a:srgbClr val="373C3C"/>
    <a:srgbClr val="6983CF"/>
    <a:srgbClr val="F079A1"/>
    <a:srgbClr val="AAAAAA"/>
    <a:srgbClr val="999999"/>
    <a:srgbClr val="464777"/>
    <a:srgbClr val="009696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6AD064-55FE-402E-BE15-06796E5810FA}" v="1" dt="2025-08-05T12:44:31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438"/>
      </p:cViewPr>
      <p:guideLst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34" Type="http://schemas.microsoft.com/office/2015/10/relationships/revisionInfo" Target="revisionInfo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2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Master" Target="slideMasters/slideMaster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Barrett" userId="2e21295b-21c9-4734-b4c8-23b29a1a1ba3" providerId="ADAL" clId="{BC6AD064-55FE-402E-BE15-06796E5810FA}"/>
    <pc:docChg chg="modSld">
      <pc:chgData name="Shaun Barrett" userId="2e21295b-21c9-4734-b4c8-23b29a1a1ba3" providerId="ADAL" clId="{BC6AD064-55FE-402E-BE15-06796E5810FA}" dt="2025-08-05T12:46:19.835" v="26" actId="20577"/>
      <pc:docMkLst>
        <pc:docMk/>
      </pc:docMkLst>
      <pc:sldChg chg="modSp mod">
        <pc:chgData name="Shaun Barrett" userId="2e21295b-21c9-4734-b4c8-23b29a1a1ba3" providerId="ADAL" clId="{BC6AD064-55FE-402E-BE15-06796E5810FA}" dt="2025-08-05T11:21:13.076" v="3" actId="20577"/>
        <pc:sldMkLst>
          <pc:docMk/>
          <pc:sldMk cId="2490077739" sldId="704"/>
        </pc:sldMkLst>
        <pc:spChg chg="mod">
          <ac:chgData name="Shaun Barrett" userId="2e21295b-21c9-4734-b4c8-23b29a1a1ba3" providerId="ADAL" clId="{BC6AD064-55FE-402E-BE15-06796E5810FA}" dt="2025-08-05T11:21:13.076" v="3" actId="2057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Shaun Barrett" userId="2e21295b-21c9-4734-b4c8-23b29a1a1ba3" providerId="ADAL" clId="{BC6AD064-55FE-402E-BE15-06796E5810FA}" dt="2025-08-05T09:56:54.180" v="1" actId="20577"/>
          <ac:spMkLst>
            <pc:docMk/>
            <pc:sldMk cId="2490077739" sldId="704"/>
            <ac:spMk id="30" creationId="{D7F7EF75-6B7A-BBC5-2214-5824C28477E2}"/>
          </ac:spMkLst>
        </pc:spChg>
      </pc:sldChg>
      <pc:sldChg chg="modSp mod">
        <pc:chgData name="Shaun Barrett" userId="2e21295b-21c9-4734-b4c8-23b29a1a1ba3" providerId="ADAL" clId="{BC6AD064-55FE-402E-BE15-06796E5810FA}" dt="2025-08-05T12:46:19.835" v="26" actId="20577"/>
        <pc:sldMkLst>
          <pc:docMk/>
          <pc:sldMk cId="686593796" sldId="705"/>
        </pc:sldMkLst>
        <pc:graphicFrameChg chg="modGraphic">
          <ac:chgData name="Shaun Barrett" userId="2e21295b-21c9-4734-b4c8-23b29a1a1ba3" providerId="ADAL" clId="{BC6AD064-55FE-402E-BE15-06796E5810FA}" dt="2025-08-05T12:46:19.835" v="26" actId="20577"/>
          <ac:graphicFrameMkLst>
            <pc:docMk/>
            <pc:sldMk cId="686593796" sldId="705"/>
            <ac:graphicFrameMk id="6" creationId="{B094B9E2-793B-53E8-898F-AE30D54FB3EE}"/>
          </ac:graphicFrameMkLst>
        </pc:graphicFrameChg>
      </pc:sldChg>
    </pc:docChg>
  </pc:docChgLst>
  <pc:docChgLst>
    <pc:chgData name="Sarah Jessiman" userId="S::sjessiman@openboxsoftware.com::4d28cadc-f3a9-455f-870a-b4927e8794a3" providerId="AD" clId="Web-{DA71E7C6-4596-9549-38B7-5ADC2D2086D0}"/>
    <pc:docChg chg="modSld">
      <pc:chgData name="Sarah Jessiman" userId="S::sjessiman@openboxsoftware.com::4d28cadc-f3a9-455f-870a-b4927e8794a3" providerId="AD" clId="Web-{DA71E7C6-4596-9549-38B7-5ADC2D2086D0}" dt="2025-07-31T15:54:52.396" v="158" actId="20577"/>
      <pc:docMkLst>
        <pc:docMk/>
      </pc:docMkLst>
      <pc:sldChg chg="modSp">
        <pc:chgData name="Sarah Jessiman" userId="S::sjessiman@openboxsoftware.com::4d28cadc-f3a9-455f-870a-b4927e8794a3" providerId="AD" clId="Web-{DA71E7C6-4596-9549-38B7-5ADC2D2086D0}" dt="2025-07-31T15:48:22.492" v="152" actId="20577"/>
        <pc:sldMkLst>
          <pc:docMk/>
          <pc:sldMk cId="464677460" sldId="584"/>
        </pc:sldMkLst>
        <pc:spChg chg="mod">
          <ac:chgData name="Sarah Jessiman" userId="S::sjessiman@openboxsoftware.com::4d28cadc-f3a9-455f-870a-b4927e8794a3" providerId="AD" clId="Web-{DA71E7C6-4596-9549-38B7-5ADC2D2086D0}" dt="2025-07-31T15:48:22.492" v="152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">
        <pc:chgData name="Sarah Jessiman" userId="S::sjessiman@openboxsoftware.com::4d28cadc-f3a9-455f-870a-b4927e8794a3" providerId="AD" clId="Web-{DA71E7C6-4596-9549-38B7-5ADC2D2086D0}" dt="2025-07-31T15:43:56.188" v="106" actId="1076"/>
        <pc:sldMkLst>
          <pc:docMk/>
          <pc:sldMk cId="3060173964" sldId="638"/>
        </pc:sldMkLst>
        <pc:picChg chg="add mod">
          <ac:chgData name="Sarah Jessiman" userId="S::sjessiman@openboxsoftware.com::4d28cadc-f3a9-455f-870a-b4927e8794a3" providerId="AD" clId="Web-{DA71E7C6-4596-9549-38B7-5ADC2D2086D0}" dt="2025-07-31T15:43:29.391" v="103" actId="1076"/>
          <ac:picMkLst>
            <pc:docMk/>
            <pc:sldMk cId="3060173964" sldId="638"/>
            <ac:picMk id="6" creationId="{8D9E1E9D-B598-13BB-98DF-C031FFD78CE0}"/>
          </ac:picMkLst>
        </pc:picChg>
        <pc:picChg chg="add mod">
          <ac:chgData name="Sarah Jessiman" userId="S::sjessiman@openboxsoftware.com::4d28cadc-f3a9-455f-870a-b4927e8794a3" providerId="AD" clId="Web-{DA71E7C6-4596-9549-38B7-5ADC2D2086D0}" dt="2025-07-31T15:43:56.188" v="106" actId="1076"/>
          <ac:picMkLst>
            <pc:docMk/>
            <pc:sldMk cId="3060173964" sldId="638"/>
            <ac:picMk id="7" creationId="{2427D3F2-8C34-EB88-9871-C4A6BA32DB8F}"/>
          </ac:picMkLst>
        </pc:picChg>
      </pc:sldChg>
      <pc:sldChg chg="addSp delSp modSp">
        <pc:chgData name="Sarah Jessiman" userId="S::sjessiman@openboxsoftware.com::4d28cadc-f3a9-455f-870a-b4927e8794a3" providerId="AD" clId="Web-{DA71E7C6-4596-9549-38B7-5ADC2D2086D0}" dt="2025-07-31T15:54:52.396" v="158" actId="20577"/>
        <pc:sldMkLst>
          <pc:docMk/>
          <pc:sldMk cId="2490077739" sldId="704"/>
        </pc:sldMkLst>
        <pc:spChg chg="mod">
          <ac:chgData name="Sarah Jessiman" userId="S::sjessiman@openboxsoftware.com::4d28cadc-f3a9-455f-870a-b4927e8794a3" providerId="AD" clId="Web-{DA71E7C6-4596-9549-38B7-5ADC2D2086D0}" dt="2025-07-31T15:17:06.080" v="21" actId="20577"/>
          <ac:spMkLst>
            <pc:docMk/>
            <pc:sldMk cId="2490077739" sldId="704"/>
            <ac:spMk id="7" creationId="{FC4C3A25-2697-FFB3-90BE-E65C7287BF0F}"/>
          </ac:spMkLst>
        </pc:spChg>
        <pc:spChg chg="mod">
          <ac:chgData name="Sarah Jessiman" userId="S::sjessiman@openboxsoftware.com::4d28cadc-f3a9-455f-870a-b4927e8794a3" providerId="AD" clId="Web-{DA71E7C6-4596-9549-38B7-5ADC2D2086D0}" dt="2025-07-31T15:35:05.890" v="58" actId="14100"/>
          <ac:spMkLst>
            <pc:docMk/>
            <pc:sldMk cId="2490077739" sldId="704"/>
            <ac:spMk id="13" creationId="{5A748B35-1975-87A7-B64F-F6F1CD54E8C1}"/>
          </ac:spMkLst>
        </pc:spChg>
        <pc:spChg chg="mod">
          <ac:chgData name="Sarah Jessiman" userId="S::sjessiman@openboxsoftware.com::4d28cadc-f3a9-455f-870a-b4927e8794a3" providerId="AD" clId="Web-{DA71E7C6-4596-9549-38B7-5ADC2D2086D0}" dt="2025-07-31T14:24:54.476" v="15" actId="20577"/>
          <ac:spMkLst>
            <pc:docMk/>
            <pc:sldMk cId="2490077739" sldId="704"/>
            <ac:spMk id="14" creationId="{8568F8C4-91C3-CB78-5BBA-A45C4EAD76AD}"/>
          </ac:spMkLst>
        </pc:spChg>
        <pc:spChg chg="mod">
          <ac:chgData name="Sarah Jessiman" userId="S::sjessiman@openboxsoftware.com::4d28cadc-f3a9-455f-870a-b4927e8794a3" providerId="AD" clId="Web-{DA71E7C6-4596-9549-38B7-5ADC2D2086D0}" dt="2025-07-31T15:46:54.834" v="141" actId="1076"/>
          <ac:spMkLst>
            <pc:docMk/>
            <pc:sldMk cId="2490077739" sldId="704"/>
            <ac:spMk id="15" creationId="{523C3398-9E5D-81EC-40F0-6CE041AD173D}"/>
          </ac:spMkLst>
        </pc:spChg>
        <pc:spChg chg="add mod">
          <ac:chgData name="Sarah Jessiman" userId="S::sjessiman@openboxsoftware.com::4d28cadc-f3a9-455f-870a-b4927e8794a3" providerId="AD" clId="Web-{DA71E7C6-4596-9549-38B7-5ADC2D2086D0}" dt="2025-07-31T15:23:53.059" v="34" actId="20577"/>
          <ac:spMkLst>
            <pc:docMk/>
            <pc:sldMk cId="2490077739" sldId="704"/>
            <ac:spMk id="16" creationId="{1C32CCE8-52F7-08D2-51DB-E1B91A7BF0D3}"/>
          </ac:spMkLst>
        </pc:spChg>
        <pc:spChg chg="mod">
          <ac:chgData name="Sarah Jessiman" userId="S::sjessiman@openboxsoftware.com::4d28cadc-f3a9-455f-870a-b4927e8794a3" providerId="AD" clId="Web-{DA71E7C6-4596-9549-38B7-5ADC2D2086D0}" dt="2025-07-31T15:30:06.150" v="38" actId="2057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Sarah Jessiman" userId="S::sjessiman@openboxsoftware.com::4d28cadc-f3a9-455f-870a-b4927e8794a3" providerId="AD" clId="Web-{DA71E7C6-4596-9549-38B7-5ADC2D2086D0}" dt="2025-07-31T14:24:57.289" v="17" actId="20577"/>
          <ac:spMkLst>
            <pc:docMk/>
            <pc:sldMk cId="2490077739" sldId="704"/>
            <ac:spMk id="19" creationId="{B1C9CF84-19E7-C166-435F-0E21EB13A62E}"/>
          </ac:spMkLst>
        </pc:spChg>
        <pc:spChg chg="mod">
          <ac:chgData name="Sarah Jessiman" userId="S::sjessiman@openboxsoftware.com::4d28cadc-f3a9-455f-870a-b4927e8794a3" providerId="AD" clId="Web-{DA71E7C6-4596-9549-38B7-5ADC2D2086D0}" dt="2025-07-31T15:18:44.940" v="25" actId="20577"/>
          <ac:spMkLst>
            <pc:docMk/>
            <pc:sldMk cId="2490077739" sldId="704"/>
            <ac:spMk id="20" creationId="{550AFCD1-4BC8-3BDC-BF2F-B2F76482BC15}"/>
          </ac:spMkLst>
        </pc:spChg>
        <pc:spChg chg="add mod">
          <ac:chgData name="Sarah Jessiman" userId="S::sjessiman@openboxsoftware.com::4d28cadc-f3a9-455f-870a-b4927e8794a3" providerId="AD" clId="Web-{DA71E7C6-4596-9549-38B7-5ADC2D2086D0}" dt="2025-07-31T15:47:03.428" v="143" actId="1076"/>
          <ac:spMkLst>
            <pc:docMk/>
            <pc:sldMk cId="2490077739" sldId="704"/>
            <ac:spMk id="21" creationId="{AFB2F273-7C08-B0BD-C779-825381A10CEB}"/>
          </ac:spMkLst>
        </pc:spChg>
        <pc:spChg chg="mod">
          <ac:chgData name="Sarah Jessiman" userId="S::sjessiman@openboxsoftware.com::4d28cadc-f3a9-455f-870a-b4927e8794a3" providerId="AD" clId="Web-{DA71E7C6-4596-9549-38B7-5ADC2D2086D0}" dt="2025-07-31T15:44:48.581" v="108" actId="20577"/>
          <ac:spMkLst>
            <pc:docMk/>
            <pc:sldMk cId="2490077739" sldId="704"/>
            <ac:spMk id="22" creationId="{4C903A91-3BD0-5353-32C5-8FBCB6FAC5D6}"/>
          </ac:spMkLst>
        </pc:spChg>
        <pc:spChg chg="add mod">
          <ac:chgData name="Sarah Jessiman" userId="S::sjessiman@openboxsoftware.com::4d28cadc-f3a9-455f-870a-b4927e8794a3" providerId="AD" clId="Web-{DA71E7C6-4596-9549-38B7-5ADC2D2086D0}" dt="2025-07-31T15:54:52.396" v="158" actId="20577"/>
          <ac:spMkLst>
            <pc:docMk/>
            <pc:sldMk cId="2490077739" sldId="704"/>
            <ac:spMk id="25" creationId="{77297CEE-0029-E794-313B-AEE9961BD2A5}"/>
          </ac:spMkLst>
        </pc:spChg>
        <pc:spChg chg="mod">
          <ac:chgData name="Sarah Jessiman" userId="S::sjessiman@openboxsoftware.com::4d28cadc-f3a9-455f-870a-b4927e8794a3" providerId="AD" clId="Web-{DA71E7C6-4596-9549-38B7-5ADC2D2086D0}" dt="2025-07-31T15:45:34.613" v="119" actId="20577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Sarah Jessiman" userId="S::sjessiman@openboxsoftware.com::4d28cadc-f3a9-455f-870a-b4927e8794a3" providerId="AD" clId="Web-{DA71E7C6-4596-9549-38B7-5ADC2D2086D0}" dt="2025-07-31T15:47:07.147" v="144" actId="1076"/>
          <ac:spMkLst>
            <pc:docMk/>
            <pc:sldMk cId="2490077739" sldId="704"/>
            <ac:spMk id="33" creationId="{674C3F1B-B82E-F1EF-9916-2758FD0C1E96}"/>
          </ac:spMkLst>
        </pc:spChg>
        <pc:spChg chg="mod">
          <ac:chgData name="Sarah Jessiman" userId="S::sjessiman@openboxsoftware.com::4d28cadc-f3a9-455f-870a-b4927e8794a3" providerId="AD" clId="Web-{DA71E7C6-4596-9549-38B7-5ADC2D2086D0}" dt="2025-07-31T15:49:49.728" v="153" actId="20577"/>
          <ac:spMkLst>
            <pc:docMk/>
            <pc:sldMk cId="2490077739" sldId="704"/>
            <ac:spMk id="89" creationId="{52505968-3699-027E-2430-1923F313B8BB}"/>
          </ac:spMkLst>
        </pc:spChg>
        <pc:spChg chg="mod">
          <ac:chgData name="Sarah Jessiman" userId="S::sjessiman@openboxsoftware.com::4d28cadc-f3a9-455f-870a-b4927e8794a3" providerId="AD" clId="Web-{DA71E7C6-4596-9549-38B7-5ADC2D2086D0}" dt="2025-07-31T15:26:24.504" v="35" actId="20577"/>
          <ac:spMkLst>
            <pc:docMk/>
            <pc:sldMk cId="2490077739" sldId="704"/>
            <ac:spMk id="91" creationId="{C7C8151C-CAD0-93F6-9121-81AF79A2C808}"/>
          </ac:spMkLst>
        </pc:spChg>
        <pc:picChg chg="add mod">
          <ac:chgData name="Sarah Jessiman" userId="S::sjessiman@openboxsoftware.com::4d28cadc-f3a9-455f-870a-b4927e8794a3" providerId="AD" clId="Web-{DA71E7C6-4596-9549-38B7-5ADC2D2086D0}" dt="2025-07-31T15:46:51.990" v="140" actId="1076"/>
          <ac:picMkLst>
            <pc:docMk/>
            <pc:sldMk cId="2490077739" sldId="704"/>
            <ac:picMk id="24" creationId="{3B2B8CDE-FCBB-432C-CC4B-81D634922867}"/>
          </ac:picMkLst>
        </pc:picChg>
        <pc:picChg chg="add mod">
          <ac:chgData name="Sarah Jessiman" userId="S::sjessiman@openboxsoftware.com::4d28cadc-f3a9-455f-870a-b4927e8794a3" providerId="AD" clId="Web-{DA71E7C6-4596-9549-38B7-5ADC2D2086D0}" dt="2025-07-31T15:46:43.505" v="138" actId="1076"/>
          <ac:picMkLst>
            <pc:docMk/>
            <pc:sldMk cId="2490077739" sldId="704"/>
            <ac:picMk id="27" creationId="{E6BB2EB2-9CA8-A590-2D75-3B36B481DB91}"/>
          </ac:picMkLst>
        </pc:picChg>
      </pc:sldChg>
      <pc:sldChg chg="delSp">
        <pc:chgData name="Sarah Jessiman" userId="S::sjessiman@openboxsoftware.com::4d28cadc-f3a9-455f-870a-b4927e8794a3" providerId="AD" clId="Web-{DA71E7C6-4596-9549-38B7-5ADC2D2086D0}" dt="2025-07-31T15:47:25.694" v="146"/>
        <pc:sldMkLst>
          <pc:docMk/>
          <pc:sldMk cId="2459746774" sldId="7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EE3C3-D060-B815-7624-30BA8F84C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9D36-1895-94C2-78CE-8F69CE9133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68E-A5DF-5D48-9727-8E1443F56DAA}" type="datetimeFigureOut">
              <a:rPr lang="en-US" smtClean="0">
                <a:latin typeface="Proxima Nova Lt" panose="02000506030000020004" pitchFamily="50" charset="0"/>
              </a:rPr>
              <a:t>8/5/2025</a:t>
            </a:fld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C241-73A3-D57C-0879-B96F6D285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B93EB-2D78-2536-2EEF-16A15AA98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2603-647F-4846-A873-AA219E2C8144}" type="slidenum">
              <a:rPr lang="en-US" smtClean="0">
                <a:latin typeface="Proxima Nova Lt" panose="02000506030000020004" pitchFamily="50" charset="0"/>
              </a:rPr>
              <a:t>‹#›</a:t>
            </a:fld>
            <a:endParaRPr lang="en-US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BE7C5F7D-AE2E-47C7-8BA2-CC4D7F4E80EF}" type="datetimeFigureOut">
              <a:rPr lang="en-GB" smtClean="0"/>
              <a:pPr/>
              <a:t>05/08/2025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CEA9EF18-44DA-4CCF-A8F6-0B08C30105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3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. Cover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998980"/>
            <a:ext cx="10662686" cy="12573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. Cover title page with subh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60B4EA3-6646-7264-6825-BFA91E903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656" y="2814614"/>
            <a:ext cx="10665343" cy="39587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C59CA98-9679-1C21-C671-93E5430DBE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819066"/>
            <a:ext cx="10662686" cy="89724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150241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. Cover title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3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. White contents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381A693-18BD-FBA6-179D-388789E5F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408C-BCEA-AD6F-14FB-08F8969819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304069C7-9C81-40E3-49A7-5EA02CE4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8812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. Whit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30F3266-F069-0710-143B-70D45628CC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514DFA-7A92-A350-00B7-C37F82202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4381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. Whit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B340D4-9C04-3474-14ED-78EA4C663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86031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8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8423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. Greent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C97F2-BF6B-43B9-9CD5-4878467F81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9734F4-FD77-BE8B-82AA-61CE73C10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E9129D6C-A1C7-5110-195E-169DE2315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85290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. Greent content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70D2-2AEC-D8F7-F75A-89A75AE4CB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54C4E-862A-E397-C22E-47AA9B8F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. Greent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9CBF8F6-52DE-5450-333B-F54EEEEB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 Greent contents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71B43-63EA-24D0-DA2A-34BA7953B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1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1D00B0-A41E-601F-812B-9CEE9713A3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5368" y="25673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63436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. Greent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C6250CF-EADE-A974-5BD1-BD28E7CC0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F88CD0-1EA5-629D-8EA4-FABCD8E52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1084040F-64D5-38F4-DBC0-7189F7E31A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44124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. Greent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F8A4A-B6A4-F969-8599-673024A31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9BE70E-9968-1C27-19A1-CA2BF33E8A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7. Greent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C44FA8-F1F0-FECC-99CC-DE0C9A9254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7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8. Greent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0EC604-4A61-47B6-B56F-B1640983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9. Greent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61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0. Green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BB75F2-62E0-E46C-CDD8-176579C932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16529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189107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. White + green lin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658C349-AB02-6371-E279-0625419C0F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CB5ED-FCB9-0B5B-A058-F84A2EF52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AA4E3053-23BD-E08B-A363-4A36D67C2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65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97072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. White + green line contents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8B94CE1-AB3D-BF6D-CABC-1766118CD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C13CE60-2EAD-65C3-90C6-A91759024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5036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47509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. White + green 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34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57367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9">
            <a:extLst>
              <a:ext uri="{FF2B5EF4-FFF2-40B4-BE49-F238E27FC236}">
                <a16:creationId xmlns:a16="http://schemas.microsoft.com/office/drawing/2014/main" id="{A66354EC-930A-1A91-EFFB-8B02D08AD058}"/>
              </a:ext>
            </a:extLst>
          </p:cNvPr>
          <p:cNvGrpSpPr/>
          <p:nvPr userDrawn="1"/>
        </p:nvGrpSpPr>
        <p:grpSpPr>
          <a:xfrm>
            <a:off x="4813686" y="615567"/>
            <a:ext cx="2448280" cy="765236"/>
            <a:chOff x="-2541306" y="4007275"/>
            <a:chExt cx="1661445" cy="519303"/>
          </a:xfrm>
        </p:grpSpPr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D5E15713-F894-3D16-F59C-D305CB357C4A}"/>
                </a:ext>
              </a:extLst>
            </p:cNvPr>
            <p:cNvSpPr/>
            <p:nvPr/>
          </p:nvSpPr>
          <p:spPr>
            <a:xfrm>
              <a:off x="-2302514" y="4180439"/>
              <a:ext cx="207835" cy="346138"/>
            </a:xfrm>
            <a:custGeom>
              <a:avLst/>
              <a:gdLst>
                <a:gd name="connsiteX0" fmla="*/ 31813 w 207835"/>
                <a:gd name="connsiteY0" fmla="*/ 107823 h 346138"/>
                <a:gd name="connsiteX1" fmla="*/ 103918 w 207835"/>
                <a:gd name="connsiteY1" fmla="*/ 183737 h 346138"/>
                <a:gd name="connsiteX2" fmla="*/ 176022 w 207835"/>
                <a:gd name="connsiteY2" fmla="*/ 107823 h 346138"/>
                <a:gd name="connsiteX3" fmla="*/ 103918 w 207835"/>
                <a:gd name="connsiteY3" fmla="*/ 31909 h 346138"/>
                <a:gd name="connsiteX4" fmla="*/ 31813 w 207835"/>
                <a:gd name="connsiteY4" fmla="*/ 107823 h 346138"/>
                <a:gd name="connsiteX5" fmla="*/ 95 w 207835"/>
                <a:gd name="connsiteY5" fmla="*/ 113062 h 346138"/>
                <a:gd name="connsiteX6" fmla="*/ 0 w 207835"/>
                <a:gd name="connsiteY6" fmla="*/ 107823 h 346138"/>
                <a:gd name="connsiteX7" fmla="*/ 103918 w 207835"/>
                <a:gd name="connsiteY7" fmla="*/ 0 h 346138"/>
                <a:gd name="connsiteX8" fmla="*/ 207836 w 207835"/>
                <a:gd name="connsiteY8" fmla="*/ 107823 h 346138"/>
                <a:gd name="connsiteX9" fmla="*/ 103918 w 207835"/>
                <a:gd name="connsiteY9" fmla="*/ 215646 h 346138"/>
                <a:gd name="connsiteX10" fmla="*/ 32004 w 207835"/>
                <a:gd name="connsiteY10" fmla="*/ 185738 h 346138"/>
                <a:gd name="connsiteX11" fmla="*/ 32004 w 207835"/>
                <a:gd name="connsiteY11" fmla="*/ 329089 h 346138"/>
                <a:gd name="connsiteX12" fmla="*/ 16002 w 207835"/>
                <a:gd name="connsiteY12" fmla="*/ 346139 h 346138"/>
                <a:gd name="connsiteX13" fmla="*/ 0 w 207835"/>
                <a:gd name="connsiteY13" fmla="*/ 329089 h 346138"/>
                <a:gd name="connsiteX14" fmla="*/ 0 w 207835"/>
                <a:gd name="connsiteY14" fmla="*/ 115157 h 346138"/>
                <a:gd name="connsiteX15" fmla="*/ 95 w 207835"/>
                <a:gd name="connsiteY15" fmla="*/ 113157 h 3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6138">
                  <a:moveTo>
                    <a:pt x="31813" y="107823"/>
                  </a:moveTo>
                  <a:cubicBezTo>
                    <a:pt x="31813" y="150686"/>
                    <a:pt x="65056" y="183737"/>
                    <a:pt x="103918" y="183737"/>
                  </a:cubicBezTo>
                  <a:cubicBezTo>
                    <a:pt x="142780" y="183737"/>
                    <a:pt x="176022" y="150686"/>
                    <a:pt x="176022" y="107823"/>
                  </a:cubicBezTo>
                  <a:cubicBezTo>
                    <a:pt x="176022" y="64960"/>
                    <a:pt x="142780" y="31909"/>
                    <a:pt x="103918" y="31909"/>
                  </a:cubicBezTo>
                  <a:cubicBezTo>
                    <a:pt x="65056" y="31909"/>
                    <a:pt x="31813" y="64865"/>
                    <a:pt x="31813" y="107823"/>
                  </a:cubicBezTo>
                  <a:moveTo>
                    <a:pt x="95" y="113062"/>
                  </a:moveTo>
                  <a:cubicBezTo>
                    <a:pt x="95" y="111347"/>
                    <a:pt x="0" y="109633"/>
                    <a:pt x="0" y="107823"/>
                  </a:cubicBezTo>
                  <a:cubicBezTo>
                    <a:pt x="0" y="48387"/>
                    <a:pt x="46387" y="0"/>
                    <a:pt x="103918" y="0"/>
                  </a:cubicBezTo>
                  <a:cubicBezTo>
                    <a:pt x="161449" y="0"/>
                    <a:pt x="207836" y="48387"/>
                    <a:pt x="207836" y="107823"/>
                  </a:cubicBezTo>
                  <a:cubicBezTo>
                    <a:pt x="207836" y="167259"/>
                    <a:pt x="161449" y="215646"/>
                    <a:pt x="103918" y="215646"/>
                  </a:cubicBezTo>
                  <a:cubicBezTo>
                    <a:pt x="76010" y="215646"/>
                    <a:pt x="50673" y="204216"/>
                    <a:pt x="32004" y="185738"/>
                  </a:cubicBezTo>
                  <a:lnTo>
                    <a:pt x="32004" y="329089"/>
                  </a:lnTo>
                  <a:cubicBezTo>
                    <a:pt x="32004" y="338233"/>
                    <a:pt x="25146" y="346139"/>
                    <a:pt x="16002" y="346139"/>
                  </a:cubicBezTo>
                  <a:cubicBezTo>
                    <a:pt x="6858" y="346139"/>
                    <a:pt x="0" y="338233"/>
                    <a:pt x="0" y="329089"/>
                  </a:cubicBezTo>
                  <a:lnTo>
                    <a:pt x="0" y="115157"/>
                  </a:lnTo>
                  <a:cubicBezTo>
                    <a:pt x="0" y="114491"/>
                    <a:pt x="0" y="113824"/>
                    <a:pt x="95" y="113157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2A478BC1-6275-AFD5-C2D3-B1DF8C3C35BE}"/>
                </a:ext>
              </a:extLst>
            </p:cNvPr>
            <p:cNvSpPr/>
            <p:nvPr/>
          </p:nvSpPr>
          <p:spPr>
            <a:xfrm>
              <a:off x="-2541306" y="4180820"/>
              <a:ext cx="212979" cy="214979"/>
            </a:xfrm>
            <a:custGeom>
              <a:avLst/>
              <a:gdLst>
                <a:gd name="connsiteX0" fmla="*/ 184785 w 212979"/>
                <a:gd name="connsiteY0" fmla="*/ 34290 h 214979"/>
                <a:gd name="connsiteX1" fmla="*/ 212979 w 212979"/>
                <a:gd name="connsiteY1" fmla="*/ 108109 h 214979"/>
                <a:gd name="connsiteX2" fmla="*/ 183166 w 212979"/>
                <a:gd name="connsiteY2" fmla="*/ 182975 h 214979"/>
                <a:gd name="connsiteX3" fmla="*/ 106585 w 212979"/>
                <a:gd name="connsiteY3" fmla="*/ 214979 h 214979"/>
                <a:gd name="connsiteX4" fmla="*/ 29623 w 212979"/>
                <a:gd name="connsiteY4" fmla="*/ 182975 h 214979"/>
                <a:gd name="connsiteX5" fmla="*/ 0 w 212979"/>
                <a:gd name="connsiteY5" fmla="*/ 108109 h 214979"/>
                <a:gd name="connsiteX6" fmla="*/ 28194 w 212979"/>
                <a:gd name="connsiteY6" fmla="*/ 34481 h 214979"/>
                <a:gd name="connsiteX7" fmla="*/ 106585 w 212979"/>
                <a:gd name="connsiteY7" fmla="*/ 0 h 214979"/>
                <a:gd name="connsiteX8" fmla="*/ 184785 w 212979"/>
                <a:gd name="connsiteY8" fmla="*/ 34290 h 214979"/>
                <a:gd name="connsiteX9" fmla="*/ 55150 w 212979"/>
                <a:gd name="connsiteY9" fmla="*/ 54769 h 214979"/>
                <a:gd name="connsiteX10" fmla="*/ 33623 w 212979"/>
                <a:gd name="connsiteY10" fmla="*/ 108585 h 214979"/>
                <a:gd name="connsiteX11" fmla="*/ 69913 w 212979"/>
                <a:gd name="connsiteY11" fmla="*/ 173736 h 214979"/>
                <a:gd name="connsiteX12" fmla="*/ 106585 w 212979"/>
                <a:gd name="connsiteY12" fmla="*/ 183166 h 214979"/>
                <a:gd name="connsiteX13" fmla="*/ 143256 w 212979"/>
                <a:gd name="connsiteY13" fmla="*/ 173736 h 214979"/>
                <a:gd name="connsiteX14" fmla="*/ 179546 w 212979"/>
                <a:gd name="connsiteY14" fmla="*/ 108585 h 214979"/>
                <a:gd name="connsiteX15" fmla="*/ 157829 w 212979"/>
                <a:gd name="connsiteY15" fmla="*/ 54769 h 214979"/>
                <a:gd name="connsiteX16" fmla="*/ 106585 w 212979"/>
                <a:gd name="connsiteY16" fmla="*/ 32575 h 214979"/>
                <a:gd name="connsiteX17" fmla="*/ 55245 w 212979"/>
                <a:gd name="connsiteY17" fmla="*/ 54769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9" h="214979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2975"/>
                  </a:cubicBezTo>
                  <a:cubicBezTo>
                    <a:pt x="163259" y="204406"/>
                    <a:pt x="137636" y="214979"/>
                    <a:pt x="106585" y="214979"/>
                  </a:cubicBezTo>
                  <a:cubicBezTo>
                    <a:pt x="75438" y="214979"/>
                    <a:pt x="49625" y="204311"/>
                    <a:pt x="29623" y="182975"/>
                  </a:cubicBezTo>
                  <a:cubicBezTo>
                    <a:pt x="9906" y="161639"/>
                    <a:pt x="0" y="136589"/>
                    <a:pt x="0" y="108109"/>
                  </a:cubicBezTo>
                  <a:cubicBezTo>
                    <a:pt x="0" y="79629"/>
                    <a:pt x="9430" y="55245"/>
                    <a:pt x="28194" y="34481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785" y="34290"/>
                  </a:cubicBezTo>
                  <a:moveTo>
                    <a:pt x="55150" y="54769"/>
                  </a:moveTo>
                  <a:cubicBezTo>
                    <a:pt x="40767" y="69628"/>
                    <a:pt x="33623" y="87535"/>
                    <a:pt x="33623" y="108585"/>
                  </a:cubicBezTo>
                  <a:cubicBezTo>
                    <a:pt x="33623" y="134874"/>
                    <a:pt x="46863" y="160401"/>
                    <a:pt x="69913" y="173736"/>
                  </a:cubicBezTo>
                  <a:cubicBezTo>
                    <a:pt x="80963" y="180023"/>
                    <a:pt x="93154" y="183166"/>
                    <a:pt x="106585" y="183166"/>
                  </a:cubicBezTo>
                  <a:cubicBezTo>
                    <a:pt x="120015" y="183166"/>
                    <a:pt x="132112" y="180023"/>
                    <a:pt x="143256" y="173736"/>
                  </a:cubicBezTo>
                  <a:cubicBezTo>
                    <a:pt x="166306" y="160401"/>
                    <a:pt x="179546" y="134874"/>
                    <a:pt x="179546" y="108585"/>
                  </a:cubicBezTo>
                  <a:cubicBezTo>
                    <a:pt x="179546" y="87440"/>
                    <a:pt x="172307" y="69628"/>
                    <a:pt x="157829" y="54769"/>
                  </a:cubicBezTo>
                  <a:cubicBezTo>
                    <a:pt x="143446" y="39910"/>
                    <a:pt x="126397" y="32575"/>
                    <a:pt x="106585" y="32575"/>
                  </a:cubicBezTo>
                  <a:cubicBezTo>
                    <a:pt x="86773" y="32575"/>
                    <a:pt x="69628" y="39910"/>
                    <a:pt x="55245" y="54769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C3AEECE2-AAA8-D4D1-F20C-63A8B16FCBE9}"/>
                </a:ext>
              </a:extLst>
            </p:cNvPr>
            <p:cNvSpPr/>
            <p:nvPr/>
          </p:nvSpPr>
          <p:spPr>
            <a:xfrm>
              <a:off x="-1826645" y="4180820"/>
              <a:ext cx="179927" cy="215264"/>
            </a:xfrm>
            <a:custGeom>
              <a:avLst/>
              <a:gdLst>
                <a:gd name="connsiteX0" fmla="*/ 179642 w 179927"/>
                <a:gd name="connsiteY0" fmla="*/ 190691 h 215264"/>
                <a:gd name="connsiteX1" fmla="*/ 179642 w 179927"/>
                <a:gd name="connsiteY1" fmla="*/ 198215 h 215264"/>
                <a:gd name="connsiteX2" fmla="*/ 163259 w 179927"/>
                <a:gd name="connsiteY2" fmla="*/ 215265 h 215264"/>
                <a:gd name="connsiteX3" fmla="*/ 146876 w 179927"/>
                <a:gd name="connsiteY3" fmla="*/ 198215 h 215264"/>
                <a:gd name="connsiteX4" fmla="*/ 146876 w 179927"/>
                <a:gd name="connsiteY4" fmla="*/ 190691 h 215264"/>
                <a:gd name="connsiteX5" fmla="*/ 146780 w 179927"/>
                <a:gd name="connsiteY5" fmla="*/ 112109 h 215264"/>
                <a:gd name="connsiteX6" fmla="*/ 144018 w 179927"/>
                <a:gd name="connsiteY6" fmla="*/ 67532 h 215264"/>
                <a:gd name="connsiteX7" fmla="*/ 128397 w 179927"/>
                <a:gd name="connsiteY7" fmla="*/ 40291 h 215264"/>
                <a:gd name="connsiteX8" fmla="*/ 98870 w 179927"/>
                <a:gd name="connsiteY8" fmla="*/ 31147 h 215264"/>
                <a:gd name="connsiteX9" fmla="*/ 81534 w 179927"/>
                <a:gd name="connsiteY9" fmla="*/ 31147 h 215264"/>
                <a:gd name="connsiteX10" fmla="*/ 51340 w 179927"/>
                <a:gd name="connsiteY10" fmla="*/ 40291 h 215264"/>
                <a:gd name="connsiteX11" fmla="*/ 35719 w 179927"/>
                <a:gd name="connsiteY11" fmla="*/ 67532 h 215264"/>
                <a:gd name="connsiteX12" fmla="*/ 32957 w 179927"/>
                <a:gd name="connsiteY12" fmla="*/ 112109 h 215264"/>
                <a:gd name="connsiteX13" fmla="*/ 32957 w 179927"/>
                <a:gd name="connsiteY13" fmla="*/ 198215 h 215264"/>
                <a:gd name="connsiteX14" fmla="*/ 16383 w 179927"/>
                <a:gd name="connsiteY14" fmla="*/ 215265 h 215264"/>
                <a:gd name="connsiteX15" fmla="*/ 0 w 179927"/>
                <a:gd name="connsiteY15" fmla="*/ 198215 h 215264"/>
                <a:gd name="connsiteX16" fmla="*/ 0 w 179927"/>
                <a:gd name="connsiteY16" fmla="*/ 104680 h 215264"/>
                <a:gd name="connsiteX17" fmla="*/ 8477 w 179927"/>
                <a:gd name="connsiteY17" fmla="*/ 43910 h 215264"/>
                <a:gd name="connsiteX18" fmla="*/ 35338 w 179927"/>
                <a:gd name="connsiteY18" fmla="*/ 11906 h 215264"/>
                <a:gd name="connsiteX19" fmla="*/ 81629 w 179927"/>
                <a:gd name="connsiteY19" fmla="*/ 0 h 215264"/>
                <a:gd name="connsiteX20" fmla="*/ 98393 w 179927"/>
                <a:gd name="connsiteY20" fmla="*/ 0 h 215264"/>
                <a:gd name="connsiteX21" fmla="*/ 144685 w 179927"/>
                <a:gd name="connsiteY21" fmla="*/ 11906 h 215264"/>
                <a:gd name="connsiteX22" fmla="*/ 171450 w 179927"/>
                <a:gd name="connsiteY22" fmla="*/ 43910 h 215264"/>
                <a:gd name="connsiteX23" fmla="*/ 179927 w 179927"/>
                <a:gd name="connsiteY23" fmla="*/ 104680 h 215264"/>
                <a:gd name="connsiteX24" fmla="*/ 179927 w 179927"/>
                <a:gd name="connsiteY24" fmla="*/ 190691 h 21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927" h="215264">
                  <a:moveTo>
                    <a:pt x="179642" y="190691"/>
                  </a:moveTo>
                  <a:lnTo>
                    <a:pt x="179642" y="198215"/>
                  </a:lnTo>
                  <a:cubicBezTo>
                    <a:pt x="179642" y="207454"/>
                    <a:pt x="172403" y="215265"/>
                    <a:pt x="163259" y="215265"/>
                  </a:cubicBezTo>
                  <a:cubicBezTo>
                    <a:pt x="154115" y="215265"/>
                    <a:pt x="146876" y="207454"/>
                    <a:pt x="146876" y="198215"/>
                  </a:cubicBezTo>
                  <a:lnTo>
                    <a:pt x="146876" y="190691"/>
                  </a:lnTo>
                  <a:cubicBezTo>
                    <a:pt x="146876" y="190691"/>
                    <a:pt x="146780" y="112109"/>
                    <a:pt x="146780" y="112109"/>
                  </a:cubicBezTo>
                  <a:cubicBezTo>
                    <a:pt x="146780" y="89345"/>
                    <a:pt x="145828" y="74581"/>
                    <a:pt x="144018" y="67532"/>
                  </a:cubicBezTo>
                  <a:cubicBezTo>
                    <a:pt x="141161" y="55150"/>
                    <a:pt x="135827" y="46196"/>
                    <a:pt x="128397" y="40291"/>
                  </a:cubicBezTo>
                  <a:cubicBezTo>
                    <a:pt x="121063" y="34385"/>
                    <a:pt x="111252" y="31242"/>
                    <a:pt x="98870" y="31147"/>
                  </a:cubicBezTo>
                  <a:lnTo>
                    <a:pt x="81534" y="31147"/>
                  </a:lnTo>
                  <a:cubicBezTo>
                    <a:pt x="68771" y="31147"/>
                    <a:pt x="58769" y="34290"/>
                    <a:pt x="51340" y="40291"/>
                  </a:cubicBezTo>
                  <a:cubicBezTo>
                    <a:pt x="43910" y="46101"/>
                    <a:pt x="38576" y="55054"/>
                    <a:pt x="35719" y="67532"/>
                  </a:cubicBezTo>
                  <a:cubicBezTo>
                    <a:pt x="33909" y="74581"/>
                    <a:pt x="32957" y="89345"/>
                    <a:pt x="32957" y="112109"/>
                  </a:cubicBezTo>
                  <a:lnTo>
                    <a:pt x="32957" y="198215"/>
                  </a:lnTo>
                  <a:cubicBezTo>
                    <a:pt x="32957" y="207454"/>
                    <a:pt x="25718" y="215265"/>
                    <a:pt x="16383" y="215265"/>
                  </a:cubicBezTo>
                  <a:cubicBezTo>
                    <a:pt x="7049" y="215265"/>
                    <a:pt x="0" y="207454"/>
                    <a:pt x="0" y="198215"/>
                  </a:cubicBezTo>
                  <a:lnTo>
                    <a:pt x="0" y="104680"/>
                  </a:lnTo>
                  <a:cubicBezTo>
                    <a:pt x="0" y="77724"/>
                    <a:pt x="2667" y="57341"/>
                    <a:pt x="8477" y="43910"/>
                  </a:cubicBezTo>
                  <a:cubicBezTo>
                    <a:pt x="14192" y="30480"/>
                    <a:pt x="23146" y="19812"/>
                    <a:pt x="35338" y="11906"/>
                  </a:cubicBezTo>
                  <a:cubicBezTo>
                    <a:pt x="47530" y="3810"/>
                    <a:pt x="66485" y="0"/>
                    <a:pt x="81629" y="0"/>
                  </a:cubicBezTo>
                  <a:lnTo>
                    <a:pt x="98393" y="0"/>
                  </a:lnTo>
                  <a:cubicBezTo>
                    <a:pt x="114014" y="95"/>
                    <a:pt x="132588" y="3905"/>
                    <a:pt x="144685" y="11906"/>
                  </a:cubicBezTo>
                  <a:cubicBezTo>
                    <a:pt x="156782" y="19812"/>
                    <a:pt x="165735" y="30480"/>
                    <a:pt x="171450" y="43910"/>
                  </a:cubicBezTo>
                  <a:cubicBezTo>
                    <a:pt x="177165" y="57341"/>
                    <a:pt x="179927" y="77724"/>
                    <a:pt x="179927" y="104680"/>
                  </a:cubicBezTo>
                  <a:lnTo>
                    <a:pt x="179927" y="190691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C7529D2-45BE-014B-BA1D-0B7D94DF3377}"/>
                </a:ext>
              </a:extLst>
            </p:cNvPr>
            <p:cNvSpPr/>
            <p:nvPr/>
          </p:nvSpPr>
          <p:spPr>
            <a:xfrm>
              <a:off x="-2068104" y="4180916"/>
              <a:ext cx="210978" cy="214979"/>
            </a:xfrm>
            <a:custGeom>
              <a:avLst/>
              <a:gdLst>
                <a:gd name="connsiteX0" fmla="*/ 189833 w 210978"/>
                <a:gd name="connsiteY0" fmla="*/ 130873 h 214979"/>
                <a:gd name="connsiteX1" fmla="*/ 205835 w 210978"/>
                <a:gd name="connsiteY1" fmla="*/ 146780 h 214979"/>
                <a:gd name="connsiteX2" fmla="*/ 202787 w 210978"/>
                <a:gd name="connsiteY2" fmla="*/ 156210 h 214979"/>
                <a:gd name="connsiteX3" fmla="*/ 146780 w 210978"/>
                <a:gd name="connsiteY3" fmla="*/ 208217 h 214979"/>
                <a:gd name="connsiteX4" fmla="*/ 106394 w 210978"/>
                <a:gd name="connsiteY4" fmla="*/ 214979 h 214979"/>
                <a:gd name="connsiteX5" fmla="*/ 28099 w 210978"/>
                <a:gd name="connsiteY5" fmla="*/ 182118 h 214979"/>
                <a:gd name="connsiteX6" fmla="*/ 0 w 210978"/>
                <a:gd name="connsiteY6" fmla="*/ 108013 h 214979"/>
                <a:gd name="connsiteX7" fmla="*/ 23813 w 210978"/>
                <a:gd name="connsiteY7" fmla="*/ 38767 h 214979"/>
                <a:gd name="connsiteX8" fmla="*/ 104965 w 210978"/>
                <a:gd name="connsiteY8" fmla="*/ 0 h 214979"/>
                <a:gd name="connsiteX9" fmla="*/ 188404 w 210978"/>
                <a:gd name="connsiteY9" fmla="*/ 39719 h 214979"/>
                <a:gd name="connsiteX10" fmla="*/ 210979 w 210978"/>
                <a:gd name="connsiteY10" fmla="*/ 109442 h 214979"/>
                <a:gd name="connsiteX11" fmla="*/ 207073 w 210978"/>
                <a:gd name="connsiteY11" fmla="*/ 113348 h 214979"/>
                <a:gd name="connsiteX12" fmla="*/ 33909 w 210978"/>
                <a:gd name="connsiteY12" fmla="*/ 113348 h 214979"/>
                <a:gd name="connsiteX13" fmla="*/ 54578 w 210978"/>
                <a:gd name="connsiteY13" fmla="*/ 163354 h 214979"/>
                <a:gd name="connsiteX14" fmla="*/ 104108 w 210978"/>
                <a:gd name="connsiteY14" fmla="*/ 184118 h 214979"/>
                <a:gd name="connsiteX15" fmla="*/ 131921 w 210978"/>
                <a:gd name="connsiteY15" fmla="*/ 179070 h 214979"/>
                <a:gd name="connsiteX16" fmla="*/ 175831 w 210978"/>
                <a:gd name="connsiteY16" fmla="*/ 138589 h 214979"/>
                <a:gd name="connsiteX17" fmla="*/ 189738 w 210978"/>
                <a:gd name="connsiteY17" fmla="*/ 130873 h 214979"/>
                <a:gd name="connsiteX18" fmla="*/ 161258 w 210978"/>
                <a:gd name="connsiteY18" fmla="*/ 57531 h 214979"/>
                <a:gd name="connsiteX19" fmla="*/ 137065 w 210978"/>
                <a:gd name="connsiteY19" fmla="*/ 39052 h 214979"/>
                <a:gd name="connsiteX20" fmla="*/ 105156 w 210978"/>
                <a:gd name="connsiteY20" fmla="*/ 32004 h 214979"/>
                <a:gd name="connsiteX21" fmla="*/ 57912 w 210978"/>
                <a:gd name="connsiteY21" fmla="*/ 49721 h 214979"/>
                <a:gd name="connsiteX22" fmla="*/ 37529 w 210978"/>
                <a:gd name="connsiteY22" fmla="*/ 83725 h 214979"/>
                <a:gd name="connsiteX23" fmla="*/ 173926 w 210978"/>
                <a:gd name="connsiteY23" fmla="*/ 83725 h 214979"/>
                <a:gd name="connsiteX24" fmla="*/ 161068 w 210978"/>
                <a:gd name="connsiteY24" fmla="*/ 57626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0978" h="214979">
                  <a:moveTo>
                    <a:pt x="189833" y="130873"/>
                  </a:moveTo>
                  <a:cubicBezTo>
                    <a:pt x="198691" y="130873"/>
                    <a:pt x="205835" y="138017"/>
                    <a:pt x="205835" y="146780"/>
                  </a:cubicBezTo>
                  <a:cubicBezTo>
                    <a:pt x="205835" y="150304"/>
                    <a:pt x="204692" y="153543"/>
                    <a:pt x="202787" y="156210"/>
                  </a:cubicBezTo>
                  <a:cubicBezTo>
                    <a:pt x="190024" y="180213"/>
                    <a:pt x="172402" y="198215"/>
                    <a:pt x="146780" y="208217"/>
                  </a:cubicBezTo>
                  <a:cubicBezTo>
                    <a:pt x="134779" y="212788"/>
                    <a:pt x="121348" y="214979"/>
                    <a:pt x="106394" y="214979"/>
                  </a:cubicBezTo>
                  <a:cubicBezTo>
                    <a:pt x="73342" y="214979"/>
                    <a:pt x="47054" y="204121"/>
                    <a:pt x="28099" y="182118"/>
                  </a:cubicBezTo>
                  <a:cubicBezTo>
                    <a:pt x="9430" y="160306"/>
                    <a:pt x="0" y="135541"/>
                    <a:pt x="0" y="108013"/>
                  </a:cubicBezTo>
                  <a:cubicBezTo>
                    <a:pt x="0" y="82106"/>
                    <a:pt x="8001" y="59055"/>
                    <a:pt x="23813" y="38767"/>
                  </a:cubicBezTo>
                  <a:cubicBezTo>
                    <a:pt x="44005" y="12954"/>
                    <a:pt x="71247" y="0"/>
                    <a:pt x="104965" y="0"/>
                  </a:cubicBezTo>
                  <a:cubicBezTo>
                    <a:pt x="138684" y="0"/>
                    <a:pt x="167640" y="13240"/>
                    <a:pt x="188404" y="39719"/>
                  </a:cubicBezTo>
                  <a:cubicBezTo>
                    <a:pt x="203263" y="58483"/>
                    <a:pt x="210693" y="81820"/>
                    <a:pt x="210979" y="109442"/>
                  </a:cubicBezTo>
                  <a:cubicBezTo>
                    <a:pt x="210979" y="111538"/>
                    <a:pt x="209169" y="113348"/>
                    <a:pt x="207073" y="113348"/>
                  </a:cubicBezTo>
                  <a:lnTo>
                    <a:pt x="33909" y="113348"/>
                  </a:lnTo>
                  <a:cubicBezTo>
                    <a:pt x="35052" y="133636"/>
                    <a:pt x="42005" y="150209"/>
                    <a:pt x="54578" y="163354"/>
                  </a:cubicBezTo>
                  <a:cubicBezTo>
                    <a:pt x="67913" y="177165"/>
                    <a:pt x="84391" y="184118"/>
                    <a:pt x="104108" y="184118"/>
                  </a:cubicBezTo>
                  <a:cubicBezTo>
                    <a:pt x="113633" y="184118"/>
                    <a:pt x="122967" y="182404"/>
                    <a:pt x="131921" y="179070"/>
                  </a:cubicBezTo>
                  <a:cubicBezTo>
                    <a:pt x="154019" y="170974"/>
                    <a:pt x="163925" y="158401"/>
                    <a:pt x="175831" y="138589"/>
                  </a:cubicBezTo>
                  <a:cubicBezTo>
                    <a:pt x="178784" y="134112"/>
                    <a:pt x="183832" y="130873"/>
                    <a:pt x="189738" y="130873"/>
                  </a:cubicBezTo>
                  <a:moveTo>
                    <a:pt x="161258" y="57531"/>
                  </a:moveTo>
                  <a:cubicBezTo>
                    <a:pt x="155257" y="50006"/>
                    <a:pt x="147256" y="43815"/>
                    <a:pt x="137065" y="39052"/>
                  </a:cubicBezTo>
                  <a:cubicBezTo>
                    <a:pt x="126968" y="34385"/>
                    <a:pt x="116300" y="32004"/>
                    <a:pt x="105156" y="32004"/>
                  </a:cubicBezTo>
                  <a:cubicBezTo>
                    <a:pt x="86773" y="32004"/>
                    <a:pt x="71056" y="37909"/>
                    <a:pt x="57912" y="49721"/>
                  </a:cubicBezTo>
                  <a:cubicBezTo>
                    <a:pt x="49435" y="57340"/>
                    <a:pt x="42577" y="68580"/>
                    <a:pt x="37529" y="83725"/>
                  </a:cubicBezTo>
                  <a:lnTo>
                    <a:pt x="173926" y="83725"/>
                  </a:lnTo>
                  <a:cubicBezTo>
                    <a:pt x="170688" y="72866"/>
                    <a:pt x="166402" y="64198"/>
                    <a:pt x="161068" y="57626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004BFE6F-16B0-B69A-35EE-488FC2088AD5}"/>
                </a:ext>
              </a:extLst>
            </p:cNvPr>
            <p:cNvSpPr/>
            <p:nvPr/>
          </p:nvSpPr>
          <p:spPr>
            <a:xfrm>
              <a:off x="-1605760" y="4007275"/>
              <a:ext cx="725900" cy="428529"/>
            </a:xfrm>
            <a:custGeom>
              <a:avLst/>
              <a:gdLst>
                <a:gd name="connsiteX0" fmla="*/ 0 w 725900"/>
                <a:gd name="connsiteY0" fmla="*/ 53435 h 428529"/>
                <a:gd name="connsiteX1" fmla="*/ 53435 w 725900"/>
                <a:gd name="connsiteY1" fmla="*/ 0 h 428529"/>
                <a:gd name="connsiteX2" fmla="*/ 672465 w 725900"/>
                <a:gd name="connsiteY2" fmla="*/ 0 h 428529"/>
                <a:gd name="connsiteX3" fmla="*/ 725900 w 725900"/>
                <a:gd name="connsiteY3" fmla="*/ 53435 h 428529"/>
                <a:gd name="connsiteX4" fmla="*/ 725900 w 725900"/>
                <a:gd name="connsiteY4" fmla="*/ 375095 h 428529"/>
                <a:gd name="connsiteX5" fmla="*/ 672465 w 725900"/>
                <a:gd name="connsiteY5" fmla="*/ 428530 h 428529"/>
                <a:gd name="connsiteX6" fmla="*/ 124682 w 725900"/>
                <a:gd name="connsiteY6" fmla="*/ 428530 h 428529"/>
                <a:gd name="connsiteX7" fmla="*/ 0 w 725900"/>
                <a:gd name="connsiteY7" fmla="*/ 303848 h 428529"/>
                <a:gd name="connsiteX8" fmla="*/ 0 w 725900"/>
                <a:gd name="connsiteY8" fmla="*/ 53435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900" h="428529">
                  <a:moveTo>
                    <a:pt x="0" y="53435"/>
                  </a:moveTo>
                  <a:cubicBezTo>
                    <a:pt x="0" y="23908"/>
                    <a:pt x="23908" y="0"/>
                    <a:pt x="53435" y="0"/>
                  </a:cubicBezTo>
                  <a:lnTo>
                    <a:pt x="672465" y="0"/>
                  </a:lnTo>
                  <a:cubicBezTo>
                    <a:pt x="701993" y="0"/>
                    <a:pt x="725900" y="23908"/>
                    <a:pt x="725900" y="53435"/>
                  </a:cubicBezTo>
                  <a:lnTo>
                    <a:pt x="725900" y="375095"/>
                  </a:lnTo>
                  <a:cubicBezTo>
                    <a:pt x="725900" y="404622"/>
                    <a:pt x="701993" y="428530"/>
                    <a:pt x="672465" y="428530"/>
                  </a:cubicBezTo>
                  <a:lnTo>
                    <a:pt x="124682" y="428530"/>
                  </a:lnTo>
                  <a:cubicBezTo>
                    <a:pt x="55817" y="428530"/>
                    <a:pt x="0" y="372713"/>
                    <a:pt x="0" y="303848"/>
                  </a:cubicBezTo>
                  <a:lnTo>
                    <a:pt x="0" y="53435"/>
                  </a:lnTo>
                  <a:close/>
                </a:path>
              </a:pathLst>
            </a:custGeom>
            <a:solidFill>
              <a:srgbClr val="BCD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C7B65F7D-0452-862D-2D4A-E94FD6CEE405}"/>
                </a:ext>
              </a:extLst>
            </p:cNvPr>
            <p:cNvSpPr/>
            <p:nvPr/>
          </p:nvSpPr>
          <p:spPr>
            <a:xfrm>
              <a:off x="-1331440" y="4181011"/>
              <a:ext cx="212978" cy="215074"/>
            </a:xfrm>
            <a:custGeom>
              <a:avLst/>
              <a:gdLst>
                <a:gd name="connsiteX0" fmla="*/ 184785 w 212978"/>
                <a:gd name="connsiteY0" fmla="*/ 34290 h 215074"/>
                <a:gd name="connsiteX1" fmla="*/ 212979 w 212978"/>
                <a:gd name="connsiteY1" fmla="*/ 108109 h 215074"/>
                <a:gd name="connsiteX2" fmla="*/ 183166 w 212978"/>
                <a:gd name="connsiteY2" fmla="*/ 183070 h 215074"/>
                <a:gd name="connsiteX3" fmla="*/ 106585 w 212978"/>
                <a:gd name="connsiteY3" fmla="*/ 215074 h 215074"/>
                <a:gd name="connsiteX4" fmla="*/ 29623 w 212978"/>
                <a:gd name="connsiteY4" fmla="*/ 183070 h 215074"/>
                <a:gd name="connsiteX5" fmla="*/ 0 w 212978"/>
                <a:gd name="connsiteY5" fmla="*/ 108109 h 215074"/>
                <a:gd name="connsiteX6" fmla="*/ 28194 w 212978"/>
                <a:gd name="connsiteY6" fmla="*/ 34480 h 215074"/>
                <a:gd name="connsiteX7" fmla="*/ 106585 w 212978"/>
                <a:gd name="connsiteY7" fmla="*/ 0 h 215074"/>
                <a:gd name="connsiteX8" fmla="*/ 184880 w 212978"/>
                <a:gd name="connsiteY8" fmla="*/ 34290 h 215074"/>
                <a:gd name="connsiteX9" fmla="*/ 55245 w 212978"/>
                <a:gd name="connsiteY9" fmla="*/ 54769 h 215074"/>
                <a:gd name="connsiteX10" fmla="*/ 33718 w 212978"/>
                <a:gd name="connsiteY10" fmla="*/ 108585 h 215074"/>
                <a:gd name="connsiteX11" fmla="*/ 70009 w 212978"/>
                <a:gd name="connsiteY11" fmla="*/ 173736 h 215074"/>
                <a:gd name="connsiteX12" fmla="*/ 106680 w 212978"/>
                <a:gd name="connsiteY12" fmla="*/ 183166 h 215074"/>
                <a:gd name="connsiteX13" fmla="*/ 143351 w 212978"/>
                <a:gd name="connsiteY13" fmla="*/ 173736 h 215074"/>
                <a:gd name="connsiteX14" fmla="*/ 179641 w 212978"/>
                <a:gd name="connsiteY14" fmla="*/ 108585 h 215074"/>
                <a:gd name="connsiteX15" fmla="*/ 157924 w 212978"/>
                <a:gd name="connsiteY15" fmla="*/ 54769 h 215074"/>
                <a:gd name="connsiteX16" fmla="*/ 106680 w 212978"/>
                <a:gd name="connsiteY16" fmla="*/ 32575 h 215074"/>
                <a:gd name="connsiteX17" fmla="*/ 55340 w 212978"/>
                <a:gd name="connsiteY17" fmla="*/ 54769 h 2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8" h="215074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3070"/>
                  </a:cubicBezTo>
                  <a:cubicBezTo>
                    <a:pt x="163258" y="204502"/>
                    <a:pt x="137636" y="215074"/>
                    <a:pt x="106585" y="215074"/>
                  </a:cubicBezTo>
                  <a:cubicBezTo>
                    <a:pt x="75533" y="215074"/>
                    <a:pt x="49625" y="204406"/>
                    <a:pt x="29623" y="183070"/>
                  </a:cubicBezTo>
                  <a:cubicBezTo>
                    <a:pt x="9906" y="161734"/>
                    <a:pt x="0" y="136684"/>
                    <a:pt x="0" y="108109"/>
                  </a:cubicBezTo>
                  <a:cubicBezTo>
                    <a:pt x="0" y="79534"/>
                    <a:pt x="9430" y="55245"/>
                    <a:pt x="28194" y="34480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880" y="34290"/>
                  </a:cubicBezTo>
                  <a:moveTo>
                    <a:pt x="55245" y="54769"/>
                  </a:moveTo>
                  <a:cubicBezTo>
                    <a:pt x="40862" y="69628"/>
                    <a:pt x="33718" y="87535"/>
                    <a:pt x="33718" y="108585"/>
                  </a:cubicBezTo>
                  <a:cubicBezTo>
                    <a:pt x="33718" y="134874"/>
                    <a:pt x="46958" y="160401"/>
                    <a:pt x="70009" y="173736"/>
                  </a:cubicBezTo>
                  <a:cubicBezTo>
                    <a:pt x="81153" y="180022"/>
                    <a:pt x="93345" y="183166"/>
                    <a:pt x="106680" y="183166"/>
                  </a:cubicBezTo>
                  <a:cubicBezTo>
                    <a:pt x="120015" y="183166"/>
                    <a:pt x="132207" y="180022"/>
                    <a:pt x="143351" y="173736"/>
                  </a:cubicBezTo>
                  <a:cubicBezTo>
                    <a:pt x="166402" y="160401"/>
                    <a:pt x="179641" y="134874"/>
                    <a:pt x="179641" y="108585"/>
                  </a:cubicBezTo>
                  <a:cubicBezTo>
                    <a:pt x="179641" y="87535"/>
                    <a:pt x="172403" y="69628"/>
                    <a:pt x="157924" y="54769"/>
                  </a:cubicBezTo>
                  <a:cubicBezTo>
                    <a:pt x="143542" y="39910"/>
                    <a:pt x="126492" y="32575"/>
                    <a:pt x="106680" y="32575"/>
                  </a:cubicBezTo>
                  <a:cubicBezTo>
                    <a:pt x="86868" y="32575"/>
                    <a:pt x="69723" y="39910"/>
                    <a:pt x="55340" y="54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D7A702C5-E646-224B-AE1C-AAAFC107794A}"/>
                </a:ext>
              </a:extLst>
            </p:cNvPr>
            <p:cNvSpPr/>
            <p:nvPr/>
          </p:nvSpPr>
          <p:spPr>
            <a:xfrm>
              <a:off x="-1566327" y="4047280"/>
              <a:ext cx="207835" cy="349091"/>
            </a:xfrm>
            <a:custGeom>
              <a:avLst/>
              <a:gdLst>
                <a:gd name="connsiteX0" fmla="*/ 31813 w 207835"/>
                <a:gd name="connsiteY0" fmla="*/ 241173 h 349091"/>
                <a:gd name="connsiteX1" fmla="*/ 103918 w 207835"/>
                <a:gd name="connsiteY1" fmla="*/ 317087 h 349091"/>
                <a:gd name="connsiteX2" fmla="*/ 176022 w 207835"/>
                <a:gd name="connsiteY2" fmla="*/ 241173 h 349091"/>
                <a:gd name="connsiteX3" fmla="*/ 103918 w 207835"/>
                <a:gd name="connsiteY3" fmla="*/ 165259 h 349091"/>
                <a:gd name="connsiteX4" fmla="*/ 31813 w 207835"/>
                <a:gd name="connsiteY4" fmla="*/ 241173 h 349091"/>
                <a:gd name="connsiteX5" fmla="*/ 95 w 207835"/>
                <a:gd name="connsiteY5" fmla="*/ 235934 h 349091"/>
                <a:gd name="connsiteX6" fmla="*/ 0 w 207835"/>
                <a:gd name="connsiteY6" fmla="*/ 233934 h 349091"/>
                <a:gd name="connsiteX7" fmla="*/ 0 w 207835"/>
                <a:gd name="connsiteY7" fmla="*/ 17050 h 349091"/>
                <a:gd name="connsiteX8" fmla="*/ 16002 w 207835"/>
                <a:gd name="connsiteY8" fmla="*/ 0 h 349091"/>
                <a:gd name="connsiteX9" fmla="*/ 32004 w 207835"/>
                <a:gd name="connsiteY9" fmla="*/ 17050 h 349091"/>
                <a:gd name="connsiteX10" fmla="*/ 32004 w 207835"/>
                <a:gd name="connsiteY10" fmla="*/ 163354 h 349091"/>
                <a:gd name="connsiteX11" fmla="*/ 103918 w 207835"/>
                <a:gd name="connsiteY11" fmla="*/ 133445 h 349091"/>
                <a:gd name="connsiteX12" fmla="*/ 207836 w 207835"/>
                <a:gd name="connsiteY12" fmla="*/ 241268 h 349091"/>
                <a:gd name="connsiteX13" fmla="*/ 103918 w 207835"/>
                <a:gd name="connsiteY13" fmla="*/ 349091 h 349091"/>
                <a:gd name="connsiteX14" fmla="*/ 0 w 207835"/>
                <a:gd name="connsiteY14" fmla="*/ 241268 h 349091"/>
                <a:gd name="connsiteX15" fmla="*/ 95 w 207835"/>
                <a:gd name="connsiteY15" fmla="*/ 236029 h 34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9091">
                  <a:moveTo>
                    <a:pt x="31813" y="241173"/>
                  </a:moveTo>
                  <a:cubicBezTo>
                    <a:pt x="31813" y="284131"/>
                    <a:pt x="65056" y="317087"/>
                    <a:pt x="103918" y="317087"/>
                  </a:cubicBezTo>
                  <a:cubicBezTo>
                    <a:pt x="142780" y="317087"/>
                    <a:pt x="176022" y="284131"/>
                    <a:pt x="176022" y="241173"/>
                  </a:cubicBezTo>
                  <a:cubicBezTo>
                    <a:pt x="176022" y="198215"/>
                    <a:pt x="142780" y="165259"/>
                    <a:pt x="103918" y="165259"/>
                  </a:cubicBezTo>
                  <a:cubicBezTo>
                    <a:pt x="65056" y="165259"/>
                    <a:pt x="31813" y="198311"/>
                    <a:pt x="31813" y="241173"/>
                  </a:cubicBezTo>
                  <a:moveTo>
                    <a:pt x="95" y="235934"/>
                  </a:moveTo>
                  <a:cubicBezTo>
                    <a:pt x="95" y="235267"/>
                    <a:pt x="0" y="234601"/>
                    <a:pt x="0" y="233934"/>
                  </a:cubicBezTo>
                  <a:lnTo>
                    <a:pt x="0" y="17050"/>
                  </a:lnTo>
                  <a:cubicBezTo>
                    <a:pt x="0" y="8001"/>
                    <a:pt x="6858" y="0"/>
                    <a:pt x="16002" y="0"/>
                  </a:cubicBezTo>
                  <a:cubicBezTo>
                    <a:pt x="25146" y="0"/>
                    <a:pt x="32004" y="7906"/>
                    <a:pt x="32004" y="17050"/>
                  </a:cubicBezTo>
                  <a:lnTo>
                    <a:pt x="32004" y="163354"/>
                  </a:lnTo>
                  <a:cubicBezTo>
                    <a:pt x="50673" y="144875"/>
                    <a:pt x="76009" y="133445"/>
                    <a:pt x="103918" y="133445"/>
                  </a:cubicBezTo>
                  <a:cubicBezTo>
                    <a:pt x="161449" y="133445"/>
                    <a:pt x="207836" y="181832"/>
                    <a:pt x="207836" y="241268"/>
                  </a:cubicBezTo>
                  <a:cubicBezTo>
                    <a:pt x="207836" y="300704"/>
                    <a:pt x="161449" y="349091"/>
                    <a:pt x="103918" y="349091"/>
                  </a:cubicBezTo>
                  <a:cubicBezTo>
                    <a:pt x="46387" y="349091"/>
                    <a:pt x="0" y="300704"/>
                    <a:pt x="0" y="241268"/>
                  </a:cubicBezTo>
                  <a:cubicBezTo>
                    <a:pt x="0" y="239554"/>
                    <a:pt x="0" y="237744"/>
                    <a:pt x="95" y="2360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668956EA-D7A2-CEE5-2EFB-6DF8F2487051}"/>
                </a:ext>
              </a:extLst>
            </p:cNvPr>
            <p:cNvSpPr/>
            <p:nvPr/>
          </p:nvSpPr>
          <p:spPr>
            <a:xfrm>
              <a:off x="-1109317" y="4180535"/>
              <a:ext cx="198596" cy="215550"/>
            </a:xfrm>
            <a:custGeom>
              <a:avLst/>
              <a:gdLst>
                <a:gd name="connsiteX0" fmla="*/ 5334 w 198596"/>
                <a:gd name="connsiteY0" fmla="*/ 187452 h 215550"/>
                <a:gd name="connsiteX1" fmla="*/ 76200 w 198596"/>
                <a:gd name="connsiteY1" fmla="*/ 103061 h 215550"/>
                <a:gd name="connsiteX2" fmla="*/ 12383 w 198596"/>
                <a:gd name="connsiteY2" fmla="*/ 27242 h 215550"/>
                <a:gd name="connsiteX3" fmla="*/ 8001 w 198596"/>
                <a:gd name="connsiteY3" fmla="*/ 16478 h 215550"/>
                <a:gd name="connsiteX4" fmla="*/ 26480 w 198596"/>
                <a:gd name="connsiteY4" fmla="*/ 0 h 215550"/>
                <a:gd name="connsiteX5" fmla="*/ 42101 w 198596"/>
                <a:gd name="connsiteY5" fmla="*/ 7810 h 215550"/>
                <a:gd name="connsiteX6" fmla="*/ 98679 w 198596"/>
                <a:gd name="connsiteY6" fmla="*/ 76295 h 215550"/>
                <a:gd name="connsiteX7" fmla="*/ 155925 w 198596"/>
                <a:gd name="connsiteY7" fmla="*/ 6953 h 215550"/>
                <a:gd name="connsiteX8" fmla="*/ 170974 w 198596"/>
                <a:gd name="connsiteY8" fmla="*/ 0 h 215550"/>
                <a:gd name="connsiteX9" fmla="*/ 189357 w 198596"/>
                <a:gd name="connsiteY9" fmla="*/ 16478 h 215550"/>
                <a:gd name="connsiteX10" fmla="*/ 185738 w 198596"/>
                <a:gd name="connsiteY10" fmla="*/ 26289 h 215550"/>
                <a:gd name="connsiteX11" fmla="*/ 121349 w 198596"/>
                <a:gd name="connsiteY11" fmla="*/ 102965 h 215550"/>
                <a:gd name="connsiteX12" fmla="*/ 192881 w 198596"/>
                <a:gd name="connsiteY12" fmla="*/ 187071 h 215550"/>
                <a:gd name="connsiteX13" fmla="*/ 198596 w 198596"/>
                <a:gd name="connsiteY13" fmla="*/ 199073 h 215550"/>
                <a:gd name="connsiteX14" fmla="*/ 180213 w 198596"/>
                <a:gd name="connsiteY14" fmla="*/ 215551 h 215550"/>
                <a:gd name="connsiteX15" fmla="*/ 165450 w 198596"/>
                <a:gd name="connsiteY15" fmla="*/ 208979 h 215550"/>
                <a:gd name="connsiteX16" fmla="*/ 98774 w 198596"/>
                <a:gd name="connsiteY16" fmla="*/ 129731 h 215550"/>
                <a:gd name="connsiteX17" fmla="*/ 34385 w 198596"/>
                <a:gd name="connsiteY17" fmla="*/ 207454 h 215550"/>
                <a:gd name="connsiteX18" fmla="*/ 18479 w 198596"/>
                <a:gd name="connsiteY18" fmla="*/ 215551 h 215550"/>
                <a:gd name="connsiteX19" fmla="*/ 0 w 198596"/>
                <a:gd name="connsiteY19" fmla="*/ 199073 h 215550"/>
                <a:gd name="connsiteX20" fmla="*/ 5429 w 198596"/>
                <a:gd name="connsiteY20" fmla="*/ 187357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96" h="215550">
                  <a:moveTo>
                    <a:pt x="5334" y="187452"/>
                  </a:moveTo>
                  <a:lnTo>
                    <a:pt x="76200" y="103061"/>
                  </a:lnTo>
                  <a:lnTo>
                    <a:pt x="12383" y="27242"/>
                  </a:lnTo>
                  <a:cubicBezTo>
                    <a:pt x="9620" y="24384"/>
                    <a:pt x="8001" y="20574"/>
                    <a:pt x="8001" y="16478"/>
                  </a:cubicBezTo>
                  <a:cubicBezTo>
                    <a:pt x="8001" y="6858"/>
                    <a:pt x="16764" y="0"/>
                    <a:pt x="26480" y="0"/>
                  </a:cubicBezTo>
                  <a:cubicBezTo>
                    <a:pt x="32957" y="0"/>
                    <a:pt x="38767" y="2953"/>
                    <a:pt x="42101" y="7810"/>
                  </a:cubicBezTo>
                  <a:lnTo>
                    <a:pt x="98679" y="76295"/>
                  </a:lnTo>
                  <a:lnTo>
                    <a:pt x="155925" y="6953"/>
                  </a:lnTo>
                  <a:cubicBezTo>
                    <a:pt x="159353" y="2667"/>
                    <a:pt x="164878" y="0"/>
                    <a:pt x="170974" y="0"/>
                  </a:cubicBezTo>
                  <a:cubicBezTo>
                    <a:pt x="180594" y="0"/>
                    <a:pt x="189357" y="6858"/>
                    <a:pt x="189357" y="16478"/>
                  </a:cubicBezTo>
                  <a:cubicBezTo>
                    <a:pt x="189357" y="20193"/>
                    <a:pt x="188024" y="23622"/>
                    <a:pt x="185738" y="26289"/>
                  </a:cubicBezTo>
                  <a:lnTo>
                    <a:pt x="121349" y="102965"/>
                  </a:lnTo>
                  <a:lnTo>
                    <a:pt x="192881" y="187071"/>
                  </a:lnTo>
                  <a:cubicBezTo>
                    <a:pt x="196310" y="190024"/>
                    <a:pt x="198596" y="194215"/>
                    <a:pt x="198596" y="199073"/>
                  </a:cubicBezTo>
                  <a:cubicBezTo>
                    <a:pt x="198596" y="208693"/>
                    <a:pt x="189833" y="215551"/>
                    <a:pt x="180213" y="215551"/>
                  </a:cubicBezTo>
                  <a:cubicBezTo>
                    <a:pt x="174308" y="215551"/>
                    <a:pt x="168878" y="212979"/>
                    <a:pt x="165450" y="208979"/>
                  </a:cubicBezTo>
                  <a:lnTo>
                    <a:pt x="98774" y="129731"/>
                  </a:lnTo>
                  <a:lnTo>
                    <a:pt x="34385" y="207454"/>
                  </a:lnTo>
                  <a:cubicBezTo>
                    <a:pt x="31052" y="212408"/>
                    <a:pt x="25146" y="215551"/>
                    <a:pt x="18479" y="215551"/>
                  </a:cubicBezTo>
                  <a:cubicBezTo>
                    <a:pt x="8858" y="215551"/>
                    <a:pt x="0" y="208693"/>
                    <a:pt x="0" y="199073"/>
                  </a:cubicBezTo>
                  <a:cubicBezTo>
                    <a:pt x="0" y="194405"/>
                    <a:pt x="2191" y="190310"/>
                    <a:pt x="5429" y="187357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85F1594B-9F84-336A-5A85-7C6C3746B908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E71473D0-3ABF-8F27-AF00-EE1475BEE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25922"/>
            <a:ext cx="12192000" cy="274050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FE07F-A114-9CD0-EC6F-F0CCD0FC1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368CB6E9-130A-3E25-C43E-93201A88181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4815871"/>
            <a:ext cx="12192000" cy="20796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AB842-A243-96A6-F07C-E6AF7C1AD30A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29" r:id="rId2"/>
    <p:sldLayoutId id="214748374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8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46" r:id="rId2"/>
    <p:sldLayoutId id="2147483692" r:id="rId3"/>
    <p:sldLayoutId id="2147483702" r:id="rId4"/>
    <p:sldLayoutId id="2147483808" r:id="rId5"/>
    <p:sldLayoutId id="2147483699" r:id="rId6"/>
    <p:sldLayoutId id="2147483747" r:id="rId7"/>
    <p:sldLayoutId id="2147483748" r:id="rId8"/>
    <p:sldLayoutId id="2147483724" r:id="rId9"/>
    <p:sldLayoutId id="2147483757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61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251" userDrawn="1">
          <p15:clr>
            <a:srgbClr val="F26B43"/>
          </p15:clr>
        </p15:guide>
        <p15:guide id="7" pos="1596" userDrawn="1">
          <p15:clr>
            <a:srgbClr val="F26B43"/>
          </p15:clr>
        </p15:guide>
        <p15:guide id="8" pos="1941" userDrawn="1">
          <p15:clr>
            <a:srgbClr val="F26B43"/>
          </p15:clr>
        </p15:guide>
        <p15:guide id="9" pos="2286" userDrawn="1">
          <p15:clr>
            <a:srgbClr val="F26B43"/>
          </p15:clr>
        </p15:guide>
        <p15:guide id="10" pos="2632" userDrawn="1">
          <p15:clr>
            <a:srgbClr val="F26B43"/>
          </p15:clr>
        </p15:guide>
        <p15:guide id="11" pos="2977" userDrawn="1">
          <p15:clr>
            <a:srgbClr val="F26B43"/>
          </p15:clr>
        </p15:guide>
        <p15:guide id="12" pos="3322" userDrawn="1">
          <p15:clr>
            <a:srgbClr val="F26B43"/>
          </p15:clr>
        </p15:guide>
        <p15:guide id="13" pos="3667" userDrawn="1">
          <p15:clr>
            <a:srgbClr val="F26B43"/>
          </p15:clr>
        </p15:guide>
        <p15:guide id="14" pos="4012" userDrawn="1">
          <p15:clr>
            <a:srgbClr val="F26B43"/>
          </p15:clr>
        </p15:guide>
        <p15:guide id="15" pos="4357" userDrawn="1">
          <p15:clr>
            <a:srgbClr val="F26B43"/>
          </p15:clr>
        </p15:guide>
        <p15:guide id="16" pos="4702" userDrawn="1">
          <p15:clr>
            <a:srgbClr val="F26B43"/>
          </p15:clr>
        </p15:guide>
        <p15:guide id="17" pos="5048" userDrawn="1">
          <p15:clr>
            <a:srgbClr val="F26B43"/>
          </p15:clr>
        </p15:guide>
        <p15:guide id="18" pos="5393" userDrawn="1">
          <p15:clr>
            <a:srgbClr val="F26B43"/>
          </p15:clr>
        </p15:guide>
        <p15:guide id="19" pos="5738" userDrawn="1">
          <p15:clr>
            <a:srgbClr val="F26B43"/>
          </p15:clr>
        </p15:guide>
        <p15:guide id="20" pos="6083" userDrawn="1">
          <p15:clr>
            <a:srgbClr val="F26B43"/>
          </p15:clr>
        </p15:guide>
        <p15:guide id="21" pos="6428" userDrawn="1">
          <p15:clr>
            <a:srgbClr val="F26B43"/>
          </p15:clr>
        </p15:guide>
        <p15:guide id="22" pos="6773" userDrawn="1">
          <p15:clr>
            <a:srgbClr val="F26B43"/>
          </p15:clr>
        </p15:guide>
        <p15:guide id="23" pos="7118" userDrawn="1">
          <p15:clr>
            <a:srgbClr val="F26B43"/>
          </p15:clr>
        </p15:guide>
        <p15:guide id="24" pos="7464" userDrawn="1">
          <p15:clr>
            <a:srgbClr val="F26B43"/>
          </p15:clr>
        </p15:guide>
        <p15:guide id="25" orient="horz" userDrawn="1">
          <p15:clr>
            <a:srgbClr val="F26B43"/>
          </p15:clr>
        </p15:guide>
        <p15:guide id="26" orient="horz" pos="4320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80" userDrawn="1">
          <p15:clr>
            <a:srgbClr val="F26B43"/>
          </p15:clr>
        </p15:guide>
        <p15:guide id="29" orient="horz" pos="816" userDrawn="1">
          <p15:clr>
            <a:srgbClr val="F26B43"/>
          </p15:clr>
        </p15:guide>
        <p15:guide id="30" orient="horz" pos="1152" userDrawn="1">
          <p15:clr>
            <a:srgbClr val="F26B43"/>
          </p15:clr>
        </p15:guide>
        <p15:guide id="31" orient="horz" pos="1488" userDrawn="1">
          <p15:clr>
            <a:srgbClr val="F26B43"/>
          </p15:clr>
        </p15:guide>
        <p15:guide id="32" orient="horz" pos="1824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  <p15:guide id="34" orient="horz" pos="2496" userDrawn="1">
          <p15:clr>
            <a:srgbClr val="F26B43"/>
          </p15:clr>
        </p15:guide>
        <p15:guide id="35" orient="horz" pos="2832" userDrawn="1">
          <p15:clr>
            <a:srgbClr val="F26B43"/>
          </p15:clr>
        </p15:guide>
        <p15:guide id="36" orient="horz" pos="3168" userDrawn="1">
          <p15:clr>
            <a:srgbClr val="F26B43"/>
          </p15:clr>
        </p15:guide>
        <p15:guide id="37" orient="horz" pos="350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EA0DB49-07C3-7054-35E2-F1D0ED628D08}"/>
              </a:ext>
            </a:extLst>
          </p:cNvPr>
          <p:cNvSpPr/>
          <p:nvPr userDrawn="1"/>
        </p:nvSpPr>
        <p:spPr>
          <a:xfrm>
            <a:off x="318632" y="-1261872"/>
            <a:ext cx="13109491" cy="781507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48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raingerplc.atlassian.net/issues/?filter=12246" TargetMode="External"/><Relationship Id="rId13" Type="http://schemas.openxmlformats.org/officeDocument/2006/relationships/image" Target="../media/image17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svg"/><Relationship Id="rId15" Type="http://schemas.openxmlformats.org/officeDocument/2006/relationships/hyperlink" Target="https://graingerplc.atlassian.net/jira/dashboards/10257" TargetMode="External"/><Relationship Id="rId10" Type="http://schemas.openxmlformats.org/officeDocument/2006/relationships/image" Target="../media/image14.emf"/><Relationship Id="rId4" Type="http://schemas.openxmlformats.org/officeDocument/2006/relationships/image" Target="../media/image10.png"/><Relationship Id="rId9" Type="http://schemas.openxmlformats.org/officeDocument/2006/relationships/hyperlink" Target="https://graingerplc.atlassian.net/issues/?filter=12251&amp;jql=project%20%3D%20%22Customer%20Journey%20-%20Renewals%20Project%22%20AND%20fixVersion%20%3D%20%22UAT%20Sprint%207%22%20AND%20type%20%3D%20Story%0AORDER%20BY%20created%20DESC" TargetMode="External"/><Relationship Id="rId1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182FC-C4B5-77D3-0384-8FF7A48A4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4657" y="1908794"/>
            <a:ext cx="10662686" cy="1768471"/>
          </a:xfrm>
        </p:spPr>
        <p:txBody>
          <a:bodyPr lIns="91440" tIns="45720" rIns="91440" bIns="45720" anchor="ctr" anchorCtr="0"/>
          <a:lstStyle/>
          <a:p>
            <a:r>
              <a:rPr lang="en-US" dirty="0">
                <a:latin typeface="Proxima Nova Lt"/>
              </a:rPr>
              <a:t>Sprint Review: SVOT &amp; Renewals</a:t>
            </a:r>
          </a:p>
          <a:p>
            <a:r>
              <a:rPr lang="en-US" sz="1800" dirty="0">
                <a:latin typeface="Proxima Nova Lt"/>
              </a:rPr>
              <a:t>Sprint 7</a:t>
            </a:r>
          </a:p>
          <a:p>
            <a:r>
              <a:rPr lang="en-US" sz="1800" dirty="0">
                <a:latin typeface="Proxima Nova Lt"/>
              </a:rPr>
              <a:t>14 July – 1 Aug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6467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5024-72D8-773D-7CD8-400C625D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E2C463-C390-4263-460C-AFDE774836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Sprint Overview</a:t>
            </a:r>
          </a:p>
        </p:txBody>
      </p:sp>
      <p:sp>
        <p:nvSpPr>
          <p:cNvPr id="4" name="Rectangle: Rounded Corners 139">
            <a:extLst>
              <a:ext uri="{FF2B5EF4-FFF2-40B4-BE49-F238E27FC236}">
                <a16:creationId xmlns:a16="http://schemas.microsoft.com/office/drawing/2014/main" id="{7A6E1B3F-AB8C-F49E-9B9F-92E5CC46F02C}"/>
              </a:ext>
            </a:extLst>
          </p:cNvPr>
          <p:cNvSpPr/>
          <p:nvPr/>
        </p:nvSpPr>
        <p:spPr>
          <a:xfrm>
            <a:off x="740185" y="2435710"/>
            <a:ext cx="3246309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47B350D-0617-4110-1490-A9B4180A6D23}"/>
              </a:ext>
            </a:extLst>
          </p:cNvPr>
          <p:cNvSpPr txBox="1"/>
          <p:nvPr/>
        </p:nvSpPr>
        <p:spPr>
          <a:xfrm>
            <a:off x="1066442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Work Items Delivered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A66945-0BBD-162C-3C9D-F247EA0C75E6}"/>
              </a:ext>
            </a:extLst>
          </p:cNvPr>
          <p:cNvSpPr txBox="1"/>
          <p:nvPr/>
        </p:nvSpPr>
        <p:spPr>
          <a:xfrm>
            <a:off x="1073904" y="4517182"/>
            <a:ext cx="208346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/>
              <a:t>Story Points Completed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D6C170-F610-33F4-F88F-E0AFA05CF421}"/>
              </a:ext>
            </a:extLst>
          </p:cNvPr>
          <p:cNvSpPr txBox="1"/>
          <p:nvPr/>
        </p:nvSpPr>
        <p:spPr>
          <a:xfrm>
            <a:off x="1138553" y="2654582"/>
            <a:ext cx="138111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Weeks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A4378B3-071C-4B9B-1DC8-CAC0726EC764}"/>
              </a:ext>
            </a:extLst>
          </p:cNvPr>
          <p:cNvSpPr txBox="1">
            <a:spLocks/>
          </p:cNvSpPr>
          <p:nvPr/>
        </p:nvSpPr>
        <p:spPr>
          <a:xfrm>
            <a:off x="2478758" y="4458088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/>
              </a:rPr>
              <a:t>65</a:t>
            </a:r>
            <a:endParaRPr lang="en-US" sz="2400" dirty="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4643F2-6ECC-709D-32A1-D5D484806361}"/>
              </a:ext>
            </a:extLst>
          </p:cNvPr>
          <p:cNvSpPr txBox="1">
            <a:spLocks/>
          </p:cNvSpPr>
          <p:nvPr/>
        </p:nvSpPr>
        <p:spPr>
          <a:xfrm>
            <a:off x="2478758" y="2594936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/>
              </a:rPr>
              <a:t>3</a:t>
            </a:r>
            <a:endParaRPr lang="en-US" sz="240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AE0D17-3807-9270-4991-4A510302CB8C}"/>
              </a:ext>
            </a:extLst>
          </p:cNvPr>
          <p:cNvSpPr/>
          <p:nvPr/>
        </p:nvSpPr>
        <p:spPr>
          <a:xfrm>
            <a:off x="765252" y="1712564"/>
            <a:ext cx="3246309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Numbers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0B683971-79F5-EC68-73A0-0AA2F04A3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191" y="2472824"/>
            <a:ext cx="582200" cy="5822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5F7FA89-7392-DA55-A5F4-5629A45C590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4440" y="3130384"/>
            <a:ext cx="592097" cy="492293"/>
          </a:xfrm>
          <a:prstGeom prst="rect">
            <a:avLst/>
          </a:prstGeom>
        </p:spPr>
      </p:pic>
      <p:pic>
        <p:nvPicPr>
          <p:cNvPr id="75" name="Graphic 74" descr="Clipboard All Crosses outline">
            <a:extLst>
              <a:ext uri="{FF2B5EF4-FFF2-40B4-BE49-F238E27FC236}">
                <a16:creationId xmlns:a16="http://schemas.microsoft.com/office/drawing/2014/main" id="{B996B75D-9228-8D7C-7ADD-6E0237899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61619" y="4357656"/>
            <a:ext cx="516721" cy="516721"/>
          </a:xfrm>
          <a:prstGeom prst="rect">
            <a:avLst/>
          </a:prstGeom>
        </p:spPr>
      </p:pic>
      <p:sp>
        <p:nvSpPr>
          <p:cNvPr id="88" name="Rectangle: Rounded Corners 139">
            <a:extLst>
              <a:ext uri="{FF2B5EF4-FFF2-40B4-BE49-F238E27FC236}">
                <a16:creationId xmlns:a16="http://schemas.microsoft.com/office/drawing/2014/main" id="{16ABE9C5-5D8A-1DC9-3431-F22D4C73E340}"/>
              </a:ext>
            </a:extLst>
          </p:cNvPr>
          <p:cNvSpPr/>
          <p:nvPr/>
        </p:nvSpPr>
        <p:spPr>
          <a:xfrm>
            <a:off x="4522999" y="2435710"/>
            <a:ext cx="2951064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89" name="Text Placeholder 3">
            <a:extLst>
              <a:ext uri="{FF2B5EF4-FFF2-40B4-BE49-F238E27FC236}">
                <a16:creationId xmlns:a16="http://schemas.microsoft.com/office/drawing/2014/main" id="{52505968-3699-027E-2430-1923F313B8BB}"/>
              </a:ext>
            </a:extLst>
          </p:cNvPr>
          <p:cNvSpPr txBox="1"/>
          <p:nvPr/>
        </p:nvSpPr>
        <p:spPr>
          <a:xfrm>
            <a:off x="4807021" y="3490617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/>
                <a:hlinkClick r:id="rId8"/>
              </a:rPr>
              <a:t>Work Items To Still Test </a:t>
            </a:r>
            <a:r>
              <a:rPr lang="en-US" dirty="0">
                <a:latin typeface="Proxima Nova Lt"/>
              </a:rPr>
              <a:t>    </a:t>
            </a:r>
            <a:endParaRPr sz="2800" dirty="0">
              <a:latin typeface="Proxima Nova Lt" panose="02000506030000020004" pitchFamily="50" charset="0"/>
            </a:endParaRPr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C7C8151C-CAD0-93F6-9121-81AF79A2C808}"/>
              </a:ext>
            </a:extLst>
          </p:cNvPr>
          <p:cNvSpPr txBox="1"/>
          <p:nvPr/>
        </p:nvSpPr>
        <p:spPr>
          <a:xfrm>
            <a:off x="4770010" y="2791879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  <a:hlinkClick r:id="rId9"/>
              </a:rPr>
              <a:t>Sprint work Items Delivered</a:t>
            </a:r>
            <a:endParaRPr>
              <a:latin typeface="Proxima Nova Lt"/>
              <a:hlinkClick r:id="rId9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A9F2AB2-072F-3340-F1DF-CAB06959B99B}"/>
              </a:ext>
            </a:extLst>
          </p:cNvPr>
          <p:cNvSpPr/>
          <p:nvPr/>
        </p:nvSpPr>
        <p:spPr>
          <a:xfrm>
            <a:off x="4548066" y="1712564"/>
            <a:ext cx="2845791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Links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F53A10A-3622-BE27-1C9E-712CF5B17F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5988" y="2705306"/>
            <a:ext cx="494022" cy="458093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8D327735-31B4-34C8-C735-1B09EA65559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67160" y="3349714"/>
            <a:ext cx="561812" cy="561812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C30C21D-BA64-AED6-31A4-6A8AB79948CF}"/>
              </a:ext>
            </a:extLst>
          </p:cNvPr>
          <p:cNvSpPr txBox="1"/>
          <p:nvPr/>
        </p:nvSpPr>
        <p:spPr>
          <a:xfrm>
            <a:off x="4838451" y="3798476"/>
            <a:ext cx="2613279" cy="51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sz="1000">
                <a:latin typeface="Proxima Nova Lt" panose="02000506030000020004" pitchFamily="50" charset="0"/>
              </a:rPr>
              <a:t>Update ”Grainger Testing” to “Yes” to confirm the work item has delivered the functionality detailed in the Acceptance Criteria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B2519-EFA1-3865-781F-502DC90B6629}"/>
              </a:ext>
            </a:extLst>
          </p:cNvPr>
          <p:cNvSpPr txBox="1"/>
          <p:nvPr/>
        </p:nvSpPr>
        <p:spPr>
          <a:xfrm>
            <a:off x="1046537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UAT Items Addressed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4C3A25-2697-FFB3-90BE-E65C7287BF0F}"/>
              </a:ext>
            </a:extLst>
          </p:cNvPr>
          <p:cNvSpPr txBox="1">
            <a:spLocks/>
          </p:cNvSpPr>
          <p:nvPr/>
        </p:nvSpPr>
        <p:spPr>
          <a:xfrm>
            <a:off x="2473731" y="3823557"/>
            <a:ext cx="1374095" cy="36422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4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5DCE54-D640-3B1E-4735-805ED588E7CD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27709" y="3685443"/>
            <a:ext cx="624148" cy="624148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C54FA6C-5ECB-97B0-71E1-E141FFFADA21}"/>
              </a:ext>
            </a:extLst>
          </p:cNvPr>
          <p:cNvSpPr txBox="1"/>
          <p:nvPr/>
        </p:nvSpPr>
        <p:spPr>
          <a:xfrm>
            <a:off x="4798649" y="4431334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  <a:hlinkClick r:id="rId15"/>
              </a:rPr>
              <a:t>Dashboard Overview</a:t>
            </a:r>
            <a:endParaRPr>
              <a:latin typeface="Proxima Nova Lt" panose="02000506030000020004" pitchFamily="50" charset="0"/>
            </a:endParaRPr>
          </a:p>
        </p:txBody>
      </p:sp>
      <p:pic>
        <p:nvPicPr>
          <p:cNvPr id="12" name="Graphic 11" descr="Clipboard All Crosses outline">
            <a:extLst>
              <a:ext uri="{FF2B5EF4-FFF2-40B4-BE49-F238E27FC236}">
                <a16:creationId xmlns:a16="http://schemas.microsoft.com/office/drawing/2014/main" id="{21205693-E326-3A39-86E2-0CA793CF33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253289" y="4290925"/>
            <a:ext cx="516721" cy="516721"/>
          </a:xfrm>
          <a:prstGeom prst="rect">
            <a:avLst/>
          </a:prstGeom>
        </p:spPr>
      </p:pic>
      <p:sp>
        <p:nvSpPr>
          <p:cNvPr id="13" name="Rectangle: Rounded Corners 139">
            <a:extLst>
              <a:ext uri="{FF2B5EF4-FFF2-40B4-BE49-F238E27FC236}">
                <a16:creationId xmlns:a16="http://schemas.microsoft.com/office/drawing/2014/main" id="{5A748B35-1975-87A7-B64F-F6F1CD54E8C1}"/>
              </a:ext>
            </a:extLst>
          </p:cNvPr>
          <p:cNvSpPr/>
          <p:nvPr/>
        </p:nvSpPr>
        <p:spPr>
          <a:xfrm>
            <a:off x="8075355" y="2473810"/>
            <a:ext cx="3655979" cy="3389094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568F8C4-91C3-CB78-5BBA-A45C4EAD76AD}"/>
              </a:ext>
            </a:extLst>
          </p:cNvPr>
          <p:cNvSpPr txBox="1"/>
          <p:nvPr/>
        </p:nvSpPr>
        <p:spPr>
          <a:xfrm>
            <a:off x="8391780" y="2839407"/>
            <a:ext cx="200115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</a:rPr>
              <a:t>Sprint 7 SIT Testing</a:t>
            </a:r>
            <a:endParaRPr sz="2800">
              <a:latin typeface="Proxima Nova Lt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23C3398-9E5D-81EC-40F0-6CE041AD173D}"/>
              </a:ext>
            </a:extLst>
          </p:cNvPr>
          <p:cNvSpPr txBox="1"/>
          <p:nvPr/>
        </p:nvSpPr>
        <p:spPr>
          <a:xfrm>
            <a:off x="8458455" y="4373222"/>
            <a:ext cx="154116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20" rIns="45719" bIns="45720" anchor="t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>
                <a:latin typeface="Proxima Nova Lt"/>
              </a:rPr>
              <a:t>Release 2 Go Live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1C9CF84-19E7-C166-435F-0E21EB13A62E}"/>
              </a:ext>
            </a:extLst>
          </p:cNvPr>
          <p:cNvSpPr txBox="1"/>
          <p:nvPr/>
        </p:nvSpPr>
        <p:spPr>
          <a:xfrm>
            <a:off x="8391780" y="3627936"/>
            <a:ext cx="167774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</a:rPr>
              <a:t>Sprint 7 UAT Testing</a:t>
            </a:r>
            <a:endParaRPr>
              <a:latin typeface="Proxima Nova Lt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C903A91-3BD0-5353-32C5-8FBCB6FAC5D6}"/>
              </a:ext>
            </a:extLst>
          </p:cNvPr>
          <p:cNvSpPr txBox="1">
            <a:spLocks/>
          </p:cNvSpPr>
          <p:nvPr/>
        </p:nvSpPr>
        <p:spPr>
          <a:xfrm>
            <a:off x="10334434" y="3644079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/>
              </a:rPr>
              <a:t>11 Aug – 22  Aug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1BF090-EBC7-4496-3401-F25B8A49A0F7}"/>
              </a:ext>
            </a:extLst>
          </p:cNvPr>
          <p:cNvSpPr/>
          <p:nvPr/>
        </p:nvSpPr>
        <p:spPr>
          <a:xfrm>
            <a:off x="8100423" y="1712564"/>
            <a:ext cx="3621386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Key Dates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7F7EF75-6B7A-BBC5-2214-5824C28477E2}"/>
              </a:ext>
            </a:extLst>
          </p:cNvPr>
          <p:cNvSpPr txBox="1">
            <a:spLocks/>
          </p:cNvSpPr>
          <p:nvPr/>
        </p:nvSpPr>
        <p:spPr>
          <a:xfrm>
            <a:off x="10334434" y="283017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/>
              </a:rPr>
              <a:t>5 Aug – 8 Aug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74C3F1B-B82E-F1EF-9916-2758FD0C1E96}"/>
              </a:ext>
            </a:extLst>
          </p:cNvPr>
          <p:cNvSpPr txBox="1">
            <a:spLocks/>
          </p:cNvSpPr>
          <p:nvPr/>
        </p:nvSpPr>
        <p:spPr>
          <a:xfrm>
            <a:off x="10248709" y="5065399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/>
              </a:rPr>
              <a:t>1 Sep -  12 Sep</a:t>
            </a:r>
            <a:endParaRPr lang="en-US" sz="1200" dirty="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4BC4CEAE-0462-048F-A40A-F8B8FA12BCC3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09946" y="2654210"/>
            <a:ext cx="624148" cy="62414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2B0D37D-0475-85D5-6843-0EA5F52BFA99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64570" y="3427827"/>
            <a:ext cx="624148" cy="6241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0AFCD1-4BC8-3BDC-BF2F-B2F76482BC15}"/>
              </a:ext>
            </a:extLst>
          </p:cNvPr>
          <p:cNvSpPr txBox="1"/>
          <p:nvPr/>
        </p:nvSpPr>
        <p:spPr>
          <a:xfrm>
            <a:off x="2953419" y="3224836"/>
            <a:ext cx="9614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       </a:t>
            </a:r>
            <a:endParaRPr lang="en-US" sz="2400" dirty="0">
              <a:solidFill>
                <a:srgbClr val="BCD727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C32CCE8-52F7-08D2-51DB-E1B91A7BF0D3}"/>
              </a:ext>
            </a:extLst>
          </p:cNvPr>
          <p:cNvSpPr txBox="1">
            <a:spLocks/>
          </p:cNvSpPr>
          <p:nvPr/>
        </p:nvSpPr>
        <p:spPr>
          <a:xfrm>
            <a:off x="2464205" y="3223482"/>
            <a:ext cx="1374095" cy="36422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/>
              </a:rPr>
              <a:t>35</a:t>
            </a:r>
            <a:endParaRPr lang="en-US" sz="2400" dirty="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FB2F273-7C08-B0BD-C779-825381A10CEB}"/>
              </a:ext>
            </a:extLst>
          </p:cNvPr>
          <p:cNvSpPr txBox="1"/>
          <p:nvPr/>
        </p:nvSpPr>
        <p:spPr>
          <a:xfrm>
            <a:off x="8458454" y="5049497"/>
            <a:ext cx="154116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>
                <a:latin typeface="Proxima Nova Lt"/>
              </a:rPr>
              <a:t>Prod Support</a:t>
            </a:r>
          </a:p>
        </p:txBody>
      </p:sp>
      <p:pic>
        <p:nvPicPr>
          <p:cNvPr id="24" name="Graphic 23" descr="Clipboard All Crosses outline">
            <a:extLst>
              <a:ext uri="{FF2B5EF4-FFF2-40B4-BE49-F238E27FC236}">
                <a16:creationId xmlns:a16="http://schemas.microsoft.com/office/drawing/2014/main" id="{3B2B8CDE-FCBB-432C-CC4B-81D6349228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844655" y="4195369"/>
            <a:ext cx="516721" cy="516721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7297CEE-0029-E794-313B-AEE9961BD2A5}"/>
              </a:ext>
            </a:extLst>
          </p:cNvPr>
          <p:cNvSpPr txBox="1">
            <a:spLocks/>
          </p:cNvSpPr>
          <p:nvPr/>
        </p:nvSpPr>
        <p:spPr>
          <a:xfrm>
            <a:off x="10334434" y="438912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/>
              </a:rPr>
              <a:t>1 Sep </a:t>
            </a:r>
            <a:endParaRPr lang="en-US" sz="1200" dirty="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E6BB2EB2-9CA8-A590-2D75-3B36B481DB91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764569" y="4885151"/>
            <a:ext cx="624148" cy="62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7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036BC-08AE-4551-A50B-110B588D0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Delivered</a:t>
            </a: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D9E1E9D-B598-13BB-98DF-C031FFD78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747713"/>
            <a:ext cx="4743450" cy="5429250"/>
          </a:xfrm>
          <a:prstGeom prst="rect">
            <a:avLst/>
          </a:prstGeom>
        </p:spPr>
      </p:pic>
      <p:pic>
        <p:nvPicPr>
          <p:cNvPr id="7" name="Picture 6" descr="A screenshot of a list of information&#10;&#10;AI-generated content may be incorrect.">
            <a:extLst>
              <a:ext uri="{FF2B5EF4-FFF2-40B4-BE49-F238E27FC236}">
                <a16:creationId xmlns:a16="http://schemas.microsoft.com/office/drawing/2014/main" id="{2427D3F2-8C34-EB88-9871-C4A6BA32D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52475"/>
            <a:ext cx="51339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05EA-58CE-7FEC-EB5D-B0D0DC72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F787AB-D35B-41D8-922E-58E6B6D926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Planned for Next Sprint</a:t>
            </a:r>
          </a:p>
        </p:txBody>
      </p:sp>
    </p:spTree>
    <p:extLst>
      <p:ext uri="{BB962C8B-B14F-4D97-AF65-F5344CB8AC3E}">
        <p14:creationId xmlns:p14="http://schemas.microsoft.com/office/powerpoint/2010/main" val="245974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7FEE-DD99-D656-6195-30171403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8056B1-AFB0-5BC2-27B0-E732BE0DAE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General Items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094B9E2-793B-53E8-898F-AE30D54F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297676"/>
              </p:ext>
            </p:extLst>
          </p:nvPr>
        </p:nvGraphicFramePr>
        <p:xfrm>
          <a:off x="632995" y="21260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Risk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None</a:t>
                      </a: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54D23CC-08A4-9793-C489-A6061026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7480"/>
              </p:ext>
            </p:extLst>
          </p:nvPr>
        </p:nvGraphicFramePr>
        <p:xfrm>
          <a:off x="632996" y="35289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Issue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None</a:t>
                      </a: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342D7E-9006-C98D-59CC-78992BCBD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37834"/>
              </p:ext>
            </p:extLst>
          </p:nvPr>
        </p:nvGraphicFramePr>
        <p:xfrm>
          <a:off x="632994" y="930410"/>
          <a:ext cx="1093622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94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5532329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Items Carried over to next Sprint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Reasons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5BFCA6-DA57-E5DC-AE07-25F52FA91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593375"/>
              </p:ext>
            </p:extLst>
          </p:nvPr>
        </p:nvGraphicFramePr>
        <p:xfrm>
          <a:off x="632995" y="4815070"/>
          <a:ext cx="109362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4023276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  <a:gridCol w="5479167">
                  <a:extLst>
                    <a:ext uri="{9D8B030D-6E8A-4147-A177-3AD203B41FA5}">
                      <a16:colId xmlns:a16="http://schemas.microsoft.com/office/drawing/2014/main" val="170230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6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59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33799" y="2658682"/>
            <a:ext cx="4724400" cy="669925"/>
          </a:xfrm>
        </p:spPr>
        <p:txBody>
          <a:bodyPr lIns="91440" tIns="45720" rIns="91440" bIns="45720" anchor="b"/>
          <a:lstStyle/>
          <a:p>
            <a:pPr algn="ctr"/>
            <a:r>
              <a:rPr lang="en-US" sz="3600">
                <a:solidFill>
                  <a:schemeClr val="bg1"/>
                </a:solidFill>
                <a:latin typeface="Proxima Nova Rg" panose="02000506030000020004" pitchFamily="2" charset="0"/>
              </a:rPr>
              <a:t>Thank You</a:t>
            </a:r>
            <a:endParaRPr lang="en-ZA" sz="36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D0F76C-A073-0741-0F08-E08F0009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76" y="1083109"/>
            <a:ext cx="2951847" cy="914657"/>
          </a:xfrm>
          <a:prstGeom prst="rect">
            <a:avLst/>
          </a:prstGeom>
        </p:spPr>
      </p:pic>
      <p:sp>
        <p:nvSpPr>
          <p:cNvPr id="9" name="Rectangle: Diagonal Corners Rounded 6">
            <a:extLst>
              <a:ext uri="{FF2B5EF4-FFF2-40B4-BE49-F238E27FC236}">
                <a16:creationId xmlns:a16="http://schemas.microsoft.com/office/drawing/2014/main" id="{8829291B-20E6-AF2E-8C5E-83B990D55A68}"/>
              </a:ext>
            </a:extLst>
          </p:cNvPr>
          <p:cNvSpPr/>
          <p:nvPr/>
        </p:nvSpPr>
        <p:spPr>
          <a:xfrm rot="10800000">
            <a:off x="446975" y="-927847"/>
            <a:ext cx="12623566" cy="7153835"/>
          </a:xfrm>
          <a:prstGeom prst="round2DiagRect">
            <a:avLst>
              <a:gd name="adj1" fmla="val 10307"/>
              <a:gd name="adj2" fmla="val 1315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. Cover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Rg">
      <a:majorFont>
        <a:latin typeface="Proxima Nova Rg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31064E1A-A0E9-904A-A880-18252F4F0BB9}"/>
    </a:ext>
  </a:extLst>
</a:theme>
</file>

<file path=ppt/theme/theme2.xml><?xml version="1.0" encoding="utf-8"?>
<a:theme xmlns:a="http://schemas.openxmlformats.org/drawingml/2006/main" name="5. Whit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DAAD98D1-008E-CF46-9D06-6718F2F4F938}"/>
    </a:ext>
  </a:extLst>
</a:theme>
</file>

<file path=ppt/theme/theme3.xml><?xml version="1.0" encoding="utf-8"?>
<a:theme xmlns:a="http://schemas.openxmlformats.org/drawingml/2006/main" name="8. Green content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2501C633-698D-1447-A87A-6E5DFAAFA94F}"/>
    </a:ext>
  </a:extLst>
</a:theme>
</file>

<file path=ppt/theme/theme4.xml><?xml version="1.0" encoding="utf-8"?>
<a:theme xmlns:a="http://schemas.openxmlformats.org/drawingml/2006/main" name="4. White + green lin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BD1D2A2A-301D-7B42-ADFE-0AAAFFE2E5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lient Document" ma:contentTypeID="0x010100B16301FA1C2D5E4DB9305F31D037531D02070100EAEC246849C81A4BA7B470C1AFD8AAFF" ma:contentTypeVersion="3" ma:contentTypeDescription="A document associated with a client" ma:contentTypeScope="" ma:versionID="8660e9f4d2495e929d93e8a6616d4a81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07434d5f9b9ff652931a8c76cfaf3aa4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ofdb165b7a42400995658a9538ebccb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fdb165b7a42400995658a9538ebccb7" ma:index="14" ma:taxonomy="true" ma:internalName="ofdb165b7a42400995658a9538ebccb7" ma:taxonomyFieldName="Client_x0020_Document_x0020_Type" ma:displayName="Client Document Type" ma:readOnly="false" ma:default="" ma:fieldId="{8fdb165b-7a42-4009-9565-8a9538ebccb7}" ma:sspId="5676dd91-060c-4b71-810a-dbdca5582071" ma:termSetId="87785518-c8fe-4f86-8451-d27d55639c5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20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ofdb165b7a42400995658a9538ebccb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PM Report</TermName>
          <TermId xmlns="http://schemas.microsoft.com/office/infopath/2007/PartnerControls">9d58a819-7b07-406f-ac0f-0f196f5e097b</TermId>
        </TermInfo>
      </Terms>
    </ofdb165b7a42400995658a9538ebccb7>
  </documentManagement>
</p:properties>
</file>

<file path=customXml/item4.xml><?xml version="1.0" encoding="utf-8"?>
<?mso-contentType ?>
<SharedContentType xmlns="Microsoft.SharePoint.Taxonomy.ContentTypeSync" SourceId="5676dd91-060c-4b71-810a-dbdca5582071" ContentTypeId="0x010100B16301FA1C2D5E4DB9305F31D037531D020701" PreviousValue="false"/>
</file>

<file path=customXml/itemProps1.xml><?xml version="1.0" encoding="utf-8"?>
<ds:datastoreItem xmlns:ds="http://schemas.openxmlformats.org/officeDocument/2006/customXml" ds:itemID="{824EB38D-7AE2-478E-A1F1-EF8015DD020E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CB5E0C-6DBE-4B5A-8AAC-998D2993C1EE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1ffbd5dc-7a64-4097-8396-87f6c90b212f"/>
    <ds:schemaRef ds:uri="http://schemas.microsoft.com/office/2006/metadata/properties"/>
  </ds:schemaRefs>
</ds:datastoreItem>
</file>

<file path=customXml/itemProps4.xml><?xml version="1.0" encoding="utf-8"?>
<ds:datastoreItem xmlns:ds="http://schemas.openxmlformats.org/officeDocument/2006/customXml" ds:itemID="{68FE5A91-0254-47D7-93F1-A4A3982B6FB8}">
  <ds:schemaRefs>
    <ds:schemaRef ds:uri="Microsoft.SharePoint.Taxonomy.ContentTypeSync"/>
  </ds:schemaRefs>
</ds:datastoreItem>
</file>

<file path=docMetadata/LabelInfo.xml><?xml version="1.0" encoding="utf-8"?>
<clbl:labelList xmlns:clbl="http://schemas.microsoft.com/office/2020/mipLabelMetadata">
  <clbl:label id="{bd82620c-6975-47c3-9533-ab6b5493ada3}" enabled="0" method="" siteId="{bd82620c-6975-47c3-9533-ab6b5493ad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Open Box Presentation_Main master deck</Template>
  <TotalTime>0</TotalTime>
  <Words>141</Words>
  <Application>Microsoft Office PowerPoint</Application>
  <PresentationFormat>Widescreen</PresentationFormat>
  <Paragraphs>50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Courier New</vt:lpstr>
      <vt:lpstr>Arial</vt:lpstr>
      <vt:lpstr>Proxima Nova Rg</vt:lpstr>
      <vt:lpstr>Proxima Nova Lt</vt:lpstr>
      <vt:lpstr>Verdana</vt:lpstr>
      <vt:lpstr>1. Cover Pages</vt:lpstr>
      <vt:lpstr>5. White contents pages</vt:lpstr>
      <vt:lpstr>8. Green content pages</vt:lpstr>
      <vt:lpstr>4. White + green line contents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Edwards</dc:creator>
  <cp:lastModifiedBy>Shaun Barrett</cp:lastModifiedBy>
  <cp:revision>84</cp:revision>
  <cp:lastPrinted>2024-12-11T11:27:32Z</cp:lastPrinted>
  <dcterms:created xsi:type="dcterms:W3CDTF">2025-03-26T08:50:37Z</dcterms:created>
  <dcterms:modified xsi:type="dcterms:W3CDTF">2025-08-05T12:46:39Z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0x010100B16301FA1C2D5E4DB9305F31D037531D02070100EAEC246849C81A4BA7B470C1AFD8AAFF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Business_x0020_Document_x0020_Type">
    <vt:lpwstr>5;#Marketing Document|83188caa-7371-410d-bb78-033c2f6b2dcb</vt:lpwstr>
  </property>
  <property fmtid="{D5CDD505-2E9C-101B-9397-08002B2CF9AE}" pid="16" name="Project Document Type">
    <vt:lpwstr>4;#Generic Project Document|258c2ed6-b93b-4ffe-8901-a23f2dc98ec9</vt:lpwstr>
  </property>
  <property fmtid="{D5CDD505-2E9C-101B-9397-08002B2CF9AE}" pid="17" name="Client">
    <vt:lpwstr>6;#Grainger PLC|a74f1cb5-e995-4f9e-8521-6d52e2c6bf08</vt:lpwstr>
  </property>
  <property fmtid="{D5CDD505-2E9C-101B-9397-08002B2CF9AE}" pid="18" name="Division">
    <vt:lpwstr>5;#Enterprise Solutions|08c57b01-67e8-4a4f-abc6-ffb3392ace7f</vt:lpwstr>
  </property>
  <property fmtid="{D5CDD505-2E9C-101B-9397-08002B2CF9AE}" pid="19" name="Prospective_x0020_Client">
    <vt:lpwstr/>
  </property>
  <property fmtid="{D5CDD505-2E9C-101B-9397-08002B2CF9AE}" pid="20" name="Prospective Client">
    <vt:lpwstr/>
  </property>
  <property fmtid="{D5CDD505-2E9C-101B-9397-08002B2CF9AE}" pid="21" name="Project_x0020_Document_x0020_Type">
    <vt:lpwstr>4;#Generic Project Document|258c2ed6-b93b-4ffe-8901-a23f2dc98ec9</vt:lpwstr>
  </property>
  <property fmtid="{D5CDD505-2E9C-101B-9397-08002B2CF9AE}" pid="22" name="Client_x0020_Document_x0020_Type">
    <vt:lpwstr>20;#PM Report|9d58a819-7b07-406f-ac0f-0f196f5e097b</vt:lpwstr>
  </property>
  <property fmtid="{D5CDD505-2E9C-101B-9397-08002B2CF9AE}" pid="23" name="Client Document Type">
    <vt:lpwstr>20;#PM Report|9d58a819-7b07-406f-ac0f-0f196f5e097b</vt:lpwstr>
  </property>
</Properties>
</file>