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64" r:id="rId6"/>
    <p:sldMasterId id="2147483669" r:id="rId7"/>
  </p:sldMasterIdLst>
  <p:notesMasterIdLst>
    <p:notesMasterId r:id="rId22"/>
  </p:notesMasterIdLst>
  <p:sldIdLst>
    <p:sldId id="478" r:id="rId8"/>
    <p:sldId id="475" r:id="rId9"/>
    <p:sldId id="476" r:id="rId10"/>
    <p:sldId id="510" r:id="rId11"/>
    <p:sldId id="533" r:id="rId12"/>
    <p:sldId id="539" r:id="rId13"/>
    <p:sldId id="549" r:id="rId14"/>
    <p:sldId id="543" r:id="rId15"/>
    <p:sldId id="553" r:id="rId16"/>
    <p:sldId id="519" r:id="rId17"/>
    <p:sldId id="468" r:id="rId18"/>
    <p:sldId id="547" r:id="rId19"/>
    <p:sldId id="381" r:id="rId20"/>
    <p:sldId id="555" r:id="rId21"/>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C724D44-E70E-557A-289E-5B4E739A5B87}" name="Dominique Bolus" initials="DB" userId="S::dbolus@openboxsoftware.com::9bf352f9-5bae-45e5-8ed9-398ff375c3a1" providerId="AD"/>
  <p188:author id="{C2738A47-0931-5B04-1172-CB56C1D1FB87}" name="Nikki Papenfus" initials="NP" userId="S::npapenfus@openboxsoftware.com::2a405823-0c8b-419b-afb6-8159926c2e17" providerId="AD"/>
  <p188:author id="{B27D6C62-A87E-9EA8-949E-BE3DB87D866D}" name="Shaun Barrett" initials="SB" userId="S::sbarrett@openboxsoftware.com::2e21295b-21c9-4734-b4c8-23b29a1a1ba3" providerId="AD"/>
  <p188:author id="{AEBE1A63-3A4A-8846-655A-1A733B5C11DE}" name="Andrew Pollock" initials="AP" userId="S::apollock@openboxsoftware.com::38b2ebab-1589-44f4-9885-31663d7780db" providerId="AD"/>
  <p188:author id="{8F84CA86-7C15-AA17-D265-F8DF71AA9F54}" name="Gary Benkenstein" initials="GB" userId="S::gbenkenstein@openboxsoftware.com::85d4723c-9759-4045-b699-fdad861fb6d5" providerId="AD"/>
  <p188:author id="{AAF4A4B7-4EA5-70FA-D46F-9F5BB9958E7A}" name="Denzil Morrison" initials="DM" userId="S::dmorrison@openboxsoftware.com::022a2fa8-e5fb-436c-b3b7-4b13dfe212cb" providerId="AD"/>
  <p188:author id="{411D59CB-E194-D74B-FCF5-28A77AEB51E7}" name="Sam Duncan" initials="SD" userId="S::sduncan@openboxsoftware.com::c1d0992b-0ec5-443a-8c6c-87e1361e2b1d" providerId="AD"/>
  <p188:author id="{B1BF20D7-A685-03AD-644D-0F70A86E5D5F}" name="Robin van der Rede" initials="RvdR" userId="S::rvdrede@openboxsoftware.com::34df825b-2b42-4501-8a4b-d903c154464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646A"/>
    <a:srgbClr val="65BCAC"/>
    <a:srgbClr val="F48D64"/>
    <a:srgbClr val="4E79A7"/>
    <a:srgbClr val="F28E2B"/>
    <a:srgbClr val="76B7B2"/>
    <a:srgbClr val="AAB4B4"/>
    <a:srgbClr val="E8E5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19"/>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ki Papenfus" userId="2a405823-0c8b-419b-afb6-8159926c2e17" providerId="ADAL" clId="{78298EDC-DDBD-4E1D-AA68-5ABCD0AD4072}"/>
    <pc:docChg chg="custSel delSld modSld sldOrd">
      <pc:chgData name="Nikki Papenfus" userId="2a405823-0c8b-419b-afb6-8159926c2e17" providerId="ADAL" clId="{78298EDC-DDBD-4E1D-AA68-5ABCD0AD4072}" dt="2024-10-18T07:57:05.660" v="19" actId="13926"/>
      <pc:docMkLst>
        <pc:docMk/>
      </pc:docMkLst>
      <pc:sldChg chg="modSp mod">
        <pc:chgData name="Nikki Papenfus" userId="2a405823-0c8b-419b-afb6-8159926c2e17" providerId="ADAL" clId="{78298EDC-DDBD-4E1D-AA68-5ABCD0AD4072}" dt="2024-10-18T07:57:05.660" v="19" actId="13926"/>
        <pc:sldMkLst>
          <pc:docMk/>
          <pc:sldMk cId="131517736" sldId="381"/>
        </pc:sldMkLst>
        <pc:spChg chg="mod">
          <ac:chgData name="Nikki Papenfus" userId="2a405823-0c8b-419b-afb6-8159926c2e17" providerId="ADAL" clId="{78298EDC-DDBD-4E1D-AA68-5ABCD0AD4072}" dt="2024-10-18T07:57:05.660" v="19" actId="13926"/>
          <ac:spMkLst>
            <pc:docMk/>
            <pc:sldMk cId="131517736" sldId="381"/>
            <ac:spMk id="7" creationId="{1C87C501-E33B-4C79-9659-C4B32C2525B6}"/>
          </ac:spMkLst>
        </pc:spChg>
      </pc:sldChg>
      <pc:sldChg chg="modSp mod ord">
        <pc:chgData name="Nikki Papenfus" userId="2a405823-0c8b-419b-afb6-8159926c2e17" providerId="ADAL" clId="{78298EDC-DDBD-4E1D-AA68-5ABCD0AD4072}" dt="2024-10-18T07:56:57.702" v="18" actId="13926"/>
        <pc:sldMkLst>
          <pc:docMk/>
          <pc:sldMk cId="3075885343" sldId="468"/>
        </pc:sldMkLst>
        <pc:spChg chg="mod">
          <ac:chgData name="Nikki Papenfus" userId="2a405823-0c8b-419b-afb6-8159926c2e17" providerId="ADAL" clId="{78298EDC-DDBD-4E1D-AA68-5ABCD0AD4072}" dt="2024-10-18T07:56:57.702" v="18" actId="13926"/>
          <ac:spMkLst>
            <pc:docMk/>
            <pc:sldMk cId="3075885343" sldId="468"/>
            <ac:spMk id="11" creationId="{1059C6AD-C812-85D9-2A11-01DEB7F0894A}"/>
          </ac:spMkLst>
        </pc:spChg>
        <pc:spChg chg="mod">
          <ac:chgData name="Nikki Papenfus" userId="2a405823-0c8b-419b-afb6-8159926c2e17" providerId="ADAL" clId="{78298EDC-DDBD-4E1D-AA68-5ABCD0AD4072}" dt="2024-10-18T07:56:57.702" v="18" actId="13926"/>
          <ac:spMkLst>
            <pc:docMk/>
            <pc:sldMk cId="3075885343" sldId="468"/>
            <ac:spMk id="12" creationId="{2EB7780C-0256-6704-FFAC-33AD558AC5CE}"/>
          </ac:spMkLst>
        </pc:spChg>
        <pc:spChg chg="mod">
          <ac:chgData name="Nikki Papenfus" userId="2a405823-0c8b-419b-afb6-8159926c2e17" providerId="ADAL" clId="{78298EDC-DDBD-4E1D-AA68-5ABCD0AD4072}" dt="2024-10-18T07:56:57.702" v="18" actId="13926"/>
          <ac:spMkLst>
            <pc:docMk/>
            <pc:sldMk cId="3075885343" sldId="468"/>
            <ac:spMk id="28" creationId="{87D1CE84-016D-34F8-A1EC-85D00E6FE765}"/>
          </ac:spMkLst>
        </pc:spChg>
        <pc:spChg chg="mod">
          <ac:chgData name="Nikki Papenfus" userId="2a405823-0c8b-419b-afb6-8159926c2e17" providerId="ADAL" clId="{78298EDC-DDBD-4E1D-AA68-5ABCD0AD4072}" dt="2024-10-18T07:56:57.702" v="18" actId="13926"/>
          <ac:spMkLst>
            <pc:docMk/>
            <pc:sldMk cId="3075885343" sldId="468"/>
            <ac:spMk id="53" creationId="{693D04F3-B70C-4B4E-9A0B-ABCD147D57BA}"/>
          </ac:spMkLst>
        </pc:spChg>
        <pc:spChg chg="mod">
          <ac:chgData name="Nikki Papenfus" userId="2a405823-0c8b-419b-afb6-8159926c2e17" providerId="ADAL" clId="{78298EDC-DDBD-4E1D-AA68-5ABCD0AD4072}" dt="2024-10-18T07:56:57.702" v="18" actId="13926"/>
          <ac:spMkLst>
            <pc:docMk/>
            <pc:sldMk cId="3075885343" sldId="468"/>
            <ac:spMk id="62" creationId="{377A4F28-4925-04E0-3257-87EE552EAC1A}"/>
          </ac:spMkLst>
        </pc:spChg>
        <pc:spChg chg="mod">
          <ac:chgData name="Nikki Papenfus" userId="2a405823-0c8b-419b-afb6-8159926c2e17" providerId="ADAL" clId="{78298EDC-DDBD-4E1D-AA68-5ABCD0AD4072}" dt="2024-10-18T07:56:57.702" v="18" actId="13926"/>
          <ac:spMkLst>
            <pc:docMk/>
            <pc:sldMk cId="3075885343" sldId="468"/>
            <ac:spMk id="72" creationId="{B4E33628-6F48-2092-9ACF-A67D69DAFC2B}"/>
          </ac:spMkLst>
        </pc:spChg>
      </pc:sldChg>
      <pc:sldChg chg="addSp delSp modSp mod">
        <pc:chgData name="Nikki Papenfus" userId="2a405823-0c8b-419b-afb6-8159926c2e17" providerId="ADAL" clId="{78298EDC-DDBD-4E1D-AA68-5ABCD0AD4072}" dt="2024-10-18T07:55:37.375" v="17" actId="478"/>
        <pc:sldMkLst>
          <pc:docMk/>
          <pc:sldMk cId="2184076965" sldId="475"/>
        </pc:sldMkLst>
        <pc:spChg chg="add del mod">
          <ac:chgData name="Nikki Papenfus" userId="2a405823-0c8b-419b-afb6-8159926c2e17" providerId="ADAL" clId="{78298EDC-DDBD-4E1D-AA68-5ABCD0AD4072}" dt="2024-10-18T07:54:56.069" v="14" actId="478"/>
          <ac:spMkLst>
            <pc:docMk/>
            <pc:sldMk cId="2184076965" sldId="475"/>
            <ac:spMk id="14" creationId="{4A2737C9-2948-DFE6-C013-1746A03A888D}"/>
          </ac:spMkLst>
        </pc:spChg>
        <pc:spChg chg="add del mod">
          <ac:chgData name="Nikki Papenfus" userId="2a405823-0c8b-419b-afb6-8159926c2e17" providerId="ADAL" clId="{78298EDC-DDBD-4E1D-AA68-5ABCD0AD4072}" dt="2024-10-18T07:55:37.375" v="17" actId="478"/>
          <ac:spMkLst>
            <pc:docMk/>
            <pc:sldMk cId="2184076965" sldId="475"/>
            <ac:spMk id="16" creationId="{D5E8DB8F-0291-FA4B-7A27-FE84574D107D}"/>
          </ac:spMkLst>
        </pc:spChg>
      </pc:sldChg>
      <pc:sldChg chg="ord">
        <pc:chgData name="Nikki Papenfus" userId="2a405823-0c8b-419b-afb6-8159926c2e17" providerId="ADAL" clId="{78298EDC-DDBD-4E1D-AA68-5ABCD0AD4072}" dt="2024-10-18T07:45:30.064" v="8"/>
        <pc:sldMkLst>
          <pc:docMk/>
          <pc:sldMk cId="2946320377" sldId="519"/>
        </pc:sldMkLst>
      </pc:sldChg>
      <pc:sldChg chg="delSp mod">
        <pc:chgData name="Nikki Papenfus" userId="2a405823-0c8b-419b-afb6-8159926c2e17" providerId="ADAL" clId="{78298EDC-DDBD-4E1D-AA68-5ABCD0AD4072}" dt="2024-10-18T07:44:54.740" v="0" actId="478"/>
        <pc:sldMkLst>
          <pc:docMk/>
          <pc:sldMk cId="1328899717" sldId="533"/>
        </pc:sldMkLst>
        <pc:picChg chg="del">
          <ac:chgData name="Nikki Papenfus" userId="2a405823-0c8b-419b-afb6-8159926c2e17" providerId="ADAL" clId="{78298EDC-DDBD-4E1D-AA68-5ABCD0AD4072}" dt="2024-10-18T07:44:54.740" v="0" actId="478"/>
          <ac:picMkLst>
            <pc:docMk/>
            <pc:sldMk cId="1328899717" sldId="533"/>
            <ac:picMk id="6" creationId="{696787D1-A9AF-9135-1355-FDD9E6DE2260}"/>
          </ac:picMkLst>
        </pc:picChg>
      </pc:sldChg>
      <pc:sldChg chg="del">
        <pc:chgData name="Nikki Papenfus" userId="2a405823-0c8b-419b-afb6-8159926c2e17" providerId="ADAL" clId="{78298EDC-DDBD-4E1D-AA68-5ABCD0AD4072}" dt="2024-10-18T07:45:53.876" v="11" actId="47"/>
        <pc:sldMkLst>
          <pc:docMk/>
          <pc:sldMk cId="2763594161" sldId="542"/>
        </pc:sldMkLst>
      </pc:sldChg>
      <pc:sldChg chg="ord">
        <pc:chgData name="Nikki Papenfus" userId="2a405823-0c8b-419b-afb6-8159926c2e17" providerId="ADAL" clId="{78298EDC-DDBD-4E1D-AA68-5ABCD0AD4072}" dt="2024-10-18T07:45:26.692" v="6"/>
        <pc:sldMkLst>
          <pc:docMk/>
          <pc:sldMk cId="1471194057" sldId="543"/>
        </pc:sldMkLst>
      </pc:sldChg>
      <pc:sldChg chg="ord">
        <pc:chgData name="Nikki Papenfus" userId="2a405823-0c8b-419b-afb6-8159926c2e17" providerId="ADAL" clId="{78298EDC-DDBD-4E1D-AA68-5ABCD0AD4072}" dt="2024-10-18T07:45:02.672" v="2"/>
        <pc:sldMkLst>
          <pc:docMk/>
          <pc:sldMk cId="397898859" sldId="553"/>
        </pc:sldMkLst>
      </pc:sldChg>
    </pc:docChg>
  </pc:docChgLst>
  <pc:docChgLst>
    <pc:chgData name="Shaun Barrett" userId="2e21295b-21c9-4734-b4c8-23b29a1a1ba3" providerId="ADAL" clId="{7F1B5D45-4692-46CB-A2A1-5E2B8EF0FBE8}"/>
    <pc:docChg chg="undo custSel modSld">
      <pc:chgData name="Shaun Barrett" userId="2e21295b-21c9-4734-b4c8-23b29a1a1ba3" providerId="ADAL" clId="{7F1B5D45-4692-46CB-A2A1-5E2B8EF0FBE8}" dt="2023-06-02T06:50:39.223" v="67" actId="6549"/>
      <pc:docMkLst>
        <pc:docMk/>
      </pc:docMkLst>
      <pc:sldChg chg="modSp mod">
        <pc:chgData name="Shaun Barrett" userId="2e21295b-21c9-4734-b4c8-23b29a1a1ba3" providerId="ADAL" clId="{7F1B5D45-4692-46CB-A2A1-5E2B8EF0FBE8}" dt="2023-06-02T06:50:39.223" v="67" actId="6549"/>
        <pc:sldMkLst>
          <pc:docMk/>
          <pc:sldMk cId="131517736" sldId="381"/>
        </pc:sldMkLst>
        <pc:spChg chg="mod">
          <ac:chgData name="Shaun Barrett" userId="2e21295b-21c9-4734-b4c8-23b29a1a1ba3" providerId="ADAL" clId="{7F1B5D45-4692-46CB-A2A1-5E2B8EF0FBE8}" dt="2023-06-02T06:50:39.223" v="67" actId="6549"/>
          <ac:spMkLst>
            <pc:docMk/>
            <pc:sldMk cId="131517736" sldId="381"/>
            <ac:spMk id="7" creationId="{1C87C501-E33B-4C79-9659-C4B32C2525B6}"/>
          </ac:spMkLst>
        </pc:spChg>
      </pc:sldChg>
      <pc:sldChg chg="addSp delSp modSp mod addCm">
        <pc:chgData name="Shaun Barrett" userId="2e21295b-21c9-4734-b4c8-23b29a1a1ba3" providerId="ADAL" clId="{7F1B5D45-4692-46CB-A2A1-5E2B8EF0FBE8}" dt="2023-06-02T06:47:42.431" v="39" actId="14100"/>
        <pc:sldMkLst>
          <pc:docMk/>
          <pc:sldMk cId="3075885343" sldId="468"/>
        </pc:sldMkLst>
        <pc:spChg chg="add del mod">
          <ac:chgData name="Shaun Barrett" userId="2e21295b-21c9-4734-b4c8-23b29a1a1ba3" providerId="ADAL" clId="{7F1B5D45-4692-46CB-A2A1-5E2B8EF0FBE8}" dt="2023-06-01T15:24:03.687" v="31" actId="478"/>
          <ac:spMkLst>
            <pc:docMk/>
            <pc:sldMk cId="3075885343" sldId="468"/>
            <ac:spMk id="2" creationId="{B77B360F-4401-ADC0-8F19-AACBD85B209D}"/>
          </ac:spMkLst>
        </pc:spChg>
        <pc:spChg chg="mod">
          <ac:chgData name="Shaun Barrett" userId="2e21295b-21c9-4734-b4c8-23b29a1a1ba3" providerId="ADAL" clId="{7F1B5D45-4692-46CB-A2A1-5E2B8EF0FBE8}" dt="2023-06-02T06:47:42.431" v="39" actId="14100"/>
          <ac:spMkLst>
            <pc:docMk/>
            <pc:sldMk cId="3075885343" sldId="468"/>
            <ac:spMk id="23" creationId="{F92A9EBF-09EB-9F32-1B1E-EBE9B6738CA9}"/>
          </ac:spMkLst>
        </pc:spChg>
        <pc:spChg chg="mod">
          <ac:chgData name="Shaun Barrett" userId="2e21295b-21c9-4734-b4c8-23b29a1a1ba3" providerId="ADAL" clId="{7F1B5D45-4692-46CB-A2A1-5E2B8EF0FBE8}" dt="2023-06-01T15:01:57.298" v="8" actId="20577"/>
          <ac:spMkLst>
            <pc:docMk/>
            <pc:sldMk cId="3075885343" sldId="468"/>
            <ac:spMk id="53" creationId="{693D04F3-B70C-4B4E-9A0B-ABCD147D57BA}"/>
          </ac:spMkLst>
        </pc:spChg>
        <pc:spChg chg="mod">
          <ac:chgData name="Shaun Barrett" userId="2e21295b-21c9-4734-b4c8-23b29a1a1ba3" providerId="ADAL" clId="{7F1B5D45-4692-46CB-A2A1-5E2B8EF0FBE8}" dt="2023-06-01T15:10:03.915" v="27" actId="20577"/>
          <ac:spMkLst>
            <pc:docMk/>
            <pc:sldMk cId="3075885343" sldId="468"/>
            <ac:spMk id="55" creationId="{8243D717-A6BD-4DF8-B015-A0E2FF43F29A}"/>
          </ac:spMkLst>
        </pc:spChg>
      </pc:sldChg>
      <pc:sldChg chg="addCm delCm">
        <pc:chgData name="Shaun Barrett" userId="2e21295b-21c9-4734-b4c8-23b29a1a1ba3" providerId="ADAL" clId="{7F1B5D45-4692-46CB-A2A1-5E2B8EF0FBE8}" dt="2023-06-01T12:20:26.875" v="1"/>
        <pc:sldMkLst>
          <pc:docMk/>
          <pc:sldMk cId="2318602496" sldId="476"/>
        </pc:sldMkLst>
      </pc:sldChg>
      <pc:sldChg chg="addCm">
        <pc:chgData name="Shaun Barrett" userId="2e21295b-21c9-4734-b4c8-23b29a1a1ba3" providerId="ADAL" clId="{7F1B5D45-4692-46CB-A2A1-5E2B8EF0FBE8}" dt="2023-06-01T12:22:42.105" v="2"/>
        <pc:sldMkLst>
          <pc:docMk/>
          <pc:sldMk cId="419252725" sldId="510"/>
        </pc:sldMkLst>
      </pc:sldChg>
      <pc:sldChg chg="addCm modCm">
        <pc:chgData name="Shaun Barrett" userId="2e21295b-21c9-4734-b4c8-23b29a1a1ba3" providerId="ADAL" clId="{7F1B5D45-4692-46CB-A2A1-5E2B8EF0FBE8}" dt="2023-06-01T12:27:18.732" v="4"/>
        <pc:sldMkLst>
          <pc:docMk/>
          <pc:sldMk cId="3517824075" sldId="552"/>
        </pc:sldMkLst>
      </pc:sldChg>
    </pc:docChg>
  </pc:docChgLst>
  <pc:docChgLst>
    <pc:chgData name="Nikki Papenfus" userId="S::npapenfus@openboxsoftware.com::2a405823-0c8b-419b-afb6-8159926c2e17" providerId="AD" clId="Web-{6485D394-5FBD-B060-1905-BA8C35A14C95}"/>
    <pc:docChg chg="modSld">
      <pc:chgData name="Nikki Papenfus" userId="S::npapenfus@openboxsoftware.com::2a405823-0c8b-419b-afb6-8159926c2e17" providerId="AD" clId="Web-{6485D394-5FBD-B060-1905-BA8C35A14C95}" dt="2023-05-31T09:37:25.943" v="14" actId="20577"/>
      <pc:docMkLst>
        <pc:docMk/>
      </pc:docMkLst>
      <pc:sldChg chg="modSp">
        <pc:chgData name="Nikki Papenfus" userId="S::npapenfus@openboxsoftware.com::2a405823-0c8b-419b-afb6-8159926c2e17" providerId="AD" clId="Web-{6485D394-5FBD-B060-1905-BA8C35A14C95}" dt="2023-05-31T09:37:25.943" v="14" actId="20577"/>
        <pc:sldMkLst>
          <pc:docMk/>
          <pc:sldMk cId="1372506682" sldId="478"/>
        </pc:sldMkLst>
        <pc:spChg chg="mod">
          <ac:chgData name="Nikki Papenfus" userId="S::npapenfus@openboxsoftware.com::2a405823-0c8b-419b-afb6-8159926c2e17" providerId="AD" clId="Web-{6485D394-5FBD-B060-1905-BA8C35A14C95}" dt="2023-05-31T09:37:19.786" v="7" actId="20577"/>
          <ac:spMkLst>
            <pc:docMk/>
            <pc:sldMk cId="1372506682" sldId="478"/>
            <ac:spMk id="2" creationId="{926268CD-6A91-46D5-9F2E-D63140C574C1}"/>
          </ac:spMkLst>
        </pc:spChg>
        <pc:spChg chg="mod">
          <ac:chgData name="Nikki Papenfus" userId="S::npapenfus@openboxsoftware.com::2a405823-0c8b-419b-afb6-8159926c2e17" providerId="AD" clId="Web-{6485D394-5FBD-B060-1905-BA8C35A14C95}" dt="2023-05-31T09:37:25.943" v="14" actId="20577"/>
          <ac:spMkLst>
            <pc:docMk/>
            <pc:sldMk cId="1372506682" sldId="478"/>
            <ac:spMk id="3" creationId="{CCE055E0-7725-4859-9475-AA12EAB230DD}"/>
          </ac:spMkLst>
        </pc:spChg>
      </pc:sldChg>
    </pc:docChg>
  </pc:docChgLst>
  <pc:docChgLst>
    <pc:chgData name="Nikki Papenfus" userId="2a405823-0c8b-419b-afb6-8159926c2e17" providerId="ADAL" clId="{C4CD5978-2643-4E14-BB26-37358CB1C7B2}"/>
    <pc:docChg chg="undo redo custSel addSld delSld modSld sldOrd">
      <pc:chgData name="Nikki Papenfus" userId="2a405823-0c8b-419b-afb6-8159926c2e17" providerId="ADAL" clId="{C4CD5978-2643-4E14-BB26-37358CB1C7B2}" dt="2023-06-02T08:05:10.812" v="12510" actId="1035"/>
      <pc:docMkLst>
        <pc:docMk/>
      </pc:docMkLst>
      <pc:sldChg chg="addSp delSp modSp add del mod ord setBg">
        <pc:chgData name="Nikki Papenfus" userId="2a405823-0c8b-419b-afb6-8159926c2e17" providerId="ADAL" clId="{C4CD5978-2643-4E14-BB26-37358CB1C7B2}" dt="2023-05-31T14:39:53.545" v="4426" actId="47"/>
        <pc:sldMkLst>
          <pc:docMk/>
          <pc:sldMk cId="2385203735" sldId="259"/>
        </pc:sldMkLst>
        <pc:spChg chg="del">
          <ac:chgData name="Nikki Papenfus" userId="2a405823-0c8b-419b-afb6-8159926c2e17" providerId="ADAL" clId="{C4CD5978-2643-4E14-BB26-37358CB1C7B2}" dt="2023-05-31T13:43:20.700" v="2887" actId="478"/>
          <ac:spMkLst>
            <pc:docMk/>
            <pc:sldMk cId="2385203735" sldId="259"/>
            <ac:spMk id="2" creationId="{00000000-0000-0000-0000-000000000000}"/>
          </ac:spMkLst>
        </pc:spChg>
        <pc:spChg chg="add del mod">
          <ac:chgData name="Nikki Papenfus" userId="2a405823-0c8b-419b-afb6-8159926c2e17" providerId="ADAL" clId="{C4CD5978-2643-4E14-BB26-37358CB1C7B2}" dt="2023-05-31T13:56:36.040" v="3053"/>
          <ac:spMkLst>
            <pc:docMk/>
            <pc:sldMk cId="2385203735" sldId="259"/>
            <ac:spMk id="3" creationId="{29748B27-E1D7-D7E1-F2CE-D9C70FF29920}"/>
          </ac:spMkLst>
        </pc:spChg>
        <pc:spChg chg="del">
          <ac:chgData name="Nikki Papenfus" userId="2a405823-0c8b-419b-afb6-8159926c2e17" providerId="ADAL" clId="{C4CD5978-2643-4E14-BB26-37358CB1C7B2}" dt="2023-05-31T13:43:19.897" v="2886" actId="478"/>
          <ac:spMkLst>
            <pc:docMk/>
            <pc:sldMk cId="2385203735" sldId="259"/>
            <ac:spMk id="4" creationId="{00000000-0000-0000-0000-000000000000}"/>
          </ac:spMkLst>
        </pc:spChg>
        <pc:spChg chg="del">
          <ac:chgData name="Nikki Papenfus" userId="2a405823-0c8b-419b-afb6-8159926c2e17" providerId="ADAL" clId="{C4CD5978-2643-4E14-BB26-37358CB1C7B2}" dt="2023-05-31T13:44:13.990" v="2889" actId="478"/>
          <ac:spMkLst>
            <pc:docMk/>
            <pc:sldMk cId="2385203735" sldId="259"/>
            <ac:spMk id="5" creationId="{00000000-0000-0000-0000-000000000000}"/>
          </ac:spMkLst>
        </pc:spChg>
        <pc:spChg chg="add del mod">
          <ac:chgData name="Nikki Papenfus" userId="2a405823-0c8b-419b-afb6-8159926c2e17" providerId="ADAL" clId="{C4CD5978-2643-4E14-BB26-37358CB1C7B2}" dt="2023-05-31T13:56:36.040" v="3053"/>
          <ac:spMkLst>
            <pc:docMk/>
            <pc:sldMk cId="2385203735" sldId="259"/>
            <ac:spMk id="6" creationId="{E242FFCB-266D-02E4-FF68-80D85B00ECC8}"/>
          </ac:spMkLst>
        </pc:spChg>
        <pc:spChg chg="add del mod">
          <ac:chgData name="Nikki Papenfus" userId="2a405823-0c8b-419b-afb6-8159926c2e17" providerId="ADAL" clId="{C4CD5978-2643-4E14-BB26-37358CB1C7B2}" dt="2023-05-31T13:56:36.040" v="3053"/>
          <ac:spMkLst>
            <pc:docMk/>
            <pc:sldMk cId="2385203735" sldId="259"/>
            <ac:spMk id="7" creationId="{5B677FBC-7E74-993A-8918-3A9754C465B1}"/>
          </ac:spMkLst>
        </pc:spChg>
        <pc:spChg chg="add del mod">
          <ac:chgData name="Nikki Papenfus" userId="2a405823-0c8b-419b-afb6-8159926c2e17" providerId="ADAL" clId="{C4CD5978-2643-4E14-BB26-37358CB1C7B2}" dt="2023-05-31T13:56:36.040" v="3053"/>
          <ac:spMkLst>
            <pc:docMk/>
            <pc:sldMk cId="2385203735" sldId="259"/>
            <ac:spMk id="8" creationId="{98A26706-1D2E-00B3-F6C3-F61D43462B2A}"/>
          </ac:spMkLst>
        </pc:spChg>
        <pc:spChg chg="add del mod">
          <ac:chgData name="Nikki Papenfus" userId="2a405823-0c8b-419b-afb6-8159926c2e17" providerId="ADAL" clId="{C4CD5978-2643-4E14-BB26-37358CB1C7B2}" dt="2023-05-31T13:56:36.040" v="3053"/>
          <ac:spMkLst>
            <pc:docMk/>
            <pc:sldMk cId="2385203735" sldId="259"/>
            <ac:spMk id="9" creationId="{9EA68D3E-07BF-AD47-E6B2-C665774A2D1A}"/>
          </ac:spMkLst>
        </pc:spChg>
        <pc:spChg chg="add del mod">
          <ac:chgData name="Nikki Papenfus" userId="2a405823-0c8b-419b-afb6-8159926c2e17" providerId="ADAL" clId="{C4CD5978-2643-4E14-BB26-37358CB1C7B2}" dt="2023-05-31T13:56:36.040" v="3053"/>
          <ac:spMkLst>
            <pc:docMk/>
            <pc:sldMk cId="2385203735" sldId="259"/>
            <ac:spMk id="10" creationId="{3337F825-49AC-684E-C401-8B24638AC629}"/>
          </ac:spMkLst>
        </pc:spChg>
        <pc:spChg chg="add del mod">
          <ac:chgData name="Nikki Papenfus" userId="2a405823-0c8b-419b-afb6-8159926c2e17" providerId="ADAL" clId="{C4CD5978-2643-4E14-BB26-37358CB1C7B2}" dt="2023-05-31T13:56:36.040" v="3053"/>
          <ac:spMkLst>
            <pc:docMk/>
            <pc:sldMk cId="2385203735" sldId="259"/>
            <ac:spMk id="11" creationId="{C2D6DB81-946F-0DAE-6D95-40F36DEC60D6}"/>
          </ac:spMkLst>
        </pc:spChg>
        <pc:spChg chg="add del mod">
          <ac:chgData name="Nikki Papenfus" userId="2a405823-0c8b-419b-afb6-8159926c2e17" providerId="ADAL" clId="{C4CD5978-2643-4E14-BB26-37358CB1C7B2}" dt="2023-05-31T13:56:36.040" v="3053"/>
          <ac:spMkLst>
            <pc:docMk/>
            <pc:sldMk cId="2385203735" sldId="259"/>
            <ac:spMk id="12" creationId="{D8A85E7D-7971-7414-410C-780AFE8AFB2C}"/>
          </ac:spMkLst>
        </pc:spChg>
        <pc:spChg chg="add del mod">
          <ac:chgData name="Nikki Papenfus" userId="2a405823-0c8b-419b-afb6-8159926c2e17" providerId="ADAL" clId="{C4CD5978-2643-4E14-BB26-37358CB1C7B2}" dt="2023-05-31T13:56:36.040" v="3053"/>
          <ac:spMkLst>
            <pc:docMk/>
            <pc:sldMk cId="2385203735" sldId="259"/>
            <ac:spMk id="13" creationId="{88176AE3-A160-0F40-36F1-81EECB11821E}"/>
          </ac:spMkLst>
        </pc:spChg>
        <pc:spChg chg="add del mod">
          <ac:chgData name="Nikki Papenfus" userId="2a405823-0c8b-419b-afb6-8159926c2e17" providerId="ADAL" clId="{C4CD5978-2643-4E14-BB26-37358CB1C7B2}" dt="2023-05-31T13:56:36.040" v="3053"/>
          <ac:spMkLst>
            <pc:docMk/>
            <pc:sldMk cId="2385203735" sldId="259"/>
            <ac:spMk id="15" creationId="{876148EB-8A6D-E5E8-4D3C-49BD6CBDBFEC}"/>
          </ac:spMkLst>
        </pc:spChg>
        <pc:spChg chg="add del mod">
          <ac:chgData name="Nikki Papenfus" userId="2a405823-0c8b-419b-afb6-8159926c2e17" providerId="ADAL" clId="{C4CD5978-2643-4E14-BB26-37358CB1C7B2}" dt="2023-05-31T13:56:36.040" v="3053"/>
          <ac:spMkLst>
            <pc:docMk/>
            <pc:sldMk cId="2385203735" sldId="259"/>
            <ac:spMk id="16" creationId="{2BD5A9D1-7C5B-003F-C977-2D0EC93725E2}"/>
          </ac:spMkLst>
        </pc:spChg>
        <pc:spChg chg="add del mod">
          <ac:chgData name="Nikki Papenfus" userId="2a405823-0c8b-419b-afb6-8159926c2e17" providerId="ADAL" clId="{C4CD5978-2643-4E14-BB26-37358CB1C7B2}" dt="2023-05-31T13:56:36.040" v="3053"/>
          <ac:spMkLst>
            <pc:docMk/>
            <pc:sldMk cId="2385203735" sldId="259"/>
            <ac:spMk id="17" creationId="{4E174CC4-09F0-F06C-AD69-5B51B5E1BFD1}"/>
          </ac:spMkLst>
        </pc:spChg>
        <pc:spChg chg="add del mod">
          <ac:chgData name="Nikki Papenfus" userId="2a405823-0c8b-419b-afb6-8159926c2e17" providerId="ADAL" clId="{C4CD5978-2643-4E14-BB26-37358CB1C7B2}" dt="2023-05-31T13:56:36.040" v="3053"/>
          <ac:spMkLst>
            <pc:docMk/>
            <pc:sldMk cId="2385203735" sldId="259"/>
            <ac:spMk id="18" creationId="{A1E4AD68-2A9E-DEF3-6636-2D5C94040674}"/>
          </ac:spMkLst>
        </pc:spChg>
        <pc:spChg chg="add del mod">
          <ac:chgData name="Nikki Papenfus" userId="2a405823-0c8b-419b-afb6-8159926c2e17" providerId="ADAL" clId="{C4CD5978-2643-4E14-BB26-37358CB1C7B2}" dt="2023-05-31T13:56:36.040" v="3053"/>
          <ac:spMkLst>
            <pc:docMk/>
            <pc:sldMk cId="2385203735" sldId="259"/>
            <ac:spMk id="19" creationId="{660EFD53-61D5-BECE-F616-37D8F2A731B8}"/>
          </ac:spMkLst>
        </pc:spChg>
        <pc:spChg chg="add del mod">
          <ac:chgData name="Nikki Papenfus" userId="2a405823-0c8b-419b-afb6-8159926c2e17" providerId="ADAL" clId="{C4CD5978-2643-4E14-BB26-37358CB1C7B2}" dt="2023-05-31T13:56:36.040" v="3053"/>
          <ac:spMkLst>
            <pc:docMk/>
            <pc:sldMk cId="2385203735" sldId="259"/>
            <ac:spMk id="26" creationId="{CFC68D03-15B2-C6F5-7B7B-50ED57BE5914}"/>
          </ac:spMkLst>
        </pc:spChg>
        <pc:spChg chg="add del mod">
          <ac:chgData name="Nikki Papenfus" userId="2a405823-0c8b-419b-afb6-8159926c2e17" providerId="ADAL" clId="{C4CD5978-2643-4E14-BB26-37358CB1C7B2}" dt="2023-05-31T13:56:36.040" v="3053"/>
          <ac:spMkLst>
            <pc:docMk/>
            <pc:sldMk cId="2385203735" sldId="259"/>
            <ac:spMk id="27" creationId="{503D4964-BFDA-9D87-7C4C-5B683B3BEEEC}"/>
          </ac:spMkLst>
        </pc:spChg>
        <pc:spChg chg="add del mod">
          <ac:chgData name="Nikki Papenfus" userId="2a405823-0c8b-419b-afb6-8159926c2e17" providerId="ADAL" clId="{C4CD5978-2643-4E14-BB26-37358CB1C7B2}" dt="2023-05-31T13:56:36.040" v="3053"/>
          <ac:spMkLst>
            <pc:docMk/>
            <pc:sldMk cId="2385203735" sldId="259"/>
            <ac:spMk id="28" creationId="{42DC846E-F805-9F0E-1399-7BB97D92C043}"/>
          </ac:spMkLst>
        </pc:spChg>
        <pc:spChg chg="add del mod">
          <ac:chgData name="Nikki Papenfus" userId="2a405823-0c8b-419b-afb6-8159926c2e17" providerId="ADAL" clId="{C4CD5978-2643-4E14-BB26-37358CB1C7B2}" dt="2023-05-31T13:56:36.040" v="3053"/>
          <ac:spMkLst>
            <pc:docMk/>
            <pc:sldMk cId="2385203735" sldId="259"/>
            <ac:spMk id="29" creationId="{58628BAA-75E3-5A9F-6618-BD50AE782B12}"/>
          </ac:spMkLst>
        </pc:spChg>
        <pc:spChg chg="add del mod">
          <ac:chgData name="Nikki Papenfus" userId="2a405823-0c8b-419b-afb6-8159926c2e17" providerId="ADAL" clId="{C4CD5978-2643-4E14-BB26-37358CB1C7B2}" dt="2023-05-31T13:56:36.040" v="3053"/>
          <ac:spMkLst>
            <pc:docMk/>
            <pc:sldMk cId="2385203735" sldId="259"/>
            <ac:spMk id="30" creationId="{46D8745A-130E-71DF-74AC-D208621DD273}"/>
          </ac:spMkLst>
        </pc:spChg>
        <pc:spChg chg="add del mod">
          <ac:chgData name="Nikki Papenfus" userId="2a405823-0c8b-419b-afb6-8159926c2e17" providerId="ADAL" clId="{C4CD5978-2643-4E14-BB26-37358CB1C7B2}" dt="2023-05-31T13:56:36.040" v="3053"/>
          <ac:spMkLst>
            <pc:docMk/>
            <pc:sldMk cId="2385203735" sldId="259"/>
            <ac:spMk id="32" creationId="{213EE151-80B6-E629-8643-1381A716C575}"/>
          </ac:spMkLst>
        </pc:spChg>
        <pc:spChg chg="add del mod">
          <ac:chgData name="Nikki Papenfus" userId="2a405823-0c8b-419b-afb6-8159926c2e17" providerId="ADAL" clId="{C4CD5978-2643-4E14-BB26-37358CB1C7B2}" dt="2023-05-31T13:56:36.040" v="3053"/>
          <ac:spMkLst>
            <pc:docMk/>
            <pc:sldMk cId="2385203735" sldId="259"/>
            <ac:spMk id="34" creationId="{9EB674FB-61E0-30AB-0B52-E78758018DC5}"/>
          </ac:spMkLst>
        </pc:spChg>
        <pc:spChg chg="add del mod">
          <ac:chgData name="Nikki Papenfus" userId="2a405823-0c8b-419b-afb6-8159926c2e17" providerId="ADAL" clId="{C4CD5978-2643-4E14-BB26-37358CB1C7B2}" dt="2023-05-31T14:14:00.581" v="3381" actId="21"/>
          <ac:spMkLst>
            <pc:docMk/>
            <pc:sldMk cId="2385203735" sldId="259"/>
            <ac:spMk id="36" creationId="{71920DD7-0927-DD6E-A711-E22D77A5270F}"/>
          </ac:spMkLst>
        </pc:spChg>
        <pc:spChg chg="add del mod">
          <ac:chgData name="Nikki Papenfus" userId="2a405823-0c8b-419b-afb6-8159926c2e17" providerId="ADAL" clId="{C4CD5978-2643-4E14-BB26-37358CB1C7B2}" dt="2023-05-31T14:14:00.581" v="3381" actId="21"/>
          <ac:spMkLst>
            <pc:docMk/>
            <pc:sldMk cId="2385203735" sldId="259"/>
            <ac:spMk id="37" creationId="{EEBBF9A6-1F6D-985C-E271-10AC174A7E0A}"/>
          </ac:spMkLst>
        </pc:spChg>
        <pc:spChg chg="del">
          <ac:chgData name="Nikki Papenfus" userId="2a405823-0c8b-419b-afb6-8159926c2e17" providerId="ADAL" clId="{C4CD5978-2643-4E14-BB26-37358CB1C7B2}" dt="2023-05-31T13:43:18.445" v="2885" actId="478"/>
          <ac:spMkLst>
            <pc:docMk/>
            <pc:sldMk cId="2385203735" sldId="259"/>
            <ac:spMk id="41" creationId="{00000000-0000-0000-0000-000000000000}"/>
          </ac:spMkLst>
        </pc:spChg>
        <pc:spChg chg="del">
          <ac:chgData name="Nikki Papenfus" userId="2a405823-0c8b-419b-afb6-8159926c2e17" providerId="ADAL" clId="{C4CD5978-2643-4E14-BB26-37358CB1C7B2}" dt="2023-05-31T13:56:40.029" v="3054" actId="478"/>
          <ac:spMkLst>
            <pc:docMk/>
            <pc:sldMk cId="2385203735" sldId="259"/>
            <ac:spMk id="61" creationId="{00000000-0000-0000-0000-000000000000}"/>
          </ac:spMkLst>
        </pc:spChg>
        <pc:spChg chg="add del mod">
          <ac:chgData name="Nikki Papenfus" userId="2a405823-0c8b-419b-afb6-8159926c2e17" providerId="ADAL" clId="{C4CD5978-2643-4E14-BB26-37358CB1C7B2}" dt="2023-05-31T14:14:00.581" v="3381" actId="21"/>
          <ac:spMkLst>
            <pc:docMk/>
            <pc:sldMk cId="2385203735" sldId="259"/>
            <ac:spMk id="64" creationId="{93E37531-91B2-A0E3-7BCE-D79B17AE585D}"/>
          </ac:spMkLst>
        </pc:spChg>
        <pc:spChg chg="add del mod">
          <ac:chgData name="Nikki Papenfus" userId="2a405823-0c8b-419b-afb6-8159926c2e17" providerId="ADAL" clId="{C4CD5978-2643-4E14-BB26-37358CB1C7B2}" dt="2023-05-31T14:14:00.581" v="3381" actId="21"/>
          <ac:spMkLst>
            <pc:docMk/>
            <pc:sldMk cId="2385203735" sldId="259"/>
            <ac:spMk id="65" creationId="{9BAE67B7-B167-5C95-4D12-39F8C9225788}"/>
          </ac:spMkLst>
        </pc:spChg>
        <pc:spChg chg="add del mod">
          <ac:chgData name="Nikki Papenfus" userId="2a405823-0c8b-419b-afb6-8159926c2e17" providerId="ADAL" clId="{C4CD5978-2643-4E14-BB26-37358CB1C7B2}" dt="2023-05-31T14:14:00.581" v="3381" actId="21"/>
          <ac:spMkLst>
            <pc:docMk/>
            <pc:sldMk cId="2385203735" sldId="259"/>
            <ac:spMk id="66" creationId="{FE76D7B9-4AFE-DBF8-BFB2-30096338EC43}"/>
          </ac:spMkLst>
        </pc:spChg>
        <pc:spChg chg="add del mod">
          <ac:chgData name="Nikki Papenfus" userId="2a405823-0c8b-419b-afb6-8159926c2e17" providerId="ADAL" clId="{C4CD5978-2643-4E14-BB26-37358CB1C7B2}" dt="2023-05-31T14:14:00.581" v="3381" actId="21"/>
          <ac:spMkLst>
            <pc:docMk/>
            <pc:sldMk cId="2385203735" sldId="259"/>
            <ac:spMk id="67" creationId="{BEADB86B-55F9-96D4-033C-35E19C0AC1AD}"/>
          </ac:spMkLst>
        </pc:spChg>
        <pc:spChg chg="add del mod">
          <ac:chgData name="Nikki Papenfus" userId="2a405823-0c8b-419b-afb6-8159926c2e17" providerId="ADAL" clId="{C4CD5978-2643-4E14-BB26-37358CB1C7B2}" dt="2023-05-31T14:14:00.581" v="3381" actId="21"/>
          <ac:spMkLst>
            <pc:docMk/>
            <pc:sldMk cId="2385203735" sldId="259"/>
            <ac:spMk id="68" creationId="{54C4C776-0B45-E026-B139-EC0AA70CB792}"/>
          </ac:spMkLst>
        </pc:spChg>
        <pc:spChg chg="add del mod">
          <ac:chgData name="Nikki Papenfus" userId="2a405823-0c8b-419b-afb6-8159926c2e17" providerId="ADAL" clId="{C4CD5978-2643-4E14-BB26-37358CB1C7B2}" dt="2023-05-31T14:14:00.581" v="3381" actId="21"/>
          <ac:spMkLst>
            <pc:docMk/>
            <pc:sldMk cId="2385203735" sldId="259"/>
            <ac:spMk id="69" creationId="{86FC2735-C2FB-8208-5A5A-AD14A868CED2}"/>
          </ac:spMkLst>
        </pc:spChg>
        <pc:spChg chg="add del mod">
          <ac:chgData name="Nikki Papenfus" userId="2a405823-0c8b-419b-afb6-8159926c2e17" providerId="ADAL" clId="{C4CD5978-2643-4E14-BB26-37358CB1C7B2}" dt="2023-05-31T14:14:00.581" v="3381" actId="21"/>
          <ac:spMkLst>
            <pc:docMk/>
            <pc:sldMk cId="2385203735" sldId="259"/>
            <ac:spMk id="70" creationId="{092E6339-408C-BD9A-E547-802B86338EEE}"/>
          </ac:spMkLst>
        </pc:spChg>
        <pc:spChg chg="add del mod">
          <ac:chgData name="Nikki Papenfus" userId="2a405823-0c8b-419b-afb6-8159926c2e17" providerId="ADAL" clId="{C4CD5978-2643-4E14-BB26-37358CB1C7B2}" dt="2023-05-31T14:14:00.581" v="3381" actId="21"/>
          <ac:spMkLst>
            <pc:docMk/>
            <pc:sldMk cId="2385203735" sldId="259"/>
            <ac:spMk id="71" creationId="{16CCE726-38DF-CE8A-69E9-3CB17902CDD6}"/>
          </ac:spMkLst>
        </pc:spChg>
        <pc:spChg chg="add del mod">
          <ac:chgData name="Nikki Papenfus" userId="2a405823-0c8b-419b-afb6-8159926c2e17" providerId="ADAL" clId="{C4CD5978-2643-4E14-BB26-37358CB1C7B2}" dt="2023-05-31T14:14:00.581" v="3381" actId="21"/>
          <ac:spMkLst>
            <pc:docMk/>
            <pc:sldMk cId="2385203735" sldId="259"/>
            <ac:spMk id="72" creationId="{7B188F08-3010-E39B-7004-8D63FE39E1DD}"/>
          </ac:spMkLst>
        </pc:spChg>
        <pc:spChg chg="add del mod">
          <ac:chgData name="Nikki Papenfus" userId="2a405823-0c8b-419b-afb6-8159926c2e17" providerId="ADAL" clId="{C4CD5978-2643-4E14-BB26-37358CB1C7B2}" dt="2023-05-31T14:14:00.581" v="3381" actId="21"/>
          <ac:spMkLst>
            <pc:docMk/>
            <pc:sldMk cId="2385203735" sldId="259"/>
            <ac:spMk id="73" creationId="{B22C1F09-4361-D2EA-CA86-0B04CA2CFFBF}"/>
          </ac:spMkLst>
        </pc:spChg>
        <pc:spChg chg="add del mod">
          <ac:chgData name="Nikki Papenfus" userId="2a405823-0c8b-419b-afb6-8159926c2e17" providerId="ADAL" clId="{C4CD5978-2643-4E14-BB26-37358CB1C7B2}" dt="2023-05-31T14:14:00.581" v="3381" actId="21"/>
          <ac:spMkLst>
            <pc:docMk/>
            <pc:sldMk cId="2385203735" sldId="259"/>
            <ac:spMk id="74" creationId="{664769E3-A92E-85BD-C6F6-E2288FC98C3E}"/>
          </ac:spMkLst>
        </pc:spChg>
        <pc:spChg chg="add del mod">
          <ac:chgData name="Nikki Papenfus" userId="2a405823-0c8b-419b-afb6-8159926c2e17" providerId="ADAL" clId="{C4CD5978-2643-4E14-BB26-37358CB1C7B2}" dt="2023-05-31T14:14:00.581" v="3381" actId="21"/>
          <ac:spMkLst>
            <pc:docMk/>
            <pc:sldMk cId="2385203735" sldId="259"/>
            <ac:spMk id="76" creationId="{D6B5F86C-E658-E9AD-B6F4-4516BE2458CC}"/>
          </ac:spMkLst>
        </pc:spChg>
        <pc:spChg chg="add del mod">
          <ac:chgData name="Nikki Papenfus" userId="2a405823-0c8b-419b-afb6-8159926c2e17" providerId="ADAL" clId="{C4CD5978-2643-4E14-BB26-37358CB1C7B2}" dt="2023-05-31T14:14:00.581" v="3381" actId="21"/>
          <ac:spMkLst>
            <pc:docMk/>
            <pc:sldMk cId="2385203735" sldId="259"/>
            <ac:spMk id="77" creationId="{053BEBE2-E394-5FF7-2989-DD1F9D8F6E36}"/>
          </ac:spMkLst>
        </pc:spChg>
        <pc:spChg chg="add del mod">
          <ac:chgData name="Nikki Papenfus" userId="2a405823-0c8b-419b-afb6-8159926c2e17" providerId="ADAL" clId="{C4CD5978-2643-4E14-BB26-37358CB1C7B2}" dt="2023-05-31T14:14:00.581" v="3381" actId="21"/>
          <ac:spMkLst>
            <pc:docMk/>
            <pc:sldMk cId="2385203735" sldId="259"/>
            <ac:spMk id="78" creationId="{2FADE484-3896-34D3-925F-18EF8872A954}"/>
          </ac:spMkLst>
        </pc:spChg>
        <pc:spChg chg="add del mod">
          <ac:chgData name="Nikki Papenfus" userId="2a405823-0c8b-419b-afb6-8159926c2e17" providerId="ADAL" clId="{C4CD5978-2643-4E14-BB26-37358CB1C7B2}" dt="2023-05-31T14:14:00.581" v="3381" actId="21"/>
          <ac:spMkLst>
            <pc:docMk/>
            <pc:sldMk cId="2385203735" sldId="259"/>
            <ac:spMk id="79" creationId="{A1F52DAC-8EF7-5013-75B6-AA5FE7E7F68B}"/>
          </ac:spMkLst>
        </pc:spChg>
        <pc:spChg chg="add del mod">
          <ac:chgData name="Nikki Papenfus" userId="2a405823-0c8b-419b-afb6-8159926c2e17" providerId="ADAL" clId="{C4CD5978-2643-4E14-BB26-37358CB1C7B2}" dt="2023-05-31T14:14:00.581" v="3381" actId="21"/>
          <ac:spMkLst>
            <pc:docMk/>
            <pc:sldMk cId="2385203735" sldId="259"/>
            <ac:spMk id="80" creationId="{4446FD36-2790-444A-8407-17ACDE88263D}"/>
          </ac:spMkLst>
        </pc:spChg>
        <pc:spChg chg="add del mod">
          <ac:chgData name="Nikki Papenfus" userId="2a405823-0c8b-419b-afb6-8159926c2e17" providerId="ADAL" clId="{C4CD5978-2643-4E14-BB26-37358CB1C7B2}" dt="2023-05-31T14:14:00.581" v="3381" actId="21"/>
          <ac:spMkLst>
            <pc:docMk/>
            <pc:sldMk cId="2385203735" sldId="259"/>
            <ac:spMk id="81" creationId="{558C9CAD-D17D-CBFC-08D9-D626D619D2A9}"/>
          </ac:spMkLst>
        </pc:spChg>
        <pc:spChg chg="add del mod">
          <ac:chgData name="Nikki Papenfus" userId="2a405823-0c8b-419b-afb6-8159926c2e17" providerId="ADAL" clId="{C4CD5978-2643-4E14-BB26-37358CB1C7B2}" dt="2023-05-31T14:14:00.581" v="3381" actId="21"/>
          <ac:spMkLst>
            <pc:docMk/>
            <pc:sldMk cId="2385203735" sldId="259"/>
            <ac:spMk id="82" creationId="{5C497676-7D42-F479-B843-A215F374E5F0}"/>
          </ac:spMkLst>
        </pc:spChg>
        <pc:spChg chg="add del mod">
          <ac:chgData name="Nikki Papenfus" userId="2a405823-0c8b-419b-afb6-8159926c2e17" providerId="ADAL" clId="{C4CD5978-2643-4E14-BB26-37358CB1C7B2}" dt="2023-05-31T14:14:00.581" v="3381" actId="21"/>
          <ac:spMkLst>
            <pc:docMk/>
            <pc:sldMk cId="2385203735" sldId="259"/>
            <ac:spMk id="83" creationId="{DA0F3FE7-AB7F-A3D4-4D1E-C5F3E1A188E3}"/>
          </ac:spMkLst>
        </pc:spChg>
        <pc:grpChg chg="del">
          <ac:chgData name="Nikki Papenfus" userId="2a405823-0c8b-419b-afb6-8159926c2e17" providerId="ADAL" clId="{C4CD5978-2643-4E14-BB26-37358CB1C7B2}" dt="2023-05-31T14:14:00.581" v="3381" actId="21"/>
          <ac:grpSpMkLst>
            <pc:docMk/>
            <pc:sldMk cId="2385203735" sldId="259"/>
            <ac:grpSpMk id="40" creationId="{00000000-0000-0000-0000-000000000000}"/>
          </ac:grpSpMkLst>
        </pc:grpChg>
        <pc:grpChg chg="del">
          <ac:chgData name="Nikki Papenfus" userId="2a405823-0c8b-419b-afb6-8159926c2e17" providerId="ADAL" clId="{C4CD5978-2643-4E14-BB26-37358CB1C7B2}" dt="2023-05-31T13:56:40.029" v="3054" actId="478"/>
          <ac:grpSpMkLst>
            <pc:docMk/>
            <pc:sldMk cId="2385203735" sldId="259"/>
            <ac:grpSpMk id="59" creationId="{00000000-0000-0000-0000-000000000000}"/>
          </ac:grpSpMkLst>
        </pc:grpChg>
        <pc:picChg chg="del">
          <ac:chgData name="Nikki Papenfus" userId="2a405823-0c8b-419b-afb6-8159926c2e17" providerId="ADAL" clId="{C4CD5978-2643-4E14-BB26-37358CB1C7B2}" dt="2023-05-31T13:44:14.588" v="2890" actId="478"/>
          <ac:picMkLst>
            <pc:docMk/>
            <pc:sldMk cId="2385203735" sldId="259"/>
            <ac:picMk id="62" creationId="{00000000-0000-0000-0000-000000000000}"/>
          </ac:picMkLst>
        </pc:picChg>
        <pc:picChg chg="del">
          <ac:chgData name="Nikki Papenfus" userId="2a405823-0c8b-419b-afb6-8159926c2e17" providerId="ADAL" clId="{C4CD5978-2643-4E14-BB26-37358CB1C7B2}" dt="2023-05-31T13:43:21.862" v="2888" actId="478"/>
          <ac:picMkLst>
            <pc:docMk/>
            <pc:sldMk cId="2385203735" sldId="259"/>
            <ac:picMk id="63" creationId="{00000000-0000-0000-0000-000000000000}"/>
          </ac:picMkLst>
        </pc:picChg>
        <pc:picChg chg="del">
          <ac:chgData name="Nikki Papenfus" userId="2a405823-0c8b-419b-afb6-8159926c2e17" providerId="ADAL" clId="{C4CD5978-2643-4E14-BB26-37358CB1C7B2}" dt="2023-05-31T13:43:17.104" v="2884" actId="478"/>
          <ac:picMkLst>
            <pc:docMk/>
            <pc:sldMk cId="2385203735" sldId="259"/>
            <ac:picMk id="75" creationId="{00000000-0000-0000-0000-000000000000}"/>
          </ac:picMkLst>
        </pc:picChg>
      </pc:sldChg>
      <pc:sldChg chg="addSp delSp modSp mod ord">
        <pc:chgData name="Nikki Papenfus" userId="2a405823-0c8b-419b-afb6-8159926c2e17" providerId="ADAL" clId="{C4CD5978-2643-4E14-BB26-37358CB1C7B2}" dt="2023-06-01T16:05:17.398" v="12263" actId="20577"/>
        <pc:sldMkLst>
          <pc:docMk/>
          <pc:sldMk cId="131517736" sldId="381"/>
        </pc:sldMkLst>
        <pc:spChg chg="mod">
          <ac:chgData name="Nikki Papenfus" userId="2a405823-0c8b-419b-afb6-8159926c2e17" providerId="ADAL" clId="{C4CD5978-2643-4E14-BB26-37358CB1C7B2}" dt="2023-06-01T16:03:57.024" v="12202" actId="20577"/>
          <ac:spMkLst>
            <pc:docMk/>
            <pc:sldMk cId="131517736" sldId="381"/>
            <ac:spMk id="2" creationId="{E876FE0B-444E-4DB9-84ED-BA36E3749E92}"/>
          </ac:spMkLst>
        </pc:spChg>
        <pc:spChg chg="add del mod">
          <ac:chgData name="Nikki Papenfus" userId="2a405823-0c8b-419b-afb6-8159926c2e17" providerId="ADAL" clId="{C4CD5978-2643-4E14-BB26-37358CB1C7B2}" dt="2023-06-01T07:43:17.726" v="7401" actId="478"/>
          <ac:spMkLst>
            <pc:docMk/>
            <pc:sldMk cId="131517736" sldId="381"/>
            <ac:spMk id="5" creationId="{86BD6933-4098-5940-46D1-EF4AE7F417DD}"/>
          </ac:spMkLst>
        </pc:spChg>
        <pc:spChg chg="mod">
          <ac:chgData name="Nikki Papenfus" userId="2a405823-0c8b-419b-afb6-8159926c2e17" providerId="ADAL" clId="{C4CD5978-2643-4E14-BB26-37358CB1C7B2}" dt="2023-06-01T16:05:17.398" v="12263" actId="20577"/>
          <ac:spMkLst>
            <pc:docMk/>
            <pc:sldMk cId="131517736" sldId="381"/>
            <ac:spMk id="7" creationId="{1C87C501-E33B-4C79-9659-C4B32C2525B6}"/>
          </ac:spMkLst>
        </pc:spChg>
        <pc:grpChg chg="add del">
          <ac:chgData name="Nikki Papenfus" userId="2a405823-0c8b-419b-afb6-8159926c2e17" providerId="ADAL" clId="{C4CD5978-2643-4E14-BB26-37358CB1C7B2}" dt="2023-06-01T07:42:28.287" v="7373" actId="478"/>
          <ac:grpSpMkLst>
            <pc:docMk/>
            <pc:sldMk cId="131517736" sldId="381"/>
            <ac:grpSpMk id="35" creationId="{F50080C6-27A7-4A56-9FD4-07C9830E8A8D}"/>
          </ac:grpSpMkLst>
        </pc:grpChg>
        <pc:graphicFrameChg chg="add del mod modGraphic">
          <ac:chgData name="Nikki Papenfus" userId="2a405823-0c8b-419b-afb6-8159926c2e17" providerId="ADAL" clId="{C4CD5978-2643-4E14-BB26-37358CB1C7B2}" dt="2023-06-01T07:42:35.505" v="7374" actId="478"/>
          <ac:graphicFrameMkLst>
            <pc:docMk/>
            <pc:sldMk cId="131517736" sldId="381"/>
            <ac:graphicFrameMk id="3" creationId="{43AB3E69-2700-4D5D-897A-91255BC7C841}"/>
          </ac:graphicFrameMkLst>
        </pc:graphicFrameChg>
        <pc:picChg chg="add del">
          <ac:chgData name="Nikki Papenfus" userId="2a405823-0c8b-419b-afb6-8159926c2e17" providerId="ADAL" clId="{C4CD5978-2643-4E14-BB26-37358CB1C7B2}" dt="2023-06-01T07:42:28.287" v="7373" actId="478"/>
          <ac:picMkLst>
            <pc:docMk/>
            <pc:sldMk cId="131517736" sldId="381"/>
            <ac:picMk id="4" creationId="{7155BA96-29DA-48AA-B114-950798BEB29E}"/>
          </ac:picMkLst>
        </pc:picChg>
        <pc:picChg chg="add del">
          <ac:chgData name="Nikki Papenfus" userId="2a405823-0c8b-419b-afb6-8159926c2e17" providerId="ADAL" clId="{C4CD5978-2643-4E14-BB26-37358CB1C7B2}" dt="2023-06-01T07:42:36.447" v="7375" actId="478"/>
          <ac:picMkLst>
            <pc:docMk/>
            <pc:sldMk cId="131517736" sldId="381"/>
            <ac:picMk id="6" creationId="{6F759CD4-B754-47FC-9C0C-D4737ABE3A48}"/>
          </ac:picMkLst>
        </pc:picChg>
      </pc:sldChg>
      <pc:sldChg chg="addSp delSp modSp add del mod">
        <pc:chgData name="Nikki Papenfus" userId="2a405823-0c8b-419b-afb6-8159926c2e17" providerId="ADAL" clId="{C4CD5978-2643-4E14-BB26-37358CB1C7B2}" dt="2023-05-31T14:04:39.673" v="3116" actId="47"/>
        <pc:sldMkLst>
          <pc:docMk/>
          <pc:sldMk cId="2279783741" sldId="400"/>
        </pc:sldMkLst>
        <pc:spChg chg="add mod">
          <ac:chgData name="Nikki Papenfus" userId="2a405823-0c8b-419b-afb6-8159926c2e17" providerId="ADAL" clId="{C4CD5978-2643-4E14-BB26-37358CB1C7B2}" dt="2023-05-31T14:03:50.507" v="3104" actId="1076"/>
          <ac:spMkLst>
            <pc:docMk/>
            <pc:sldMk cId="2279783741" sldId="400"/>
            <ac:spMk id="6" creationId="{7E20151D-7071-0589-248E-3D41A3CDCDB8}"/>
          </ac:spMkLst>
        </pc:spChg>
        <pc:spChg chg="mod">
          <ac:chgData name="Nikki Papenfus" userId="2a405823-0c8b-419b-afb6-8159926c2e17" providerId="ADAL" clId="{C4CD5978-2643-4E14-BB26-37358CB1C7B2}" dt="2023-05-31T14:02:29.244" v="3087" actId="108"/>
          <ac:spMkLst>
            <pc:docMk/>
            <pc:sldMk cId="2279783741" sldId="400"/>
            <ac:spMk id="20" creationId="{3E4B34F2-68D6-42EE-AEA0-453D7A40A0FF}"/>
          </ac:spMkLst>
        </pc:spChg>
        <pc:spChg chg="add del">
          <ac:chgData name="Nikki Papenfus" userId="2a405823-0c8b-419b-afb6-8159926c2e17" providerId="ADAL" clId="{C4CD5978-2643-4E14-BB26-37358CB1C7B2}" dt="2023-05-31T14:03:15.571" v="3097" actId="478"/>
          <ac:spMkLst>
            <pc:docMk/>
            <pc:sldMk cId="2279783741" sldId="400"/>
            <ac:spMk id="36" creationId="{3AFCAE5F-808F-4A12-958B-5E40907C1789}"/>
          </ac:spMkLst>
        </pc:spChg>
        <pc:spChg chg="del mod">
          <ac:chgData name="Nikki Papenfus" userId="2a405823-0c8b-419b-afb6-8159926c2e17" providerId="ADAL" clId="{C4CD5978-2643-4E14-BB26-37358CB1C7B2}" dt="2023-05-31T14:02:45.303" v="3090" actId="478"/>
          <ac:spMkLst>
            <pc:docMk/>
            <pc:sldMk cId="2279783741" sldId="400"/>
            <ac:spMk id="52" creationId="{78C53321-B906-4288-9203-2CA6FBAC5A17}"/>
          </ac:spMkLst>
        </pc:spChg>
        <pc:spChg chg="mod">
          <ac:chgData name="Nikki Papenfus" userId="2a405823-0c8b-419b-afb6-8159926c2e17" providerId="ADAL" clId="{C4CD5978-2643-4E14-BB26-37358CB1C7B2}" dt="2023-05-31T14:04:16.833" v="3110" actId="14100"/>
          <ac:spMkLst>
            <pc:docMk/>
            <pc:sldMk cId="2279783741" sldId="400"/>
            <ac:spMk id="56" creationId="{309888BD-7DF1-40B2-8133-22CBCCBF8137}"/>
          </ac:spMkLst>
        </pc:spChg>
        <pc:spChg chg="add del mod">
          <ac:chgData name="Nikki Papenfus" userId="2a405823-0c8b-419b-afb6-8159926c2e17" providerId="ADAL" clId="{C4CD5978-2643-4E14-BB26-37358CB1C7B2}" dt="2023-05-31T14:04:34.176" v="3115" actId="14100"/>
          <ac:spMkLst>
            <pc:docMk/>
            <pc:sldMk cId="2279783741" sldId="400"/>
            <ac:spMk id="57" creationId="{8F7763C0-0A4D-4FD9-87C6-0CA52327D256}"/>
          </ac:spMkLst>
        </pc:spChg>
        <pc:spChg chg="mod">
          <ac:chgData name="Nikki Papenfus" userId="2a405823-0c8b-419b-afb6-8159926c2e17" providerId="ADAL" clId="{C4CD5978-2643-4E14-BB26-37358CB1C7B2}" dt="2023-05-31T14:03:54.259" v="3105" actId="14100"/>
          <ac:spMkLst>
            <pc:docMk/>
            <pc:sldMk cId="2279783741" sldId="400"/>
            <ac:spMk id="68" creationId="{72AE277F-ADCE-4C0F-BB83-D7274AD337BB}"/>
          </ac:spMkLst>
        </pc:spChg>
        <pc:spChg chg="mod">
          <ac:chgData name="Nikki Papenfus" userId="2a405823-0c8b-419b-afb6-8159926c2e17" providerId="ADAL" clId="{C4CD5978-2643-4E14-BB26-37358CB1C7B2}" dt="2023-05-31T14:03:39.106" v="3102" actId="1076"/>
          <ac:spMkLst>
            <pc:docMk/>
            <pc:sldMk cId="2279783741" sldId="400"/>
            <ac:spMk id="70" creationId="{065F97B9-366C-4BC9-924E-E59577D9261B}"/>
          </ac:spMkLst>
        </pc:spChg>
        <pc:picChg chg="del">
          <ac:chgData name="Nikki Papenfus" userId="2a405823-0c8b-419b-afb6-8159926c2e17" providerId="ADAL" clId="{C4CD5978-2643-4E14-BB26-37358CB1C7B2}" dt="2023-05-31T14:02:39.156" v="3088" actId="478"/>
          <ac:picMkLst>
            <pc:docMk/>
            <pc:sldMk cId="2279783741" sldId="400"/>
            <ac:picMk id="5" creationId="{97D8C327-7029-4D4E-8225-991BB49F8512}"/>
          </ac:picMkLst>
        </pc:picChg>
      </pc:sldChg>
      <pc:sldChg chg="delSp modSp add del mod">
        <pc:chgData name="Nikki Papenfus" userId="2a405823-0c8b-419b-afb6-8159926c2e17" providerId="ADAL" clId="{C4CD5978-2643-4E14-BB26-37358CB1C7B2}" dt="2023-05-31T15:37:28.098" v="5603" actId="47"/>
        <pc:sldMkLst>
          <pc:docMk/>
          <pc:sldMk cId="3758008660" sldId="435"/>
        </pc:sldMkLst>
        <pc:spChg chg="mod">
          <ac:chgData name="Nikki Papenfus" userId="2a405823-0c8b-419b-afb6-8159926c2e17" providerId="ADAL" clId="{C4CD5978-2643-4E14-BB26-37358CB1C7B2}" dt="2023-05-31T15:37:12.509" v="5601" actId="6549"/>
          <ac:spMkLst>
            <pc:docMk/>
            <pc:sldMk cId="3758008660" sldId="435"/>
            <ac:spMk id="3" creationId="{1A94A419-D1D2-43CD-98AF-85762651A062}"/>
          </ac:spMkLst>
        </pc:spChg>
        <pc:spChg chg="mod">
          <ac:chgData name="Nikki Papenfus" userId="2a405823-0c8b-419b-afb6-8159926c2e17" providerId="ADAL" clId="{C4CD5978-2643-4E14-BB26-37358CB1C7B2}" dt="2023-05-31T15:36:42.383" v="5585" actId="6549"/>
          <ac:spMkLst>
            <pc:docMk/>
            <pc:sldMk cId="3758008660" sldId="435"/>
            <ac:spMk id="29" creationId="{D0D13029-7FCE-4659-9B86-CF1918B21B7D}"/>
          </ac:spMkLst>
        </pc:spChg>
        <pc:spChg chg="mod">
          <ac:chgData name="Nikki Papenfus" userId="2a405823-0c8b-419b-afb6-8159926c2e17" providerId="ADAL" clId="{C4CD5978-2643-4E14-BB26-37358CB1C7B2}" dt="2023-05-31T15:37:07.166" v="5600" actId="207"/>
          <ac:spMkLst>
            <pc:docMk/>
            <pc:sldMk cId="3758008660" sldId="435"/>
            <ac:spMk id="39" creationId="{D4BA9FCA-B768-4488-BBD9-A5FDF12FBE27}"/>
          </ac:spMkLst>
        </pc:spChg>
        <pc:spChg chg="del">
          <ac:chgData name="Nikki Papenfus" userId="2a405823-0c8b-419b-afb6-8159926c2e17" providerId="ADAL" clId="{C4CD5978-2643-4E14-BB26-37358CB1C7B2}" dt="2023-05-31T15:36:47.555" v="5587" actId="478"/>
          <ac:spMkLst>
            <pc:docMk/>
            <pc:sldMk cId="3758008660" sldId="435"/>
            <ac:spMk id="52" creationId="{78C53321-B906-4288-9203-2CA6FBAC5A17}"/>
          </ac:spMkLst>
        </pc:spChg>
        <pc:spChg chg="mod">
          <ac:chgData name="Nikki Papenfus" userId="2a405823-0c8b-419b-afb6-8159926c2e17" providerId="ADAL" clId="{C4CD5978-2643-4E14-BB26-37358CB1C7B2}" dt="2023-05-31T15:37:05.017" v="5599" actId="207"/>
          <ac:spMkLst>
            <pc:docMk/>
            <pc:sldMk cId="3758008660" sldId="435"/>
            <ac:spMk id="62" creationId="{954C1D1F-3B33-40BC-9DCC-88F812F6FABF}"/>
          </ac:spMkLst>
        </pc:spChg>
        <pc:spChg chg="mod">
          <ac:chgData name="Nikki Papenfus" userId="2a405823-0c8b-419b-afb6-8159926c2e17" providerId="ADAL" clId="{C4CD5978-2643-4E14-BB26-37358CB1C7B2}" dt="2023-05-31T15:36:56.197" v="5598" actId="14100"/>
          <ac:spMkLst>
            <pc:docMk/>
            <pc:sldMk cId="3758008660" sldId="435"/>
            <ac:spMk id="63" creationId="{FAF62AAA-FAFF-478D-84C5-7E5559983323}"/>
          </ac:spMkLst>
        </pc:spChg>
        <pc:picChg chg="del">
          <ac:chgData name="Nikki Papenfus" userId="2a405823-0c8b-419b-afb6-8159926c2e17" providerId="ADAL" clId="{C4CD5978-2643-4E14-BB26-37358CB1C7B2}" dt="2023-05-31T15:36:45.401" v="5586" actId="478"/>
          <ac:picMkLst>
            <pc:docMk/>
            <pc:sldMk cId="3758008660" sldId="435"/>
            <ac:picMk id="5" creationId="{97D8C327-7029-4D4E-8225-991BB49F8512}"/>
          </ac:picMkLst>
        </pc:picChg>
      </pc:sldChg>
      <pc:sldChg chg="addSp delSp modSp add mod ord delCm">
        <pc:chgData name="Nikki Papenfus" userId="2a405823-0c8b-419b-afb6-8159926c2e17" providerId="ADAL" clId="{C4CD5978-2643-4E14-BB26-37358CB1C7B2}" dt="2023-06-02T08:05:10.812" v="12510" actId="1035"/>
        <pc:sldMkLst>
          <pc:docMk/>
          <pc:sldMk cId="3075885343" sldId="468"/>
        </pc:sldMkLst>
        <pc:spChg chg="add mod">
          <ac:chgData name="Nikki Papenfus" userId="2a405823-0c8b-419b-afb6-8159926c2e17" providerId="ADAL" clId="{C4CD5978-2643-4E14-BB26-37358CB1C7B2}" dt="2023-06-01T15:57:02.512" v="12066" actId="12788"/>
          <ac:spMkLst>
            <pc:docMk/>
            <pc:sldMk cId="3075885343" sldId="468"/>
            <ac:spMk id="2" creationId="{AEFB7BD2-0199-A885-D5CE-1D77CCB9D647}"/>
          </ac:spMkLst>
        </pc:spChg>
        <pc:spChg chg="mod">
          <ac:chgData name="Nikki Papenfus" userId="2a405823-0c8b-419b-afb6-8159926c2e17" providerId="ADAL" clId="{C4CD5978-2643-4E14-BB26-37358CB1C7B2}" dt="2023-06-01T15:30:47.192" v="11160" actId="1076"/>
          <ac:spMkLst>
            <pc:docMk/>
            <pc:sldMk cId="3075885343" sldId="468"/>
            <ac:spMk id="3" creationId="{C3855533-CC1A-4D2B-9878-FC0D6C53A67A}"/>
          </ac:spMkLst>
        </pc:spChg>
        <pc:spChg chg="add del mod">
          <ac:chgData name="Nikki Papenfus" userId="2a405823-0c8b-419b-afb6-8159926c2e17" providerId="ADAL" clId="{C4CD5978-2643-4E14-BB26-37358CB1C7B2}" dt="2023-06-01T15:51:40.037" v="11881" actId="478"/>
          <ac:spMkLst>
            <pc:docMk/>
            <pc:sldMk cId="3075885343" sldId="468"/>
            <ac:spMk id="4" creationId="{E5542399-E5CF-B33B-C171-7D06173D4CF0}"/>
          </ac:spMkLst>
        </pc:spChg>
        <pc:spChg chg="add del mod">
          <ac:chgData name="Nikki Papenfus" userId="2a405823-0c8b-419b-afb6-8159926c2e17" providerId="ADAL" clId="{C4CD5978-2643-4E14-BB26-37358CB1C7B2}" dt="2023-06-01T15:51:40.037" v="11881" actId="478"/>
          <ac:spMkLst>
            <pc:docMk/>
            <pc:sldMk cId="3075885343" sldId="468"/>
            <ac:spMk id="6" creationId="{77D13CDC-5070-63D3-2360-6ED802759FB0}"/>
          </ac:spMkLst>
        </pc:spChg>
        <pc:spChg chg="add del mod">
          <ac:chgData name="Nikki Papenfus" userId="2a405823-0c8b-419b-afb6-8159926c2e17" providerId="ADAL" clId="{C4CD5978-2643-4E14-BB26-37358CB1C7B2}" dt="2023-06-01T15:51:40.037" v="11881" actId="478"/>
          <ac:spMkLst>
            <pc:docMk/>
            <pc:sldMk cId="3075885343" sldId="468"/>
            <ac:spMk id="7" creationId="{417301ED-6741-F703-929A-B377707BA5ED}"/>
          </ac:spMkLst>
        </pc:spChg>
        <pc:spChg chg="add mod">
          <ac:chgData name="Nikki Papenfus" userId="2a405823-0c8b-419b-afb6-8159926c2e17" providerId="ADAL" clId="{C4CD5978-2643-4E14-BB26-37358CB1C7B2}" dt="2023-06-02T07:09:55.210" v="12298" actId="12788"/>
          <ac:spMkLst>
            <pc:docMk/>
            <pc:sldMk cId="3075885343" sldId="468"/>
            <ac:spMk id="8" creationId="{895DE33D-83BA-B7E4-F4AA-895E924E54A1}"/>
          </ac:spMkLst>
        </pc:spChg>
        <pc:spChg chg="add mod">
          <ac:chgData name="Nikki Papenfus" userId="2a405823-0c8b-419b-afb6-8159926c2e17" providerId="ADAL" clId="{C4CD5978-2643-4E14-BB26-37358CB1C7B2}" dt="2023-06-01T15:57:28.309" v="12071" actId="1038"/>
          <ac:spMkLst>
            <pc:docMk/>
            <pc:sldMk cId="3075885343" sldId="468"/>
            <ac:spMk id="10" creationId="{A6BF02EC-2EC6-D458-2E7F-0C3997DC81BF}"/>
          </ac:spMkLst>
        </pc:spChg>
        <pc:spChg chg="add mod">
          <ac:chgData name="Nikki Papenfus" userId="2a405823-0c8b-419b-afb6-8159926c2e17" providerId="ADAL" clId="{C4CD5978-2643-4E14-BB26-37358CB1C7B2}" dt="2023-06-01T15:57:28.309" v="12071" actId="1038"/>
          <ac:spMkLst>
            <pc:docMk/>
            <pc:sldMk cId="3075885343" sldId="468"/>
            <ac:spMk id="11" creationId="{1059C6AD-C812-85D9-2A11-01DEB7F0894A}"/>
          </ac:spMkLst>
        </pc:spChg>
        <pc:spChg chg="add mod ord topLvl">
          <ac:chgData name="Nikki Papenfus" userId="2a405823-0c8b-419b-afb6-8159926c2e17" providerId="ADAL" clId="{C4CD5978-2643-4E14-BB26-37358CB1C7B2}" dt="2023-06-01T15:57:02.512" v="12066" actId="12788"/>
          <ac:spMkLst>
            <pc:docMk/>
            <pc:sldMk cId="3075885343" sldId="468"/>
            <ac:spMk id="12" creationId="{2EB7780C-0256-6704-FFAC-33AD558AC5CE}"/>
          </ac:spMkLst>
        </pc:spChg>
        <pc:spChg chg="add del mod topLvl">
          <ac:chgData name="Nikki Papenfus" userId="2a405823-0c8b-419b-afb6-8159926c2e17" providerId="ADAL" clId="{C4CD5978-2643-4E14-BB26-37358CB1C7B2}" dt="2023-06-01T15:27:09.298" v="11063" actId="21"/>
          <ac:spMkLst>
            <pc:docMk/>
            <pc:sldMk cId="3075885343" sldId="468"/>
            <ac:spMk id="13" creationId="{B455EB5F-165E-3027-69FE-4F84DC3F8AF1}"/>
          </ac:spMkLst>
        </pc:spChg>
        <pc:spChg chg="add del mod topLvl">
          <ac:chgData name="Nikki Papenfus" userId="2a405823-0c8b-419b-afb6-8159926c2e17" providerId="ADAL" clId="{C4CD5978-2643-4E14-BB26-37358CB1C7B2}" dt="2023-06-01T15:51:40.037" v="11881" actId="478"/>
          <ac:spMkLst>
            <pc:docMk/>
            <pc:sldMk cId="3075885343" sldId="468"/>
            <ac:spMk id="14" creationId="{95D59647-705D-B9AC-D297-E13BC4C51DB7}"/>
          </ac:spMkLst>
        </pc:spChg>
        <pc:spChg chg="del mod">
          <ac:chgData name="Nikki Papenfus" userId="2a405823-0c8b-419b-afb6-8159926c2e17" providerId="ADAL" clId="{C4CD5978-2643-4E14-BB26-37358CB1C7B2}" dt="2023-05-31T15:44:57.424" v="5948" actId="478"/>
          <ac:spMkLst>
            <pc:docMk/>
            <pc:sldMk cId="3075885343" sldId="468"/>
            <ac:spMk id="15" creationId="{2C89B287-31C9-45A8-9977-D6F39AECA62B}"/>
          </ac:spMkLst>
        </pc:spChg>
        <pc:spChg chg="add mod">
          <ac:chgData name="Nikki Papenfus" userId="2a405823-0c8b-419b-afb6-8159926c2e17" providerId="ADAL" clId="{C4CD5978-2643-4E14-BB26-37358CB1C7B2}" dt="2023-06-01T15:57:38.025" v="12073" actId="14100"/>
          <ac:spMkLst>
            <pc:docMk/>
            <pc:sldMk cId="3075885343" sldId="468"/>
            <ac:spMk id="15" creationId="{ED83E17E-F9B1-26F1-25FA-3C79A7124019}"/>
          </ac:spMkLst>
        </pc:spChg>
        <pc:spChg chg="del mod">
          <ac:chgData name="Nikki Papenfus" userId="2a405823-0c8b-419b-afb6-8159926c2e17" providerId="ADAL" clId="{C4CD5978-2643-4E14-BB26-37358CB1C7B2}" dt="2023-06-01T16:09:17.116" v="12275" actId="478"/>
          <ac:spMkLst>
            <pc:docMk/>
            <pc:sldMk cId="3075885343" sldId="468"/>
            <ac:spMk id="16" creationId="{9BC31F63-4422-4C49-9CAC-6463A9EF5849}"/>
          </ac:spMkLst>
        </pc:spChg>
        <pc:spChg chg="add mod topLvl">
          <ac:chgData name="Nikki Papenfus" userId="2a405823-0c8b-419b-afb6-8159926c2e17" providerId="ADAL" clId="{C4CD5978-2643-4E14-BB26-37358CB1C7B2}" dt="2023-06-02T07:10:00.136" v="12302" actId="1038"/>
          <ac:spMkLst>
            <pc:docMk/>
            <pc:sldMk cId="3075885343" sldId="468"/>
            <ac:spMk id="18" creationId="{D9B47A07-F401-9482-58A8-9680B9E8B16B}"/>
          </ac:spMkLst>
        </pc:spChg>
        <pc:spChg chg="add del mod topLvl">
          <ac:chgData name="Nikki Papenfus" userId="2a405823-0c8b-419b-afb6-8159926c2e17" providerId="ADAL" clId="{C4CD5978-2643-4E14-BB26-37358CB1C7B2}" dt="2023-06-01T15:51:40.037" v="11881" actId="478"/>
          <ac:spMkLst>
            <pc:docMk/>
            <pc:sldMk cId="3075885343" sldId="468"/>
            <ac:spMk id="19" creationId="{1E85399F-2F1E-B337-93C2-7865A24F41C0}"/>
          </ac:spMkLst>
        </pc:spChg>
        <pc:spChg chg="add del mod topLvl">
          <ac:chgData name="Nikki Papenfus" userId="2a405823-0c8b-419b-afb6-8159926c2e17" providerId="ADAL" clId="{C4CD5978-2643-4E14-BB26-37358CB1C7B2}" dt="2023-06-01T15:51:40.037" v="11881" actId="478"/>
          <ac:spMkLst>
            <pc:docMk/>
            <pc:sldMk cId="3075885343" sldId="468"/>
            <ac:spMk id="20" creationId="{91BC4F5C-B14D-0011-B5C6-BFBF269D84D9}"/>
          </ac:spMkLst>
        </pc:spChg>
        <pc:spChg chg="add mod topLvl">
          <ac:chgData name="Nikki Papenfus" userId="2a405823-0c8b-419b-afb6-8159926c2e17" providerId="ADAL" clId="{C4CD5978-2643-4E14-BB26-37358CB1C7B2}" dt="2023-06-02T07:10:08.762" v="12305" actId="1037"/>
          <ac:spMkLst>
            <pc:docMk/>
            <pc:sldMk cId="3075885343" sldId="468"/>
            <ac:spMk id="23" creationId="{F92A9EBF-09EB-9F32-1B1E-EBE9B6738CA9}"/>
          </ac:spMkLst>
        </pc:spChg>
        <pc:spChg chg="mod">
          <ac:chgData name="Nikki Papenfus" userId="2a405823-0c8b-419b-afb6-8159926c2e17" providerId="ADAL" clId="{C4CD5978-2643-4E14-BB26-37358CB1C7B2}" dt="2023-06-01T15:59:53.712" v="12138"/>
          <ac:spMkLst>
            <pc:docMk/>
            <pc:sldMk cId="3075885343" sldId="468"/>
            <ac:spMk id="24" creationId="{9DB6902C-A3E2-452F-9D3C-87060177A9BE}"/>
          </ac:spMkLst>
        </pc:spChg>
        <pc:spChg chg="add del mod">
          <ac:chgData name="Nikki Papenfus" userId="2a405823-0c8b-419b-afb6-8159926c2e17" providerId="ADAL" clId="{C4CD5978-2643-4E14-BB26-37358CB1C7B2}" dt="2023-06-01T15:51:33.189" v="11880" actId="478"/>
          <ac:spMkLst>
            <pc:docMk/>
            <pc:sldMk cId="3075885343" sldId="468"/>
            <ac:spMk id="26" creationId="{53A782AA-2F55-246F-AC0A-DE6CD0BAEF35}"/>
          </ac:spMkLst>
        </pc:spChg>
        <pc:spChg chg="del mod">
          <ac:chgData name="Nikki Papenfus" userId="2a405823-0c8b-419b-afb6-8159926c2e17" providerId="ADAL" clId="{C4CD5978-2643-4E14-BB26-37358CB1C7B2}" dt="2023-05-31T15:44:57.424" v="5948" actId="478"/>
          <ac:spMkLst>
            <pc:docMk/>
            <pc:sldMk cId="3075885343" sldId="468"/>
            <ac:spMk id="26" creationId="{E02E3322-CBD8-4983-B638-7C6A56A53923}"/>
          </ac:spMkLst>
        </pc:spChg>
        <pc:spChg chg="add mod topLvl">
          <ac:chgData name="Nikki Papenfus" userId="2a405823-0c8b-419b-afb6-8159926c2e17" providerId="ADAL" clId="{C4CD5978-2643-4E14-BB26-37358CB1C7B2}" dt="2023-06-02T07:10:08.762" v="12305" actId="1037"/>
          <ac:spMkLst>
            <pc:docMk/>
            <pc:sldMk cId="3075885343" sldId="468"/>
            <ac:spMk id="28" creationId="{87D1CE84-016D-34F8-A1EC-85D00E6FE765}"/>
          </ac:spMkLst>
        </pc:spChg>
        <pc:spChg chg="add del mod topLvl">
          <ac:chgData name="Nikki Papenfus" userId="2a405823-0c8b-419b-afb6-8159926c2e17" providerId="ADAL" clId="{C4CD5978-2643-4E14-BB26-37358CB1C7B2}" dt="2023-06-01T15:27:09.298" v="11063" actId="21"/>
          <ac:spMkLst>
            <pc:docMk/>
            <pc:sldMk cId="3075885343" sldId="468"/>
            <ac:spMk id="29" creationId="{9A70F75C-B220-5A8B-4BAE-28EC46DB917C}"/>
          </ac:spMkLst>
        </pc:spChg>
        <pc:spChg chg="mod">
          <ac:chgData name="Nikki Papenfus" userId="2a405823-0c8b-419b-afb6-8159926c2e17" providerId="ADAL" clId="{C4CD5978-2643-4E14-BB26-37358CB1C7B2}" dt="2023-06-01T15:58:35.249" v="12108" actId="1036"/>
          <ac:spMkLst>
            <pc:docMk/>
            <pc:sldMk cId="3075885343" sldId="468"/>
            <ac:spMk id="30" creationId="{6323B6EE-FEE9-4276-AA71-41F27C374F85}"/>
          </ac:spMkLst>
        </pc:spChg>
        <pc:spChg chg="add del mod topLvl">
          <ac:chgData name="Nikki Papenfus" userId="2a405823-0c8b-419b-afb6-8159926c2e17" providerId="ADAL" clId="{C4CD5978-2643-4E14-BB26-37358CB1C7B2}" dt="2023-06-01T15:27:09.298" v="11063" actId="21"/>
          <ac:spMkLst>
            <pc:docMk/>
            <pc:sldMk cId="3075885343" sldId="468"/>
            <ac:spMk id="32" creationId="{2A4F39AF-CCF1-C622-A3D6-BB7320535619}"/>
          </ac:spMkLst>
        </pc:spChg>
        <pc:spChg chg="add mod ord">
          <ac:chgData name="Nikki Papenfus" userId="2a405823-0c8b-419b-afb6-8159926c2e17" providerId="ADAL" clId="{C4CD5978-2643-4E14-BB26-37358CB1C7B2}" dt="2023-06-01T16:09:39.218" v="12283" actId="1076"/>
          <ac:spMkLst>
            <pc:docMk/>
            <pc:sldMk cId="3075885343" sldId="468"/>
            <ac:spMk id="33" creationId="{D486188C-5D6B-0BE6-FD99-6362215BA5D9}"/>
          </ac:spMkLst>
        </pc:spChg>
        <pc:spChg chg="mod">
          <ac:chgData name="Nikki Papenfus" userId="2a405823-0c8b-419b-afb6-8159926c2e17" providerId="ADAL" clId="{C4CD5978-2643-4E14-BB26-37358CB1C7B2}" dt="2023-06-01T15:58:35.249" v="12108" actId="1036"/>
          <ac:spMkLst>
            <pc:docMk/>
            <pc:sldMk cId="3075885343" sldId="468"/>
            <ac:spMk id="34" creationId="{CE6BDE70-8B29-4198-837D-0523A3A7ABFC}"/>
          </ac:spMkLst>
        </pc:spChg>
        <pc:spChg chg="add mod topLvl">
          <ac:chgData name="Nikki Papenfus" userId="2a405823-0c8b-419b-afb6-8159926c2e17" providerId="ADAL" clId="{C4CD5978-2643-4E14-BB26-37358CB1C7B2}" dt="2023-06-01T15:57:28.309" v="12071" actId="1038"/>
          <ac:spMkLst>
            <pc:docMk/>
            <pc:sldMk cId="3075885343" sldId="468"/>
            <ac:spMk id="37" creationId="{94094AFA-2559-156F-2E9D-97DA1DA71A5F}"/>
          </ac:spMkLst>
        </pc:spChg>
        <pc:spChg chg="del mod">
          <ac:chgData name="Nikki Papenfus" userId="2a405823-0c8b-419b-afb6-8159926c2e17" providerId="ADAL" clId="{C4CD5978-2643-4E14-BB26-37358CB1C7B2}" dt="2023-05-31T15:58:13.823" v="6420" actId="478"/>
          <ac:spMkLst>
            <pc:docMk/>
            <pc:sldMk cId="3075885343" sldId="468"/>
            <ac:spMk id="38" creationId="{C4EFFF36-4A7C-4D73-8F9F-5EEA9A12AAE7}"/>
          </ac:spMkLst>
        </pc:spChg>
        <pc:spChg chg="add del mod">
          <ac:chgData name="Nikki Papenfus" userId="2a405823-0c8b-419b-afb6-8159926c2e17" providerId="ADAL" clId="{C4CD5978-2643-4E14-BB26-37358CB1C7B2}" dt="2023-06-01T15:51:33.189" v="11880" actId="478"/>
          <ac:spMkLst>
            <pc:docMk/>
            <pc:sldMk cId="3075885343" sldId="468"/>
            <ac:spMk id="38" creationId="{E7F41747-E188-B27B-A735-222D63227106}"/>
          </ac:spMkLst>
        </pc:spChg>
        <pc:spChg chg="del mod">
          <ac:chgData name="Nikki Papenfus" userId="2a405823-0c8b-419b-afb6-8159926c2e17" providerId="ADAL" clId="{C4CD5978-2643-4E14-BB26-37358CB1C7B2}" dt="2023-05-31T15:58:12.009" v="6419" actId="478"/>
          <ac:spMkLst>
            <pc:docMk/>
            <pc:sldMk cId="3075885343" sldId="468"/>
            <ac:spMk id="39" creationId="{21624F91-A781-49B9-B856-B950F5DF5591}"/>
          </ac:spMkLst>
        </pc:spChg>
        <pc:spChg chg="add mod">
          <ac:chgData name="Nikki Papenfus" userId="2a405823-0c8b-419b-afb6-8159926c2e17" providerId="ADAL" clId="{C4CD5978-2643-4E14-BB26-37358CB1C7B2}" dt="2023-06-02T07:10:00.136" v="12302" actId="1038"/>
          <ac:spMkLst>
            <pc:docMk/>
            <pc:sldMk cId="3075885343" sldId="468"/>
            <ac:spMk id="40" creationId="{1A193BC2-27B6-4AE5-8F91-CC26A69104E7}"/>
          </ac:spMkLst>
        </pc:spChg>
        <pc:spChg chg="del mod">
          <ac:chgData name="Nikki Papenfus" userId="2a405823-0c8b-419b-afb6-8159926c2e17" providerId="ADAL" clId="{C4CD5978-2643-4E14-BB26-37358CB1C7B2}" dt="2023-05-31T15:54:15.830" v="6190" actId="478"/>
          <ac:spMkLst>
            <pc:docMk/>
            <pc:sldMk cId="3075885343" sldId="468"/>
            <ac:spMk id="40" creationId="{E73CB023-279A-4A7B-B9C6-81A130C70A18}"/>
          </ac:spMkLst>
        </pc:spChg>
        <pc:spChg chg="mod ord">
          <ac:chgData name="Nikki Papenfus" userId="2a405823-0c8b-419b-afb6-8159926c2e17" providerId="ADAL" clId="{C4CD5978-2643-4E14-BB26-37358CB1C7B2}" dt="2023-06-01T15:59:38.643" v="12136" actId="1035"/>
          <ac:spMkLst>
            <pc:docMk/>
            <pc:sldMk cId="3075885343" sldId="468"/>
            <ac:spMk id="41" creationId="{E6646699-D72F-4385-B08F-78ADC17CA36A}"/>
          </ac:spMkLst>
        </pc:spChg>
        <pc:spChg chg="mod ord">
          <ac:chgData name="Nikki Papenfus" userId="2a405823-0c8b-419b-afb6-8159926c2e17" providerId="ADAL" clId="{C4CD5978-2643-4E14-BB26-37358CB1C7B2}" dt="2023-06-01T15:58:35.249" v="12108" actId="1036"/>
          <ac:spMkLst>
            <pc:docMk/>
            <pc:sldMk cId="3075885343" sldId="468"/>
            <ac:spMk id="42" creationId="{A5BE81CA-F9DF-4924-8A50-73936BC872E7}"/>
          </ac:spMkLst>
        </pc:spChg>
        <pc:spChg chg="mod">
          <ac:chgData name="Nikki Papenfus" userId="2a405823-0c8b-419b-afb6-8159926c2e17" providerId="ADAL" clId="{C4CD5978-2643-4E14-BB26-37358CB1C7B2}" dt="2023-06-01T15:58:35.249" v="12108" actId="1036"/>
          <ac:spMkLst>
            <pc:docMk/>
            <pc:sldMk cId="3075885343" sldId="468"/>
            <ac:spMk id="43" creationId="{37DDABF1-AEEA-419D-9155-AC064EACA051}"/>
          </ac:spMkLst>
        </pc:spChg>
        <pc:spChg chg="del">
          <ac:chgData name="Nikki Papenfus" userId="2a405823-0c8b-419b-afb6-8159926c2e17" providerId="ADAL" clId="{C4CD5978-2643-4E14-BB26-37358CB1C7B2}" dt="2023-05-31T15:13:40.866" v="5420" actId="478"/>
          <ac:spMkLst>
            <pc:docMk/>
            <pc:sldMk cId="3075885343" sldId="468"/>
            <ac:spMk id="44" creationId="{2B769468-ADDF-43E9-A770-BCB0D84BA67D}"/>
          </ac:spMkLst>
        </pc:spChg>
        <pc:spChg chg="del">
          <ac:chgData name="Nikki Papenfus" userId="2a405823-0c8b-419b-afb6-8159926c2e17" providerId="ADAL" clId="{C4CD5978-2643-4E14-BB26-37358CB1C7B2}" dt="2023-05-31T15:13:40.866" v="5420" actId="478"/>
          <ac:spMkLst>
            <pc:docMk/>
            <pc:sldMk cId="3075885343" sldId="468"/>
            <ac:spMk id="45" creationId="{BC1DC827-C5F9-46EA-B808-8FE927A1C19E}"/>
          </ac:spMkLst>
        </pc:spChg>
        <pc:spChg chg="add del mod topLvl">
          <ac:chgData name="Nikki Papenfus" userId="2a405823-0c8b-419b-afb6-8159926c2e17" providerId="ADAL" clId="{C4CD5978-2643-4E14-BB26-37358CB1C7B2}" dt="2023-06-01T15:27:09.298" v="11063" actId="21"/>
          <ac:spMkLst>
            <pc:docMk/>
            <pc:sldMk cId="3075885343" sldId="468"/>
            <ac:spMk id="46" creationId="{107B5757-6512-7919-116E-7E26BE1DFEF0}"/>
          </ac:spMkLst>
        </pc:spChg>
        <pc:spChg chg="del">
          <ac:chgData name="Nikki Papenfus" userId="2a405823-0c8b-419b-afb6-8159926c2e17" providerId="ADAL" clId="{C4CD5978-2643-4E14-BB26-37358CB1C7B2}" dt="2023-05-31T15:13:40.866" v="5420" actId="478"/>
          <ac:spMkLst>
            <pc:docMk/>
            <pc:sldMk cId="3075885343" sldId="468"/>
            <ac:spMk id="47" creationId="{3E16AD9A-5725-45D3-A69B-9E7419046916}"/>
          </ac:spMkLst>
        </pc:spChg>
        <pc:spChg chg="add mod topLvl">
          <ac:chgData name="Nikki Papenfus" userId="2a405823-0c8b-419b-afb6-8159926c2e17" providerId="ADAL" clId="{C4CD5978-2643-4E14-BB26-37358CB1C7B2}" dt="2023-06-02T07:09:55.210" v="12298" actId="12788"/>
          <ac:spMkLst>
            <pc:docMk/>
            <pc:sldMk cId="3075885343" sldId="468"/>
            <ac:spMk id="48" creationId="{BD7AB968-0C5F-BF5C-A538-E592F56C54B3}"/>
          </ac:spMkLst>
        </pc:spChg>
        <pc:spChg chg="del mod ord">
          <ac:chgData name="Nikki Papenfus" userId="2a405823-0c8b-419b-afb6-8159926c2e17" providerId="ADAL" clId="{C4CD5978-2643-4E14-BB26-37358CB1C7B2}" dt="2023-06-01T15:51:33.189" v="11880" actId="478"/>
          <ac:spMkLst>
            <pc:docMk/>
            <pc:sldMk cId="3075885343" sldId="468"/>
            <ac:spMk id="50" creationId="{D2F1109B-0A3C-4013-80EA-C0803DB16C67}"/>
          </ac:spMkLst>
        </pc:spChg>
        <pc:spChg chg="del">
          <ac:chgData name="Nikki Papenfus" userId="2a405823-0c8b-419b-afb6-8159926c2e17" providerId="ADAL" clId="{C4CD5978-2643-4E14-BB26-37358CB1C7B2}" dt="2023-05-31T15:13:40.866" v="5420" actId="478"/>
          <ac:spMkLst>
            <pc:docMk/>
            <pc:sldMk cId="3075885343" sldId="468"/>
            <ac:spMk id="52" creationId="{3903E09D-61B3-44E4-8271-2C547FD30BB6}"/>
          </ac:spMkLst>
        </pc:spChg>
        <pc:spChg chg="mod">
          <ac:chgData name="Nikki Papenfus" userId="2a405823-0c8b-419b-afb6-8159926c2e17" providerId="ADAL" clId="{C4CD5978-2643-4E14-BB26-37358CB1C7B2}" dt="2023-06-02T07:10:08.762" v="12305" actId="1037"/>
          <ac:spMkLst>
            <pc:docMk/>
            <pc:sldMk cId="3075885343" sldId="468"/>
            <ac:spMk id="53" creationId="{693D04F3-B70C-4B4E-9A0B-ABCD147D57BA}"/>
          </ac:spMkLst>
        </pc:spChg>
        <pc:spChg chg="del">
          <ac:chgData name="Nikki Papenfus" userId="2a405823-0c8b-419b-afb6-8159926c2e17" providerId="ADAL" clId="{C4CD5978-2643-4E14-BB26-37358CB1C7B2}" dt="2023-05-31T15:13:40.866" v="5420" actId="478"/>
          <ac:spMkLst>
            <pc:docMk/>
            <pc:sldMk cId="3075885343" sldId="468"/>
            <ac:spMk id="54" creationId="{C03D0A2C-FED7-4253-9BAA-9E67C2F44B2C}"/>
          </ac:spMkLst>
        </pc:spChg>
        <pc:spChg chg="mod">
          <ac:chgData name="Nikki Papenfus" userId="2a405823-0c8b-419b-afb6-8159926c2e17" providerId="ADAL" clId="{C4CD5978-2643-4E14-BB26-37358CB1C7B2}" dt="2023-06-02T07:10:08.762" v="12305" actId="1037"/>
          <ac:spMkLst>
            <pc:docMk/>
            <pc:sldMk cId="3075885343" sldId="468"/>
            <ac:spMk id="55" creationId="{8243D717-A6BD-4DF8-B015-A0E2FF43F29A}"/>
          </ac:spMkLst>
        </pc:spChg>
        <pc:spChg chg="add mod topLvl">
          <ac:chgData name="Nikki Papenfus" userId="2a405823-0c8b-419b-afb6-8159926c2e17" providerId="ADAL" clId="{C4CD5978-2643-4E14-BB26-37358CB1C7B2}" dt="2023-06-02T07:09:55.210" v="12298" actId="12788"/>
          <ac:spMkLst>
            <pc:docMk/>
            <pc:sldMk cId="3075885343" sldId="468"/>
            <ac:spMk id="57" creationId="{73D8ED19-737E-7E80-2F35-6F123337C2F1}"/>
          </ac:spMkLst>
        </pc:spChg>
        <pc:spChg chg="add mod topLvl">
          <ac:chgData name="Nikki Papenfus" userId="2a405823-0c8b-419b-afb6-8159926c2e17" providerId="ADAL" clId="{C4CD5978-2643-4E14-BB26-37358CB1C7B2}" dt="2023-06-01T15:57:28.309" v="12071" actId="1038"/>
          <ac:spMkLst>
            <pc:docMk/>
            <pc:sldMk cId="3075885343" sldId="468"/>
            <ac:spMk id="58" creationId="{E4E5C346-6F70-D8D9-3D37-CA4DEC767981}"/>
          </ac:spMkLst>
        </pc:spChg>
        <pc:spChg chg="mod">
          <ac:chgData name="Nikki Papenfus" userId="2a405823-0c8b-419b-afb6-8159926c2e17" providerId="ADAL" clId="{C4CD5978-2643-4E14-BB26-37358CB1C7B2}" dt="2023-05-31T16:22:53.259" v="6854" actId="207"/>
          <ac:spMkLst>
            <pc:docMk/>
            <pc:sldMk cId="3075885343" sldId="468"/>
            <ac:spMk id="60" creationId="{300569A5-F558-4817-A7D7-4E8E76513E06}"/>
          </ac:spMkLst>
        </pc:spChg>
        <pc:spChg chg="add mod topLvl">
          <ac:chgData name="Nikki Papenfus" userId="2a405823-0c8b-419b-afb6-8159926c2e17" providerId="ADAL" clId="{C4CD5978-2643-4E14-BB26-37358CB1C7B2}" dt="2023-06-01T15:57:28.309" v="12071" actId="1038"/>
          <ac:spMkLst>
            <pc:docMk/>
            <pc:sldMk cId="3075885343" sldId="468"/>
            <ac:spMk id="62" creationId="{377A4F28-4925-04E0-3257-87EE552EAC1A}"/>
          </ac:spMkLst>
        </pc:spChg>
        <pc:spChg chg="mod">
          <ac:chgData name="Nikki Papenfus" userId="2a405823-0c8b-419b-afb6-8159926c2e17" providerId="ADAL" clId="{C4CD5978-2643-4E14-BB26-37358CB1C7B2}" dt="2023-05-31T16:22:53.259" v="6854" actId="207"/>
          <ac:spMkLst>
            <pc:docMk/>
            <pc:sldMk cId="3075885343" sldId="468"/>
            <ac:spMk id="64" creationId="{2117209D-BF02-4E5A-B5A4-C1458B31B14D}"/>
          </ac:spMkLst>
        </pc:spChg>
        <pc:spChg chg="mod">
          <ac:chgData name="Nikki Papenfus" userId="2a405823-0c8b-419b-afb6-8159926c2e17" providerId="ADAL" clId="{C4CD5978-2643-4E14-BB26-37358CB1C7B2}" dt="2023-05-31T16:22:53.259" v="6854" actId="207"/>
          <ac:spMkLst>
            <pc:docMk/>
            <pc:sldMk cId="3075885343" sldId="468"/>
            <ac:spMk id="65" creationId="{A05A173C-FCE7-49B8-B7B7-866452C1ED16}"/>
          </ac:spMkLst>
        </pc:spChg>
        <pc:spChg chg="mod">
          <ac:chgData name="Nikki Papenfus" userId="2a405823-0c8b-419b-afb6-8159926c2e17" providerId="ADAL" clId="{C4CD5978-2643-4E14-BB26-37358CB1C7B2}" dt="2023-05-31T16:22:53.259" v="6854" actId="207"/>
          <ac:spMkLst>
            <pc:docMk/>
            <pc:sldMk cId="3075885343" sldId="468"/>
            <ac:spMk id="66" creationId="{08093010-8DEE-4E06-B924-04A18CE50AFD}"/>
          </ac:spMkLst>
        </pc:spChg>
        <pc:spChg chg="mod">
          <ac:chgData name="Nikki Papenfus" userId="2a405823-0c8b-419b-afb6-8159926c2e17" providerId="ADAL" clId="{C4CD5978-2643-4E14-BB26-37358CB1C7B2}" dt="2023-05-31T16:22:53.259" v="6854" actId="207"/>
          <ac:spMkLst>
            <pc:docMk/>
            <pc:sldMk cId="3075885343" sldId="468"/>
            <ac:spMk id="67" creationId="{AED46650-E06F-4943-A3B3-E2AD63072F99}"/>
          </ac:spMkLst>
        </pc:spChg>
        <pc:spChg chg="mod">
          <ac:chgData name="Nikki Papenfus" userId="2a405823-0c8b-419b-afb6-8159926c2e17" providerId="ADAL" clId="{C4CD5978-2643-4E14-BB26-37358CB1C7B2}" dt="2023-05-31T16:22:53.259" v="6854" actId="207"/>
          <ac:spMkLst>
            <pc:docMk/>
            <pc:sldMk cId="3075885343" sldId="468"/>
            <ac:spMk id="68" creationId="{268428A9-8E1D-4137-9FE8-00E26B283EA3}"/>
          </ac:spMkLst>
        </pc:spChg>
        <pc:spChg chg="mod">
          <ac:chgData name="Nikki Papenfus" userId="2a405823-0c8b-419b-afb6-8159926c2e17" providerId="ADAL" clId="{C4CD5978-2643-4E14-BB26-37358CB1C7B2}" dt="2023-05-31T16:22:53.259" v="6854" actId="207"/>
          <ac:spMkLst>
            <pc:docMk/>
            <pc:sldMk cId="3075885343" sldId="468"/>
            <ac:spMk id="69" creationId="{B4694848-6BB8-491B-A16D-F8145A38CACD}"/>
          </ac:spMkLst>
        </pc:spChg>
        <pc:spChg chg="add mod topLvl">
          <ac:chgData name="Nikki Papenfus" userId="2a405823-0c8b-419b-afb6-8159926c2e17" providerId="ADAL" clId="{C4CD5978-2643-4E14-BB26-37358CB1C7B2}" dt="2023-06-01T15:57:28.309" v="12071" actId="1038"/>
          <ac:spMkLst>
            <pc:docMk/>
            <pc:sldMk cId="3075885343" sldId="468"/>
            <ac:spMk id="71" creationId="{9DEF793B-4E81-348D-001E-B8CAE06E3219}"/>
          </ac:spMkLst>
        </pc:spChg>
        <pc:spChg chg="add mod topLvl">
          <ac:chgData name="Nikki Papenfus" userId="2a405823-0c8b-419b-afb6-8159926c2e17" providerId="ADAL" clId="{C4CD5978-2643-4E14-BB26-37358CB1C7B2}" dt="2023-06-01T15:59:25.526" v="12134" actId="6549"/>
          <ac:spMkLst>
            <pc:docMk/>
            <pc:sldMk cId="3075885343" sldId="468"/>
            <ac:spMk id="72" creationId="{B4E33628-6F48-2092-9ACF-A67D69DAFC2B}"/>
          </ac:spMkLst>
        </pc:spChg>
        <pc:spChg chg="add del mod topLvl">
          <ac:chgData name="Nikki Papenfus" userId="2a405823-0c8b-419b-afb6-8159926c2e17" providerId="ADAL" clId="{C4CD5978-2643-4E14-BB26-37358CB1C7B2}" dt="2023-06-01T15:27:09.298" v="11063" actId="21"/>
          <ac:spMkLst>
            <pc:docMk/>
            <pc:sldMk cId="3075885343" sldId="468"/>
            <ac:spMk id="73" creationId="{BBD39A06-917D-EA14-D626-B83A95C5D09F}"/>
          </ac:spMkLst>
        </pc:spChg>
        <pc:spChg chg="add del mod topLvl">
          <ac:chgData name="Nikki Papenfus" userId="2a405823-0c8b-419b-afb6-8159926c2e17" providerId="ADAL" clId="{C4CD5978-2643-4E14-BB26-37358CB1C7B2}" dt="2023-06-01T15:27:09.298" v="11063" actId="21"/>
          <ac:spMkLst>
            <pc:docMk/>
            <pc:sldMk cId="3075885343" sldId="468"/>
            <ac:spMk id="74" creationId="{D4185DE2-E70D-1A0E-61A4-0B8B2EE128B0}"/>
          </ac:spMkLst>
        </pc:spChg>
        <pc:spChg chg="mod">
          <ac:chgData name="Nikki Papenfus" userId="2a405823-0c8b-419b-afb6-8159926c2e17" providerId="ADAL" clId="{C4CD5978-2643-4E14-BB26-37358CB1C7B2}" dt="2023-05-31T15:58:35.019" v="6424"/>
          <ac:spMkLst>
            <pc:docMk/>
            <pc:sldMk cId="3075885343" sldId="468"/>
            <ac:spMk id="76" creationId="{FAE158B7-5578-767D-2B7C-9E9B33087485}"/>
          </ac:spMkLst>
        </pc:spChg>
        <pc:spChg chg="add del">
          <ac:chgData name="Nikki Papenfus" userId="2a405823-0c8b-419b-afb6-8159926c2e17" providerId="ADAL" clId="{C4CD5978-2643-4E14-BB26-37358CB1C7B2}" dt="2023-05-31T16:04:53.690" v="6551" actId="22"/>
          <ac:spMkLst>
            <pc:docMk/>
            <pc:sldMk cId="3075885343" sldId="468"/>
            <ac:spMk id="79" creationId="{66510C70-B0C5-834F-B10F-0C7A831A7B26}"/>
          </ac:spMkLst>
        </pc:spChg>
        <pc:spChg chg="add del mod">
          <ac:chgData name="Nikki Papenfus" userId="2a405823-0c8b-419b-afb6-8159926c2e17" providerId="ADAL" clId="{C4CD5978-2643-4E14-BB26-37358CB1C7B2}" dt="2023-06-01T15:43:32.235" v="11582" actId="478"/>
          <ac:spMkLst>
            <pc:docMk/>
            <pc:sldMk cId="3075885343" sldId="468"/>
            <ac:spMk id="80" creationId="{0332A69A-1B63-3543-98A1-8EC92DF99EAA}"/>
          </ac:spMkLst>
        </pc:spChg>
        <pc:grpChg chg="del mod">
          <ac:chgData name="Nikki Papenfus" userId="2a405823-0c8b-419b-afb6-8159926c2e17" providerId="ADAL" clId="{C4CD5978-2643-4E14-BB26-37358CB1C7B2}" dt="2023-05-31T16:10:27.635" v="6807" actId="478"/>
          <ac:grpSpMkLst>
            <pc:docMk/>
            <pc:sldMk cId="3075885343" sldId="468"/>
            <ac:grpSpMk id="2" creationId="{D9ABE15A-63B0-4A86-A9B5-390804411F68}"/>
          </ac:grpSpMkLst>
        </pc:grpChg>
        <pc:grpChg chg="del mod">
          <ac:chgData name="Nikki Papenfus" userId="2a405823-0c8b-419b-afb6-8159926c2e17" providerId="ADAL" clId="{C4CD5978-2643-4E14-BB26-37358CB1C7B2}" dt="2023-06-01T15:51:33.189" v="11880" actId="478"/>
          <ac:grpSpMkLst>
            <pc:docMk/>
            <pc:sldMk cId="3075885343" sldId="468"/>
            <ac:grpSpMk id="59" creationId="{D8F1A32D-8C99-4D5F-9D69-BC5D89A12FE6}"/>
          </ac:grpSpMkLst>
        </pc:grpChg>
        <pc:grpChg chg="mod">
          <ac:chgData name="Nikki Papenfus" userId="2a405823-0c8b-419b-afb6-8159926c2e17" providerId="ADAL" clId="{C4CD5978-2643-4E14-BB26-37358CB1C7B2}" dt="2023-05-31T16:22:53.259" v="6854" actId="207"/>
          <ac:grpSpMkLst>
            <pc:docMk/>
            <pc:sldMk cId="3075885343" sldId="468"/>
            <ac:grpSpMk id="61" creationId="{6171A080-3671-4D3F-AF14-DAC24C25DD36}"/>
          </ac:grpSpMkLst>
        </pc:grpChg>
        <pc:grpChg chg="add del mod">
          <ac:chgData name="Nikki Papenfus" userId="2a405823-0c8b-419b-afb6-8159926c2e17" providerId="ADAL" clId="{C4CD5978-2643-4E14-BB26-37358CB1C7B2}" dt="2023-05-31T15:59:41.606" v="6455" actId="478"/>
          <ac:grpSpMkLst>
            <pc:docMk/>
            <pc:sldMk cId="3075885343" sldId="468"/>
            <ac:grpSpMk id="75" creationId="{0F930E84-15A4-0019-0F1A-B3BC4CAA2590}"/>
          </ac:grpSpMkLst>
        </pc:grpChg>
        <pc:grpChg chg="add del mod">
          <ac:chgData name="Nikki Papenfus" userId="2a405823-0c8b-419b-afb6-8159926c2e17" providerId="ADAL" clId="{C4CD5978-2643-4E14-BB26-37358CB1C7B2}" dt="2023-05-31T16:08:19.926" v="6729" actId="165"/>
          <ac:grpSpMkLst>
            <pc:docMk/>
            <pc:sldMk cId="3075885343" sldId="468"/>
            <ac:grpSpMk id="81" creationId="{2D745D89-3777-ED6B-18A9-F0D8C97FB13D}"/>
          </ac:grpSpMkLst>
        </pc:grpChg>
        <pc:grpChg chg="add del mod">
          <ac:chgData name="Nikki Papenfus" userId="2a405823-0c8b-419b-afb6-8159926c2e17" providerId="ADAL" clId="{C4CD5978-2643-4E14-BB26-37358CB1C7B2}" dt="2023-06-01T07:20:55.302" v="6957" actId="165"/>
          <ac:grpSpMkLst>
            <pc:docMk/>
            <pc:sldMk cId="3075885343" sldId="468"/>
            <ac:grpSpMk id="82" creationId="{7AF567AC-A74E-692E-1215-778A8D2F5412}"/>
          </ac:grpSpMkLst>
        </pc:grpChg>
        <pc:graphicFrameChg chg="del mod">
          <ac:chgData name="Nikki Papenfus" userId="2a405823-0c8b-419b-afb6-8159926c2e17" providerId="ADAL" clId="{C4CD5978-2643-4E14-BB26-37358CB1C7B2}" dt="2023-05-31T15:58:15.290" v="6421" actId="478"/>
          <ac:graphicFrameMkLst>
            <pc:docMk/>
            <pc:sldMk cId="3075885343" sldId="468"/>
            <ac:graphicFrameMk id="11" creationId="{2B496D93-6DE6-4E9D-B1DE-C6A0C031FA37}"/>
          </ac:graphicFrameMkLst>
        </pc:graphicFrameChg>
        <pc:picChg chg="add del mod">
          <ac:chgData name="Nikki Papenfus" userId="2a405823-0c8b-419b-afb6-8159926c2e17" providerId="ADAL" clId="{C4CD5978-2643-4E14-BB26-37358CB1C7B2}" dt="2023-06-01T15:51:40.037" v="11881" actId="478"/>
          <ac:picMkLst>
            <pc:docMk/>
            <pc:sldMk cId="3075885343" sldId="468"/>
            <ac:picMk id="5" creationId="{D9DB7CCE-65D8-4884-E5FD-928D7C9B3B9A}"/>
          </ac:picMkLst>
        </pc:picChg>
        <pc:picChg chg="del mod">
          <ac:chgData name="Nikki Papenfus" userId="2a405823-0c8b-419b-afb6-8159926c2e17" providerId="ADAL" clId="{C4CD5978-2643-4E14-BB26-37358CB1C7B2}" dt="2023-05-31T15:58:12.009" v="6419" actId="478"/>
          <ac:picMkLst>
            <pc:docMk/>
            <pc:sldMk cId="3075885343" sldId="468"/>
            <ac:picMk id="5" creationId="{F02D03A7-4B9C-480F-832E-FEF4AA2FEC0A}"/>
          </ac:picMkLst>
        </pc:picChg>
        <pc:picChg chg="add mod">
          <ac:chgData name="Nikki Papenfus" userId="2a405823-0c8b-419b-afb6-8159926c2e17" providerId="ADAL" clId="{C4CD5978-2643-4E14-BB26-37358CB1C7B2}" dt="2023-06-02T07:09:55.210" v="12298" actId="12788"/>
          <ac:picMkLst>
            <pc:docMk/>
            <pc:sldMk cId="3075885343" sldId="468"/>
            <ac:picMk id="9" creationId="{080A1182-2963-0F4F-A83C-E3F4593F836E}"/>
          </ac:picMkLst>
        </pc:picChg>
        <pc:picChg chg="add del mod topLvl">
          <ac:chgData name="Nikki Papenfus" userId="2a405823-0c8b-419b-afb6-8159926c2e17" providerId="ADAL" clId="{C4CD5978-2643-4E14-BB26-37358CB1C7B2}" dt="2023-06-01T15:51:33.189" v="11880" actId="478"/>
          <ac:picMkLst>
            <pc:docMk/>
            <pc:sldMk cId="3075885343" sldId="468"/>
            <ac:picMk id="17" creationId="{D186A352-4B5A-A88C-C7D5-792A12AAB194}"/>
          </ac:picMkLst>
        </pc:picChg>
        <pc:picChg chg="add del mod topLvl">
          <ac:chgData name="Nikki Papenfus" userId="2a405823-0c8b-419b-afb6-8159926c2e17" providerId="ADAL" clId="{C4CD5978-2643-4E14-BB26-37358CB1C7B2}" dt="2023-06-01T15:27:09.298" v="11063" actId="21"/>
          <ac:picMkLst>
            <pc:docMk/>
            <pc:sldMk cId="3075885343" sldId="468"/>
            <ac:picMk id="21" creationId="{2334BAB8-91A0-B396-8AA6-A2F82E01157E}"/>
          </ac:picMkLst>
        </pc:picChg>
        <pc:picChg chg="add mod topLvl">
          <ac:chgData name="Nikki Papenfus" userId="2a405823-0c8b-419b-afb6-8159926c2e17" providerId="ADAL" clId="{C4CD5978-2643-4E14-BB26-37358CB1C7B2}" dt="2023-06-02T07:10:00.136" v="12302" actId="1038"/>
          <ac:picMkLst>
            <pc:docMk/>
            <pc:sldMk cId="3075885343" sldId="468"/>
            <ac:picMk id="22" creationId="{16981510-8D22-FC8B-40C8-64DDF75A3C26}"/>
          </ac:picMkLst>
        </pc:picChg>
        <pc:picChg chg="del mod">
          <ac:chgData name="Nikki Papenfus" userId="2a405823-0c8b-419b-afb6-8159926c2e17" providerId="ADAL" clId="{C4CD5978-2643-4E14-BB26-37358CB1C7B2}" dt="2023-05-31T15:44:57.424" v="5948" actId="478"/>
          <ac:picMkLst>
            <pc:docMk/>
            <pc:sldMk cId="3075885343" sldId="468"/>
            <ac:picMk id="25" creationId="{B2BCA2D9-AA67-4276-937E-9CAEF061FF7C}"/>
          </ac:picMkLst>
        </pc:picChg>
        <pc:picChg chg="add del mod">
          <ac:chgData name="Nikki Papenfus" userId="2a405823-0c8b-419b-afb6-8159926c2e17" providerId="ADAL" clId="{C4CD5978-2643-4E14-BB26-37358CB1C7B2}" dt="2023-06-01T15:32:11.606" v="11169" actId="478"/>
          <ac:picMkLst>
            <pc:docMk/>
            <pc:sldMk cId="3075885343" sldId="468"/>
            <ac:picMk id="25" creationId="{F235A400-152C-6E10-22C9-E6E29AF38D8A}"/>
          </ac:picMkLst>
        </pc:picChg>
        <pc:picChg chg="del mod">
          <ac:chgData name="Nikki Papenfus" userId="2a405823-0c8b-419b-afb6-8159926c2e17" providerId="ADAL" clId="{C4CD5978-2643-4E14-BB26-37358CB1C7B2}" dt="2023-05-31T15:44:57.424" v="5948" actId="478"/>
          <ac:picMkLst>
            <pc:docMk/>
            <pc:sldMk cId="3075885343" sldId="468"/>
            <ac:picMk id="27" creationId="{959292AF-55D2-466D-A29F-061805B69207}"/>
          </ac:picMkLst>
        </pc:picChg>
        <pc:picChg chg="add del mod">
          <ac:chgData name="Nikki Papenfus" userId="2a405823-0c8b-419b-afb6-8159926c2e17" providerId="ADAL" clId="{C4CD5978-2643-4E14-BB26-37358CB1C7B2}" dt="2023-06-01T15:51:33.189" v="11880" actId="478"/>
          <ac:picMkLst>
            <pc:docMk/>
            <pc:sldMk cId="3075885343" sldId="468"/>
            <ac:picMk id="27" creationId="{FD61242A-7C1C-FF8E-8F6D-0211258AE73A}"/>
          </ac:picMkLst>
        </pc:picChg>
        <pc:picChg chg="mod">
          <ac:chgData name="Nikki Papenfus" userId="2a405823-0c8b-419b-afb6-8159926c2e17" providerId="ADAL" clId="{C4CD5978-2643-4E14-BB26-37358CB1C7B2}" dt="2023-06-01T16:00:05.369" v="12139" actId="12788"/>
          <ac:picMkLst>
            <pc:docMk/>
            <pc:sldMk cId="3075885343" sldId="468"/>
            <ac:picMk id="31" creationId="{29BA2FFC-A92B-4156-8BA3-529C3C9460E7}"/>
          </ac:picMkLst>
        </pc:picChg>
        <pc:picChg chg="mod">
          <ac:chgData name="Nikki Papenfus" userId="2a405823-0c8b-419b-afb6-8159926c2e17" providerId="ADAL" clId="{C4CD5978-2643-4E14-BB26-37358CB1C7B2}" dt="2023-06-01T16:00:15.752" v="12140" actId="465"/>
          <ac:picMkLst>
            <pc:docMk/>
            <pc:sldMk cId="3075885343" sldId="468"/>
            <ac:picMk id="35" creationId="{37AA1FBD-E128-46CC-811B-2BDA988EBB27}"/>
          </ac:picMkLst>
        </pc:picChg>
        <pc:picChg chg="add mod">
          <ac:chgData name="Nikki Papenfus" userId="2a405823-0c8b-419b-afb6-8159926c2e17" providerId="ADAL" clId="{C4CD5978-2643-4E14-BB26-37358CB1C7B2}" dt="2023-06-01T16:00:38.869" v="12158" actId="1035"/>
          <ac:picMkLst>
            <pc:docMk/>
            <pc:sldMk cId="3075885343" sldId="468"/>
            <ac:picMk id="36" creationId="{201B6CBD-3D38-40F2-F647-73E8B08C1C21}"/>
          </ac:picMkLst>
        </pc:picChg>
        <pc:picChg chg="del">
          <ac:chgData name="Nikki Papenfus" userId="2a405823-0c8b-419b-afb6-8159926c2e17" providerId="ADAL" clId="{C4CD5978-2643-4E14-BB26-37358CB1C7B2}" dt="2023-05-31T15:13:40.866" v="5420" actId="478"/>
          <ac:picMkLst>
            <pc:docMk/>
            <pc:sldMk cId="3075885343" sldId="468"/>
            <ac:picMk id="36" creationId="{CDDA27FF-9271-461B-A233-FDC3BB050659}"/>
          </ac:picMkLst>
        </pc:picChg>
        <pc:picChg chg="add del mod">
          <ac:chgData name="Nikki Papenfus" userId="2a405823-0c8b-419b-afb6-8159926c2e17" providerId="ADAL" clId="{C4CD5978-2643-4E14-BB26-37358CB1C7B2}" dt="2023-06-01T15:51:40.037" v="11881" actId="478"/>
          <ac:picMkLst>
            <pc:docMk/>
            <pc:sldMk cId="3075885343" sldId="468"/>
            <ac:picMk id="39" creationId="{09A9AF78-85C7-891D-0E68-849174B902C7}"/>
          </ac:picMkLst>
        </pc:picChg>
        <pc:picChg chg="add mod">
          <ac:chgData name="Nikki Papenfus" userId="2a405823-0c8b-419b-afb6-8159926c2e17" providerId="ADAL" clId="{C4CD5978-2643-4E14-BB26-37358CB1C7B2}" dt="2023-06-02T07:10:00.136" v="12302" actId="1038"/>
          <ac:picMkLst>
            <pc:docMk/>
            <pc:sldMk cId="3075885343" sldId="468"/>
            <ac:picMk id="44" creationId="{AFF46319-6E2D-6008-2BB0-874525342401}"/>
          </ac:picMkLst>
        </pc:picChg>
        <pc:picChg chg="add mod">
          <ac:chgData name="Nikki Papenfus" userId="2a405823-0c8b-419b-afb6-8159926c2e17" providerId="ADAL" clId="{C4CD5978-2643-4E14-BB26-37358CB1C7B2}" dt="2023-06-01T16:00:05.369" v="12139" actId="12788"/>
          <ac:picMkLst>
            <pc:docMk/>
            <pc:sldMk cId="3075885343" sldId="468"/>
            <ac:picMk id="45" creationId="{DF6E112B-66E0-D9CF-4350-DA3ACEEFD110}"/>
          </ac:picMkLst>
        </pc:picChg>
        <pc:picChg chg="del">
          <ac:chgData name="Nikki Papenfus" userId="2a405823-0c8b-419b-afb6-8159926c2e17" providerId="ADAL" clId="{C4CD5978-2643-4E14-BB26-37358CB1C7B2}" dt="2023-05-31T15:13:40.866" v="5420" actId="478"/>
          <ac:picMkLst>
            <pc:docMk/>
            <pc:sldMk cId="3075885343" sldId="468"/>
            <ac:picMk id="49" creationId="{D82860F0-3A1B-4803-A4B1-B0A487AF7C77}"/>
          </ac:picMkLst>
        </pc:picChg>
        <pc:picChg chg="del">
          <ac:chgData name="Nikki Papenfus" userId="2a405823-0c8b-419b-afb6-8159926c2e17" providerId="ADAL" clId="{C4CD5978-2643-4E14-BB26-37358CB1C7B2}" dt="2023-05-31T15:13:40.866" v="5420" actId="478"/>
          <ac:picMkLst>
            <pc:docMk/>
            <pc:sldMk cId="3075885343" sldId="468"/>
            <ac:picMk id="51" creationId="{FAB19424-6DB0-4C61-8D02-A1D4D446E2B6}"/>
          </ac:picMkLst>
        </pc:picChg>
        <pc:picChg chg="add mod topLvl">
          <ac:chgData name="Nikki Papenfus" userId="2a405823-0c8b-419b-afb6-8159926c2e17" providerId="ADAL" clId="{C4CD5978-2643-4E14-BB26-37358CB1C7B2}" dt="2023-06-02T08:05:10.812" v="12510" actId="1035"/>
          <ac:picMkLst>
            <pc:docMk/>
            <pc:sldMk cId="3075885343" sldId="468"/>
            <ac:picMk id="56" creationId="{A6CA9D04-90BE-3A0E-227A-978D4EC92D45}"/>
          </ac:picMkLst>
        </pc:picChg>
        <pc:picChg chg="add del mod topLvl">
          <ac:chgData name="Nikki Papenfus" userId="2a405823-0c8b-419b-afb6-8159926c2e17" providerId="ADAL" clId="{C4CD5978-2643-4E14-BB26-37358CB1C7B2}" dt="2023-06-01T15:27:09.298" v="11063" actId="21"/>
          <ac:picMkLst>
            <pc:docMk/>
            <pc:sldMk cId="3075885343" sldId="468"/>
            <ac:picMk id="63" creationId="{782074AD-B27E-83D9-2BAE-3B0BF6CF85CA}"/>
          </ac:picMkLst>
        </pc:picChg>
        <pc:picChg chg="add mod topLvl">
          <ac:chgData name="Nikki Papenfus" userId="2a405823-0c8b-419b-afb6-8159926c2e17" providerId="ADAL" clId="{C4CD5978-2643-4E14-BB26-37358CB1C7B2}" dt="2023-06-02T07:09:55.210" v="12298" actId="12788"/>
          <ac:picMkLst>
            <pc:docMk/>
            <pc:sldMk cId="3075885343" sldId="468"/>
            <ac:picMk id="70" creationId="{B7BC510E-F3BE-047C-7873-3D2A2A03A899}"/>
          </ac:picMkLst>
        </pc:picChg>
        <pc:picChg chg="mod">
          <ac:chgData name="Nikki Papenfus" userId="2a405823-0c8b-419b-afb6-8159926c2e17" providerId="ADAL" clId="{C4CD5978-2643-4E14-BB26-37358CB1C7B2}" dt="2023-05-31T15:58:35.019" v="6424"/>
          <ac:picMkLst>
            <pc:docMk/>
            <pc:sldMk cId="3075885343" sldId="468"/>
            <ac:picMk id="77" creationId="{CDB79A0D-B1CC-51C2-04A7-6017C48E7CFD}"/>
          </ac:picMkLst>
        </pc:picChg>
      </pc:sldChg>
      <pc:sldChg chg="addSp modSp add del mod modShow">
        <pc:chgData name="Nikki Papenfus" userId="2a405823-0c8b-419b-afb6-8159926c2e17" providerId="ADAL" clId="{C4CD5978-2643-4E14-BB26-37358CB1C7B2}" dt="2023-06-02T07:47:08.554" v="12341" actId="1035"/>
        <pc:sldMkLst>
          <pc:docMk/>
          <pc:sldMk cId="2184076965" sldId="475"/>
        </pc:sldMkLst>
        <pc:spChg chg="mod">
          <ac:chgData name="Nikki Papenfus" userId="2a405823-0c8b-419b-afb6-8159926c2e17" providerId="ADAL" clId="{C4CD5978-2643-4E14-BB26-37358CB1C7B2}" dt="2023-05-31T13:02:32.565" v="1816" actId="13926"/>
          <ac:spMkLst>
            <pc:docMk/>
            <pc:sldMk cId="2184076965" sldId="475"/>
            <ac:spMk id="2" creationId="{6B379C49-E761-45BA-84B7-AC2E88444F78}"/>
          </ac:spMkLst>
        </pc:spChg>
        <pc:spChg chg="mod">
          <ac:chgData name="Nikki Papenfus" userId="2a405823-0c8b-419b-afb6-8159926c2e17" providerId="ADAL" clId="{C4CD5978-2643-4E14-BB26-37358CB1C7B2}" dt="2023-06-01T14:56:27.974" v="10724" actId="1035"/>
          <ac:spMkLst>
            <pc:docMk/>
            <pc:sldMk cId="2184076965" sldId="475"/>
            <ac:spMk id="3" creationId="{6A4C8B68-D38B-4693-92B0-05A9FCDD4793}"/>
          </ac:spMkLst>
        </pc:spChg>
        <pc:spChg chg="add mod">
          <ac:chgData name="Nikki Papenfus" userId="2a405823-0c8b-419b-afb6-8159926c2e17" providerId="ADAL" clId="{C4CD5978-2643-4E14-BB26-37358CB1C7B2}" dt="2023-06-02T07:47:08.554" v="12341" actId="1035"/>
          <ac:spMkLst>
            <pc:docMk/>
            <pc:sldMk cId="2184076965" sldId="475"/>
            <ac:spMk id="4" creationId="{0348DD45-DBA9-F80A-22BD-0DEFC2E01095}"/>
          </ac:spMkLst>
        </pc:spChg>
        <pc:spChg chg="add mod">
          <ac:chgData name="Nikki Papenfus" userId="2a405823-0c8b-419b-afb6-8159926c2e17" providerId="ADAL" clId="{C4CD5978-2643-4E14-BB26-37358CB1C7B2}" dt="2023-06-02T07:47:08.554" v="12341" actId="1035"/>
          <ac:spMkLst>
            <pc:docMk/>
            <pc:sldMk cId="2184076965" sldId="475"/>
            <ac:spMk id="5" creationId="{7DFE27AE-FEB6-1DD7-CFE0-19E33DD4B3DC}"/>
          </ac:spMkLst>
        </pc:spChg>
        <pc:spChg chg="add mod">
          <ac:chgData name="Nikki Papenfus" userId="2a405823-0c8b-419b-afb6-8159926c2e17" providerId="ADAL" clId="{C4CD5978-2643-4E14-BB26-37358CB1C7B2}" dt="2023-06-02T07:47:08.554" v="12341" actId="1035"/>
          <ac:spMkLst>
            <pc:docMk/>
            <pc:sldMk cId="2184076965" sldId="475"/>
            <ac:spMk id="6" creationId="{9A8CAFFF-E6CD-6CC5-0BF6-DCEE1F101A81}"/>
          </ac:spMkLst>
        </pc:spChg>
        <pc:spChg chg="add mod">
          <ac:chgData name="Nikki Papenfus" userId="2a405823-0c8b-419b-afb6-8159926c2e17" providerId="ADAL" clId="{C4CD5978-2643-4E14-BB26-37358CB1C7B2}" dt="2023-06-02T07:47:08.554" v="12341" actId="1035"/>
          <ac:spMkLst>
            <pc:docMk/>
            <pc:sldMk cId="2184076965" sldId="475"/>
            <ac:spMk id="7" creationId="{3EC72500-7FB3-C60E-1CBA-3F227B012828}"/>
          </ac:spMkLst>
        </pc:spChg>
        <pc:spChg chg="add mod">
          <ac:chgData name="Nikki Papenfus" userId="2a405823-0c8b-419b-afb6-8159926c2e17" providerId="ADAL" clId="{C4CD5978-2643-4E14-BB26-37358CB1C7B2}" dt="2023-06-02T07:47:08.554" v="12341" actId="1035"/>
          <ac:spMkLst>
            <pc:docMk/>
            <pc:sldMk cId="2184076965" sldId="475"/>
            <ac:spMk id="8" creationId="{5480A8C9-6CDD-5825-44B1-1960C1722FE7}"/>
          </ac:spMkLst>
        </pc:spChg>
        <pc:spChg chg="add mod">
          <ac:chgData name="Nikki Papenfus" userId="2a405823-0c8b-419b-afb6-8159926c2e17" providerId="ADAL" clId="{C4CD5978-2643-4E14-BB26-37358CB1C7B2}" dt="2023-06-02T07:47:08.554" v="12341" actId="1035"/>
          <ac:spMkLst>
            <pc:docMk/>
            <pc:sldMk cId="2184076965" sldId="475"/>
            <ac:spMk id="9" creationId="{6CCEF7D8-1780-9E24-A9D9-10F08F967AAB}"/>
          </ac:spMkLst>
        </pc:spChg>
        <pc:spChg chg="add mod">
          <ac:chgData name="Nikki Papenfus" userId="2a405823-0c8b-419b-afb6-8159926c2e17" providerId="ADAL" clId="{C4CD5978-2643-4E14-BB26-37358CB1C7B2}" dt="2023-06-02T07:47:08.554" v="12341" actId="1035"/>
          <ac:spMkLst>
            <pc:docMk/>
            <pc:sldMk cId="2184076965" sldId="475"/>
            <ac:spMk id="10" creationId="{FD395B12-889B-D089-C70A-24BF05D41A80}"/>
          </ac:spMkLst>
        </pc:spChg>
        <pc:spChg chg="add mod">
          <ac:chgData name="Nikki Papenfus" userId="2a405823-0c8b-419b-afb6-8159926c2e17" providerId="ADAL" clId="{C4CD5978-2643-4E14-BB26-37358CB1C7B2}" dt="2023-06-02T07:47:08.554" v="12341" actId="1035"/>
          <ac:spMkLst>
            <pc:docMk/>
            <pc:sldMk cId="2184076965" sldId="475"/>
            <ac:spMk id="11" creationId="{4B9ED457-D98F-5C53-8D40-801EAC1A4EEE}"/>
          </ac:spMkLst>
        </pc:spChg>
        <pc:spChg chg="add mod">
          <ac:chgData name="Nikki Papenfus" userId="2a405823-0c8b-419b-afb6-8159926c2e17" providerId="ADAL" clId="{C4CD5978-2643-4E14-BB26-37358CB1C7B2}" dt="2023-06-02T07:47:08.554" v="12341" actId="1035"/>
          <ac:spMkLst>
            <pc:docMk/>
            <pc:sldMk cId="2184076965" sldId="475"/>
            <ac:spMk id="12" creationId="{345EF1F2-18C7-287F-35F8-09BE3D6DD299}"/>
          </ac:spMkLst>
        </pc:spChg>
      </pc:sldChg>
      <pc:sldChg chg="addSp delSp modSp mod delCm modCm">
        <pc:chgData name="Nikki Papenfus" userId="2a405823-0c8b-419b-afb6-8159926c2e17" providerId="ADAL" clId="{C4CD5978-2643-4E14-BB26-37358CB1C7B2}" dt="2023-06-02T07:47:39.291" v="12354" actId="20577"/>
        <pc:sldMkLst>
          <pc:docMk/>
          <pc:sldMk cId="2318602496" sldId="476"/>
        </pc:sldMkLst>
        <pc:spChg chg="mod">
          <ac:chgData name="Nikki Papenfus" userId="2a405823-0c8b-419b-afb6-8159926c2e17" providerId="ADAL" clId="{C4CD5978-2643-4E14-BB26-37358CB1C7B2}" dt="2023-05-31T16:24:00.443" v="6859" actId="20577"/>
          <ac:spMkLst>
            <pc:docMk/>
            <pc:sldMk cId="2318602496" sldId="476"/>
            <ac:spMk id="2" creationId="{6B379C49-E761-45BA-84B7-AC2E88444F78}"/>
          </ac:spMkLst>
        </pc:spChg>
        <pc:spChg chg="mod">
          <ac:chgData name="Nikki Papenfus" userId="2a405823-0c8b-419b-afb6-8159926c2e17" providerId="ADAL" clId="{C4CD5978-2643-4E14-BB26-37358CB1C7B2}" dt="2023-06-02T07:47:39.291" v="12354" actId="20577"/>
          <ac:spMkLst>
            <pc:docMk/>
            <pc:sldMk cId="2318602496" sldId="476"/>
            <ac:spMk id="3" creationId="{3B054777-B34E-4D95-879B-E6E4AA81F951}"/>
          </ac:spMkLst>
        </pc:spChg>
        <pc:spChg chg="add del mod">
          <ac:chgData name="Nikki Papenfus" userId="2a405823-0c8b-419b-afb6-8159926c2e17" providerId="ADAL" clId="{C4CD5978-2643-4E14-BB26-37358CB1C7B2}" dt="2023-06-01T15:00:37.203" v="10826" actId="478"/>
          <ac:spMkLst>
            <pc:docMk/>
            <pc:sldMk cId="2318602496" sldId="476"/>
            <ac:spMk id="4" creationId="{05E174B9-96B2-6492-97B8-00B01A85FAA2}"/>
          </ac:spMkLst>
        </pc:spChg>
        <pc:spChg chg="add del mod">
          <ac:chgData name="Nikki Papenfus" userId="2a405823-0c8b-419b-afb6-8159926c2e17" providerId="ADAL" clId="{C4CD5978-2643-4E14-BB26-37358CB1C7B2}" dt="2023-05-31T15:10:39.209" v="5245" actId="478"/>
          <ac:spMkLst>
            <pc:docMk/>
            <pc:sldMk cId="2318602496" sldId="476"/>
            <ac:spMk id="4" creationId="{3E463E3D-78BC-BDCA-DFFA-6CFB5FEB71C8}"/>
          </ac:spMkLst>
        </pc:spChg>
        <pc:spChg chg="add del mod">
          <ac:chgData name="Nikki Papenfus" userId="2a405823-0c8b-419b-afb6-8159926c2e17" providerId="ADAL" clId="{C4CD5978-2643-4E14-BB26-37358CB1C7B2}" dt="2023-05-31T15:10:37.647" v="5242" actId="478"/>
          <ac:spMkLst>
            <pc:docMk/>
            <pc:sldMk cId="2318602496" sldId="476"/>
            <ac:spMk id="5" creationId="{029686CA-3381-96D5-FA1D-59FCC2C0FCD1}"/>
          </ac:spMkLst>
        </pc:spChg>
        <pc:spChg chg="add del mod">
          <ac:chgData name="Nikki Papenfus" userId="2a405823-0c8b-419b-afb6-8159926c2e17" providerId="ADAL" clId="{C4CD5978-2643-4E14-BB26-37358CB1C7B2}" dt="2023-06-01T15:00:37.203" v="10826" actId="478"/>
          <ac:spMkLst>
            <pc:docMk/>
            <pc:sldMk cId="2318602496" sldId="476"/>
            <ac:spMk id="5" creationId="{7F361E6E-9978-F523-C3C9-69076BD36017}"/>
          </ac:spMkLst>
        </pc:spChg>
        <pc:spChg chg="add del mod">
          <ac:chgData name="Nikki Papenfus" userId="2a405823-0c8b-419b-afb6-8159926c2e17" providerId="ADAL" clId="{C4CD5978-2643-4E14-BB26-37358CB1C7B2}" dt="2023-06-01T15:00:37.203" v="10826" actId="478"/>
          <ac:spMkLst>
            <pc:docMk/>
            <pc:sldMk cId="2318602496" sldId="476"/>
            <ac:spMk id="6" creationId="{8DFE7008-0901-4AC8-7A56-07F7A8D8E494}"/>
          </ac:spMkLst>
        </pc:spChg>
        <pc:spChg chg="add del mod">
          <ac:chgData name="Nikki Papenfus" userId="2a405823-0c8b-419b-afb6-8159926c2e17" providerId="ADAL" clId="{C4CD5978-2643-4E14-BB26-37358CB1C7B2}" dt="2023-05-31T13:25:34.841" v="2409" actId="478"/>
          <ac:spMkLst>
            <pc:docMk/>
            <pc:sldMk cId="2318602496" sldId="476"/>
            <ac:spMk id="6" creationId="{DF9634DB-24F3-8DDC-7557-3569CAEEF134}"/>
          </ac:spMkLst>
        </pc:spChg>
        <pc:spChg chg="add del mod">
          <ac:chgData name="Nikki Papenfus" userId="2a405823-0c8b-419b-afb6-8159926c2e17" providerId="ADAL" clId="{C4CD5978-2643-4E14-BB26-37358CB1C7B2}" dt="2023-06-01T15:00:37.203" v="10826" actId="478"/>
          <ac:spMkLst>
            <pc:docMk/>
            <pc:sldMk cId="2318602496" sldId="476"/>
            <ac:spMk id="7" creationId="{00813D8A-9990-989D-69AE-BAE73AD94A6F}"/>
          </ac:spMkLst>
        </pc:spChg>
        <pc:spChg chg="add del mod">
          <ac:chgData name="Nikki Papenfus" userId="2a405823-0c8b-419b-afb6-8159926c2e17" providerId="ADAL" clId="{C4CD5978-2643-4E14-BB26-37358CB1C7B2}" dt="2023-05-31T15:10:37.192" v="5241" actId="478"/>
          <ac:spMkLst>
            <pc:docMk/>
            <pc:sldMk cId="2318602496" sldId="476"/>
            <ac:spMk id="7" creationId="{F14E382F-1C26-0776-7695-761AD4DE42DF}"/>
          </ac:spMkLst>
        </pc:spChg>
        <pc:spChg chg="add del mod">
          <ac:chgData name="Nikki Papenfus" userId="2a405823-0c8b-419b-afb6-8159926c2e17" providerId="ADAL" clId="{C4CD5978-2643-4E14-BB26-37358CB1C7B2}" dt="2023-05-31T15:07:15.792" v="5107" actId="478"/>
          <ac:spMkLst>
            <pc:docMk/>
            <pc:sldMk cId="2318602496" sldId="476"/>
            <ac:spMk id="8" creationId="{1F97C83C-704D-7937-14D5-8740AFB3679C}"/>
          </ac:spMkLst>
        </pc:spChg>
        <pc:spChg chg="add del mod">
          <ac:chgData name="Nikki Papenfus" userId="2a405823-0c8b-419b-afb6-8159926c2e17" providerId="ADAL" clId="{C4CD5978-2643-4E14-BB26-37358CB1C7B2}" dt="2023-06-01T15:00:37.203" v="10826" actId="478"/>
          <ac:spMkLst>
            <pc:docMk/>
            <pc:sldMk cId="2318602496" sldId="476"/>
            <ac:spMk id="8" creationId="{D86E2DA3-DE5B-81FB-2B29-7575C7BB78B1}"/>
          </ac:spMkLst>
        </pc:spChg>
        <pc:spChg chg="add del mod">
          <ac:chgData name="Nikki Papenfus" userId="2a405823-0c8b-419b-afb6-8159926c2e17" providerId="ADAL" clId="{C4CD5978-2643-4E14-BB26-37358CB1C7B2}" dt="2023-06-01T14:49:39.944" v="10617" actId="21"/>
          <ac:spMkLst>
            <pc:docMk/>
            <pc:sldMk cId="2318602496" sldId="476"/>
            <ac:spMk id="9" creationId="{4FB42231-749F-2D2A-EE77-5CDA80203C59}"/>
          </ac:spMkLst>
        </pc:spChg>
        <pc:spChg chg="add del mod">
          <ac:chgData name="Nikki Papenfus" userId="2a405823-0c8b-419b-afb6-8159926c2e17" providerId="ADAL" clId="{C4CD5978-2643-4E14-BB26-37358CB1C7B2}" dt="2023-06-01T14:49:39.944" v="10617" actId="21"/>
          <ac:spMkLst>
            <pc:docMk/>
            <pc:sldMk cId="2318602496" sldId="476"/>
            <ac:spMk id="10" creationId="{C1B2C729-80E3-D407-B643-7405582FEC0B}"/>
          </ac:spMkLst>
        </pc:spChg>
        <pc:spChg chg="add del mod">
          <ac:chgData name="Nikki Papenfus" userId="2a405823-0c8b-419b-afb6-8159926c2e17" providerId="ADAL" clId="{C4CD5978-2643-4E14-BB26-37358CB1C7B2}" dt="2023-06-01T14:49:39.944" v="10617" actId="21"/>
          <ac:spMkLst>
            <pc:docMk/>
            <pc:sldMk cId="2318602496" sldId="476"/>
            <ac:spMk id="11" creationId="{C4448468-7C05-FF41-5A96-4AE0B424E0C0}"/>
          </ac:spMkLst>
        </pc:spChg>
        <pc:spChg chg="add del mod">
          <ac:chgData name="Nikki Papenfus" userId="2a405823-0c8b-419b-afb6-8159926c2e17" providerId="ADAL" clId="{C4CD5978-2643-4E14-BB26-37358CB1C7B2}" dt="2023-06-01T14:49:39.944" v="10617" actId="21"/>
          <ac:spMkLst>
            <pc:docMk/>
            <pc:sldMk cId="2318602496" sldId="476"/>
            <ac:spMk id="12" creationId="{D375E772-2950-7C56-6363-C79B467D1DDE}"/>
          </ac:spMkLst>
        </pc:spChg>
        <pc:spChg chg="add del mod">
          <ac:chgData name="Nikki Papenfus" userId="2a405823-0c8b-419b-afb6-8159926c2e17" providerId="ADAL" clId="{C4CD5978-2643-4E14-BB26-37358CB1C7B2}" dt="2023-06-01T14:49:39.944" v="10617" actId="21"/>
          <ac:spMkLst>
            <pc:docMk/>
            <pc:sldMk cId="2318602496" sldId="476"/>
            <ac:spMk id="13" creationId="{57482CB0-42FE-A6D3-6772-665314FE1356}"/>
          </ac:spMkLst>
        </pc:spChg>
        <pc:spChg chg="add del mod">
          <ac:chgData name="Nikki Papenfus" userId="2a405823-0c8b-419b-afb6-8159926c2e17" providerId="ADAL" clId="{C4CD5978-2643-4E14-BB26-37358CB1C7B2}" dt="2023-06-01T14:49:39.944" v="10617" actId="21"/>
          <ac:spMkLst>
            <pc:docMk/>
            <pc:sldMk cId="2318602496" sldId="476"/>
            <ac:spMk id="14" creationId="{02D4AD81-E5B7-7AE2-1E74-5E614B93D91A}"/>
          </ac:spMkLst>
        </pc:spChg>
        <pc:spChg chg="add del mod">
          <ac:chgData name="Nikki Papenfus" userId="2a405823-0c8b-419b-afb6-8159926c2e17" providerId="ADAL" clId="{C4CD5978-2643-4E14-BB26-37358CB1C7B2}" dt="2023-06-01T14:49:39.944" v="10617" actId="21"/>
          <ac:spMkLst>
            <pc:docMk/>
            <pc:sldMk cId="2318602496" sldId="476"/>
            <ac:spMk id="15" creationId="{08BADEA8-64FE-4F62-C373-3AB5D342435C}"/>
          </ac:spMkLst>
        </pc:spChg>
        <pc:spChg chg="add del mod">
          <ac:chgData name="Nikki Papenfus" userId="2a405823-0c8b-419b-afb6-8159926c2e17" providerId="ADAL" clId="{C4CD5978-2643-4E14-BB26-37358CB1C7B2}" dt="2023-06-01T15:00:37.203" v="10826" actId="478"/>
          <ac:spMkLst>
            <pc:docMk/>
            <pc:sldMk cId="2318602496" sldId="476"/>
            <ac:spMk id="16" creationId="{2C7BCE28-0878-3565-8355-9026BE49B6F1}"/>
          </ac:spMkLst>
        </pc:spChg>
        <pc:spChg chg="add del mod">
          <ac:chgData name="Nikki Papenfus" userId="2a405823-0c8b-419b-afb6-8159926c2e17" providerId="ADAL" clId="{C4CD5978-2643-4E14-BB26-37358CB1C7B2}" dt="2023-05-31T15:09:07.899" v="5169" actId="478"/>
          <ac:spMkLst>
            <pc:docMk/>
            <pc:sldMk cId="2318602496" sldId="476"/>
            <ac:spMk id="16" creationId="{BC6FBD2B-7F0D-5DBB-B0BA-5979DDCB5CB9}"/>
          </ac:spMkLst>
        </pc:spChg>
        <pc:spChg chg="add del mod">
          <ac:chgData name="Nikki Papenfus" userId="2a405823-0c8b-419b-afb6-8159926c2e17" providerId="ADAL" clId="{C4CD5978-2643-4E14-BB26-37358CB1C7B2}" dt="2023-06-01T14:49:39.944" v="10617" actId="21"/>
          <ac:spMkLst>
            <pc:docMk/>
            <pc:sldMk cId="2318602496" sldId="476"/>
            <ac:spMk id="17" creationId="{D10DCDE9-DAB5-462B-2D80-CD9D3C6EDDE7}"/>
          </ac:spMkLst>
        </pc:spChg>
        <pc:spChg chg="add del mod">
          <ac:chgData name="Nikki Papenfus" userId="2a405823-0c8b-419b-afb6-8159926c2e17" providerId="ADAL" clId="{C4CD5978-2643-4E14-BB26-37358CB1C7B2}" dt="2023-06-01T15:00:37.203" v="10826" actId="478"/>
          <ac:spMkLst>
            <pc:docMk/>
            <pc:sldMk cId="2318602496" sldId="476"/>
            <ac:spMk id="18" creationId="{88547B03-3667-9A3A-94CB-67970E026E1B}"/>
          </ac:spMkLst>
        </pc:spChg>
        <pc:spChg chg="add del mod">
          <ac:chgData name="Nikki Papenfus" userId="2a405823-0c8b-419b-afb6-8159926c2e17" providerId="ADAL" clId="{C4CD5978-2643-4E14-BB26-37358CB1C7B2}" dt="2023-06-01T15:00:37.203" v="10826" actId="478"/>
          <ac:spMkLst>
            <pc:docMk/>
            <pc:sldMk cId="2318602496" sldId="476"/>
            <ac:spMk id="19" creationId="{78D3E9F4-4B23-19FA-C7A6-C72D7027E2C7}"/>
          </ac:spMkLst>
        </pc:spChg>
        <pc:spChg chg="del">
          <ac:chgData name="Nikki Papenfus" userId="2a405823-0c8b-419b-afb6-8159926c2e17" providerId="ADAL" clId="{C4CD5978-2643-4E14-BB26-37358CB1C7B2}" dt="2023-05-31T15:08:21.215" v="5161" actId="478"/>
          <ac:spMkLst>
            <pc:docMk/>
            <pc:sldMk cId="2318602496" sldId="476"/>
            <ac:spMk id="26" creationId="{A01562A8-B248-46D2-9B91-8426DD2F69CF}"/>
          </ac:spMkLst>
        </pc:spChg>
        <pc:spChg chg="del mod">
          <ac:chgData name="Nikki Papenfus" userId="2a405823-0c8b-419b-afb6-8159926c2e17" providerId="ADAL" clId="{C4CD5978-2643-4E14-BB26-37358CB1C7B2}" dt="2023-05-31T15:10:38.490" v="5244" actId="478"/>
          <ac:spMkLst>
            <pc:docMk/>
            <pc:sldMk cId="2318602496" sldId="476"/>
            <ac:spMk id="27" creationId="{7B40E10A-9AEF-4CE3-8E45-C283F926D8B4}"/>
          </ac:spMkLst>
        </pc:spChg>
        <pc:spChg chg="del mod">
          <ac:chgData name="Nikki Papenfus" userId="2a405823-0c8b-419b-afb6-8159926c2e17" providerId="ADAL" clId="{C4CD5978-2643-4E14-BB26-37358CB1C7B2}" dt="2023-05-31T15:10:38.076" v="5243" actId="478"/>
          <ac:spMkLst>
            <pc:docMk/>
            <pc:sldMk cId="2318602496" sldId="476"/>
            <ac:spMk id="28" creationId="{AE1DE913-B4C6-4216-B637-2D25882307F3}"/>
          </ac:spMkLst>
        </pc:spChg>
        <pc:spChg chg="del mod">
          <ac:chgData name="Nikki Papenfus" userId="2a405823-0c8b-419b-afb6-8159926c2e17" providerId="ADAL" clId="{C4CD5978-2643-4E14-BB26-37358CB1C7B2}" dt="2023-05-31T15:10:36.233" v="5239" actId="478"/>
          <ac:spMkLst>
            <pc:docMk/>
            <pc:sldMk cId="2318602496" sldId="476"/>
            <ac:spMk id="29" creationId="{7F0750B6-CBE5-4FB5-BF9D-A6D61FB1161D}"/>
          </ac:spMkLst>
        </pc:spChg>
        <pc:spChg chg="del mod">
          <ac:chgData name="Nikki Papenfus" userId="2a405823-0c8b-419b-afb6-8159926c2e17" providerId="ADAL" clId="{C4CD5978-2643-4E14-BB26-37358CB1C7B2}" dt="2023-05-31T15:10:36.751" v="5240" actId="478"/>
          <ac:spMkLst>
            <pc:docMk/>
            <pc:sldMk cId="2318602496" sldId="476"/>
            <ac:spMk id="30" creationId="{16389856-49CF-4EDA-B0DB-B646EAB2CC0D}"/>
          </ac:spMkLst>
        </pc:spChg>
        <pc:spChg chg="del mod">
          <ac:chgData name="Nikki Papenfus" userId="2a405823-0c8b-419b-afb6-8159926c2e17" providerId="ADAL" clId="{C4CD5978-2643-4E14-BB26-37358CB1C7B2}" dt="2023-05-31T15:04:44.990" v="5060" actId="478"/>
          <ac:spMkLst>
            <pc:docMk/>
            <pc:sldMk cId="2318602496" sldId="476"/>
            <ac:spMk id="31" creationId="{DD3B38F3-3E07-406A-BC19-CE7A36D8E93A}"/>
          </ac:spMkLst>
        </pc:spChg>
      </pc:sldChg>
      <pc:sldChg chg="addSp delSp modSp mod">
        <pc:chgData name="Nikki Papenfus" userId="2a405823-0c8b-419b-afb6-8159926c2e17" providerId="ADAL" clId="{C4CD5978-2643-4E14-BB26-37358CB1C7B2}" dt="2023-05-31T16:36:54.530" v="6883" actId="21"/>
        <pc:sldMkLst>
          <pc:docMk/>
          <pc:sldMk cId="1372506682" sldId="478"/>
        </pc:sldMkLst>
        <pc:spChg chg="mod">
          <ac:chgData name="Nikki Papenfus" userId="2a405823-0c8b-419b-afb6-8159926c2e17" providerId="ADAL" clId="{C4CD5978-2643-4E14-BB26-37358CB1C7B2}" dt="2023-05-31T12:11:44.835" v="371" actId="404"/>
          <ac:spMkLst>
            <pc:docMk/>
            <pc:sldMk cId="1372506682" sldId="478"/>
            <ac:spMk id="2" creationId="{926268CD-6A91-46D5-9F2E-D63140C574C1}"/>
          </ac:spMkLst>
        </pc:spChg>
        <pc:spChg chg="mod">
          <ac:chgData name="Nikki Papenfus" userId="2a405823-0c8b-419b-afb6-8159926c2e17" providerId="ADAL" clId="{C4CD5978-2643-4E14-BB26-37358CB1C7B2}" dt="2023-05-31T12:11:48.198" v="372" actId="403"/>
          <ac:spMkLst>
            <pc:docMk/>
            <pc:sldMk cId="1372506682" sldId="478"/>
            <ac:spMk id="3" creationId="{CCE055E0-7725-4859-9475-AA12EAB230DD}"/>
          </ac:spMkLst>
        </pc:spChg>
        <pc:picChg chg="add del mod">
          <ac:chgData name="Nikki Papenfus" userId="2a405823-0c8b-419b-afb6-8159926c2e17" providerId="ADAL" clId="{C4CD5978-2643-4E14-BB26-37358CB1C7B2}" dt="2023-05-31T16:36:54.530" v="6883" actId="21"/>
          <ac:picMkLst>
            <pc:docMk/>
            <pc:sldMk cId="1372506682" sldId="478"/>
            <ac:picMk id="5" creationId="{B424E333-70C5-BD55-4393-6D3F55289504}"/>
          </ac:picMkLst>
        </pc:picChg>
      </pc:sldChg>
      <pc:sldChg chg="addSp delSp modSp del mod ord">
        <pc:chgData name="Nikki Papenfus" userId="2a405823-0c8b-419b-afb6-8159926c2e17" providerId="ADAL" clId="{C4CD5978-2643-4E14-BB26-37358CB1C7B2}" dt="2023-05-31T14:49:43.670" v="4835" actId="47"/>
        <pc:sldMkLst>
          <pc:docMk/>
          <pc:sldMk cId="712782996" sldId="501"/>
        </pc:sldMkLst>
        <pc:spChg chg="del mod">
          <ac:chgData name="Nikki Papenfus" userId="2a405823-0c8b-419b-afb6-8159926c2e17" providerId="ADAL" clId="{C4CD5978-2643-4E14-BB26-37358CB1C7B2}" dt="2023-05-31T14:40:08.191" v="4435" actId="21"/>
          <ac:spMkLst>
            <pc:docMk/>
            <pc:sldMk cId="712782996" sldId="501"/>
            <ac:spMk id="2" creationId="{6CAB9A14-9B65-4093-A014-7CD7D9D2751A}"/>
          </ac:spMkLst>
        </pc:spChg>
        <pc:spChg chg="mod">
          <ac:chgData name="Nikki Papenfus" userId="2a405823-0c8b-419b-afb6-8159926c2e17" providerId="ADAL" clId="{C4CD5978-2643-4E14-BB26-37358CB1C7B2}" dt="2023-05-31T14:06:58.619" v="3123" actId="207"/>
          <ac:spMkLst>
            <pc:docMk/>
            <pc:sldMk cId="712782996" sldId="501"/>
            <ac:spMk id="34" creationId="{A35675C1-316C-4914-880A-BD71A980E2E9}"/>
          </ac:spMkLst>
        </pc:spChg>
        <pc:spChg chg="mod">
          <ac:chgData name="Nikki Papenfus" userId="2a405823-0c8b-419b-afb6-8159926c2e17" providerId="ADAL" clId="{C4CD5978-2643-4E14-BB26-37358CB1C7B2}" dt="2023-05-31T14:06:58.619" v="3123" actId="207"/>
          <ac:spMkLst>
            <pc:docMk/>
            <pc:sldMk cId="712782996" sldId="501"/>
            <ac:spMk id="35" creationId="{23CB069F-6D25-4CC7-A179-B7BB280B2214}"/>
          </ac:spMkLst>
        </pc:spChg>
        <pc:spChg chg="mod">
          <ac:chgData name="Nikki Papenfus" userId="2a405823-0c8b-419b-afb6-8159926c2e17" providerId="ADAL" clId="{C4CD5978-2643-4E14-BB26-37358CB1C7B2}" dt="2023-05-31T14:06:58.619" v="3123" actId="207"/>
          <ac:spMkLst>
            <pc:docMk/>
            <pc:sldMk cId="712782996" sldId="501"/>
            <ac:spMk id="36" creationId="{67BF7457-E10A-49CA-B676-5BBC41E9A835}"/>
          </ac:spMkLst>
        </pc:spChg>
        <pc:spChg chg="mod">
          <ac:chgData name="Nikki Papenfus" userId="2a405823-0c8b-419b-afb6-8159926c2e17" providerId="ADAL" clId="{C4CD5978-2643-4E14-BB26-37358CB1C7B2}" dt="2023-05-31T14:06:58.619" v="3123" actId="207"/>
          <ac:spMkLst>
            <pc:docMk/>
            <pc:sldMk cId="712782996" sldId="501"/>
            <ac:spMk id="37" creationId="{64A38006-ACC0-4D3A-B992-1595F6D9637F}"/>
          </ac:spMkLst>
        </pc:spChg>
        <pc:spChg chg="mod">
          <ac:chgData name="Nikki Papenfus" userId="2a405823-0c8b-419b-afb6-8159926c2e17" providerId="ADAL" clId="{C4CD5978-2643-4E14-BB26-37358CB1C7B2}" dt="2023-05-31T14:06:58.619" v="3123" actId="207"/>
          <ac:spMkLst>
            <pc:docMk/>
            <pc:sldMk cId="712782996" sldId="501"/>
            <ac:spMk id="38" creationId="{746E856A-317F-4707-89E2-850B4B947560}"/>
          </ac:spMkLst>
        </pc:spChg>
        <pc:spChg chg="mod">
          <ac:chgData name="Nikki Papenfus" userId="2a405823-0c8b-419b-afb6-8159926c2e17" providerId="ADAL" clId="{C4CD5978-2643-4E14-BB26-37358CB1C7B2}" dt="2023-05-31T14:06:58.619" v="3123" actId="207"/>
          <ac:spMkLst>
            <pc:docMk/>
            <pc:sldMk cId="712782996" sldId="501"/>
            <ac:spMk id="41" creationId="{EF6D78B0-7A90-4DE0-AA4A-8C7F02309AB8}"/>
          </ac:spMkLst>
        </pc:spChg>
        <pc:spChg chg="mod">
          <ac:chgData name="Nikki Papenfus" userId="2a405823-0c8b-419b-afb6-8159926c2e17" providerId="ADAL" clId="{C4CD5978-2643-4E14-BB26-37358CB1C7B2}" dt="2023-05-31T14:06:58.619" v="3123" actId="207"/>
          <ac:spMkLst>
            <pc:docMk/>
            <pc:sldMk cId="712782996" sldId="501"/>
            <ac:spMk id="42" creationId="{08A698B7-99FF-4C39-9191-CF627B4BC632}"/>
          </ac:spMkLst>
        </pc:spChg>
        <pc:spChg chg="mod">
          <ac:chgData name="Nikki Papenfus" userId="2a405823-0c8b-419b-afb6-8159926c2e17" providerId="ADAL" clId="{C4CD5978-2643-4E14-BB26-37358CB1C7B2}" dt="2023-05-31T14:06:58.619" v="3123" actId="207"/>
          <ac:spMkLst>
            <pc:docMk/>
            <pc:sldMk cId="712782996" sldId="501"/>
            <ac:spMk id="43" creationId="{C8A976E9-464A-4F20-A91D-1BB2B7E35A63}"/>
          </ac:spMkLst>
        </pc:spChg>
        <pc:spChg chg="mod">
          <ac:chgData name="Nikki Papenfus" userId="2a405823-0c8b-419b-afb6-8159926c2e17" providerId="ADAL" clId="{C4CD5978-2643-4E14-BB26-37358CB1C7B2}" dt="2023-05-31T14:06:58.619" v="3123" actId="207"/>
          <ac:spMkLst>
            <pc:docMk/>
            <pc:sldMk cId="712782996" sldId="501"/>
            <ac:spMk id="44" creationId="{5EF72C98-02D6-4F42-A258-31E706D7F6F5}"/>
          </ac:spMkLst>
        </pc:spChg>
        <pc:spChg chg="mod">
          <ac:chgData name="Nikki Papenfus" userId="2a405823-0c8b-419b-afb6-8159926c2e17" providerId="ADAL" clId="{C4CD5978-2643-4E14-BB26-37358CB1C7B2}" dt="2023-05-31T14:06:58.619" v="3123" actId="207"/>
          <ac:spMkLst>
            <pc:docMk/>
            <pc:sldMk cId="712782996" sldId="501"/>
            <ac:spMk id="45" creationId="{B4038B73-60CF-4D40-A2B0-E43D9DA63483}"/>
          </ac:spMkLst>
        </pc:spChg>
        <pc:spChg chg="del mod">
          <ac:chgData name="Nikki Papenfus" userId="2a405823-0c8b-419b-afb6-8159926c2e17" providerId="ADAL" clId="{C4CD5978-2643-4E14-BB26-37358CB1C7B2}" dt="2023-05-31T14:13:56.637" v="3380" actId="478"/>
          <ac:spMkLst>
            <pc:docMk/>
            <pc:sldMk cId="712782996" sldId="501"/>
            <ac:spMk id="63" creationId="{76DAC4A0-B606-4327-BFCF-6583D02FAA9F}"/>
          </ac:spMkLst>
        </pc:spChg>
        <pc:spChg chg="del mod">
          <ac:chgData name="Nikki Papenfus" userId="2a405823-0c8b-419b-afb6-8159926c2e17" providerId="ADAL" clId="{C4CD5978-2643-4E14-BB26-37358CB1C7B2}" dt="2023-05-31T14:13:56.637" v="3380" actId="478"/>
          <ac:spMkLst>
            <pc:docMk/>
            <pc:sldMk cId="712782996" sldId="501"/>
            <ac:spMk id="64" creationId="{4BCCCD88-2CE4-4EEB-A07B-D0D703AA8217}"/>
          </ac:spMkLst>
        </pc:spChg>
        <pc:spChg chg="del mod">
          <ac:chgData name="Nikki Papenfus" userId="2a405823-0c8b-419b-afb6-8159926c2e17" providerId="ADAL" clId="{C4CD5978-2643-4E14-BB26-37358CB1C7B2}" dt="2023-05-31T14:13:56.637" v="3380" actId="478"/>
          <ac:spMkLst>
            <pc:docMk/>
            <pc:sldMk cId="712782996" sldId="501"/>
            <ac:spMk id="65" creationId="{FC2CCB6B-41C4-4AD0-93EA-CA2D8CCBC22D}"/>
          </ac:spMkLst>
        </pc:spChg>
        <pc:spChg chg="del mod">
          <ac:chgData name="Nikki Papenfus" userId="2a405823-0c8b-419b-afb6-8159926c2e17" providerId="ADAL" clId="{C4CD5978-2643-4E14-BB26-37358CB1C7B2}" dt="2023-05-31T14:13:56.637" v="3380" actId="478"/>
          <ac:spMkLst>
            <pc:docMk/>
            <pc:sldMk cId="712782996" sldId="501"/>
            <ac:spMk id="66" creationId="{AF871C25-988B-4DC6-9DFA-B5DF6F10EB26}"/>
          </ac:spMkLst>
        </pc:spChg>
        <pc:spChg chg="del mod">
          <ac:chgData name="Nikki Papenfus" userId="2a405823-0c8b-419b-afb6-8159926c2e17" providerId="ADAL" clId="{C4CD5978-2643-4E14-BB26-37358CB1C7B2}" dt="2023-05-31T14:13:56.637" v="3380" actId="478"/>
          <ac:spMkLst>
            <pc:docMk/>
            <pc:sldMk cId="712782996" sldId="501"/>
            <ac:spMk id="67" creationId="{7699E628-F19F-4A6F-9FB1-EB2A5D5AE287}"/>
          </ac:spMkLst>
        </pc:spChg>
        <pc:spChg chg="del mod">
          <ac:chgData name="Nikki Papenfus" userId="2a405823-0c8b-419b-afb6-8159926c2e17" providerId="ADAL" clId="{C4CD5978-2643-4E14-BB26-37358CB1C7B2}" dt="2023-05-31T14:13:56.637" v="3380" actId="478"/>
          <ac:spMkLst>
            <pc:docMk/>
            <pc:sldMk cId="712782996" sldId="501"/>
            <ac:spMk id="68" creationId="{85ED7A4E-A2A8-4112-AF49-5BB2BF922D6A}"/>
          </ac:spMkLst>
        </pc:spChg>
        <pc:spChg chg="del mod">
          <ac:chgData name="Nikki Papenfus" userId="2a405823-0c8b-419b-afb6-8159926c2e17" providerId="ADAL" clId="{C4CD5978-2643-4E14-BB26-37358CB1C7B2}" dt="2023-05-31T14:13:56.637" v="3380" actId="478"/>
          <ac:spMkLst>
            <pc:docMk/>
            <pc:sldMk cId="712782996" sldId="501"/>
            <ac:spMk id="70" creationId="{8F292501-38EE-4DE5-A0CF-2E60D397E7F5}"/>
          </ac:spMkLst>
        </pc:spChg>
        <pc:spChg chg="add del mod">
          <ac:chgData name="Nikki Papenfus" userId="2a405823-0c8b-419b-afb6-8159926c2e17" providerId="ADAL" clId="{C4CD5978-2643-4E14-BB26-37358CB1C7B2}" dt="2023-05-31T14:09:00.617" v="3160" actId="478"/>
          <ac:spMkLst>
            <pc:docMk/>
            <pc:sldMk cId="712782996" sldId="501"/>
            <ac:spMk id="71" creationId="{D5E4D98F-3353-D2AA-C548-8638742F9720}"/>
          </ac:spMkLst>
        </pc:spChg>
        <pc:spChg chg="del mod">
          <ac:chgData name="Nikki Papenfus" userId="2a405823-0c8b-419b-afb6-8159926c2e17" providerId="ADAL" clId="{C4CD5978-2643-4E14-BB26-37358CB1C7B2}" dt="2023-05-31T14:13:56.637" v="3380" actId="478"/>
          <ac:spMkLst>
            <pc:docMk/>
            <pc:sldMk cId="712782996" sldId="501"/>
            <ac:spMk id="72" creationId="{8977C1F9-01CB-4385-92F2-5877BF6E2AFF}"/>
          </ac:spMkLst>
        </pc:spChg>
        <pc:spChg chg="add del mod">
          <ac:chgData name="Nikki Papenfus" userId="2a405823-0c8b-419b-afb6-8159926c2e17" providerId="ADAL" clId="{C4CD5978-2643-4E14-BB26-37358CB1C7B2}" dt="2023-05-31T14:09:00.617" v="3160" actId="478"/>
          <ac:spMkLst>
            <pc:docMk/>
            <pc:sldMk cId="712782996" sldId="501"/>
            <ac:spMk id="73" creationId="{08B0AFA0-E5D8-590A-1086-73E45B17E316}"/>
          </ac:spMkLst>
        </pc:spChg>
        <pc:spChg chg="del mod">
          <ac:chgData name="Nikki Papenfus" userId="2a405823-0c8b-419b-afb6-8159926c2e17" providerId="ADAL" clId="{C4CD5978-2643-4E14-BB26-37358CB1C7B2}" dt="2023-05-31T14:13:56.637" v="3380" actId="478"/>
          <ac:spMkLst>
            <pc:docMk/>
            <pc:sldMk cId="712782996" sldId="501"/>
            <ac:spMk id="74" creationId="{522806C5-6807-4DBB-9679-E019D6C2DB5A}"/>
          </ac:spMkLst>
        </pc:spChg>
        <pc:spChg chg="add del mod">
          <ac:chgData name="Nikki Papenfus" userId="2a405823-0c8b-419b-afb6-8159926c2e17" providerId="ADAL" clId="{C4CD5978-2643-4E14-BB26-37358CB1C7B2}" dt="2023-05-31T14:09:00.617" v="3160" actId="478"/>
          <ac:spMkLst>
            <pc:docMk/>
            <pc:sldMk cId="712782996" sldId="501"/>
            <ac:spMk id="75" creationId="{46115638-87AA-937A-952E-185036221E02}"/>
          </ac:spMkLst>
        </pc:spChg>
        <pc:spChg chg="del mod">
          <ac:chgData name="Nikki Papenfus" userId="2a405823-0c8b-419b-afb6-8159926c2e17" providerId="ADAL" clId="{C4CD5978-2643-4E14-BB26-37358CB1C7B2}" dt="2023-05-31T14:13:56.637" v="3380" actId="478"/>
          <ac:spMkLst>
            <pc:docMk/>
            <pc:sldMk cId="712782996" sldId="501"/>
            <ac:spMk id="76" creationId="{2B98C6CE-8AE8-46D5-B9A4-7BE570D608ED}"/>
          </ac:spMkLst>
        </pc:spChg>
        <pc:spChg chg="del mod">
          <ac:chgData name="Nikki Papenfus" userId="2a405823-0c8b-419b-afb6-8159926c2e17" providerId="ADAL" clId="{C4CD5978-2643-4E14-BB26-37358CB1C7B2}" dt="2023-05-31T14:13:56.637" v="3380" actId="478"/>
          <ac:spMkLst>
            <pc:docMk/>
            <pc:sldMk cId="712782996" sldId="501"/>
            <ac:spMk id="77" creationId="{E4015C47-E3F0-498A-ACBC-3A8725D0F3C6}"/>
          </ac:spMkLst>
        </pc:spChg>
        <pc:spChg chg="del mod">
          <ac:chgData name="Nikki Papenfus" userId="2a405823-0c8b-419b-afb6-8159926c2e17" providerId="ADAL" clId="{C4CD5978-2643-4E14-BB26-37358CB1C7B2}" dt="2023-05-31T14:13:56.637" v="3380" actId="478"/>
          <ac:spMkLst>
            <pc:docMk/>
            <pc:sldMk cId="712782996" sldId="501"/>
            <ac:spMk id="78" creationId="{E0C1C736-341E-4559-AF97-98C7C5A42084}"/>
          </ac:spMkLst>
        </pc:spChg>
        <pc:spChg chg="del mod">
          <ac:chgData name="Nikki Papenfus" userId="2a405823-0c8b-419b-afb6-8159926c2e17" providerId="ADAL" clId="{C4CD5978-2643-4E14-BB26-37358CB1C7B2}" dt="2023-05-31T14:13:56.637" v="3380" actId="478"/>
          <ac:spMkLst>
            <pc:docMk/>
            <pc:sldMk cId="712782996" sldId="501"/>
            <ac:spMk id="79" creationId="{7743A60A-2B4D-49A1-B194-716730866D4F}"/>
          </ac:spMkLst>
        </pc:spChg>
        <pc:spChg chg="del mod">
          <ac:chgData name="Nikki Papenfus" userId="2a405823-0c8b-419b-afb6-8159926c2e17" providerId="ADAL" clId="{C4CD5978-2643-4E14-BB26-37358CB1C7B2}" dt="2023-05-31T14:13:56.637" v="3380" actId="478"/>
          <ac:spMkLst>
            <pc:docMk/>
            <pc:sldMk cId="712782996" sldId="501"/>
            <ac:spMk id="80" creationId="{96EFC74E-5E16-45C5-AB33-F859E31CD536}"/>
          </ac:spMkLst>
        </pc:spChg>
        <pc:spChg chg="del mod">
          <ac:chgData name="Nikki Papenfus" userId="2a405823-0c8b-419b-afb6-8159926c2e17" providerId="ADAL" clId="{C4CD5978-2643-4E14-BB26-37358CB1C7B2}" dt="2023-05-31T14:13:56.637" v="3380" actId="478"/>
          <ac:spMkLst>
            <pc:docMk/>
            <pc:sldMk cId="712782996" sldId="501"/>
            <ac:spMk id="81" creationId="{E9481852-0FDF-4AD7-9E8C-D905AEE53F6B}"/>
          </ac:spMkLst>
        </pc:spChg>
        <pc:spChg chg="add del mod">
          <ac:chgData name="Nikki Papenfus" userId="2a405823-0c8b-419b-afb6-8159926c2e17" providerId="ADAL" clId="{C4CD5978-2643-4E14-BB26-37358CB1C7B2}" dt="2023-05-31T14:09:00.617" v="3160" actId="478"/>
          <ac:spMkLst>
            <pc:docMk/>
            <pc:sldMk cId="712782996" sldId="501"/>
            <ac:spMk id="82" creationId="{1232313F-E14A-05AD-351F-9C4D3BFA9ABE}"/>
          </ac:spMkLst>
        </pc:spChg>
        <pc:spChg chg="add del mod">
          <ac:chgData name="Nikki Papenfus" userId="2a405823-0c8b-419b-afb6-8159926c2e17" providerId="ADAL" clId="{C4CD5978-2643-4E14-BB26-37358CB1C7B2}" dt="2023-05-31T14:09:02.470" v="3161" actId="478"/>
          <ac:spMkLst>
            <pc:docMk/>
            <pc:sldMk cId="712782996" sldId="501"/>
            <ac:spMk id="83" creationId="{09D29237-0D69-88BA-8CED-5DFF7442A85D}"/>
          </ac:spMkLst>
        </pc:spChg>
        <pc:spChg chg="add del mod">
          <ac:chgData name="Nikki Papenfus" userId="2a405823-0c8b-419b-afb6-8159926c2e17" providerId="ADAL" clId="{C4CD5978-2643-4E14-BB26-37358CB1C7B2}" dt="2023-05-31T14:09:00.617" v="3160" actId="478"/>
          <ac:spMkLst>
            <pc:docMk/>
            <pc:sldMk cId="712782996" sldId="501"/>
            <ac:spMk id="84" creationId="{32B0E1A1-457B-06B8-6C9B-3B98F23AE298}"/>
          </ac:spMkLst>
        </pc:spChg>
        <pc:spChg chg="add del mod">
          <ac:chgData name="Nikki Papenfus" userId="2a405823-0c8b-419b-afb6-8159926c2e17" providerId="ADAL" clId="{C4CD5978-2643-4E14-BB26-37358CB1C7B2}" dt="2023-05-31T14:09:00.617" v="3160" actId="478"/>
          <ac:spMkLst>
            <pc:docMk/>
            <pc:sldMk cId="712782996" sldId="501"/>
            <ac:spMk id="85" creationId="{D6D10A23-9E4C-BADE-8990-D189EA4FD2B7}"/>
          </ac:spMkLst>
        </pc:spChg>
        <pc:spChg chg="add del mod">
          <ac:chgData name="Nikki Papenfus" userId="2a405823-0c8b-419b-afb6-8159926c2e17" providerId="ADAL" clId="{C4CD5978-2643-4E14-BB26-37358CB1C7B2}" dt="2023-05-31T14:09:00.617" v="3160" actId="478"/>
          <ac:spMkLst>
            <pc:docMk/>
            <pc:sldMk cId="712782996" sldId="501"/>
            <ac:spMk id="86" creationId="{62098A67-71A8-6A0C-9421-850DE47E7832}"/>
          </ac:spMkLst>
        </pc:spChg>
        <pc:spChg chg="mod">
          <ac:chgData name="Nikki Papenfus" userId="2a405823-0c8b-419b-afb6-8159926c2e17" providerId="ADAL" clId="{C4CD5978-2643-4E14-BB26-37358CB1C7B2}" dt="2023-05-31T14:14:01.555" v="3382"/>
          <ac:spMkLst>
            <pc:docMk/>
            <pc:sldMk cId="712782996" sldId="501"/>
            <ac:spMk id="88" creationId="{6A58FC09-D4AE-3BEF-2D8D-13BBAE17BC91}"/>
          </ac:spMkLst>
        </pc:spChg>
        <pc:spChg chg="mod">
          <ac:chgData name="Nikki Papenfus" userId="2a405823-0c8b-419b-afb6-8159926c2e17" providerId="ADAL" clId="{C4CD5978-2643-4E14-BB26-37358CB1C7B2}" dt="2023-05-31T14:14:01.555" v="3382"/>
          <ac:spMkLst>
            <pc:docMk/>
            <pc:sldMk cId="712782996" sldId="501"/>
            <ac:spMk id="89" creationId="{B72E2624-93C9-75F2-D27E-7B4FC6D64259}"/>
          </ac:spMkLst>
        </pc:spChg>
        <pc:spChg chg="mod">
          <ac:chgData name="Nikki Papenfus" userId="2a405823-0c8b-419b-afb6-8159926c2e17" providerId="ADAL" clId="{C4CD5978-2643-4E14-BB26-37358CB1C7B2}" dt="2023-05-31T14:14:01.555" v="3382"/>
          <ac:spMkLst>
            <pc:docMk/>
            <pc:sldMk cId="712782996" sldId="501"/>
            <ac:spMk id="90" creationId="{651BBF5F-3D8D-1C81-F6BE-C34E722AC9BF}"/>
          </ac:spMkLst>
        </pc:spChg>
        <pc:spChg chg="mod">
          <ac:chgData name="Nikki Papenfus" userId="2a405823-0c8b-419b-afb6-8159926c2e17" providerId="ADAL" clId="{C4CD5978-2643-4E14-BB26-37358CB1C7B2}" dt="2023-05-31T14:14:01.555" v="3382"/>
          <ac:spMkLst>
            <pc:docMk/>
            <pc:sldMk cId="712782996" sldId="501"/>
            <ac:spMk id="91" creationId="{D91AC201-4756-D68F-12F6-475AFAFD2B75}"/>
          </ac:spMkLst>
        </pc:spChg>
        <pc:spChg chg="add del mod">
          <ac:chgData name="Nikki Papenfus" userId="2a405823-0c8b-419b-afb6-8159926c2e17" providerId="ADAL" clId="{C4CD5978-2643-4E14-BB26-37358CB1C7B2}" dt="2023-05-31T14:40:08.191" v="4435" actId="21"/>
          <ac:spMkLst>
            <pc:docMk/>
            <pc:sldMk cId="712782996" sldId="501"/>
            <ac:spMk id="92" creationId="{96416DB6-A19A-5775-397E-A7E5D000518B}"/>
          </ac:spMkLst>
        </pc:spChg>
        <pc:spChg chg="add del mod">
          <ac:chgData name="Nikki Papenfus" userId="2a405823-0c8b-419b-afb6-8159926c2e17" providerId="ADAL" clId="{C4CD5978-2643-4E14-BB26-37358CB1C7B2}" dt="2023-05-31T14:40:08.191" v="4435" actId="21"/>
          <ac:spMkLst>
            <pc:docMk/>
            <pc:sldMk cId="712782996" sldId="501"/>
            <ac:spMk id="93" creationId="{B48E75C6-DEE3-2E50-4191-DC93E1214538}"/>
          </ac:spMkLst>
        </pc:spChg>
        <pc:spChg chg="add del mod">
          <ac:chgData name="Nikki Papenfus" userId="2a405823-0c8b-419b-afb6-8159926c2e17" providerId="ADAL" clId="{C4CD5978-2643-4E14-BB26-37358CB1C7B2}" dt="2023-05-31T14:40:08.191" v="4435" actId="21"/>
          <ac:spMkLst>
            <pc:docMk/>
            <pc:sldMk cId="712782996" sldId="501"/>
            <ac:spMk id="94" creationId="{65E2DC3D-DF6B-8DD7-6C48-25B5BB5060CF}"/>
          </ac:spMkLst>
        </pc:spChg>
        <pc:spChg chg="add del mod">
          <ac:chgData name="Nikki Papenfus" userId="2a405823-0c8b-419b-afb6-8159926c2e17" providerId="ADAL" clId="{C4CD5978-2643-4E14-BB26-37358CB1C7B2}" dt="2023-05-31T14:40:08.191" v="4435" actId="21"/>
          <ac:spMkLst>
            <pc:docMk/>
            <pc:sldMk cId="712782996" sldId="501"/>
            <ac:spMk id="95" creationId="{2AEE56DD-520C-AA86-3917-5EADCD7D32B6}"/>
          </ac:spMkLst>
        </pc:spChg>
        <pc:spChg chg="add del mod">
          <ac:chgData name="Nikki Papenfus" userId="2a405823-0c8b-419b-afb6-8159926c2e17" providerId="ADAL" clId="{C4CD5978-2643-4E14-BB26-37358CB1C7B2}" dt="2023-05-31T14:40:08.191" v="4435" actId="21"/>
          <ac:spMkLst>
            <pc:docMk/>
            <pc:sldMk cId="712782996" sldId="501"/>
            <ac:spMk id="96" creationId="{EE5F517B-098F-B69C-E2FB-31BB0E5179F4}"/>
          </ac:spMkLst>
        </pc:spChg>
        <pc:spChg chg="add del mod">
          <ac:chgData name="Nikki Papenfus" userId="2a405823-0c8b-419b-afb6-8159926c2e17" providerId="ADAL" clId="{C4CD5978-2643-4E14-BB26-37358CB1C7B2}" dt="2023-05-31T14:40:08.191" v="4435" actId="21"/>
          <ac:spMkLst>
            <pc:docMk/>
            <pc:sldMk cId="712782996" sldId="501"/>
            <ac:spMk id="97" creationId="{CDDACD30-8F32-7503-9FF8-FAE0C6D00403}"/>
          </ac:spMkLst>
        </pc:spChg>
        <pc:spChg chg="add del mod">
          <ac:chgData name="Nikki Papenfus" userId="2a405823-0c8b-419b-afb6-8159926c2e17" providerId="ADAL" clId="{C4CD5978-2643-4E14-BB26-37358CB1C7B2}" dt="2023-05-31T14:40:08.191" v="4435" actId="21"/>
          <ac:spMkLst>
            <pc:docMk/>
            <pc:sldMk cId="712782996" sldId="501"/>
            <ac:spMk id="98" creationId="{3BFB52A7-AF3D-1253-BBDC-25B31DAC2CCA}"/>
          </ac:spMkLst>
        </pc:spChg>
        <pc:spChg chg="add del mod">
          <ac:chgData name="Nikki Papenfus" userId="2a405823-0c8b-419b-afb6-8159926c2e17" providerId="ADAL" clId="{C4CD5978-2643-4E14-BB26-37358CB1C7B2}" dt="2023-05-31T14:40:08.191" v="4435" actId="21"/>
          <ac:spMkLst>
            <pc:docMk/>
            <pc:sldMk cId="712782996" sldId="501"/>
            <ac:spMk id="99" creationId="{B27B7CBA-679E-2D89-7A73-958C63724542}"/>
          </ac:spMkLst>
        </pc:spChg>
        <pc:spChg chg="add del mod">
          <ac:chgData name="Nikki Papenfus" userId="2a405823-0c8b-419b-afb6-8159926c2e17" providerId="ADAL" clId="{C4CD5978-2643-4E14-BB26-37358CB1C7B2}" dt="2023-05-31T14:40:08.191" v="4435" actId="21"/>
          <ac:spMkLst>
            <pc:docMk/>
            <pc:sldMk cId="712782996" sldId="501"/>
            <ac:spMk id="100" creationId="{163F9641-99E7-FC20-CC53-BEDE232554A0}"/>
          </ac:spMkLst>
        </pc:spChg>
        <pc:spChg chg="add del mod">
          <ac:chgData name="Nikki Papenfus" userId="2a405823-0c8b-419b-afb6-8159926c2e17" providerId="ADAL" clId="{C4CD5978-2643-4E14-BB26-37358CB1C7B2}" dt="2023-05-31T14:40:08.191" v="4435" actId="21"/>
          <ac:spMkLst>
            <pc:docMk/>
            <pc:sldMk cId="712782996" sldId="501"/>
            <ac:spMk id="101" creationId="{77D9D19A-AE71-272A-CAAA-BB3A80B9305B}"/>
          </ac:spMkLst>
        </pc:spChg>
        <pc:spChg chg="add del mod">
          <ac:chgData name="Nikki Papenfus" userId="2a405823-0c8b-419b-afb6-8159926c2e17" providerId="ADAL" clId="{C4CD5978-2643-4E14-BB26-37358CB1C7B2}" dt="2023-05-31T14:40:08.191" v="4435" actId="21"/>
          <ac:spMkLst>
            <pc:docMk/>
            <pc:sldMk cId="712782996" sldId="501"/>
            <ac:spMk id="102" creationId="{4B4F8BA1-F808-F99F-B66C-6BFC47A1B227}"/>
          </ac:spMkLst>
        </pc:spChg>
        <pc:spChg chg="add del mod">
          <ac:chgData name="Nikki Papenfus" userId="2a405823-0c8b-419b-afb6-8159926c2e17" providerId="ADAL" clId="{C4CD5978-2643-4E14-BB26-37358CB1C7B2}" dt="2023-05-31T14:40:08.191" v="4435" actId="21"/>
          <ac:spMkLst>
            <pc:docMk/>
            <pc:sldMk cId="712782996" sldId="501"/>
            <ac:spMk id="103" creationId="{898A6D2A-C1B7-BDC6-F02B-F1BC3447B2F2}"/>
          </ac:spMkLst>
        </pc:spChg>
        <pc:spChg chg="add del mod">
          <ac:chgData name="Nikki Papenfus" userId="2a405823-0c8b-419b-afb6-8159926c2e17" providerId="ADAL" clId="{C4CD5978-2643-4E14-BB26-37358CB1C7B2}" dt="2023-05-31T14:40:08.191" v="4435" actId="21"/>
          <ac:spMkLst>
            <pc:docMk/>
            <pc:sldMk cId="712782996" sldId="501"/>
            <ac:spMk id="104" creationId="{59E1E099-5A1F-4F85-9DAD-2298FB5C1632}"/>
          </ac:spMkLst>
        </pc:spChg>
        <pc:spChg chg="add del mod">
          <ac:chgData name="Nikki Papenfus" userId="2a405823-0c8b-419b-afb6-8159926c2e17" providerId="ADAL" clId="{C4CD5978-2643-4E14-BB26-37358CB1C7B2}" dt="2023-05-31T14:40:08.191" v="4435" actId="21"/>
          <ac:spMkLst>
            <pc:docMk/>
            <pc:sldMk cId="712782996" sldId="501"/>
            <ac:spMk id="105" creationId="{9636BF23-2A62-44DB-34A3-972FE5A3088D}"/>
          </ac:spMkLst>
        </pc:spChg>
        <pc:spChg chg="add del mod">
          <ac:chgData name="Nikki Papenfus" userId="2a405823-0c8b-419b-afb6-8159926c2e17" providerId="ADAL" clId="{C4CD5978-2643-4E14-BB26-37358CB1C7B2}" dt="2023-05-31T14:40:08.191" v="4435" actId="21"/>
          <ac:spMkLst>
            <pc:docMk/>
            <pc:sldMk cId="712782996" sldId="501"/>
            <ac:spMk id="106" creationId="{94D93707-F3DA-16B8-8E9A-1DF74C0E4981}"/>
          </ac:spMkLst>
        </pc:spChg>
        <pc:spChg chg="add del mod">
          <ac:chgData name="Nikki Papenfus" userId="2a405823-0c8b-419b-afb6-8159926c2e17" providerId="ADAL" clId="{C4CD5978-2643-4E14-BB26-37358CB1C7B2}" dt="2023-05-31T14:40:08.191" v="4435" actId="21"/>
          <ac:spMkLst>
            <pc:docMk/>
            <pc:sldMk cId="712782996" sldId="501"/>
            <ac:spMk id="107" creationId="{268FDB26-F64C-6EBE-493B-097BAF3961AE}"/>
          </ac:spMkLst>
        </pc:spChg>
        <pc:spChg chg="add del mod">
          <ac:chgData name="Nikki Papenfus" userId="2a405823-0c8b-419b-afb6-8159926c2e17" providerId="ADAL" clId="{C4CD5978-2643-4E14-BB26-37358CB1C7B2}" dt="2023-05-31T14:40:08.191" v="4435" actId="21"/>
          <ac:spMkLst>
            <pc:docMk/>
            <pc:sldMk cId="712782996" sldId="501"/>
            <ac:spMk id="108" creationId="{9481BFE4-6921-B7C7-961A-5CFDBD46590D}"/>
          </ac:spMkLst>
        </pc:spChg>
        <pc:spChg chg="add del mod">
          <ac:chgData name="Nikki Papenfus" userId="2a405823-0c8b-419b-afb6-8159926c2e17" providerId="ADAL" clId="{C4CD5978-2643-4E14-BB26-37358CB1C7B2}" dt="2023-05-31T14:40:08.191" v="4435" actId="21"/>
          <ac:spMkLst>
            <pc:docMk/>
            <pc:sldMk cId="712782996" sldId="501"/>
            <ac:spMk id="109" creationId="{AE22EA8C-CFF3-10D4-2070-6A8A28E7D9FC}"/>
          </ac:spMkLst>
        </pc:spChg>
        <pc:spChg chg="add del mod">
          <ac:chgData name="Nikki Papenfus" userId="2a405823-0c8b-419b-afb6-8159926c2e17" providerId="ADAL" clId="{C4CD5978-2643-4E14-BB26-37358CB1C7B2}" dt="2023-05-31T14:40:08.191" v="4435" actId="21"/>
          <ac:spMkLst>
            <pc:docMk/>
            <pc:sldMk cId="712782996" sldId="501"/>
            <ac:spMk id="110" creationId="{BBD78D6B-0AA0-8F6C-24A7-15F34B45A0DC}"/>
          </ac:spMkLst>
        </pc:spChg>
        <pc:spChg chg="add del mod">
          <ac:chgData name="Nikki Papenfus" userId="2a405823-0c8b-419b-afb6-8159926c2e17" providerId="ADAL" clId="{C4CD5978-2643-4E14-BB26-37358CB1C7B2}" dt="2023-05-31T14:40:08.191" v="4435" actId="21"/>
          <ac:spMkLst>
            <pc:docMk/>
            <pc:sldMk cId="712782996" sldId="501"/>
            <ac:spMk id="111" creationId="{776119D1-E865-C715-C42C-0D6D4F5BCF35}"/>
          </ac:spMkLst>
        </pc:spChg>
        <pc:spChg chg="add del mod">
          <ac:chgData name="Nikki Papenfus" userId="2a405823-0c8b-419b-afb6-8159926c2e17" providerId="ADAL" clId="{C4CD5978-2643-4E14-BB26-37358CB1C7B2}" dt="2023-05-31T14:40:08.191" v="4435" actId="21"/>
          <ac:spMkLst>
            <pc:docMk/>
            <pc:sldMk cId="712782996" sldId="501"/>
            <ac:spMk id="112" creationId="{71212874-C93E-EBFA-CD7F-228B5DE51C22}"/>
          </ac:spMkLst>
        </pc:spChg>
        <pc:spChg chg="add del mod">
          <ac:chgData name="Nikki Papenfus" userId="2a405823-0c8b-419b-afb6-8159926c2e17" providerId="ADAL" clId="{C4CD5978-2643-4E14-BB26-37358CB1C7B2}" dt="2023-05-31T14:40:08.191" v="4435" actId="21"/>
          <ac:spMkLst>
            <pc:docMk/>
            <pc:sldMk cId="712782996" sldId="501"/>
            <ac:spMk id="113" creationId="{DC388BC2-F9B7-CC77-D88D-70620BF06BAF}"/>
          </ac:spMkLst>
        </pc:spChg>
        <pc:spChg chg="add del mod">
          <ac:chgData name="Nikki Papenfus" userId="2a405823-0c8b-419b-afb6-8159926c2e17" providerId="ADAL" clId="{C4CD5978-2643-4E14-BB26-37358CB1C7B2}" dt="2023-05-31T14:21:45.247" v="3637"/>
          <ac:spMkLst>
            <pc:docMk/>
            <pc:sldMk cId="712782996" sldId="501"/>
            <ac:spMk id="114" creationId="{6A685A36-041D-71D1-5501-22E1D9D0BA73}"/>
          </ac:spMkLst>
        </pc:spChg>
        <pc:spChg chg="add del mod">
          <ac:chgData name="Nikki Papenfus" userId="2a405823-0c8b-419b-afb6-8159926c2e17" providerId="ADAL" clId="{C4CD5978-2643-4E14-BB26-37358CB1C7B2}" dt="2023-05-31T14:40:08.191" v="4435" actId="21"/>
          <ac:spMkLst>
            <pc:docMk/>
            <pc:sldMk cId="712782996" sldId="501"/>
            <ac:spMk id="115" creationId="{F5328764-AE79-EC6C-7861-DDD26F982C77}"/>
          </ac:spMkLst>
        </pc:spChg>
        <pc:spChg chg="add del mod">
          <ac:chgData name="Nikki Papenfus" userId="2a405823-0c8b-419b-afb6-8159926c2e17" providerId="ADAL" clId="{C4CD5978-2643-4E14-BB26-37358CB1C7B2}" dt="2023-05-31T14:40:08.191" v="4435" actId="21"/>
          <ac:spMkLst>
            <pc:docMk/>
            <pc:sldMk cId="712782996" sldId="501"/>
            <ac:spMk id="116" creationId="{09A6F2D3-0F59-14A0-4CB4-48981A7A6E72}"/>
          </ac:spMkLst>
        </pc:spChg>
        <pc:spChg chg="add del mod">
          <ac:chgData name="Nikki Papenfus" userId="2a405823-0c8b-419b-afb6-8159926c2e17" providerId="ADAL" clId="{C4CD5978-2643-4E14-BB26-37358CB1C7B2}" dt="2023-05-31T14:40:08.191" v="4435" actId="21"/>
          <ac:spMkLst>
            <pc:docMk/>
            <pc:sldMk cId="712782996" sldId="501"/>
            <ac:spMk id="117" creationId="{C5028A75-2EC0-2006-F900-9AEA4AA2DCE6}"/>
          </ac:spMkLst>
        </pc:spChg>
        <pc:spChg chg="add del mod">
          <ac:chgData name="Nikki Papenfus" userId="2a405823-0c8b-419b-afb6-8159926c2e17" providerId="ADAL" clId="{C4CD5978-2643-4E14-BB26-37358CB1C7B2}" dt="2023-05-31T14:21:45.247" v="3639"/>
          <ac:spMkLst>
            <pc:docMk/>
            <pc:sldMk cId="712782996" sldId="501"/>
            <ac:spMk id="118" creationId="{9246843B-414B-EEFE-9E3E-F5143ECCFB6A}"/>
          </ac:spMkLst>
        </pc:spChg>
        <pc:spChg chg="add del mod">
          <ac:chgData name="Nikki Papenfus" userId="2a405823-0c8b-419b-afb6-8159926c2e17" providerId="ADAL" clId="{C4CD5978-2643-4E14-BB26-37358CB1C7B2}" dt="2023-05-31T14:40:08.191" v="4435" actId="21"/>
          <ac:spMkLst>
            <pc:docMk/>
            <pc:sldMk cId="712782996" sldId="501"/>
            <ac:spMk id="119" creationId="{6D62DDFF-2024-9660-A445-8EB315F0C75E}"/>
          </ac:spMkLst>
        </pc:spChg>
        <pc:spChg chg="add del mod">
          <ac:chgData name="Nikki Papenfus" userId="2a405823-0c8b-419b-afb6-8159926c2e17" providerId="ADAL" clId="{C4CD5978-2643-4E14-BB26-37358CB1C7B2}" dt="2023-05-31T14:21:45.247" v="3643"/>
          <ac:spMkLst>
            <pc:docMk/>
            <pc:sldMk cId="712782996" sldId="501"/>
            <ac:spMk id="120" creationId="{F948269B-E9A6-17CE-C622-48409AE9BCB0}"/>
          </ac:spMkLst>
        </pc:spChg>
        <pc:spChg chg="add del mod">
          <ac:chgData name="Nikki Papenfus" userId="2a405823-0c8b-419b-afb6-8159926c2e17" providerId="ADAL" clId="{C4CD5978-2643-4E14-BB26-37358CB1C7B2}" dt="2023-05-31T14:40:08.191" v="4435" actId="21"/>
          <ac:spMkLst>
            <pc:docMk/>
            <pc:sldMk cId="712782996" sldId="501"/>
            <ac:spMk id="121" creationId="{8AEA40B7-7D44-6F9D-87FE-EF89A505D0F1}"/>
          </ac:spMkLst>
        </pc:spChg>
        <pc:spChg chg="add del mod">
          <ac:chgData name="Nikki Papenfus" userId="2a405823-0c8b-419b-afb6-8159926c2e17" providerId="ADAL" clId="{C4CD5978-2643-4E14-BB26-37358CB1C7B2}" dt="2023-05-31T14:21:45.247" v="3641"/>
          <ac:spMkLst>
            <pc:docMk/>
            <pc:sldMk cId="712782996" sldId="501"/>
            <ac:spMk id="122" creationId="{D7497B95-A576-FD2E-040B-CE270E2FDC14}"/>
          </ac:spMkLst>
        </pc:spChg>
        <pc:spChg chg="add del mod">
          <ac:chgData name="Nikki Papenfus" userId="2a405823-0c8b-419b-afb6-8159926c2e17" providerId="ADAL" clId="{C4CD5978-2643-4E14-BB26-37358CB1C7B2}" dt="2023-05-31T14:40:08.191" v="4435" actId="21"/>
          <ac:spMkLst>
            <pc:docMk/>
            <pc:sldMk cId="712782996" sldId="501"/>
            <ac:spMk id="123" creationId="{7937F9FB-0439-9B31-9903-A77667A4C93F}"/>
          </ac:spMkLst>
        </pc:spChg>
        <pc:spChg chg="add del mod">
          <ac:chgData name="Nikki Papenfus" userId="2a405823-0c8b-419b-afb6-8159926c2e17" providerId="ADAL" clId="{C4CD5978-2643-4E14-BB26-37358CB1C7B2}" dt="2023-05-31T14:40:08.191" v="4435" actId="21"/>
          <ac:spMkLst>
            <pc:docMk/>
            <pc:sldMk cId="712782996" sldId="501"/>
            <ac:spMk id="124" creationId="{9C115E8C-2FAA-2666-3DE0-07CF45438552}"/>
          </ac:spMkLst>
        </pc:spChg>
        <pc:spChg chg="add del mod">
          <ac:chgData name="Nikki Papenfus" userId="2a405823-0c8b-419b-afb6-8159926c2e17" providerId="ADAL" clId="{C4CD5978-2643-4E14-BB26-37358CB1C7B2}" dt="2023-05-31T14:40:08.191" v="4435" actId="21"/>
          <ac:spMkLst>
            <pc:docMk/>
            <pc:sldMk cId="712782996" sldId="501"/>
            <ac:spMk id="125" creationId="{32AAD4CC-FC56-8E87-9A2B-B4CE38988888}"/>
          </ac:spMkLst>
        </pc:spChg>
        <pc:spChg chg="add del mod">
          <ac:chgData name="Nikki Papenfus" userId="2a405823-0c8b-419b-afb6-8159926c2e17" providerId="ADAL" clId="{C4CD5978-2643-4E14-BB26-37358CB1C7B2}" dt="2023-05-31T14:40:08.191" v="4435" actId="21"/>
          <ac:spMkLst>
            <pc:docMk/>
            <pc:sldMk cId="712782996" sldId="501"/>
            <ac:spMk id="126" creationId="{00F1D042-2F97-73AD-B074-F6C4D7955A10}"/>
          </ac:spMkLst>
        </pc:spChg>
        <pc:spChg chg="add del mod">
          <ac:chgData name="Nikki Papenfus" userId="2a405823-0c8b-419b-afb6-8159926c2e17" providerId="ADAL" clId="{C4CD5978-2643-4E14-BB26-37358CB1C7B2}" dt="2023-05-31T14:40:08.191" v="4435" actId="21"/>
          <ac:spMkLst>
            <pc:docMk/>
            <pc:sldMk cId="712782996" sldId="501"/>
            <ac:spMk id="127" creationId="{6EC8264F-9FC5-F4EB-11E4-D875C387D74D}"/>
          </ac:spMkLst>
        </pc:spChg>
        <pc:spChg chg="add del mod">
          <ac:chgData name="Nikki Papenfus" userId="2a405823-0c8b-419b-afb6-8159926c2e17" providerId="ADAL" clId="{C4CD5978-2643-4E14-BB26-37358CB1C7B2}" dt="2023-05-31T14:40:08.191" v="4435" actId="21"/>
          <ac:spMkLst>
            <pc:docMk/>
            <pc:sldMk cId="712782996" sldId="501"/>
            <ac:spMk id="128" creationId="{624CB0C1-DE9F-2BA3-0FF3-8F597A367643}"/>
          </ac:spMkLst>
        </pc:spChg>
        <pc:spChg chg="add del mod">
          <ac:chgData name="Nikki Papenfus" userId="2a405823-0c8b-419b-afb6-8159926c2e17" providerId="ADAL" clId="{C4CD5978-2643-4E14-BB26-37358CB1C7B2}" dt="2023-05-31T14:40:08.191" v="4435" actId="21"/>
          <ac:spMkLst>
            <pc:docMk/>
            <pc:sldMk cId="712782996" sldId="501"/>
            <ac:spMk id="129" creationId="{AFACAAB1-F03F-AD51-7D92-483FB95537E5}"/>
          </ac:spMkLst>
        </pc:spChg>
        <pc:spChg chg="add del mod">
          <ac:chgData name="Nikki Papenfus" userId="2a405823-0c8b-419b-afb6-8159926c2e17" providerId="ADAL" clId="{C4CD5978-2643-4E14-BB26-37358CB1C7B2}" dt="2023-05-31T14:40:08.191" v="4435" actId="21"/>
          <ac:spMkLst>
            <pc:docMk/>
            <pc:sldMk cId="712782996" sldId="501"/>
            <ac:spMk id="130" creationId="{1AF6BEE1-7B7D-8D4B-C7FD-85809685BFED}"/>
          </ac:spMkLst>
        </pc:spChg>
        <pc:spChg chg="mod">
          <ac:chgData name="Nikki Papenfus" userId="2a405823-0c8b-419b-afb6-8159926c2e17" providerId="ADAL" clId="{C4CD5978-2643-4E14-BB26-37358CB1C7B2}" dt="2023-05-31T14:33:00.308" v="4160"/>
          <ac:spMkLst>
            <pc:docMk/>
            <pc:sldMk cId="712782996" sldId="501"/>
            <ac:spMk id="132" creationId="{B77A4D57-4DC9-C1E4-5991-36143D5F68CC}"/>
          </ac:spMkLst>
        </pc:spChg>
        <pc:spChg chg="mod">
          <ac:chgData name="Nikki Papenfus" userId="2a405823-0c8b-419b-afb6-8159926c2e17" providerId="ADAL" clId="{C4CD5978-2643-4E14-BB26-37358CB1C7B2}" dt="2023-05-31T14:33:00.308" v="4160"/>
          <ac:spMkLst>
            <pc:docMk/>
            <pc:sldMk cId="712782996" sldId="501"/>
            <ac:spMk id="134" creationId="{D103B1F2-E0A7-908C-9B6B-05B4B4807B21}"/>
          </ac:spMkLst>
        </pc:spChg>
        <pc:spChg chg="mod">
          <ac:chgData name="Nikki Papenfus" userId="2a405823-0c8b-419b-afb6-8159926c2e17" providerId="ADAL" clId="{C4CD5978-2643-4E14-BB26-37358CB1C7B2}" dt="2023-05-31T14:33:00.308" v="4160"/>
          <ac:spMkLst>
            <pc:docMk/>
            <pc:sldMk cId="712782996" sldId="501"/>
            <ac:spMk id="136" creationId="{D8539292-F7C7-41AB-FFE0-BFAD7C2E5D64}"/>
          </ac:spMkLst>
        </pc:spChg>
        <pc:spChg chg="mod">
          <ac:chgData name="Nikki Papenfus" userId="2a405823-0c8b-419b-afb6-8159926c2e17" providerId="ADAL" clId="{C4CD5978-2643-4E14-BB26-37358CB1C7B2}" dt="2023-05-31T14:33:00.308" v="4160"/>
          <ac:spMkLst>
            <pc:docMk/>
            <pc:sldMk cId="712782996" sldId="501"/>
            <ac:spMk id="138" creationId="{BBE3143C-385F-2DA5-D414-B0097A0266E3}"/>
          </ac:spMkLst>
        </pc:spChg>
        <pc:spChg chg="mod">
          <ac:chgData name="Nikki Papenfus" userId="2a405823-0c8b-419b-afb6-8159926c2e17" providerId="ADAL" clId="{C4CD5978-2643-4E14-BB26-37358CB1C7B2}" dt="2023-05-31T14:33:00.308" v="4160"/>
          <ac:spMkLst>
            <pc:docMk/>
            <pc:sldMk cId="712782996" sldId="501"/>
            <ac:spMk id="140" creationId="{A77204E2-743A-9EB5-585F-155790945D69}"/>
          </ac:spMkLst>
        </pc:spChg>
        <pc:spChg chg="mod">
          <ac:chgData name="Nikki Papenfus" userId="2a405823-0c8b-419b-afb6-8159926c2e17" providerId="ADAL" clId="{C4CD5978-2643-4E14-BB26-37358CB1C7B2}" dt="2023-05-31T14:33:00.308" v="4160"/>
          <ac:spMkLst>
            <pc:docMk/>
            <pc:sldMk cId="712782996" sldId="501"/>
            <ac:spMk id="142" creationId="{AF6B340A-3CC6-5CF7-4F7F-B15929950192}"/>
          </ac:spMkLst>
        </pc:spChg>
        <pc:spChg chg="mod">
          <ac:chgData name="Nikki Papenfus" userId="2a405823-0c8b-419b-afb6-8159926c2e17" providerId="ADAL" clId="{C4CD5978-2643-4E14-BB26-37358CB1C7B2}" dt="2023-05-31T14:33:00.308" v="4160"/>
          <ac:spMkLst>
            <pc:docMk/>
            <pc:sldMk cId="712782996" sldId="501"/>
            <ac:spMk id="144" creationId="{F73D4F2C-C979-DC30-EE0E-2D93C1155E26}"/>
          </ac:spMkLst>
        </pc:spChg>
        <pc:spChg chg="mod">
          <ac:chgData name="Nikki Papenfus" userId="2a405823-0c8b-419b-afb6-8159926c2e17" providerId="ADAL" clId="{C4CD5978-2643-4E14-BB26-37358CB1C7B2}" dt="2023-05-31T14:34:17.859" v="4252" actId="6549"/>
          <ac:spMkLst>
            <pc:docMk/>
            <pc:sldMk cId="712782996" sldId="501"/>
            <ac:spMk id="145" creationId="{1026E55A-DB9D-481E-6B23-B669FB8E45FD}"/>
          </ac:spMkLst>
        </pc:spChg>
        <pc:spChg chg="add del mod">
          <ac:chgData name="Nikki Papenfus" userId="2a405823-0c8b-419b-afb6-8159926c2e17" providerId="ADAL" clId="{C4CD5978-2643-4E14-BB26-37358CB1C7B2}" dt="2023-05-31T14:40:08.191" v="4435" actId="21"/>
          <ac:spMkLst>
            <pc:docMk/>
            <pc:sldMk cId="712782996" sldId="501"/>
            <ac:spMk id="147" creationId="{5A6633AB-A4AF-3AC7-5FB3-244761D0529F}"/>
          </ac:spMkLst>
        </pc:spChg>
        <pc:spChg chg="add del mod">
          <ac:chgData name="Nikki Papenfus" userId="2a405823-0c8b-419b-afb6-8159926c2e17" providerId="ADAL" clId="{C4CD5978-2643-4E14-BB26-37358CB1C7B2}" dt="2023-05-31T14:40:08.191" v="4435" actId="21"/>
          <ac:spMkLst>
            <pc:docMk/>
            <pc:sldMk cId="712782996" sldId="501"/>
            <ac:spMk id="148" creationId="{915C49CE-ED8E-549B-3EB4-C49433E3AA83}"/>
          </ac:spMkLst>
        </pc:spChg>
        <pc:spChg chg="mod">
          <ac:chgData name="Nikki Papenfus" userId="2a405823-0c8b-419b-afb6-8159926c2e17" providerId="ADAL" clId="{C4CD5978-2643-4E14-BB26-37358CB1C7B2}" dt="2023-05-31T14:33:53.686" v="4243"/>
          <ac:spMkLst>
            <pc:docMk/>
            <pc:sldMk cId="712782996" sldId="501"/>
            <ac:spMk id="150" creationId="{3A20769F-B339-5785-819C-6515B90E1C3E}"/>
          </ac:spMkLst>
        </pc:spChg>
        <pc:spChg chg="mod">
          <ac:chgData name="Nikki Papenfus" userId="2a405823-0c8b-419b-afb6-8159926c2e17" providerId="ADAL" clId="{C4CD5978-2643-4E14-BB26-37358CB1C7B2}" dt="2023-05-31T14:33:53.686" v="4243"/>
          <ac:spMkLst>
            <pc:docMk/>
            <pc:sldMk cId="712782996" sldId="501"/>
            <ac:spMk id="152" creationId="{DB1B3AF4-A2A9-FCDE-B588-9710293911E4}"/>
          </ac:spMkLst>
        </pc:spChg>
        <pc:spChg chg="mod">
          <ac:chgData name="Nikki Papenfus" userId="2a405823-0c8b-419b-afb6-8159926c2e17" providerId="ADAL" clId="{C4CD5978-2643-4E14-BB26-37358CB1C7B2}" dt="2023-05-31T14:33:53.686" v="4243"/>
          <ac:spMkLst>
            <pc:docMk/>
            <pc:sldMk cId="712782996" sldId="501"/>
            <ac:spMk id="154" creationId="{7A0053F6-C6D7-3DC5-6F74-8D0E1AFB1836}"/>
          </ac:spMkLst>
        </pc:spChg>
        <pc:spChg chg="mod">
          <ac:chgData name="Nikki Papenfus" userId="2a405823-0c8b-419b-afb6-8159926c2e17" providerId="ADAL" clId="{C4CD5978-2643-4E14-BB26-37358CB1C7B2}" dt="2023-05-31T14:33:53.686" v="4243"/>
          <ac:spMkLst>
            <pc:docMk/>
            <pc:sldMk cId="712782996" sldId="501"/>
            <ac:spMk id="156" creationId="{EEF02EEE-D646-0D91-8636-5D0E2863B46B}"/>
          </ac:spMkLst>
        </pc:spChg>
        <pc:spChg chg="mod">
          <ac:chgData name="Nikki Papenfus" userId="2a405823-0c8b-419b-afb6-8159926c2e17" providerId="ADAL" clId="{C4CD5978-2643-4E14-BB26-37358CB1C7B2}" dt="2023-05-31T14:33:53.686" v="4243"/>
          <ac:spMkLst>
            <pc:docMk/>
            <pc:sldMk cId="712782996" sldId="501"/>
            <ac:spMk id="158" creationId="{8CE5E01C-1CA0-03EA-883D-E0E36A019617}"/>
          </ac:spMkLst>
        </pc:spChg>
        <pc:spChg chg="mod">
          <ac:chgData name="Nikki Papenfus" userId="2a405823-0c8b-419b-afb6-8159926c2e17" providerId="ADAL" clId="{C4CD5978-2643-4E14-BB26-37358CB1C7B2}" dt="2023-05-31T14:33:53.686" v="4243"/>
          <ac:spMkLst>
            <pc:docMk/>
            <pc:sldMk cId="712782996" sldId="501"/>
            <ac:spMk id="160" creationId="{D4313899-96D8-9438-26FA-CFD546434874}"/>
          </ac:spMkLst>
        </pc:spChg>
        <pc:spChg chg="mod">
          <ac:chgData name="Nikki Papenfus" userId="2a405823-0c8b-419b-afb6-8159926c2e17" providerId="ADAL" clId="{C4CD5978-2643-4E14-BB26-37358CB1C7B2}" dt="2023-05-31T14:33:53.686" v="4243"/>
          <ac:spMkLst>
            <pc:docMk/>
            <pc:sldMk cId="712782996" sldId="501"/>
            <ac:spMk id="162" creationId="{36BA71A4-6A31-2D54-DF43-ECFAAFC84155}"/>
          </ac:spMkLst>
        </pc:spChg>
        <pc:spChg chg="mod">
          <ac:chgData name="Nikki Papenfus" userId="2a405823-0c8b-419b-afb6-8159926c2e17" providerId="ADAL" clId="{C4CD5978-2643-4E14-BB26-37358CB1C7B2}" dt="2023-05-31T14:33:53.686" v="4243"/>
          <ac:spMkLst>
            <pc:docMk/>
            <pc:sldMk cId="712782996" sldId="501"/>
            <ac:spMk id="163" creationId="{A0688DA3-F42D-BA30-2259-D700F3C09E81}"/>
          </ac:spMkLst>
        </pc:spChg>
        <pc:spChg chg="add del mod">
          <ac:chgData name="Nikki Papenfus" userId="2a405823-0c8b-419b-afb6-8159926c2e17" providerId="ADAL" clId="{C4CD5978-2643-4E14-BB26-37358CB1C7B2}" dt="2023-05-31T14:40:08.191" v="4435" actId="21"/>
          <ac:spMkLst>
            <pc:docMk/>
            <pc:sldMk cId="712782996" sldId="501"/>
            <ac:spMk id="165" creationId="{0FBD8743-9294-3025-20BF-888329E3C549}"/>
          </ac:spMkLst>
        </pc:spChg>
        <pc:spChg chg="add del mod">
          <ac:chgData name="Nikki Papenfus" userId="2a405823-0c8b-419b-afb6-8159926c2e17" providerId="ADAL" clId="{C4CD5978-2643-4E14-BB26-37358CB1C7B2}" dt="2023-05-31T14:40:08.191" v="4435" actId="21"/>
          <ac:spMkLst>
            <pc:docMk/>
            <pc:sldMk cId="712782996" sldId="501"/>
            <ac:spMk id="166" creationId="{D6464F55-4DC4-2CD9-2805-4C8E43BBE672}"/>
          </ac:spMkLst>
        </pc:spChg>
        <pc:spChg chg="mod">
          <ac:chgData name="Nikki Papenfus" userId="2a405823-0c8b-419b-afb6-8159926c2e17" providerId="ADAL" clId="{C4CD5978-2643-4E14-BB26-37358CB1C7B2}" dt="2023-05-31T14:33:59.048" v="4245"/>
          <ac:spMkLst>
            <pc:docMk/>
            <pc:sldMk cId="712782996" sldId="501"/>
            <ac:spMk id="168" creationId="{DA9E2F33-8029-4412-BB1C-7FCD9A5AD880}"/>
          </ac:spMkLst>
        </pc:spChg>
        <pc:spChg chg="mod">
          <ac:chgData name="Nikki Papenfus" userId="2a405823-0c8b-419b-afb6-8159926c2e17" providerId="ADAL" clId="{C4CD5978-2643-4E14-BB26-37358CB1C7B2}" dt="2023-05-31T14:33:59.048" v="4245"/>
          <ac:spMkLst>
            <pc:docMk/>
            <pc:sldMk cId="712782996" sldId="501"/>
            <ac:spMk id="170" creationId="{C9544905-FA80-020B-10E1-A90D6DE174AE}"/>
          </ac:spMkLst>
        </pc:spChg>
        <pc:spChg chg="mod">
          <ac:chgData name="Nikki Papenfus" userId="2a405823-0c8b-419b-afb6-8159926c2e17" providerId="ADAL" clId="{C4CD5978-2643-4E14-BB26-37358CB1C7B2}" dt="2023-05-31T14:33:59.048" v="4245"/>
          <ac:spMkLst>
            <pc:docMk/>
            <pc:sldMk cId="712782996" sldId="501"/>
            <ac:spMk id="172" creationId="{5DA4CC3E-9284-BA8C-6EFA-58C0FA11A16C}"/>
          </ac:spMkLst>
        </pc:spChg>
        <pc:spChg chg="mod">
          <ac:chgData name="Nikki Papenfus" userId="2a405823-0c8b-419b-afb6-8159926c2e17" providerId="ADAL" clId="{C4CD5978-2643-4E14-BB26-37358CB1C7B2}" dt="2023-05-31T14:33:59.048" v="4245"/>
          <ac:spMkLst>
            <pc:docMk/>
            <pc:sldMk cId="712782996" sldId="501"/>
            <ac:spMk id="174" creationId="{740B1476-F7ED-615C-24A0-A1B632499033}"/>
          </ac:spMkLst>
        </pc:spChg>
        <pc:spChg chg="mod">
          <ac:chgData name="Nikki Papenfus" userId="2a405823-0c8b-419b-afb6-8159926c2e17" providerId="ADAL" clId="{C4CD5978-2643-4E14-BB26-37358CB1C7B2}" dt="2023-05-31T14:33:59.048" v="4245"/>
          <ac:spMkLst>
            <pc:docMk/>
            <pc:sldMk cId="712782996" sldId="501"/>
            <ac:spMk id="176" creationId="{A5896F26-E3B0-9DD9-0ADB-2F7794B69F90}"/>
          </ac:spMkLst>
        </pc:spChg>
        <pc:spChg chg="mod">
          <ac:chgData name="Nikki Papenfus" userId="2a405823-0c8b-419b-afb6-8159926c2e17" providerId="ADAL" clId="{C4CD5978-2643-4E14-BB26-37358CB1C7B2}" dt="2023-05-31T14:33:59.048" v="4245"/>
          <ac:spMkLst>
            <pc:docMk/>
            <pc:sldMk cId="712782996" sldId="501"/>
            <ac:spMk id="178" creationId="{DEA9C7E5-EB5B-D0BB-4A6F-67F79616642A}"/>
          </ac:spMkLst>
        </pc:spChg>
        <pc:spChg chg="mod">
          <ac:chgData name="Nikki Papenfus" userId="2a405823-0c8b-419b-afb6-8159926c2e17" providerId="ADAL" clId="{C4CD5978-2643-4E14-BB26-37358CB1C7B2}" dt="2023-05-31T14:33:59.048" v="4245"/>
          <ac:spMkLst>
            <pc:docMk/>
            <pc:sldMk cId="712782996" sldId="501"/>
            <ac:spMk id="180" creationId="{9F863ADF-9F8C-48E0-5036-87BFE5EDB2E6}"/>
          </ac:spMkLst>
        </pc:spChg>
        <pc:spChg chg="mod">
          <ac:chgData name="Nikki Papenfus" userId="2a405823-0c8b-419b-afb6-8159926c2e17" providerId="ADAL" clId="{C4CD5978-2643-4E14-BB26-37358CB1C7B2}" dt="2023-05-31T14:33:59.048" v="4245"/>
          <ac:spMkLst>
            <pc:docMk/>
            <pc:sldMk cId="712782996" sldId="501"/>
            <ac:spMk id="181" creationId="{6DAEB8DB-6057-6484-C4A2-5C04445CC95B}"/>
          </ac:spMkLst>
        </pc:spChg>
        <pc:spChg chg="add mod">
          <ac:chgData name="Nikki Papenfus" userId="2a405823-0c8b-419b-afb6-8159926c2e17" providerId="ADAL" clId="{C4CD5978-2643-4E14-BB26-37358CB1C7B2}" dt="2023-05-31T14:36:32.552" v="4274" actId="571"/>
          <ac:spMkLst>
            <pc:docMk/>
            <pc:sldMk cId="712782996" sldId="501"/>
            <ac:spMk id="183" creationId="{8CBFF24C-BE40-5762-1EAC-3EBCD3D4696C}"/>
          </ac:spMkLst>
        </pc:spChg>
        <pc:spChg chg="add mod">
          <ac:chgData name="Nikki Papenfus" userId="2a405823-0c8b-419b-afb6-8159926c2e17" providerId="ADAL" clId="{C4CD5978-2643-4E14-BB26-37358CB1C7B2}" dt="2023-05-31T14:36:32.552" v="4274" actId="571"/>
          <ac:spMkLst>
            <pc:docMk/>
            <pc:sldMk cId="712782996" sldId="501"/>
            <ac:spMk id="184" creationId="{28CF6045-3EBD-D7BF-FA99-BAE0F7E1A41F}"/>
          </ac:spMkLst>
        </pc:spChg>
        <pc:spChg chg="add mod">
          <ac:chgData name="Nikki Papenfus" userId="2a405823-0c8b-419b-afb6-8159926c2e17" providerId="ADAL" clId="{C4CD5978-2643-4E14-BB26-37358CB1C7B2}" dt="2023-05-31T14:36:32.552" v="4274" actId="571"/>
          <ac:spMkLst>
            <pc:docMk/>
            <pc:sldMk cId="712782996" sldId="501"/>
            <ac:spMk id="185" creationId="{1C999291-3AA6-10AF-5CAF-52E2AF52E295}"/>
          </ac:spMkLst>
        </pc:spChg>
        <pc:spChg chg="add mod">
          <ac:chgData name="Nikki Papenfus" userId="2a405823-0c8b-419b-afb6-8159926c2e17" providerId="ADAL" clId="{C4CD5978-2643-4E14-BB26-37358CB1C7B2}" dt="2023-05-31T14:36:32.552" v="4274" actId="571"/>
          <ac:spMkLst>
            <pc:docMk/>
            <pc:sldMk cId="712782996" sldId="501"/>
            <ac:spMk id="186" creationId="{A9A9B2DF-56EC-0805-23A0-9DE33CC69FD2}"/>
          </ac:spMkLst>
        </pc:spChg>
        <pc:spChg chg="add mod">
          <ac:chgData name="Nikki Papenfus" userId="2a405823-0c8b-419b-afb6-8159926c2e17" providerId="ADAL" clId="{C4CD5978-2643-4E14-BB26-37358CB1C7B2}" dt="2023-05-31T14:36:32.552" v="4274" actId="571"/>
          <ac:spMkLst>
            <pc:docMk/>
            <pc:sldMk cId="712782996" sldId="501"/>
            <ac:spMk id="187" creationId="{14631291-662A-242D-C5CA-F2D0F7A23D4D}"/>
          </ac:spMkLst>
        </pc:spChg>
        <pc:spChg chg="add mod">
          <ac:chgData name="Nikki Papenfus" userId="2a405823-0c8b-419b-afb6-8159926c2e17" providerId="ADAL" clId="{C4CD5978-2643-4E14-BB26-37358CB1C7B2}" dt="2023-05-31T14:36:32.552" v="4274" actId="571"/>
          <ac:spMkLst>
            <pc:docMk/>
            <pc:sldMk cId="712782996" sldId="501"/>
            <ac:spMk id="188" creationId="{7464B639-384C-9603-E37D-BC4FB1AB0FBF}"/>
          </ac:spMkLst>
        </pc:spChg>
        <pc:spChg chg="add mod">
          <ac:chgData name="Nikki Papenfus" userId="2a405823-0c8b-419b-afb6-8159926c2e17" providerId="ADAL" clId="{C4CD5978-2643-4E14-BB26-37358CB1C7B2}" dt="2023-05-31T14:40:08.191" v="4435" actId="21"/>
          <ac:spMkLst>
            <pc:docMk/>
            <pc:sldMk cId="712782996" sldId="501"/>
            <ac:spMk id="190" creationId="{9A5CF66C-CA6E-4178-AC3F-CEE855E5C0AD}"/>
          </ac:spMkLst>
        </pc:spChg>
        <pc:grpChg chg="del mod">
          <ac:chgData name="Nikki Papenfus" userId="2a405823-0c8b-419b-afb6-8159926c2e17" providerId="ADAL" clId="{C4CD5978-2643-4E14-BB26-37358CB1C7B2}" dt="2023-05-31T14:13:56.637" v="3380" actId="478"/>
          <ac:grpSpMkLst>
            <pc:docMk/>
            <pc:sldMk cId="712782996" sldId="501"/>
            <ac:grpSpMk id="3" creationId="{A50B124B-1132-4477-BC9B-AE54CD212BBE}"/>
          </ac:grpSpMkLst>
        </pc:grpChg>
        <pc:grpChg chg="del mod">
          <ac:chgData name="Nikki Papenfus" userId="2a405823-0c8b-419b-afb6-8159926c2e17" providerId="ADAL" clId="{C4CD5978-2643-4E14-BB26-37358CB1C7B2}" dt="2023-05-31T14:13:56.637" v="3380" actId="478"/>
          <ac:grpSpMkLst>
            <pc:docMk/>
            <pc:sldMk cId="712782996" sldId="501"/>
            <ac:grpSpMk id="18" creationId="{D87651BA-8519-4B95-959F-89A1A668A375}"/>
          </ac:grpSpMkLst>
        </pc:grpChg>
        <pc:grpChg chg="del mod">
          <ac:chgData name="Nikki Papenfus" userId="2a405823-0c8b-419b-afb6-8159926c2e17" providerId="ADAL" clId="{C4CD5978-2643-4E14-BB26-37358CB1C7B2}" dt="2023-05-31T14:13:56.637" v="3380" actId="478"/>
          <ac:grpSpMkLst>
            <pc:docMk/>
            <pc:sldMk cId="712782996" sldId="501"/>
            <ac:grpSpMk id="33" creationId="{F43E9797-526A-473D-ADA7-D96D2AADA6FA}"/>
          </ac:grpSpMkLst>
        </pc:grpChg>
        <pc:grpChg chg="del mod">
          <ac:chgData name="Nikki Papenfus" userId="2a405823-0c8b-419b-afb6-8159926c2e17" providerId="ADAL" clId="{C4CD5978-2643-4E14-BB26-37358CB1C7B2}" dt="2023-05-31T14:13:56.637" v="3380" actId="478"/>
          <ac:grpSpMkLst>
            <pc:docMk/>
            <pc:sldMk cId="712782996" sldId="501"/>
            <ac:grpSpMk id="48" creationId="{AFB41DFA-5BE4-4AC5-8841-5FD926D649CF}"/>
          </ac:grpSpMkLst>
        </pc:grpChg>
        <pc:grpChg chg="add del mod">
          <ac:chgData name="Nikki Papenfus" userId="2a405823-0c8b-419b-afb6-8159926c2e17" providerId="ADAL" clId="{C4CD5978-2643-4E14-BB26-37358CB1C7B2}" dt="2023-05-31T14:32:59.350" v="4159" actId="478"/>
          <ac:grpSpMkLst>
            <pc:docMk/>
            <pc:sldMk cId="712782996" sldId="501"/>
            <ac:grpSpMk id="87" creationId="{C31B4308-0A35-0780-75CF-71D0CCBF3E27}"/>
          </ac:grpSpMkLst>
        </pc:grpChg>
        <pc:grpChg chg="add del mod">
          <ac:chgData name="Nikki Papenfus" userId="2a405823-0c8b-419b-afb6-8159926c2e17" providerId="ADAL" clId="{C4CD5978-2643-4E14-BB26-37358CB1C7B2}" dt="2023-05-31T14:40:08.191" v="4435" actId="21"/>
          <ac:grpSpMkLst>
            <pc:docMk/>
            <pc:sldMk cId="712782996" sldId="501"/>
            <ac:grpSpMk id="131" creationId="{6FBF3428-F3A0-C130-AEA2-72B3C080A637}"/>
          </ac:grpSpMkLst>
        </pc:grpChg>
        <pc:grpChg chg="add del mod">
          <ac:chgData name="Nikki Papenfus" userId="2a405823-0c8b-419b-afb6-8159926c2e17" providerId="ADAL" clId="{C4CD5978-2643-4E14-BB26-37358CB1C7B2}" dt="2023-05-31T14:40:08.191" v="4435" actId="21"/>
          <ac:grpSpMkLst>
            <pc:docMk/>
            <pc:sldMk cId="712782996" sldId="501"/>
            <ac:grpSpMk id="135" creationId="{625ED4F7-CB57-6809-743F-10C496F9A56A}"/>
          </ac:grpSpMkLst>
        </pc:grpChg>
        <pc:grpChg chg="add del mod">
          <ac:chgData name="Nikki Papenfus" userId="2a405823-0c8b-419b-afb6-8159926c2e17" providerId="ADAL" clId="{C4CD5978-2643-4E14-BB26-37358CB1C7B2}" dt="2023-05-31T14:40:08.191" v="4435" actId="21"/>
          <ac:grpSpMkLst>
            <pc:docMk/>
            <pc:sldMk cId="712782996" sldId="501"/>
            <ac:grpSpMk id="139" creationId="{A2B52F8C-1C9A-1775-39DF-998194DB4D40}"/>
          </ac:grpSpMkLst>
        </pc:grpChg>
        <pc:grpChg chg="add del mod">
          <ac:chgData name="Nikki Papenfus" userId="2a405823-0c8b-419b-afb6-8159926c2e17" providerId="ADAL" clId="{C4CD5978-2643-4E14-BB26-37358CB1C7B2}" dt="2023-05-31T14:34:21.065" v="4253" actId="478"/>
          <ac:grpSpMkLst>
            <pc:docMk/>
            <pc:sldMk cId="712782996" sldId="501"/>
            <ac:grpSpMk id="143" creationId="{5698428F-046E-99B2-E0BC-EC9D31E0F9BA}"/>
          </ac:grpSpMkLst>
        </pc:grpChg>
        <pc:grpChg chg="add del mod">
          <ac:chgData name="Nikki Papenfus" userId="2a405823-0c8b-419b-afb6-8159926c2e17" providerId="ADAL" clId="{C4CD5978-2643-4E14-BB26-37358CB1C7B2}" dt="2023-05-31T14:40:08.191" v="4435" actId="21"/>
          <ac:grpSpMkLst>
            <pc:docMk/>
            <pc:sldMk cId="712782996" sldId="501"/>
            <ac:grpSpMk id="149" creationId="{858AE148-C383-CB0E-290D-F36AF8FFF6D6}"/>
          </ac:grpSpMkLst>
        </pc:grpChg>
        <pc:grpChg chg="add del mod">
          <ac:chgData name="Nikki Papenfus" userId="2a405823-0c8b-419b-afb6-8159926c2e17" providerId="ADAL" clId="{C4CD5978-2643-4E14-BB26-37358CB1C7B2}" dt="2023-05-31T14:40:08.191" v="4435" actId="21"/>
          <ac:grpSpMkLst>
            <pc:docMk/>
            <pc:sldMk cId="712782996" sldId="501"/>
            <ac:grpSpMk id="153" creationId="{55755761-8E43-4154-A1BE-A9FC0394B88A}"/>
          </ac:grpSpMkLst>
        </pc:grpChg>
        <pc:grpChg chg="add del mod">
          <ac:chgData name="Nikki Papenfus" userId="2a405823-0c8b-419b-afb6-8159926c2e17" providerId="ADAL" clId="{C4CD5978-2643-4E14-BB26-37358CB1C7B2}" dt="2023-05-31T14:40:08.191" v="4435" actId="21"/>
          <ac:grpSpMkLst>
            <pc:docMk/>
            <pc:sldMk cId="712782996" sldId="501"/>
            <ac:grpSpMk id="157" creationId="{479B9B59-E01C-5FF8-35C1-AE80EAAC3F92}"/>
          </ac:grpSpMkLst>
        </pc:grpChg>
        <pc:grpChg chg="add del mod">
          <ac:chgData name="Nikki Papenfus" userId="2a405823-0c8b-419b-afb6-8159926c2e17" providerId="ADAL" clId="{C4CD5978-2643-4E14-BB26-37358CB1C7B2}" dt="2023-05-31T14:40:08.191" v="4435" actId="21"/>
          <ac:grpSpMkLst>
            <pc:docMk/>
            <pc:sldMk cId="712782996" sldId="501"/>
            <ac:grpSpMk id="161" creationId="{D0D1C6C1-5420-80D1-589A-5A369DEADB4D}"/>
          </ac:grpSpMkLst>
        </pc:grpChg>
        <pc:grpChg chg="add del mod">
          <ac:chgData name="Nikki Papenfus" userId="2a405823-0c8b-419b-afb6-8159926c2e17" providerId="ADAL" clId="{C4CD5978-2643-4E14-BB26-37358CB1C7B2}" dt="2023-05-31T14:40:08.191" v="4435" actId="21"/>
          <ac:grpSpMkLst>
            <pc:docMk/>
            <pc:sldMk cId="712782996" sldId="501"/>
            <ac:grpSpMk id="167" creationId="{562F095E-1070-4C06-085B-13D866E6AD4E}"/>
          </ac:grpSpMkLst>
        </pc:grpChg>
        <pc:grpChg chg="add del mod">
          <ac:chgData name="Nikki Papenfus" userId="2a405823-0c8b-419b-afb6-8159926c2e17" providerId="ADAL" clId="{C4CD5978-2643-4E14-BB26-37358CB1C7B2}" dt="2023-05-31T14:40:08.191" v="4435" actId="21"/>
          <ac:grpSpMkLst>
            <pc:docMk/>
            <pc:sldMk cId="712782996" sldId="501"/>
            <ac:grpSpMk id="171" creationId="{0C335C2F-29A8-8D7B-224F-E2A745C5ABF1}"/>
          </ac:grpSpMkLst>
        </pc:grpChg>
        <pc:grpChg chg="add del mod">
          <ac:chgData name="Nikki Papenfus" userId="2a405823-0c8b-419b-afb6-8159926c2e17" providerId="ADAL" clId="{C4CD5978-2643-4E14-BB26-37358CB1C7B2}" dt="2023-05-31T14:40:08.191" v="4435" actId="21"/>
          <ac:grpSpMkLst>
            <pc:docMk/>
            <pc:sldMk cId="712782996" sldId="501"/>
            <ac:grpSpMk id="175" creationId="{2E371A55-C8A7-8BFA-A488-2DE44CC806E2}"/>
          </ac:grpSpMkLst>
        </pc:grpChg>
        <pc:grpChg chg="add del mod">
          <ac:chgData name="Nikki Papenfus" userId="2a405823-0c8b-419b-afb6-8159926c2e17" providerId="ADAL" clId="{C4CD5978-2643-4E14-BB26-37358CB1C7B2}" dt="2023-05-31T14:40:08.191" v="4435" actId="21"/>
          <ac:grpSpMkLst>
            <pc:docMk/>
            <pc:sldMk cId="712782996" sldId="501"/>
            <ac:grpSpMk id="179" creationId="{F3161F29-07A9-B86C-D19D-B5A5D7E96595}"/>
          </ac:grpSpMkLst>
        </pc:grpChg>
        <pc:picChg chg="add del mod">
          <ac:chgData name="Nikki Papenfus" userId="2a405823-0c8b-419b-afb6-8159926c2e17" providerId="ADAL" clId="{C4CD5978-2643-4E14-BB26-37358CB1C7B2}" dt="2023-05-31T14:05:34.390" v="3117" actId="478"/>
          <ac:picMkLst>
            <pc:docMk/>
            <pc:sldMk cId="712782996" sldId="501"/>
            <ac:picMk id="69" creationId="{8BC9F47F-80CF-FFDC-C213-3F7CE2D59774}"/>
          </ac:picMkLst>
        </pc:picChg>
        <pc:cxnChg chg="mod">
          <ac:chgData name="Nikki Papenfus" userId="2a405823-0c8b-419b-afb6-8159926c2e17" providerId="ADAL" clId="{C4CD5978-2643-4E14-BB26-37358CB1C7B2}" dt="2023-05-31T14:06:58.619" v="3123" actId="207"/>
          <ac:cxnSpMkLst>
            <pc:docMk/>
            <pc:sldMk cId="712782996" sldId="501"/>
            <ac:cxnSpMk id="39" creationId="{04FB6263-40D6-44E1-B2F9-1ECF1087F3CD}"/>
          </ac:cxnSpMkLst>
        </pc:cxnChg>
        <pc:cxnChg chg="mod">
          <ac:chgData name="Nikki Papenfus" userId="2a405823-0c8b-419b-afb6-8159926c2e17" providerId="ADAL" clId="{C4CD5978-2643-4E14-BB26-37358CB1C7B2}" dt="2023-05-31T14:06:58.619" v="3123" actId="207"/>
          <ac:cxnSpMkLst>
            <pc:docMk/>
            <pc:sldMk cId="712782996" sldId="501"/>
            <ac:cxnSpMk id="40" creationId="{7AD1DA28-6A2C-4A98-8C08-06BA319EC6B3}"/>
          </ac:cxnSpMkLst>
        </pc:cxnChg>
        <pc:cxnChg chg="mod">
          <ac:chgData name="Nikki Papenfus" userId="2a405823-0c8b-419b-afb6-8159926c2e17" providerId="ADAL" clId="{C4CD5978-2643-4E14-BB26-37358CB1C7B2}" dt="2023-05-31T14:06:58.619" v="3123" actId="207"/>
          <ac:cxnSpMkLst>
            <pc:docMk/>
            <pc:sldMk cId="712782996" sldId="501"/>
            <ac:cxnSpMk id="46" creationId="{3EF7CF90-965E-47FB-B6FA-A875821C6ADB}"/>
          </ac:cxnSpMkLst>
        </pc:cxnChg>
        <pc:cxnChg chg="mod">
          <ac:chgData name="Nikki Papenfus" userId="2a405823-0c8b-419b-afb6-8159926c2e17" providerId="ADAL" clId="{C4CD5978-2643-4E14-BB26-37358CB1C7B2}" dt="2023-05-31T14:06:58.619" v="3123" actId="207"/>
          <ac:cxnSpMkLst>
            <pc:docMk/>
            <pc:sldMk cId="712782996" sldId="501"/>
            <ac:cxnSpMk id="47" creationId="{018BEAE0-5021-4D35-8FBA-9EBEB6F2E68E}"/>
          </ac:cxnSpMkLst>
        </pc:cxnChg>
        <pc:cxnChg chg="mod">
          <ac:chgData name="Nikki Papenfus" userId="2a405823-0c8b-419b-afb6-8159926c2e17" providerId="ADAL" clId="{C4CD5978-2643-4E14-BB26-37358CB1C7B2}" dt="2023-05-31T14:33:00.308" v="4160"/>
          <ac:cxnSpMkLst>
            <pc:docMk/>
            <pc:sldMk cId="712782996" sldId="501"/>
            <ac:cxnSpMk id="133" creationId="{2C821F1F-0315-92DF-A580-63FBD4B4666B}"/>
          </ac:cxnSpMkLst>
        </pc:cxnChg>
        <pc:cxnChg chg="mod">
          <ac:chgData name="Nikki Papenfus" userId="2a405823-0c8b-419b-afb6-8159926c2e17" providerId="ADAL" clId="{C4CD5978-2643-4E14-BB26-37358CB1C7B2}" dt="2023-05-31T14:33:00.308" v="4160"/>
          <ac:cxnSpMkLst>
            <pc:docMk/>
            <pc:sldMk cId="712782996" sldId="501"/>
            <ac:cxnSpMk id="137" creationId="{035429E0-5F22-595E-F6F8-F9A8C4F30D69}"/>
          </ac:cxnSpMkLst>
        </pc:cxnChg>
        <pc:cxnChg chg="mod">
          <ac:chgData name="Nikki Papenfus" userId="2a405823-0c8b-419b-afb6-8159926c2e17" providerId="ADAL" clId="{C4CD5978-2643-4E14-BB26-37358CB1C7B2}" dt="2023-05-31T14:33:00.308" v="4160"/>
          <ac:cxnSpMkLst>
            <pc:docMk/>
            <pc:sldMk cId="712782996" sldId="501"/>
            <ac:cxnSpMk id="141" creationId="{9D75B944-9A66-E127-02D8-6D656822DBC1}"/>
          </ac:cxnSpMkLst>
        </pc:cxnChg>
        <pc:cxnChg chg="mod">
          <ac:chgData name="Nikki Papenfus" userId="2a405823-0c8b-419b-afb6-8159926c2e17" providerId="ADAL" clId="{C4CD5978-2643-4E14-BB26-37358CB1C7B2}" dt="2023-05-31T14:33:00.308" v="4160"/>
          <ac:cxnSpMkLst>
            <pc:docMk/>
            <pc:sldMk cId="712782996" sldId="501"/>
            <ac:cxnSpMk id="146" creationId="{75197A0F-B5D1-5A5F-9E10-FA0074B4673D}"/>
          </ac:cxnSpMkLst>
        </pc:cxnChg>
        <pc:cxnChg chg="mod">
          <ac:chgData name="Nikki Papenfus" userId="2a405823-0c8b-419b-afb6-8159926c2e17" providerId="ADAL" clId="{C4CD5978-2643-4E14-BB26-37358CB1C7B2}" dt="2023-05-31T14:33:53.686" v="4243"/>
          <ac:cxnSpMkLst>
            <pc:docMk/>
            <pc:sldMk cId="712782996" sldId="501"/>
            <ac:cxnSpMk id="151" creationId="{12AF856B-A0ED-F955-0D6A-CFC4849A3BB1}"/>
          </ac:cxnSpMkLst>
        </pc:cxnChg>
        <pc:cxnChg chg="mod">
          <ac:chgData name="Nikki Papenfus" userId="2a405823-0c8b-419b-afb6-8159926c2e17" providerId="ADAL" clId="{C4CD5978-2643-4E14-BB26-37358CB1C7B2}" dt="2023-05-31T14:33:53.686" v="4243"/>
          <ac:cxnSpMkLst>
            <pc:docMk/>
            <pc:sldMk cId="712782996" sldId="501"/>
            <ac:cxnSpMk id="155" creationId="{789B3C42-373F-1CB2-8E6A-DF067ADAF231}"/>
          </ac:cxnSpMkLst>
        </pc:cxnChg>
        <pc:cxnChg chg="mod">
          <ac:chgData name="Nikki Papenfus" userId="2a405823-0c8b-419b-afb6-8159926c2e17" providerId="ADAL" clId="{C4CD5978-2643-4E14-BB26-37358CB1C7B2}" dt="2023-05-31T14:33:53.686" v="4243"/>
          <ac:cxnSpMkLst>
            <pc:docMk/>
            <pc:sldMk cId="712782996" sldId="501"/>
            <ac:cxnSpMk id="159" creationId="{ED951F6F-CF6F-FFF2-092C-F994E9F01B23}"/>
          </ac:cxnSpMkLst>
        </pc:cxnChg>
        <pc:cxnChg chg="mod">
          <ac:chgData name="Nikki Papenfus" userId="2a405823-0c8b-419b-afb6-8159926c2e17" providerId="ADAL" clId="{C4CD5978-2643-4E14-BB26-37358CB1C7B2}" dt="2023-05-31T14:33:53.686" v="4243"/>
          <ac:cxnSpMkLst>
            <pc:docMk/>
            <pc:sldMk cId="712782996" sldId="501"/>
            <ac:cxnSpMk id="164" creationId="{27A801B9-1768-876D-49A5-F35318657568}"/>
          </ac:cxnSpMkLst>
        </pc:cxnChg>
        <pc:cxnChg chg="mod">
          <ac:chgData name="Nikki Papenfus" userId="2a405823-0c8b-419b-afb6-8159926c2e17" providerId="ADAL" clId="{C4CD5978-2643-4E14-BB26-37358CB1C7B2}" dt="2023-05-31T14:33:59.048" v="4245"/>
          <ac:cxnSpMkLst>
            <pc:docMk/>
            <pc:sldMk cId="712782996" sldId="501"/>
            <ac:cxnSpMk id="169" creationId="{9123D078-61AA-9624-086A-B7D3B301888C}"/>
          </ac:cxnSpMkLst>
        </pc:cxnChg>
        <pc:cxnChg chg="mod">
          <ac:chgData name="Nikki Papenfus" userId="2a405823-0c8b-419b-afb6-8159926c2e17" providerId="ADAL" clId="{C4CD5978-2643-4E14-BB26-37358CB1C7B2}" dt="2023-05-31T14:33:59.048" v="4245"/>
          <ac:cxnSpMkLst>
            <pc:docMk/>
            <pc:sldMk cId="712782996" sldId="501"/>
            <ac:cxnSpMk id="173" creationId="{2F996F19-F663-64F2-4488-F363ABCE7A92}"/>
          </ac:cxnSpMkLst>
        </pc:cxnChg>
        <pc:cxnChg chg="mod">
          <ac:chgData name="Nikki Papenfus" userId="2a405823-0c8b-419b-afb6-8159926c2e17" providerId="ADAL" clId="{C4CD5978-2643-4E14-BB26-37358CB1C7B2}" dt="2023-05-31T14:33:59.048" v="4245"/>
          <ac:cxnSpMkLst>
            <pc:docMk/>
            <pc:sldMk cId="712782996" sldId="501"/>
            <ac:cxnSpMk id="177" creationId="{E4DFD59C-2ADF-8C76-0B4F-B2C0E6BBEEDF}"/>
          </ac:cxnSpMkLst>
        </pc:cxnChg>
        <pc:cxnChg chg="mod">
          <ac:chgData name="Nikki Papenfus" userId="2a405823-0c8b-419b-afb6-8159926c2e17" providerId="ADAL" clId="{C4CD5978-2643-4E14-BB26-37358CB1C7B2}" dt="2023-05-31T14:33:59.048" v="4245"/>
          <ac:cxnSpMkLst>
            <pc:docMk/>
            <pc:sldMk cId="712782996" sldId="501"/>
            <ac:cxnSpMk id="182" creationId="{6C7DE795-CB93-7F66-EB11-2FFA4F91E6AB}"/>
          </ac:cxnSpMkLst>
        </pc:cxnChg>
      </pc:sldChg>
      <pc:sldChg chg="addSp delSp modSp del mod ord modShow">
        <pc:chgData name="Nikki Papenfus" userId="2a405823-0c8b-419b-afb6-8159926c2e17" providerId="ADAL" clId="{C4CD5978-2643-4E14-BB26-37358CB1C7B2}" dt="2023-06-01T07:15:12.168" v="6888" actId="47"/>
        <pc:sldMkLst>
          <pc:docMk/>
          <pc:sldMk cId="2298323121" sldId="503"/>
        </pc:sldMkLst>
        <pc:spChg chg="mod">
          <ac:chgData name="Nikki Papenfus" userId="2a405823-0c8b-419b-afb6-8159926c2e17" providerId="ADAL" clId="{C4CD5978-2643-4E14-BB26-37358CB1C7B2}" dt="2023-05-31T13:38:49.005" v="2818" actId="13926"/>
          <ac:spMkLst>
            <pc:docMk/>
            <pc:sldMk cId="2298323121" sldId="503"/>
            <ac:spMk id="2" creationId="{6B379C49-E761-45BA-84B7-AC2E88444F78}"/>
          </ac:spMkLst>
        </pc:spChg>
        <pc:picChg chg="add del mod">
          <ac:chgData name="Nikki Papenfus" userId="2a405823-0c8b-419b-afb6-8159926c2e17" providerId="ADAL" clId="{C4CD5978-2643-4E14-BB26-37358CB1C7B2}" dt="2023-05-31T16:37:00.135" v="6885" actId="21"/>
          <ac:picMkLst>
            <pc:docMk/>
            <pc:sldMk cId="2298323121" sldId="503"/>
            <ac:picMk id="6" creationId="{5738AC53-FE19-DFD4-92FF-DC0755CBDFEE}"/>
          </ac:picMkLst>
        </pc:picChg>
      </pc:sldChg>
      <pc:sldChg chg="modSp del mod ord modShow">
        <pc:chgData name="Nikki Papenfus" userId="2a405823-0c8b-419b-afb6-8159926c2e17" providerId="ADAL" clId="{C4CD5978-2643-4E14-BB26-37358CB1C7B2}" dt="2023-06-01T07:15:18.450" v="6891" actId="47"/>
        <pc:sldMkLst>
          <pc:docMk/>
          <pc:sldMk cId="2928054281" sldId="505"/>
        </pc:sldMkLst>
        <pc:spChg chg="mod">
          <ac:chgData name="Nikki Papenfus" userId="2a405823-0c8b-419b-afb6-8159926c2e17" providerId="ADAL" clId="{C4CD5978-2643-4E14-BB26-37358CB1C7B2}" dt="2023-05-31T14:08:38.532" v="3157" actId="13926"/>
          <ac:spMkLst>
            <pc:docMk/>
            <pc:sldMk cId="2928054281" sldId="505"/>
            <ac:spMk id="2" creationId="{21C5327C-7198-4514-BCCA-8AEBC0130731}"/>
          </ac:spMkLst>
        </pc:spChg>
      </pc:sldChg>
      <pc:sldChg chg="modSp del mod ord modShow">
        <pc:chgData name="Nikki Papenfus" userId="2a405823-0c8b-419b-afb6-8159926c2e17" providerId="ADAL" clId="{C4CD5978-2643-4E14-BB26-37358CB1C7B2}" dt="2023-06-01T07:15:17.591" v="6890" actId="47"/>
        <pc:sldMkLst>
          <pc:docMk/>
          <pc:sldMk cId="3564692446" sldId="509"/>
        </pc:sldMkLst>
        <pc:spChg chg="mod">
          <ac:chgData name="Nikki Papenfus" userId="2a405823-0c8b-419b-afb6-8159926c2e17" providerId="ADAL" clId="{C4CD5978-2643-4E14-BB26-37358CB1C7B2}" dt="2023-05-31T14:08:41.581" v="3158" actId="13926"/>
          <ac:spMkLst>
            <pc:docMk/>
            <pc:sldMk cId="3564692446" sldId="509"/>
            <ac:spMk id="2" creationId="{BCF26786-C726-4FC8-BD36-C4BD704EC154}"/>
          </ac:spMkLst>
        </pc:spChg>
      </pc:sldChg>
      <pc:sldChg chg="addSp delSp modSp mod delCm modCm">
        <pc:chgData name="Nikki Papenfus" userId="2a405823-0c8b-419b-afb6-8159926c2e17" providerId="ADAL" clId="{C4CD5978-2643-4E14-BB26-37358CB1C7B2}" dt="2023-06-02T07:10:52.911" v="12307"/>
        <pc:sldMkLst>
          <pc:docMk/>
          <pc:sldMk cId="419252725" sldId="510"/>
        </pc:sldMkLst>
        <pc:spChg chg="add mod ord">
          <ac:chgData name="Nikki Papenfus" userId="2a405823-0c8b-419b-afb6-8159926c2e17" providerId="ADAL" clId="{C4CD5978-2643-4E14-BB26-37358CB1C7B2}" dt="2023-06-01T14:57:19.464" v="10750" actId="1035"/>
          <ac:spMkLst>
            <pc:docMk/>
            <pc:sldMk cId="419252725" sldId="510"/>
            <ac:spMk id="2" creationId="{407A71B3-13B5-1029-449B-0CCE72FC0F7D}"/>
          </ac:spMkLst>
        </pc:spChg>
        <pc:spChg chg="add mod">
          <ac:chgData name="Nikki Papenfus" userId="2a405823-0c8b-419b-afb6-8159926c2e17" providerId="ADAL" clId="{C4CD5978-2643-4E14-BB26-37358CB1C7B2}" dt="2023-06-01T14:57:19.464" v="10750" actId="1035"/>
          <ac:spMkLst>
            <pc:docMk/>
            <pc:sldMk cId="419252725" sldId="510"/>
            <ac:spMk id="3" creationId="{39469DCF-EE36-6081-95B9-ABA1A0B01417}"/>
          </ac:spMkLst>
        </pc:spChg>
        <pc:spChg chg="add mod">
          <ac:chgData name="Nikki Papenfus" userId="2a405823-0c8b-419b-afb6-8159926c2e17" providerId="ADAL" clId="{C4CD5978-2643-4E14-BB26-37358CB1C7B2}" dt="2023-06-01T14:57:19.464" v="10750" actId="1035"/>
          <ac:spMkLst>
            <pc:docMk/>
            <pc:sldMk cId="419252725" sldId="510"/>
            <ac:spMk id="4" creationId="{AC15D726-90FB-41D6-7E83-F515FD131D5D}"/>
          </ac:spMkLst>
        </pc:spChg>
        <pc:spChg chg="mod">
          <ac:chgData name="Nikki Papenfus" userId="2a405823-0c8b-419b-afb6-8159926c2e17" providerId="ADAL" clId="{C4CD5978-2643-4E14-BB26-37358CB1C7B2}" dt="2023-05-31T13:29:10.453" v="2575" actId="20577"/>
          <ac:spMkLst>
            <pc:docMk/>
            <pc:sldMk cId="419252725" sldId="510"/>
            <ac:spMk id="5" creationId="{025DD5A3-E906-487B-ACF4-459BA0EB9764}"/>
          </ac:spMkLst>
        </pc:spChg>
        <pc:spChg chg="add del mod">
          <ac:chgData name="Nikki Papenfus" userId="2a405823-0c8b-419b-afb6-8159926c2e17" providerId="ADAL" clId="{C4CD5978-2643-4E14-BB26-37358CB1C7B2}" dt="2023-06-01T07:36:53.820" v="7189" actId="478"/>
          <ac:spMkLst>
            <pc:docMk/>
            <pc:sldMk cId="419252725" sldId="510"/>
            <ac:spMk id="7" creationId="{C1462732-6BB7-81AC-37A9-97CB1A12D0ED}"/>
          </ac:spMkLst>
        </pc:spChg>
        <pc:spChg chg="mod">
          <ac:chgData name="Nikki Papenfus" userId="2a405823-0c8b-419b-afb6-8159926c2e17" providerId="ADAL" clId="{C4CD5978-2643-4E14-BB26-37358CB1C7B2}" dt="2023-06-01T14:57:19.464" v="10750" actId="1035"/>
          <ac:spMkLst>
            <pc:docMk/>
            <pc:sldMk cId="419252725" sldId="510"/>
            <ac:spMk id="30" creationId="{89C0F108-7514-4D42-A17E-BA2EADD56C7C}"/>
          </ac:spMkLst>
        </pc:spChg>
        <pc:spChg chg="mod">
          <ac:chgData name="Nikki Papenfus" userId="2a405823-0c8b-419b-afb6-8159926c2e17" providerId="ADAL" clId="{C4CD5978-2643-4E14-BB26-37358CB1C7B2}" dt="2023-06-01T14:57:19.464" v="10750" actId="1035"/>
          <ac:spMkLst>
            <pc:docMk/>
            <pc:sldMk cId="419252725" sldId="510"/>
            <ac:spMk id="31" creationId="{3AF94861-60E5-4EEB-9D82-034AF301D936}"/>
          </ac:spMkLst>
        </pc:spChg>
        <pc:spChg chg="mod">
          <ac:chgData name="Nikki Papenfus" userId="2a405823-0c8b-419b-afb6-8159926c2e17" providerId="ADAL" clId="{C4CD5978-2643-4E14-BB26-37358CB1C7B2}" dt="2023-06-01T14:57:19.464" v="10750" actId="1035"/>
          <ac:spMkLst>
            <pc:docMk/>
            <pc:sldMk cId="419252725" sldId="510"/>
            <ac:spMk id="32" creationId="{C7708346-8824-40A2-A2EA-C3576E08B61B}"/>
          </ac:spMkLst>
        </pc:spChg>
        <pc:spChg chg="mod ord">
          <ac:chgData name="Nikki Papenfus" userId="2a405823-0c8b-419b-afb6-8159926c2e17" providerId="ADAL" clId="{C4CD5978-2643-4E14-BB26-37358CB1C7B2}" dt="2023-06-01T14:57:19.464" v="10750" actId="1035"/>
          <ac:spMkLst>
            <pc:docMk/>
            <pc:sldMk cId="419252725" sldId="510"/>
            <ac:spMk id="33" creationId="{EBD0486B-1B71-4E7C-B7FE-3C3B4B7F06C9}"/>
          </ac:spMkLst>
        </pc:spChg>
        <pc:spChg chg="mod ord">
          <ac:chgData name="Nikki Papenfus" userId="2a405823-0c8b-419b-afb6-8159926c2e17" providerId="ADAL" clId="{C4CD5978-2643-4E14-BB26-37358CB1C7B2}" dt="2023-06-01T14:57:19.464" v="10750" actId="1035"/>
          <ac:spMkLst>
            <pc:docMk/>
            <pc:sldMk cId="419252725" sldId="510"/>
            <ac:spMk id="34" creationId="{E3E4FAEC-5C16-4612-9ABC-043630BFFCCE}"/>
          </ac:spMkLst>
        </pc:spChg>
        <pc:spChg chg="mod">
          <ac:chgData name="Nikki Papenfus" userId="2a405823-0c8b-419b-afb6-8159926c2e17" providerId="ADAL" clId="{C4CD5978-2643-4E14-BB26-37358CB1C7B2}" dt="2023-06-01T14:57:19.464" v="10750" actId="1035"/>
          <ac:spMkLst>
            <pc:docMk/>
            <pc:sldMk cId="419252725" sldId="510"/>
            <ac:spMk id="36" creationId="{BE8B4CEC-8EFE-472A-973D-A215A8C46158}"/>
          </ac:spMkLst>
        </pc:spChg>
        <pc:spChg chg="mod">
          <ac:chgData name="Nikki Papenfus" userId="2a405823-0c8b-419b-afb6-8159926c2e17" providerId="ADAL" clId="{C4CD5978-2643-4E14-BB26-37358CB1C7B2}" dt="2023-06-01T07:51:55.204" v="7604" actId="1036"/>
          <ac:spMkLst>
            <pc:docMk/>
            <pc:sldMk cId="419252725" sldId="510"/>
            <ac:spMk id="73" creationId="{8C7B80B6-F8E0-40E3-ABF8-8318C79424FE}"/>
          </ac:spMkLst>
        </pc:spChg>
      </pc:sldChg>
      <pc:sldChg chg="del">
        <pc:chgData name="Nikki Papenfus" userId="2a405823-0c8b-419b-afb6-8159926c2e17" providerId="ADAL" clId="{C4CD5978-2643-4E14-BB26-37358CB1C7B2}" dt="2023-05-31T11:52:45.346" v="11" actId="47"/>
        <pc:sldMkLst>
          <pc:docMk/>
          <pc:sldMk cId="2630123977" sldId="515"/>
        </pc:sldMkLst>
      </pc:sldChg>
      <pc:sldChg chg="del">
        <pc:chgData name="Nikki Papenfus" userId="2a405823-0c8b-419b-afb6-8159926c2e17" providerId="ADAL" clId="{C4CD5978-2643-4E14-BB26-37358CB1C7B2}" dt="2023-05-31T11:52:49.028" v="12" actId="47"/>
        <pc:sldMkLst>
          <pc:docMk/>
          <pc:sldMk cId="121117647" sldId="517"/>
        </pc:sldMkLst>
      </pc:sldChg>
      <pc:sldChg chg="delSp modSp del mod ord">
        <pc:chgData name="Nikki Papenfus" userId="2a405823-0c8b-419b-afb6-8159926c2e17" providerId="ADAL" clId="{C4CD5978-2643-4E14-BB26-37358CB1C7B2}" dt="2023-05-31T13:44:46.762" v="2934" actId="47"/>
        <pc:sldMkLst>
          <pc:docMk/>
          <pc:sldMk cId="4032518818" sldId="518"/>
        </pc:sldMkLst>
        <pc:spChg chg="mod">
          <ac:chgData name="Nikki Papenfus" userId="2a405823-0c8b-419b-afb6-8159926c2e17" providerId="ADAL" clId="{C4CD5978-2643-4E14-BB26-37358CB1C7B2}" dt="2023-05-31T13:42:59.133" v="2882" actId="1076"/>
          <ac:spMkLst>
            <pc:docMk/>
            <pc:sldMk cId="4032518818" sldId="518"/>
            <ac:spMk id="2" creationId="{98CF32EA-D497-44AB-BA78-387F20F0B780}"/>
          </ac:spMkLst>
        </pc:spChg>
        <pc:picChg chg="del">
          <ac:chgData name="Nikki Papenfus" userId="2a405823-0c8b-419b-afb6-8159926c2e17" providerId="ADAL" clId="{C4CD5978-2643-4E14-BB26-37358CB1C7B2}" dt="2023-05-31T13:42:49.044" v="2880" actId="478"/>
          <ac:picMkLst>
            <pc:docMk/>
            <pc:sldMk cId="4032518818" sldId="518"/>
            <ac:picMk id="8" creationId="{C3FD63AF-ED46-4E1C-A293-A9FF9078BD44}"/>
          </ac:picMkLst>
        </pc:picChg>
        <pc:picChg chg="del">
          <ac:chgData name="Nikki Papenfus" userId="2a405823-0c8b-419b-afb6-8159926c2e17" providerId="ADAL" clId="{C4CD5978-2643-4E14-BB26-37358CB1C7B2}" dt="2023-05-31T13:42:49.624" v="2881" actId="478"/>
          <ac:picMkLst>
            <pc:docMk/>
            <pc:sldMk cId="4032518818" sldId="518"/>
            <ac:picMk id="10" creationId="{01404F7F-E502-49DF-A695-5D8812AB6D8F}"/>
          </ac:picMkLst>
        </pc:picChg>
      </pc:sldChg>
      <pc:sldChg chg="modSp mod ord">
        <pc:chgData name="Nikki Papenfus" userId="2a405823-0c8b-419b-afb6-8159926c2e17" providerId="ADAL" clId="{C4CD5978-2643-4E14-BB26-37358CB1C7B2}" dt="2023-06-02T08:05:02.955" v="12509" actId="1076"/>
        <pc:sldMkLst>
          <pc:docMk/>
          <pc:sldMk cId="2946320377" sldId="519"/>
        </pc:sldMkLst>
        <pc:spChg chg="mod">
          <ac:chgData name="Nikki Papenfus" userId="2a405823-0c8b-419b-afb6-8159926c2e17" providerId="ADAL" clId="{C4CD5978-2643-4E14-BB26-37358CB1C7B2}" dt="2023-06-01T08:29:57.241" v="7644" actId="13926"/>
          <ac:spMkLst>
            <pc:docMk/>
            <pc:sldMk cId="2946320377" sldId="519"/>
            <ac:spMk id="2" creationId="{2821447D-088F-46A4-8BB0-1AFA0CC45434}"/>
          </ac:spMkLst>
        </pc:spChg>
        <pc:spChg chg="mod">
          <ac:chgData name="Nikki Papenfus" userId="2a405823-0c8b-419b-afb6-8159926c2e17" providerId="ADAL" clId="{C4CD5978-2643-4E14-BB26-37358CB1C7B2}" dt="2023-06-01T08:13:24.021" v="7623" actId="13926"/>
          <ac:spMkLst>
            <pc:docMk/>
            <pc:sldMk cId="2946320377" sldId="519"/>
            <ac:spMk id="7" creationId="{E12318EA-30EC-419A-B76B-52E2A98112E4}"/>
          </ac:spMkLst>
        </pc:spChg>
        <pc:picChg chg="mod">
          <ac:chgData name="Nikki Papenfus" userId="2a405823-0c8b-419b-afb6-8159926c2e17" providerId="ADAL" clId="{C4CD5978-2643-4E14-BB26-37358CB1C7B2}" dt="2023-06-02T08:05:02.955" v="12509" actId="1076"/>
          <ac:picMkLst>
            <pc:docMk/>
            <pc:sldMk cId="2946320377" sldId="519"/>
            <ac:picMk id="3" creationId="{BE48C304-FEA3-D44B-962E-A4AFC4033EB7}"/>
          </ac:picMkLst>
        </pc:picChg>
      </pc:sldChg>
      <pc:sldChg chg="del">
        <pc:chgData name="Nikki Papenfus" userId="2a405823-0c8b-419b-afb6-8159926c2e17" providerId="ADAL" clId="{C4CD5978-2643-4E14-BB26-37358CB1C7B2}" dt="2023-05-31T11:53:58.652" v="34" actId="47"/>
        <pc:sldMkLst>
          <pc:docMk/>
          <pc:sldMk cId="3590522233" sldId="520"/>
        </pc:sldMkLst>
      </pc:sldChg>
      <pc:sldChg chg="addSp delSp modSp del mod ord modShow">
        <pc:chgData name="Nikki Papenfus" userId="2a405823-0c8b-419b-afb6-8159926c2e17" providerId="ADAL" clId="{C4CD5978-2643-4E14-BB26-37358CB1C7B2}" dt="2023-06-01T14:43:17.066" v="10392" actId="47"/>
        <pc:sldMkLst>
          <pc:docMk/>
          <pc:sldMk cId="384302148" sldId="522"/>
        </pc:sldMkLst>
        <pc:spChg chg="mod">
          <ac:chgData name="Nikki Papenfus" userId="2a405823-0c8b-419b-afb6-8159926c2e17" providerId="ADAL" clId="{C4CD5978-2643-4E14-BB26-37358CB1C7B2}" dt="2023-06-01T08:43:38.885" v="8008" actId="13926"/>
          <ac:spMkLst>
            <pc:docMk/>
            <pc:sldMk cId="384302148" sldId="522"/>
            <ac:spMk id="2" creationId="{AC1EA79A-CD1D-4EF2-AB6E-983B37543AE0}"/>
          </ac:spMkLst>
        </pc:spChg>
        <pc:spChg chg="add del mod">
          <ac:chgData name="Nikki Papenfus" userId="2a405823-0c8b-419b-afb6-8159926c2e17" providerId="ADAL" clId="{C4CD5978-2643-4E14-BB26-37358CB1C7B2}" dt="2023-05-31T14:02:07.880" v="3085"/>
          <ac:spMkLst>
            <pc:docMk/>
            <pc:sldMk cId="384302148" sldId="522"/>
            <ac:spMk id="4" creationId="{EF234640-A839-F799-8DC9-115542FBBFB0}"/>
          </ac:spMkLst>
        </pc:spChg>
        <pc:spChg chg="mod">
          <ac:chgData name="Nikki Papenfus" userId="2a405823-0c8b-419b-afb6-8159926c2e17" providerId="ADAL" clId="{C4CD5978-2643-4E14-BB26-37358CB1C7B2}" dt="2023-06-01T07:32:33.187" v="7112" actId="113"/>
          <ac:spMkLst>
            <pc:docMk/>
            <pc:sldMk cId="384302148" sldId="522"/>
            <ac:spMk id="5" creationId="{71639B46-AD3B-44EA-8945-6181C1436929}"/>
          </ac:spMkLst>
        </pc:spChg>
        <pc:spChg chg="add del mod">
          <ac:chgData name="Nikki Papenfus" userId="2a405823-0c8b-419b-afb6-8159926c2e17" providerId="ADAL" clId="{C4CD5978-2643-4E14-BB26-37358CB1C7B2}" dt="2023-05-31T14:02:07.880" v="3085"/>
          <ac:spMkLst>
            <pc:docMk/>
            <pc:sldMk cId="384302148" sldId="522"/>
            <ac:spMk id="6" creationId="{7928BE5B-26F8-0B4F-8CB2-0D85089987CD}"/>
          </ac:spMkLst>
        </pc:spChg>
        <pc:spChg chg="add del mod">
          <ac:chgData name="Nikki Papenfus" userId="2a405823-0c8b-419b-afb6-8159926c2e17" providerId="ADAL" clId="{C4CD5978-2643-4E14-BB26-37358CB1C7B2}" dt="2023-05-31T14:02:07.880" v="3085"/>
          <ac:spMkLst>
            <pc:docMk/>
            <pc:sldMk cId="384302148" sldId="522"/>
            <ac:spMk id="7" creationId="{2B6B49A4-AC1C-D41D-734B-1D185E5EC2C0}"/>
          </ac:spMkLst>
        </pc:spChg>
        <pc:spChg chg="add del mod">
          <ac:chgData name="Nikki Papenfus" userId="2a405823-0c8b-419b-afb6-8159926c2e17" providerId="ADAL" clId="{C4CD5978-2643-4E14-BB26-37358CB1C7B2}" dt="2023-05-31T14:02:07.880" v="3085"/>
          <ac:spMkLst>
            <pc:docMk/>
            <pc:sldMk cId="384302148" sldId="522"/>
            <ac:spMk id="8" creationId="{7617CC1F-3685-19D5-1405-8AA0DE40432B}"/>
          </ac:spMkLst>
        </pc:spChg>
        <pc:spChg chg="add del mod">
          <ac:chgData name="Nikki Papenfus" userId="2a405823-0c8b-419b-afb6-8159926c2e17" providerId="ADAL" clId="{C4CD5978-2643-4E14-BB26-37358CB1C7B2}" dt="2023-05-31T14:02:07.880" v="3085"/>
          <ac:spMkLst>
            <pc:docMk/>
            <pc:sldMk cId="384302148" sldId="522"/>
            <ac:spMk id="9" creationId="{2C258D7D-0DA4-9DF0-7731-CC09E2B3B18D}"/>
          </ac:spMkLst>
        </pc:spChg>
        <pc:spChg chg="add del mod">
          <ac:chgData name="Nikki Papenfus" userId="2a405823-0c8b-419b-afb6-8159926c2e17" providerId="ADAL" clId="{C4CD5978-2643-4E14-BB26-37358CB1C7B2}" dt="2023-05-31T14:02:07.880" v="3085"/>
          <ac:spMkLst>
            <pc:docMk/>
            <pc:sldMk cId="384302148" sldId="522"/>
            <ac:spMk id="10" creationId="{1FB01B5F-E728-B241-D15B-E5021BF96292}"/>
          </ac:spMkLst>
        </pc:spChg>
        <pc:spChg chg="add del mod">
          <ac:chgData name="Nikki Papenfus" userId="2a405823-0c8b-419b-afb6-8159926c2e17" providerId="ADAL" clId="{C4CD5978-2643-4E14-BB26-37358CB1C7B2}" dt="2023-05-31T14:02:07.880" v="3085"/>
          <ac:spMkLst>
            <pc:docMk/>
            <pc:sldMk cId="384302148" sldId="522"/>
            <ac:spMk id="11" creationId="{D0B64724-C74D-AE8B-4B97-6FCBDD78BBF6}"/>
          </ac:spMkLst>
        </pc:spChg>
        <pc:spChg chg="add del mod">
          <ac:chgData name="Nikki Papenfus" userId="2a405823-0c8b-419b-afb6-8159926c2e17" providerId="ADAL" clId="{C4CD5978-2643-4E14-BB26-37358CB1C7B2}" dt="2023-05-31T14:02:07.880" v="3085"/>
          <ac:spMkLst>
            <pc:docMk/>
            <pc:sldMk cId="384302148" sldId="522"/>
            <ac:spMk id="12" creationId="{7E5AA6B7-10E9-83B8-2677-47EC2E9CA347}"/>
          </ac:spMkLst>
        </pc:spChg>
        <pc:spChg chg="add del">
          <ac:chgData name="Nikki Papenfus" userId="2a405823-0c8b-419b-afb6-8159926c2e17" providerId="ADAL" clId="{C4CD5978-2643-4E14-BB26-37358CB1C7B2}" dt="2023-05-31T15:36:20.649" v="5579" actId="22"/>
          <ac:spMkLst>
            <pc:docMk/>
            <pc:sldMk cId="384302148" sldId="522"/>
            <ac:spMk id="14" creationId="{BA8C3B96-3CAB-4656-98A1-05E206F71F34}"/>
          </ac:spMkLst>
        </pc:spChg>
        <pc:spChg chg="add del mod">
          <ac:chgData name="Nikki Papenfus" userId="2a405823-0c8b-419b-afb6-8159926c2e17" providerId="ADAL" clId="{C4CD5978-2643-4E14-BB26-37358CB1C7B2}" dt="2023-05-31T15:36:27.366" v="5582" actId="478"/>
          <ac:spMkLst>
            <pc:docMk/>
            <pc:sldMk cId="384302148" sldId="522"/>
            <ac:spMk id="16" creationId="{045371A9-5772-8EAF-B7F7-CAD2BA18B529}"/>
          </ac:spMkLst>
        </pc:spChg>
        <pc:picChg chg="mod">
          <ac:chgData name="Nikki Papenfus" userId="2a405823-0c8b-419b-afb6-8159926c2e17" providerId="ADAL" clId="{C4CD5978-2643-4E14-BB26-37358CB1C7B2}" dt="2023-06-01T08:41:06.214" v="7933" actId="1076"/>
          <ac:picMkLst>
            <pc:docMk/>
            <pc:sldMk cId="384302148" sldId="522"/>
            <ac:picMk id="3" creationId="{959C438F-01FF-430E-8229-3C1636FF58FC}"/>
          </ac:picMkLst>
        </pc:picChg>
        <pc:picChg chg="add del mod">
          <ac:chgData name="Nikki Papenfus" userId="2a405823-0c8b-419b-afb6-8159926c2e17" providerId="ADAL" clId="{C4CD5978-2643-4E14-BB26-37358CB1C7B2}" dt="2023-06-01T08:41:02.759" v="7932" actId="478"/>
          <ac:picMkLst>
            <pc:docMk/>
            <pc:sldMk cId="384302148" sldId="522"/>
            <ac:picMk id="6" creationId="{20B5699D-0C76-C964-53B8-75AA03DE6A0F}"/>
          </ac:picMkLst>
        </pc:picChg>
      </pc:sldChg>
      <pc:sldChg chg="modSp del mod ord modShow">
        <pc:chgData name="Nikki Papenfus" userId="2a405823-0c8b-419b-afb6-8159926c2e17" providerId="ADAL" clId="{C4CD5978-2643-4E14-BB26-37358CB1C7B2}" dt="2023-06-01T07:15:16.874" v="6889" actId="47"/>
        <pc:sldMkLst>
          <pc:docMk/>
          <pc:sldMk cId="2034813819" sldId="524"/>
        </pc:sldMkLst>
        <pc:spChg chg="mod">
          <ac:chgData name="Nikki Papenfus" userId="2a405823-0c8b-419b-afb6-8159926c2e17" providerId="ADAL" clId="{C4CD5978-2643-4E14-BB26-37358CB1C7B2}" dt="2023-05-31T14:08:45.768" v="3159" actId="13926"/>
          <ac:spMkLst>
            <pc:docMk/>
            <pc:sldMk cId="2034813819" sldId="524"/>
            <ac:spMk id="2" creationId="{590D8EC9-8F1B-48B0-963F-369094EDAA03}"/>
          </ac:spMkLst>
        </pc:spChg>
      </pc:sldChg>
      <pc:sldChg chg="modSp del mod ord modShow">
        <pc:chgData name="Nikki Papenfus" userId="2a405823-0c8b-419b-afb6-8159926c2e17" providerId="ADAL" clId="{C4CD5978-2643-4E14-BB26-37358CB1C7B2}" dt="2023-06-01T07:15:19.660" v="6892" actId="47"/>
        <pc:sldMkLst>
          <pc:docMk/>
          <pc:sldMk cId="875286077" sldId="525"/>
        </pc:sldMkLst>
        <pc:spChg chg="mod">
          <ac:chgData name="Nikki Papenfus" userId="2a405823-0c8b-419b-afb6-8159926c2e17" providerId="ADAL" clId="{C4CD5978-2643-4E14-BB26-37358CB1C7B2}" dt="2023-05-31T13:38:57.145" v="2820" actId="13926"/>
          <ac:spMkLst>
            <pc:docMk/>
            <pc:sldMk cId="875286077" sldId="525"/>
            <ac:spMk id="2" creationId="{7C001697-6CA5-47D0-987F-BE4C8A0599AE}"/>
          </ac:spMkLst>
        </pc:spChg>
        <pc:spChg chg="mod">
          <ac:chgData name="Nikki Papenfus" userId="2a405823-0c8b-419b-afb6-8159926c2e17" providerId="ADAL" clId="{C4CD5978-2643-4E14-BB26-37358CB1C7B2}" dt="2023-05-31T13:39:00.320" v="2821" actId="13926"/>
          <ac:spMkLst>
            <pc:docMk/>
            <pc:sldMk cId="875286077" sldId="525"/>
            <ac:spMk id="3" creationId="{19789DFC-1961-4CEA-8D69-950A53FA185D}"/>
          </ac:spMkLst>
        </pc:spChg>
      </pc:sldChg>
      <pc:sldChg chg="modSp del mod modShow">
        <pc:chgData name="Nikki Papenfus" userId="2a405823-0c8b-419b-afb6-8159926c2e17" providerId="ADAL" clId="{C4CD5978-2643-4E14-BB26-37358CB1C7B2}" dt="2023-06-01T07:15:21.003" v="6893" actId="47"/>
        <pc:sldMkLst>
          <pc:docMk/>
          <pc:sldMk cId="2955914473" sldId="527"/>
        </pc:sldMkLst>
        <pc:spChg chg="mod">
          <ac:chgData name="Nikki Papenfus" userId="2a405823-0c8b-419b-afb6-8159926c2e17" providerId="ADAL" clId="{C4CD5978-2643-4E14-BB26-37358CB1C7B2}" dt="2023-05-31T13:38:53.656" v="2819" actId="13926"/>
          <ac:spMkLst>
            <pc:docMk/>
            <pc:sldMk cId="2955914473" sldId="527"/>
            <ac:spMk id="2" creationId="{26370D9F-67DC-45F0-AE24-4C1DB54663B3}"/>
          </ac:spMkLst>
        </pc:spChg>
      </pc:sldChg>
      <pc:sldChg chg="addSp delSp modSp add mod">
        <pc:chgData name="Nikki Papenfus" userId="2a405823-0c8b-419b-afb6-8159926c2e17" providerId="ADAL" clId="{C4CD5978-2643-4E14-BB26-37358CB1C7B2}" dt="2023-06-01T08:56:06.308" v="8240" actId="13926"/>
        <pc:sldMkLst>
          <pc:docMk/>
          <pc:sldMk cId="3718470958" sldId="528"/>
        </pc:sldMkLst>
        <pc:spChg chg="mod">
          <ac:chgData name="Nikki Papenfus" userId="2a405823-0c8b-419b-afb6-8159926c2e17" providerId="ADAL" clId="{C4CD5978-2643-4E14-BB26-37358CB1C7B2}" dt="2023-06-01T08:56:06.308" v="8240" actId="13926"/>
          <ac:spMkLst>
            <pc:docMk/>
            <pc:sldMk cId="3718470958" sldId="528"/>
            <ac:spMk id="2" creationId="{6B379C49-E761-45BA-84B7-AC2E88444F78}"/>
          </ac:spMkLst>
        </pc:spChg>
        <pc:spChg chg="del">
          <ac:chgData name="Nikki Papenfus" userId="2a405823-0c8b-419b-afb6-8159926c2e17" providerId="ADAL" clId="{C4CD5978-2643-4E14-BB26-37358CB1C7B2}" dt="2023-05-31T11:55:40.646" v="47" actId="478"/>
          <ac:spMkLst>
            <pc:docMk/>
            <pc:sldMk cId="3718470958" sldId="528"/>
            <ac:spMk id="3" creationId="{F25C3BD8-5D55-40F4-BAC0-A699E91B9D1F}"/>
          </ac:spMkLst>
        </pc:spChg>
        <pc:spChg chg="del">
          <ac:chgData name="Nikki Papenfus" userId="2a405823-0c8b-419b-afb6-8159926c2e17" providerId="ADAL" clId="{C4CD5978-2643-4E14-BB26-37358CB1C7B2}" dt="2023-05-31T11:55:40.646" v="47" actId="478"/>
          <ac:spMkLst>
            <pc:docMk/>
            <pc:sldMk cId="3718470958" sldId="528"/>
            <ac:spMk id="4" creationId="{01BCDF9F-D3B3-4712-B540-DD691D4733FB}"/>
          </ac:spMkLst>
        </pc:spChg>
        <pc:spChg chg="del">
          <ac:chgData name="Nikki Papenfus" userId="2a405823-0c8b-419b-afb6-8159926c2e17" providerId="ADAL" clId="{C4CD5978-2643-4E14-BB26-37358CB1C7B2}" dt="2023-05-31T11:55:40.646" v="47" actId="478"/>
          <ac:spMkLst>
            <pc:docMk/>
            <pc:sldMk cId="3718470958" sldId="528"/>
            <ac:spMk id="5" creationId="{1E42B5BE-6E32-4B61-8D9E-5F67BFA876B1}"/>
          </ac:spMkLst>
        </pc:spChg>
        <pc:spChg chg="add mod">
          <ac:chgData name="Nikki Papenfus" userId="2a405823-0c8b-419b-afb6-8159926c2e17" providerId="ADAL" clId="{C4CD5978-2643-4E14-BB26-37358CB1C7B2}" dt="2023-06-01T07:31:54.472" v="7107" actId="13926"/>
          <ac:spMkLst>
            <pc:docMk/>
            <pc:sldMk cId="3718470958" sldId="528"/>
            <ac:spMk id="6" creationId="{B86AF3F7-41FF-A21A-08C7-008565A0689D}"/>
          </ac:spMkLst>
        </pc:spChg>
        <pc:spChg chg="del">
          <ac:chgData name="Nikki Papenfus" userId="2a405823-0c8b-419b-afb6-8159926c2e17" providerId="ADAL" clId="{C4CD5978-2643-4E14-BB26-37358CB1C7B2}" dt="2023-05-31T11:55:40.646" v="47" actId="478"/>
          <ac:spMkLst>
            <pc:docMk/>
            <pc:sldMk cId="3718470958" sldId="528"/>
            <ac:spMk id="8" creationId="{D9274794-5499-44F0-8A5B-89754F5EE89E}"/>
          </ac:spMkLst>
        </pc:spChg>
        <pc:spChg chg="del">
          <ac:chgData name="Nikki Papenfus" userId="2a405823-0c8b-419b-afb6-8159926c2e17" providerId="ADAL" clId="{C4CD5978-2643-4E14-BB26-37358CB1C7B2}" dt="2023-05-31T11:55:40.646" v="47" actId="478"/>
          <ac:spMkLst>
            <pc:docMk/>
            <pc:sldMk cId="3718470958" sldId="528"/>
            <ac:spMk id="11" creationId="{721D3AAE-89B1-45D8-9B1F-BF1C30AACD21}"/>
          </ac:spMkLst>
        </pc:spChg>
        <pc:spChg chg="del">
          <ac:chgData name="Nikki Papenfus" userId="2a405823-0c8b-419b-afb6-8159926c2e17" providerId="ADAL" clId="{C4CD5978-2643-4E14-BB26-37358CB1C7B2}" dt="2023-05-31T11:55:40.646" v="47" actId="478"/>
          <ac:spMkLst>
            <pc:docMk/>
            <pc:sldMk cId="3718470958" sldId="528"/>
            <ac:spMk id="12" creationId="{43534316-16EC-42D9-9C5D-02267F0603A4}"/>
          </ac:spMkLst>
        </pc:spChg>
        <pc:spChg chg="del">
          <ac:chgData name="Nikki Papenfus" userId="2a405823-0c8b-419b-afb6-8159926c2e17" providerId="ADAL" clId="{C4CD5978-2643-4E14-BB26-37358CB1C7B2}" dt="2023-05-31T11:55:40.646" v="47" actId="478"/>
          <ac:spMkLst>
            <pc:docMk/>
            <pc:sldMk cId="3718470958" sldId="528"/>
            <ac:spMk id="13" creationId="{AEE865E0-2B8A-483F-96A8-339A8EDCFA4D}"/>
          </ac:spMkLst>
        </pc:spChg>
        <pc:spChg chg="del">
          <ac:chgData name="Nikki Papenfus" userId="2a405823-0c8b-419b-afb6-8159926c2e17" providerId="ADAL" clId="{C4CD5978-2643-4E14-BB26-37358CB1C7B2}" dt="2023-05-31T11:55:40.646" v="47" actId="478"/>
          <ac:spMkLst>
            <pc:docMk/>
            <pc:sldMk cId="3718470958" sldId="528"/>
            <ac:spMk id="14" creationId="{E3B45ADA-500F-4972-A92E-574CBF481B42}"/>
          </ac:spMkLst>
        </pc:spChg>
        <pc:spChg chg="del">
          <ac:chgData name="Nikki Papenfus" userId="2a405823-0c8b-419b-afb6-8159926c2e17" providerId="ADAL" clId="{C4CD5978-2643-4E14-BB26-37358CB1C7B2}" dt="2023-05-31T11:55:40.646" v="47" actId="478"/>
          <ac:spMkLst>
            <pc:docMk/>
            <pc:sldMk cId="3718470958" sldId="528"/>
            <ac:spMk id="15" creationId="{65D678D2-F369-4000-AEF4-BD0ED51F018D}"/>
          </ac:spMkLst>
        </pc:spChg>
        <pc:spChg chg="del">
          <ac:chgData name="Nikki Papenfus" userId="2a405823-0c8b-419b-afb6-8159926c2e17" providerId="ADAL" clId="{C4CD5978-2643-4E14-BB26-37358CB1C7B2}" dt="2023-05-31T11:55:40.646" v="47" actId="478"/>
          <ac:spMkLst>
            <pc:docMk/>
            <pc:sldMk cId="3718470958" sldId="528"/>
            <ac:spMk id="16" creationId="{36B16DAB-966B-4602-A68F-BD0A0ED6DAA4}"/>
          </ac:spMkLst>
        </pc:spChg>
        <pc:spChg chg="del">
          <ac:chgData name="Nikki Papenfus" userId="2a405823-0c8b-419b-afb6-8159926c2e17" providerId="ADAL" clId="{C4CD5978-2643-4E14-BB26-37358CB1C7B2}" dt="2023-05-31T11:55:40.646" v="47" actId="478"/>
          <ac:spMkLst>
            <pc:docMk/>
            <pc:sldMk cId="3718470958" sldId="528"/>
            <ac:spMk id="17" creationId="{AA1F4ED9-B72C-4B7E-8012-F8217B329F51}"/>
          </ac:spMkLst>
        </pc:spChg>
        <pc:spChg chg="del mod">
          <ac:chgData name="Nikki Papenfus" userId="2a405823-0c8b-419b-afb6-8159926c2e17" providerId="ADAL" clId="{C4CD5978-2643-4E14-BB26-37358CB1C7B2}" dt="2023-05-31T11:55:40.646" v="47" actId="478"/>
          <ac:spMkLst>
            <pc:docMk/>
            <pc:sldMk cId="3718470958" sldId="528"/>
            <ac:spMk id="18" creationId="{2684E74B-3EED-4D0D-8E6F-BE149F7DD0E8}"/>
          </ac:spMkLst>
        </pc:spChg>
        <pc:spChg chg="del">
          <ac:chgData name="Nikki Papenfus" userId="2a405823-0c8b-419b-afb6-8159926c2e17" providerId="ADAL" clId="{C4CD5978-2643-4E14-BB26-37358CB1C7B2}" dt="2023-05-31T11:55:40.646" v="47" actId="478"/>
          <ac:spMkLst>
            <pc:docMk/>
            <pc:sldMk cId="3718470958" sldId="528"/>
            <ac:spMk id="19" creationId="{B49B2620-85EB-46CE-854E-8DE1860B0C2B}"/>
          </ac:spMkLst>
        </pc:spChg>
        <pc:spChg chg="del">
          <ac:chgData name="Nikki Papenfus" userId="2a405823-0c8b-419b-afb6-8159926c2e17" providerId="ADAL" clId="{C4CD5978-2643-4E14-BB26-37358CB1C7B2}" dt="2023-05-31T11:55:36.491" v="43" actId="478"/>
          <ac:spMkLst>
            <pc:docMk/>
            <pc:sldMk cId="3718470958" sldId="528"/>
            <ac:spMk id="20" creationId="{DD7590C6-898E-411F-9A51-EE9886D764F6}"/>
          </ac:spMkLst>
        </pc:spChg>
        <pc:spChg chg="del">
          <ac:chgData name="Nikki Papenfus" userId="2a405823-0c8b-419b-afb6-8159926c2e17" providerId="ADAL" clId="{C4CD5978-2643-4E14-BB26-37358CB1C7B2}" dt="2023-05-31T11:55:40.646" v="47" actId="478"/>
          <ac:spMkLst>
            <pc:docMk/>
            <pc:sldMk cId="3718470958" sldId="528"/>
            <ac:spMk id="21" creationId="{48DC2193-661C-4299-A833-F1C446D14FFD}"/>
          </ac:spMkLst>
        </pc:spChg>
        <pc:spChg chg="del">
          <ac:chgData name="Nikki Papenfus" userId="2a405823-0c8b-419b-afb6-8159926c2e17" providerId="ADAL" clId="{C4CD5978-2643-4E14-BB26-37358CB1C7B2}" dt="2023-05-31T11:55:32.853" v="40" actId="478"/>
          <ac:spMkLst>
            <pc:docMk/>
            <pc:sldMk cId="3718470958" sldId="528"/>
            <ac:spMk id="22" creationId="{6A37533A-6A40-4BBB-9E5B-5BD2105F48B7}"/>
          </ac:spMkLst>
        </pc:spChg>
        <pc:spChg chg="del mod">
          <ac:chgData name="Nikki Papenfus" userId="2a405823-0c8b-419b-afb6-8159926c2e17" providerId="ADAL" clId="{C4CD5978-2643-4E14-BB26-37358CB1C7B2}" dt="2023-05-31T11:55:40.646" v="47" actId="478"/>
          <ac:spMkLst>
            <pc:docMk/>
            <pc:sldMk cId="3718470958" sldId="528"/>
            <ac:spMk id="23" creationId="{FC457025-D96E-4164-BE59-490BA3993B60}"/>
          </ac:spMkLst>
        </pc:spChg>
        <pc:spChg chg="del">
          <ac:chgData name="Nikki Papenfus" userId="2a405823-0c8b-419b-afb6-8159926c2e17" providerId="ADAL" clId="{C4CD5978-2643-4E14-BB26-37358CB1C7B2}" dt="2023-05-31T11:55:38.240" v="45" actId="478"/>
          <ac:spMkLst>
            <pc:docMk/>
            <pc:sldMk cId="3718470958" sldId="528"/>
            <ac:spMk id="24" creationId="{A14E6D1C-6F2C-444E-818C-E127C17CFB00}"/>
          </ac:spMkLst>
        </pc:spChg>
        <pc:spChg chg="del">
          <ac:chgData name="Nikki Papenfus" userId="2a405823-0c8b-419b-afb6-8159926c2e17" providerId="ADAL" clId="{C4CD5978-2643-4E14-BB26-37358CB1C7B2}" dt="2023-05-31T11:55:35.815" v="42" actId="478"/>
          <ac:spMkLst>
            <pc:docMk/>
            <pc:sldMk cId="3718470958" sldId="528"/>
            <ac:spMk id="25" creationId="{52508730-B0D0-4F20-9564-7A45400B9094}"/>
          </ac:spMkLst>
        </pc:spChg>
        <pc:spChg chg="del">
          <ac:chgData name="Nikki Papenfus" userId="2a405823-0c8b-419b-afb6-8159926c2e17" providerId="ADAL" clId="{C4CD5978-2643-4E14-BB26-37358CB1C7B2}" dt="2023-05-31T11:55:37.576" v="44" actId="478"/>
          <ac:spMkLst>
            <pc:docMk/>
            <pc:sldMk cId="3718470958" sldId="528"/>
            <ac:spMk id="26" creationId="{68893977-B5E6-4C3E-8760-CF3DBB07D890}"/>
          </ac:spMkLst>
        </pc:spChg>
        <pc:spChg chg="del">
          <ac:chgData name="Nikki Papenfus" userId="2a405823-0c8b-419b-afb6-8159926c2e17" providerId="ADAL" clId="{C4CD5978-2643-4E14-BB26-37358CB1C7B2}" dt="2023-05-31T11:55:35.157" v="41" actId="478"/>
          <ac:spMkLst>
            <pc:docMk/>
            <pc:sldMk cId="3718470958" sldId="528"/>
            <ac:spMk id="27" creationId="{67E00CE8-6C4D-4BCD-B158-E80A97BB3CBA}"/>
          </ac:spMkLst>
        </pc:spChg>
      </pc:sldChg>
      <pc:sldChg chg="addSp delSp modSp add del mod ord">
        <pc:chgData name="Nikki Papenfus" userId="2a405823-0c8b-419b-afb6-8159926c2e17" providerId="ADAL" clId="{C4CD5978-2643-4E14-BB26-37358CB1C7B2}" dt="2023-05-31T12:31:30.901" v="790" actId="47"/>
        <pc:sldMkLst>
          <pc:docMk/>
          <pc:sldMk cId="2286232867" sldId="529"/>
        </pc:sldMkLst>
        <pc:spChg chg="mod">
          <ac:chgData name="Nikki Papenfus" userId="2a405823-0c8b-419b-afb6-8159926c2e17" providerId="ADAL" clId="{C4CD5978-2643-4E14-BB26-37358CB1C7B2}" dt="2023-05-31T11:56:15.244" v="105" actId="20577"/>
          <ac:spMkLst>
            <pc:docMk/>
            <pc:sldMk cId="2286232867" sldId="529"/>
            <ac:spMk id="2" creationId="{6B379C49-E761-45BA-84B7-AC2E88444F78}"/>
          </ac:spMkLst>
        </pc:spChg>
        <pc:picChg chg="add del mod">
          <ac:chgData name="Nikki Papenfus" userId="2a405823-0c8b-419b-afb6-8159926c2e17" providerId="ADAL" clId="{C4CD5978-2643-4E14-BB26-37358CB1C7B2}" dt="2023-05-31T12:28:13.608" v="737" actId="21"/>
          <ac:picMkLst>
            <pc:docMk/>
            <pc:sldMk cId="2286232867" sldId="529"/>
            <ac:picMk id="4" creationId="{3E0FBBE7-86E1-87D5-0C02-F8F60D3CA81D}"/>
          </ac:picMkLst>
        </pc:picChg>
      </pc:sldChg>
      <pc:sldChg chg="addSp delSp modSp add del mod ord">
        <pc:chgData name="Nikki Papenfus" userId="2a405823-0c8b-419b-afb6-8159926c2e17" providerId="ADAL" clId="{C4CD5978-2643-4E14-BB26-37358CB1C7B2}" dt="2023-05-31T12:14:48.936" v="436" actId="47"/>
        <pc:sldMkLst>
          <pc:docMk/>
          <pc:sldMk cId="3552406196" sldId="530"/>
        </pc:sldMkLst>
        <pc:spChg chg="mod">
          <ac:chgData name="Nikki Papenfus" userId="2a405823-0c8b-419b-afb6-8159926c2e17" providerId="ADAL" clId="{C4CD5978-2643-4E14-BB26-37358CB1C7B2}" dt="2023-05-31T11:56:30.071" v="121" actId="20577"/>
          <ac:spMkLst>
            <pc:docMk/>
            <pc:sldMk cId="3552406196" sldId="530"/>
            <ac:spMk id="2" creationId="{6B379C49-E761-45BA-84B7-AC2E88444F78}"/>
          </ac:spMkLst>
        </pc:spChg>
        <pc:picChg chg="add del mod">
          <ac:chgData name="Nikki Papenfus" userId="2a405823-0c8b-419b-afb6-8159926c2e17" providerId="ADAL" clId="{C4CD5978-2643-4E14-BB26-37358CB1C7B2}" dt="2023-05-31T12:13:55.118" v="383" actId="478"/>
          <ac:picMkLst>
            <pc:docMk/>
            <pc:sldMk cId="3552406196" sldId="530"/>
            <ac:picMk id="4" creationId="{E648B732-1FA9-B3EC-DACC-FD6D28C4A174}"/>
          </ac:picMkLst>
        </pc:picChg>
        <pc:picChg chg="add del">
          <ac:chgData name="Nikki Papenfus" userId="2a405823-0c8b-419b-afb6-8159926c2e17" providerId="ADAL" clId="{C4CD5978-2643-4E14-BB26-37358CB1C7B2}" dt="2023-05-31T12:13:53.921" v="382" actId="22"/>
          <ac:picMkLst>
            <pc:docMk/>
            <pc:sldMk cId="3552406196" sldId="530"/>
            <ac:picMk id="6" creationId="{555A7ECD-7E4D-6316-7E6C-0283C07A1859}"/>
          </ac:picMkLst>
        </pc:picChg>
        <pc:picChg chg="add del">
          <ac:chgData name="Nikki Papenfus" userId="2a405823-0c8b-419b-afb6-8159926c2e17" providerId="ADAL" clId="{C4CD5978-2643-4E14-BB26-37358CB1C7B2}" dt="2023-05-31T12:14:17.844" v="386" actId="21"/>
          <ac:picMkLst>
            <pc:docMk/>
            <pc:sldMk cId="3552406196" sldId="530"/>
            <ac:picMk id="8" creationId="{96CADF66-2452-5FF1-358B-F2D90DEDD175}"/>
          </ac:picMkLst>
        </pc:picChg>
      </pc:sldChg>
      <pc:sldChg chg="addSp delSp modSp add del mod ord">
        <pc:chgData name="Nikki Papenfus" userId="2a405823-0c8b-419b-afb6-8159926c2e17" providerId="ADAL" clId="{C4CD5978-2643-4E14-BB26-37358CB1C7B2}" dt="2023-05-31T12:26:24.122" v="711" actId="47"/>
        <pc:sldMkLst>
          <pc:docMk/>
          <pc:sldMk cId="3913889365" sldId="531"/>
        </pc:sldMkLst>
        <pc:spChg chg="mod">
          <ac:chgData name="Nikki Papenfus" userId="2a405823-0c8b-419b-afb6-8159926c2e17" providerId="ADAL" clId="{C4CD5978-2643-4E14-BB26-37358CB1C7B2}" dt="2023-05-31T12:17:58.629" v="541" actId="20577"/>
          <ac:spMkLst>
            <pc:docMk/>
            <pc:sldMk cId="3913889365" sldId="531"/>
            <ac:spMk id="2" creationId="{6B379C49-E761-45BA-84B7-AC2E88444F78}"/>
          </ac:spMkLst>
        </pc:spChg>
        <pc:spChg chg="add del mod">
          <ac:chgData name="Nikki Papenfus" userId="2a405823-0c8b-419b-afb6-8159926c2e17" providerId="ADAL" clId="{C4CD5978-2643-4E14-BB26-37358CB1C7B2}" dt="2023-05-31T11:58:03.324" v="174" actId="21"/>
          <ac:spMkLst>
            <pc:docMk/>
            <pc:sldMk cId="3913889365" sldId="531"/>
            <ac:spMk id="3" creationId="{8C623E9E-A62B-BF5B-6CE6-1CB19EDA3887}"/>
          </ac:spMkLst>
        </pc:spChg>
        <pc:picChg chg="add del">
          <ac:chgData name="Nikki Papenfus" userId="2a405823-0c8b-419b-afb6-8159926c2e17" providerId="ADAL" clId="{C4CD5978-2643-4E14-BB26-37358CB1C7B2}" dt="2023-05-31T12:17:52.684" v="526" actId="478"/>
          <ac:picMkLst>
            <pc:docMk/>
            <pc:sldMk cId="3913889365" sldId="531"/>
            <ac:picMk id="5" creationId="{6DC8E3BE-3225-97A4-66B0-2060676C458A}"/>
          </ac:picMkLst>
        </pc:picChg>
      </pc:sldChg>
      <pc:sldChg chg="addSp modSp add del mod">
        <pc:chgData name="Nikki Papenfus" userId="2a405823-0c8b-419b-afb6-8159926c2e17" providerId="ADAL" clId="{C4CD5978-2643-4E14-BB26-37358CB1C7B2}" dt="2023-05-31T12:17:49.299" v="525" actId="47"/>
        <pc:sldMkLst>
          <pc:docMk/>
          <pc:sldMk cId="1452064467" sldId="532"/>
        </pc:sldMkLst>
        <pc:spChg chg="mod">
          <ac:chgData name="Nikki Papenfus" userId="2a405823-0c8b-419b-afb6-8159926c2e17" providerId="ADAL" clId="{C4CD5978-2643-4E14-BB26-37358CB1C7B2}" dt="2023-05-31T12:05:38.380" v="338" actId="20577"/>
          <ac:spMkLst>
            <pc:docMk/>
            <pc:sldMk cId="1452064467" sldId="532"/>
            <ac:spMk id="2" creationId="{6B379C49-E761-45BA-84B7-AC2E88444F78}"/>
          </ac:spMkLst>
        </pc:spChg>
        <pc:picChg chg="add mod">
          <ac:chgData name="Nikki Papenfus" userId="2a405823-0c8b-419b-afb6-8159926c2e17" providerId="ADAL" clId="{C4CD5978-2643-4E14-BB26-37358CB1C7B2}" dt="2023-05-31T12:05:45.897" v="362" actId="1036"/>
          <ac:picMkLst>
            <pc:docMk/>
            <pc:sldMk cId="1452064467" sldId="532"/>
            <ac:picMk id="4" creationId="{18BE77F2-7BFA-72DC-FBE6-54F669FF08FA}"/>
          </ac:picMkLst>
        </pc:picChg>
      </pc:sldChg>
      <pc:sldChg chg="addSp delSp modSp new mod ord">
        <pc:chgData name="Nikki Papenfus" userId="2a405823-0c8b-419b-afb6-8159926c2e17" providerId="ADAL" clId="{C4CD5978-2643-4E14-BB26-37358CB1C7B2}" dt="2023-06-02T07:50:01.310" v="12372" actId="14100"/>
        <pc:sldMkLst>
          <pc:docMk/>
          <pc:sldMk cId="1328899717" sldId="533"/>
        </pc:sldMkLst>
        <pc:spChg chg="mod ord">
          <ac:chgData name="Nikki Papenfus" userId="2a405823-0c8b-419b-afb6-8159926c2e17" providerId="ADAL" clId="{C4CD5978-2643-4E14-BB26-37358CB1C7B2}" dt="2023-05-31T12:25:11.779" v="668" actId="1076"/>
          <ac:spMkLst>
            <pc:docMk/>
            <pc:sldMk cId="1328899717" sldId="533"/>
            <ac:spMk id="2" creationId="{73F060A0-A02A-C863-69B6-83C2C129863A}"/>
          </ac:spMkLst>
        </pc:spChg>
        <pc:picChg chg="add del mod">
          <ac:chgData name="Nikki Papenfus" userId="2a405823-0c8b-419b-afb6-8159926c2e17" providerId="ADAL" clId="{C4CD5978-2643-4E14-BB26-37358CB1C7B2}" dt="2023-05-31T12:16:01.568" v="448" actId="478"/>
          <ac:picMkLst>
            <pc:docMk/>
            <pc:sldMk cId="1328899717" sldId="533"/>
            <ac:picMk id="3" creationId="{04A2A408-62EE-4523-69BD-6367CCD45961}"/>
          </ac:picMkLst>
        </pc:picChg>
        <pc:picChg chg="add del mod">
          <ac:chgData name="Nikki Papenfus" userId="2a405823-0c8b-419b-afb6-8159926c2e17" providerId="ADAL" clId="{C4CD5978-2643-4E14-BB26-37358CB1C7B2}" dt="2023-06-02T07:48:31.231" v="12355" actId="478"/>
          <ac:picMkLst>
            <pc:docMk/>
            <pc:sldMk cId="1328899717" sldId="533"/>
            <ac:picMk id="4" creationId="{4F500E7F-DDD3-36D3-19E7-ACF5143FBF9B}"/>
          </ac:picMkLst>
        </pc:picChg>
        <pc:picChg chg="add del">
          <ac:chgData name="Nikki Papenfus" userId="2a405823-0c8b-419b-afb6-8159926c2e17" providerId="ADAL" clId="{C4CD5978-2643-4E14-BB26-37358CB1C7B2}" dt="2023-06-01T08:06:21.714" v="7610" actId="478"/>
          <ac:picMkLst>
            <pc:docMk/>
            <pc:sldMk cId="1328899717" sldId="533"/>
            <ac:picMk id="4" creationId="{F2733483-5E9A-5C3F-E3E0-754E2F0208A3}"/>
          </ac:picMkLst>
        </pc:picChg>
        <pc:picChg chg="add del mod">
          <ac:chgData name="Nikki Papenfus" userId="2a405823-0c8b-419b-afb6-8159926c2e17" providerId="ADAL" clId="{C4CD5978-2643-4E14-BB26-37358CB1C7B2}" dt="2023-05-31T12:18:32.450" v="542" actId="478"/>
          <ac:picMkLst>
            <pc:docMk/>
            <pc:sldMk cId="1328899717" sldId="533"/>
            <ac:picMk id="5" creationId="{F5044CB1-48E6-22E3-3944-58B41A348F47}"/>
          </ac:picMkLst>
        </pc:picChg>
        <pc:picChg chg="add mod">
          <ac:chgData name="Nikki Papenfus" userId="2a405823-0c8b-419b-afb6-8159926c2e17" providerId="ADAL" clId="{C4CD5978-2643-4E14-BB26-37358CB1C7B2}" dt="2023-06-02T07:50:01.310" v="12372" actId="14100"/>
          <ac:picMkLst>
            <pc:docMk/>
            <pc:sldMk cId="1328899717" sldId="533"/>
            <ac:picMk id="6" creationId="{696787D1-A9AF-9135-1355-FDD9E6DE2260}"/>
          </ac:picMkLst>
        </pc:picChg>
        <pc:picChg chg="add del mod">
          <ac:chgData name="Nikki Papenfus" userId="2a405823-0c8b-419b-afb6-8159926c2e17" providerId="ADAL" clId="{C4CD5978-2643-4E14-BB26-37358CB1C7B2}" dt="2023-06-01T10:32:14.039" v="9842" actId="478"/>
          <ac:picMkLst>
            <pc:docMk/>
            <pc:sldMk cId="1328899717" sldId="533"/>
            <ac:picMk id="6" creationId="{FBB59F0D-0FD1-ED73-E955-79B9908AE088}"/>
          </ac:picMkLst>
        </pc:picChg>
        <pc:picChg chg="add del mod">
          <ac:chgData name="Nikki Papenfus" userId="2a405823-0c8b-419b-afb6-8159926c2e17" providerId="ADAL" clId="{C4CD5978-2643-4E14-BB26-37358CB1C7B2}" dt="2023-06-01T08:05:47.058" v="7608" actId="478"/>
          <ac:picMkLst>
            <pc:docMk/>
            <pc:sldMk cId="1328899717" sldId="533"/>
            <ac:picMk id="7" creationId="{FE420FDF-6CB5-A673-581C-6FF7830BE331}"/>
          </ac:picMkLst>
        </pc:picChg>
        <pc:picChg chg="add del mod">
          <ac:chgData name="Nikki Papenfus" userId="2a405823-0c8b-419b-afb6-8159926c2e17" providerId="ADAL" clId="{C4CD5978-2643-4E14-BB26-37358CB1C7B2}" dt="2023-06-02T07:42:09.449" v="12324" actId="478"/>
          <ac:picMkLst>
            <pc:docMk/>
            <pc:sldMk cId="1328899717" sldId="533"/>
            <ac:picMk id="9" creationId="{CF03D6B4-79EB-A6B5-4D30-A046F6A6E2C2}"/>
          </ac:picMkLst>
        </pc:picChg>
      </pc:sldChg>
      <pc:sldChg chg="addSp delSp modSp add mod ord">
        <pc:chgData name="Nikki Papenfus" userId="2a405823-0c8b-419b-afb6-8159926c2e17" providerId="ADAL" clId="{C4CD5978-2643-4E14-BB26-37358CB1C7B2}" dt="2023-06-01T14:32:32.581" v="10211"/>
        <pc:sldMkLst>
          <pc:docMk/>
          <pc:sldMk cId="1932171373" sldId="534"/>
        </pc:sldMkLst>
        <pc:spChg chg="mod">
          <ac:chgData name="Nikki Papenfus" userId="2a405823-0c8b-419b-afb6-8159926c2e17" providerId="ADAL" clId="{C4CD5978-2643-4E14-BB26-37358CB1C7B2}" dt="2023-05-31T12:30:50.554" v="785" actId="20577"/>
          <ac:spMkLst>
            <pc:docMk/>
            <pc:sldMk cId="1932171373" sldId="534"/>
            <ac:spMk id="2" creationId="{73F060A0-A02A-C863-69B6-83C2C129863A}"/>
          </ac:spMkLst>
        </pc:spChg>
        <pc:picChg chg="add del mod ord">
          <ac:chgData name="Nikki Papenfus" userId="2a405823-0c8b-419b-afb6-8159926c2e17" providerId="ADAL" clId="{C4CD5978-2643-4E14-BB26-37358CB1C7B2}" dt="2023-06-01T08:54:06.493" v="8178" actId="478"/>
          <ac:picMkLst>
            <pc:docMk/>
            <pc:sldMk cId="1932171373" sldId="534"/>
            <ac:picMk id="4" creationId="{2063BC07-4911-534C-4F23-DF0292D12F67}"/>
          </ac:picMkLst>
        </pc:picChg>
        <pc:picChg chg="add mod">
          <ac:chgData name="Nikki Papenfus" userId="2a405823-0c8b-419b-afb6-8159926c2e17" providerId="ADAL" clId="{C4CD5978-2643-4E14-BB26-37358CB1C7B2}" dt="2023-06-01T08:56:16.803" v="8262" actId="1038"/>
          <ac:picMkLst>
            <pc:docMk/>
            <pc:sldMk cId="1932171373" sldId="534"/>
            <ac:picMk id="5" creationId="{60AED158-2C55-B831-28B6-AED35E99AD39}"/>
          </ac:picMkLst>
        </pc:picChg>
      </pc:sldChg>
      <pc:sldChg chg="addSp delSp modSp add mod">
        <pc:chgData name="Nikki Papenfus" userId="2a405823-0c8b-419b-afb6-8159926c2e17" providerId="ADAL" clId="{C4CD5978-2643-4E14-BB26-37358CB1C7B2}" dt="2023-06-01T10:42:16.224" v="9971" actId="1076"/>
        <pc:sldMkLst>
          <pc:docMk/>
          <pc:sldMk cId="3178771002" sldId="535"/>
        </pc:sldMkLst>
        <pc:spChg chg="mod ord">
          <ac:chgData name="Nikki Papenfus" userId="2a405823-0c8b-419b-afb6-8159926c2e17" providerId="ADAL" clId="{C4CD5978-2643-4E14-BB26-37358CB1C7B2}" dt="2023-05-31T12:26:12.707" v="708" actId="403"/>
          <ac:spMkLst>
            <pc:docMk/>
            <pc:sldMk cId="3178771002" sldId="535"/>
            <ac:spMk id="2" creationId="{73F060A0-A02A-C863-69B6-83C2C129863A}"/>
          </ac:spMkLst>
        </pc:spChg>
        <pc:picChg chg="add del mod">
          <ac:chgData name="Nikki Papenfus" userId="2a405823-0c8b-419b-afb6-8159926c2e17" providerId="ADAL" clId="{C4CD5978-2643-4E14-BB26-37358CB1C7B2}" dt="2023-05-31T12:22:25.593" v="560" actId="478"/>
          <ac:picMkLst>
            <pc:docMk/>
            <pc:sldMk cId="3178771002" sldId="535"/>
            <ac:picMk id="4" creationId="{48854400-6409-DA7C-11B2-0ED1B9B08626}"/>
          </ac:picMkLst>
        </pc:picChg>
        <pc:picChg chg="add del mod">
          <ac:chgData name="Nikki Papenfus" userId="2a405823-0c8b-419b-afb6-8159926c2e17" providerId="ADAL" clId="{C4CD5978-2643-4E14-BB26-37358CB1C7B2}" dt="2023-06-01T08:52:52.293" v="8136" actId="22"/>
          <ac:picMkLst>
            <pc:docMk/>
            <pc:sldMk cId="3178771002" sldId="535"/>
            <ac:picMk id="4" creationId="{4B9002B8-3A53-2B94-C11E-15E30540F9E0}"/>
          </ac:picMkLst>
        </pc:picChg>
        <pc:picChg chg="add del mod">
          <ac:chgData name="Nikki Papenfus" userId="2a405823-0c8b-419b-afb6-8159926c2e17" providerId="ADAL" clId="{C4CD5978-2643-4E14-BB26-37358CB1C7B2}" dt="2023-05-31T12:22:53.267" v="564" actId="478"/>
          <ac:picMkLst>
            <pc:docMk/>
            <pc:sldMk cId="3178771002" sldId="535"/>
            <ac:picMk id="6" creationId="{60AF5BC8-21AA-BFBA-6AD7-809BF764D141}"/>
          </ac:picMkLst>
        </pc:picChg>
        <pc:picChg chg="add del mod">
          <ac:chgData name="Nikki Papenfus" userId="2a405823-0c8b-419b-afb6-8159926c2e17" providerId="ADAL" clId="{C4CD5978-2643-4E14-BB26-37358CB1C7B2}" dt="2023-05-31T12:24:03.972" v="579" actId="478"/>
          <ac:picMkLst>
            <pc:docMk/>
            <pc:sldMk cId="3178771002" sldId="535"/>
            <ac:picMk id="8" creationId="{56B8890C-2B01-6D9F-5AB0-11F7183D9437}"/>
          </ac:picMkLst>
        </pc:picChg>
        <pc:picChg chg="add del mod modCrop">
          <ac:chgData name="Nikki Papenfus" userId="2a405823-0c8b-419b-afb6-8159926c2e17" providerId="ADAL" clId="{C4CD5978-2643-4E14-BB26-37358CB1C7B2}" dt="2023-06-01T10:42:16.224" v="9971" actId="1076"/>
          <ac:picMkLst>
            <pc:docMk/>
            <pc:sldMk cId="3178771002" sldId="535"/>
            <ac:picMk id="10" creationId="{A4CB8B72-2D5C-38FF-7662-C0268B290FAB}"/>
          </ac:picMkLst>
        </pc:picChg>
        <pc:picChg chg="add mod modCrop">
          <ac:chgData name="Nikki Papenfus" userId="2a405823-0c8b-419b-afb6-8159926c2e17" providerId="ADAL" clId="{C4CD5978-2643-4E14-BB26-37358CB1C7B2}" dt="2023-06-01T08:53:03.488" v="8152" actId="1038"/>
          <ac:picMkLst>
            <pc:docMk/>
            <pc:sldMk cId="3178771002" sldId="535"/>
            <ac:picMk id="11" creationId="{4D9BD804-806C-B457-4F93-E36B87EC97FC}"/>
          </ac:picMkLst>
        </pc:picChg>
      </pc:sldChg>
      <pc:sldChg chg="addSp delSp modSp add del mod">
        <pc:chgData name="Nikki Papenfus" userId="2a405823-0c8b-419b-afb6-8159926c2e17" providerId="ADAL" clId="{C4CD5978-2643-4E14-BB26-37358CB1C7B2}" dt="2023-05-31T12:31:28.885" v="789" actId="47"/>
        <pc:sldMkLst>
          <pc:docMk/>
          <pc:sldMk cId="1447388191" sldId="536"/>
        </pc:sldMkLst>
        <pc:picChg chg="del">
          <ac:chgData name="Nikki Papenfus" userId="2a405823-0c8b-419b-afb6-8159926c2e17" providerId="ADAL" clId="{C4CD5978-2643-4E14-BB26-37358CB1C7B2}" dt="2023-05-31T12:28:08.003" v="735" actId="478"/>
          <ac:picMkLst>
            <pc:docMk/>
            <pc:sldMk cId="1447388191" sldId="536"/>
            <ac:picMk id="4" creationId="{2063BC07-4911-534C-4F23-DF0292D12F67}"/>
          </ac:picMkLst>
        </pc:picChg>
        <pc:picChg chg="add mod">
          <ac:chgData name="Nikki Papenfus" userId="2a405823-0c8b-419b-afb6-8159926c2e17" providerId="ADAL" clId="{C4CD5978-2643-4E14-BB26-37358CB1C7B2}" dt="2023-05-31T12:31:18.162" v="788" actId="1076"/>
          <ac:picMkLst>
            <pc:docMk/>
            <pc:sldMk cId="1447388191" sldId="536"/>
            <ac:picMk id="5" creationId="{947CA72A-1658-756F-1BC2-FBFB381F7337}"/>
          </ac:picMkLst>
        </pc:picChg>
      </pc:sldChg>
      <pc:sldChg chg="addSp delSp modSp add del mod">
        <pc:chgData name="Nikki Papenfus" userId="2a405823-0c8b-419b-afb6-8159926c2e17" providerId="ADAL" clId="{C4CD5978-2643-4E14-BB26-37358CB1C7B2}" dt="2023-05-31T13:45:40.947" v="2968" actId="47"/>
        <pc:sldMkLst>
          <pc:docMk/>
          <pc:sldMk cId="720238949" sldId="537"/>
        </pc:sldMkLst>
        <pc:spChg chg="mod">
          <ac:chgData name="Nikki Papenfus" userId="2a405823-0c8b-419b-afb6-8159926c2e17" providerId="ADAL" clId="{C4CD5978-2643-4E14-BB26-37358CB1C7B2}" dt="2023-05-31T12:28:22.226" v="756" actId="20577"/>
          <ac:spMkLst>
            <pc:docMk/>
            <pc:sldMk cId="720238949" sldId="537"/>
            <ac:spMk id="2" creationId="{73F060A0-A02A-C863-69B6-83C2C129863A}"/>
          </ac:spMkLst>
        </pc:spChg>
        <pc:picChg chg="add del mod">
          <ac:chgData name="Nikki Papenfus" userId="2a405823-0c8b-419b-afb6-8159926c2e17" providerId="ADAL" clId="{C4CD5978-2643-4E14-BB26-37358CB1C7B2}" dt="2023-05-31T12:28:51.141" v="758" actId="478"/>
          <ac:picMkLst>
            <pc:docMk/>
            <pc:sldMk cId="720238949" sldId="537"/>
            <ac:picMk id="3" creationId="{7BB3497F-1C7F-35AA-CFBA-D592E84F7CB3}"/>
          </ac:picMkLst>
        </pc:picChg>
        <pc:picChg chg="add del">
          <ac:chgData name="Nikki Papenfus" userId="2a405823-0c8b-419b-afb6-8159926c2e17" providerId="ADAL" clId="{C4CD5978-2643-4E14-BB26-37358CB1C7B2}" dt="2023-05-31T12:28:55.878" v="760" actId="478"/>
          <ac:picMkLst>
            <pc:docMk/>
            <pc:sldMk cId="720238949" sldId="537"/>
            <ac:picMk id="5" creationId="{AE523E38-E674-C92C-A428-DBB1D70EB1C1}"/>
          </ac:picMkLst>
        </pc:picChg>
        <pc:picChg chg="add del mod">
          <ac:chgData name="Nikki Papenfus" userId="2a405823-0c8b-419b-afb6-8159926c2e17" providerId="ADAL" clId="{C4CD5978-2643-4E14-BB26-37358CB1C7B2}" dt="2023-05-31T12:30:01.185" v="765" actId="478"/>
          <ac:picMkLst>
            <pc:docMk/>
            <pc:sldMk cId="720238949" sldId="537"/>
            <ac:picMk id="7" creationId="{331AEE39-8796-3997-108F-8550878DCAAE}"/>
          </ac:picMkLst>
        </pc:picChg>
        <pc:picChg chg="add mod">
          <ac:chgData name="Nikki Papenfus" userId="2a405823-0c8b-419b-afb6-8159926c2e17" providerId="ADAL" clId="{C4CD5978-2643-4E14-BB26-37358CB1C7B2}" dt="2023-05-31T12:30:06.151" v="767" actId="1076"/>
          <ac:picMkLst>
            <pc:docMk/>
            <pc:sldMk cId="720238949" sldId="537"/>
            <ac:picMk id="9" creationId="{9AFF1D80-9B78-7004-AEB3-548DE0C604AE}"/>
          </ac:picMkLst>
        </pc:picChg>
      </pc:sldChg>
      <pc:sldChg chg="addSp delSp modSp add del mod ord">
        <pc:chgData name="Nikki Papenfus" userId="2a405823-0c8b-419b-afb6-8159926c2e17" providerId="ADAL" clId="{C4CD5978-2643-4E14-BB26-37358CB1C7B2}" dt="2023-05-31T13:41:41.247" v="2874" actId="47"/>
        <pc:sldMkLst>
          <pc:docMk/>
          <pc:sldMk cId="3801583315" sldId="538"/>
        </pc:sldMkLst>
        <pc:spChg chg="mod">
          <ac:chgData name="Nikki Papenfus" userId="2a405823-0c8b-419b-afb6-8159926c2e17" providerId="ADAL" clId="{C4CD5978-2643-4E14-BB26-37358CB1C7B2}" dt="2023-05-31T13:40:16.594" v="2845" actId="20577"/>
          <ac:spMkLst>
            <pc:docMk/>
            <pc:sldMk cId="3801583315" sldId="538"/>
            <ac:spMk id="2" creationId="{6B379C49-E761-45BA-84B7-AC2E88444F78}"/>
          </ac:spMkLst>
        </pc:spChg>
        <pc:spChg chg="del">
          <ac:chgData name="Nikki Papenfus" userId="2a405823-0c8b-419b-afb6-8159926c2e17" providerId="ADAL" clId="{C4CD5978-2643-4E14-BB26-37358CB1C7B2}" dt="2023-05-31T13:40:18.777" v="2846" actId="478"/>
          <ac:spMkLst>
            <pc:docMk/>
            <pc:sldMk cId="3801583315" sldId="538"/>
            <ac:spMk id="3" creationId="{6A4C8B68-D38B-4693-92B0-05A9FCDD4793}"/>
          </ac:spMkLst>
        </pc:spChg>
        <pc:picChg chg="add mod">
          <ac:chgData name="Nikki Papenfus" userId="2a405823-0c8b-419b-afb6-8159926c2e17" providerId="ADAL" clId="{C4CD5978-2643-4E14-BB26-37358CB1C7B2}" dt="2023-05-31T13:40:49.790" v="2859" actId="1076"/>
          <ac:picMkLst>
            <pc:docMk/>
            <pc:sldMk cId="3801583315" sldId="538"/>
            <ac:picMk id="4" creationId="{3E84D056-C3B4-6894-23D3-4AEBE81E8D01}"/>
          </ac:picMkLst>
        </pc:picChg>
      </pc:sldChg>
      <pc:sldChg chg="addSp delSp modSp add mod ord">
        <pc:chgData name="Nikki Papenfus" userId="2a405823-0c8b-419b-afb6-8159926c2e17" providerId="ADAL" clId="{C4CD5978-2643-4E14-BB26-37358CB1C7B2}" dt="2023-06-01T07:25:12.498" v="6979" actId="404"/>
        <pc:sldMkLst>
          <pc:docMk/>
          <pc:sldMk cId="1884266530" sldId="539"/>
        </pc:sldMkLst>
        <pc:spChg chg="mod">
          <ac:chgData name="Nikki Papenfus" userId="2a405823-0c8b-419b-afb6-8159926c2e17" providerId="ADAL" clId="{C4CD5978-2643-4E14-BB26-37358CB1C7B2}" dt="2023-06-01T07:24:43.655" v="6970" actId="20577"/>
          <ac:spMkLst>
            <pc:docMk/>
            <pc:sldMk cId="1884266530" sldId="539"/>
            <ac:spMk id="2" creationId="{73F060A0-A02A-C863-69B6-83C2C129863A}"/>
          </ac:spMkLst>
        </pc:spChg>
        <pc:spChg chg="add del mod">
          <ac:chgData name="Nikki Papenfus" userId="2a405823-0c8b-419b-afb6-8159926c2e17" providerId="ADAL" clId="{C4CD5978-2643-4E14-BB26-37358CB1C7B2}" dt="2023-06-01T07:24:18.337" v="6965" actId="478"/>
          <ac:spMkLst>
            <pc:docMk/>
            <pc:sldMk cId="1884266530" sldId="539"/>
            <ac:spMk id="4" creationId="{FD0D788F-C123-B776-CB91-EA4AA0336F24}"/>
          </ac:spMkLst>
        </pc:spChg>
        <pc:spChg chg="mod">
          <ac:chgData name="Nikki Papenfus" userId="2a405823-0c8b-419b-afb6-8159926c2e17" providerId="ADAL" clId="{C4CD5978-2643-4E14-BB26-37358CB1C7B2}" dt="2023-06-01T07:25:12.498" v="6979" actId="404"/>
          <ac:spMkLst>
            <pc:docMk/>
            <pc:sldMk cId="1884266530" sldId="539"/>
            <ac:spMk id="8" creationId="{74B6D8BD-5889-7B2F-22EF-E2A7DB352D93}"/>
          </ac:spMkLst>
        </pc:spChg>
        <pc:picChg chg="add mod">
          <ac:chgData name="Nikki Papenfus" userId="2a405823-0c8b-419b-afb6-8159926c2e17" providerId="ADAL" clId="{C4CD5978-2643-4E14-BB26-37358CB1C7B2}" dt="2023-05-31T13:41:30.216" v="2872"/>
          <ac:picMkLst>
            <pc:docMk/>
            <pc:sldMk cId="1884266530" sldId="539"/>
            <ac:picMk id="3" creationId="{0D42F2C6-8DF3-5288-9116-22D8CE5D50A2}"/>
          </ac:picMkLst>
        </pc:picChg>
        <pc:picChg chg="del">
          <ac:chgData name="Nikki Papenfus" userId="2a405823-0c8b-419b-afb6-8159926c2e17" providerId="ADAL" clId="{C4CD5978-2643-4E14-BB26-37358CB1C7B2}" dt="2023-05-31T13:41:24.146" v="2867" actId="478"/>
          <ac:picMkLst>
            <pc:docMk/>
            <pc:sldMk cId="1884266530" sldId="539"/>
            <ac:picMk id="7" creationId="{FE420FDF-6CB5-A673-581C-6FF7830BE331}"/>
          </ac:picMkLst>
        </pc:picChg>
      </pc:sldChg>
      <pc:sldChg chg="delSp modSp add del mod">
        <pc:chgData name="Nikki Papenfus" userId="2a405823-0c8b-419b-afb6-8159926c2e17" providerId="ADAL" clId="{C4CD5978-2643-4E14-BB26-37358CB1C7B2}" dt="2023-05-31T13:41:14.067" v="2865" actId="47"/>
        <pc:sldMkLst>
          <pc:docMk/>
          <pc:sldMk cId="2531227013" sldId="539"/>
        </pc:sldMkLst>
        <pc:spChg chg="mod">
          <ac:chgData name="Nikki Papenfus" userId="2a405823-0c8b-419b-afb6-8159926c2e17" providerId="ADAL" clId="{C4CD5978-2643-4E14-BB26-37358CB1C7B2}" dt="2023-05-31T13:41:11.064" v="2864"/>
          <ac:spMkLst>
            <pc:docMk/>
            <pc:sldMk cId="2531227013" sldId="539"/>
            <ac:spMk id="2" creationId="{73F060A0-A02A-C863-69B6-83C2C129863A}"/>
          </ac:spMkLst>
        </pc:spChg>
        <pc:picChg chg="del">
          <ac:chgData name="Nikki Papenfus" userId="2a405823-0c8b-419b-afb6-8159926c2e17" providerId="ADAL" clId="{C4CD5978-2643-4E14-BB26-37358CB1C7B2}" dt="2023-05-31T13:41:06.330" v="2863" actId="478"/>
          <ac:picMkLst>
            <pc:docMk/>
            <pc:sldMk cId="2531227013" sldId="539"/>
            <ac:picMk id="7" creationId="{FE420FDF-6CB5-A673-581C-6FF7830BE331}"/>
          </ac:picMkLst>
        </pc:picChg>
      </pc:sldChg>
      <pc:sldChg chg="addSp delSp modSp add mod ord">
        <pc:chgData name="Nikki Papenfus" userId="2a405823-0c8b-419b-afb6-8159926c2e17" providerId="ADAL" clId="{C4CD5978-2643-4E14-BB26-37358CB1C7B2}" dt="2023-06-01T16:08:47.524" v="12273" actId="14100"/>
        <pc:sldMkLst>
          <pc:docMk/>
          <pc:sldMk cId="3765263956" sldId="540"/>
        </pc:sldMkLst>
        <pc:spChg chg="mod">
          <ac:chgData name="Nikki Papenfus" userId="2a405823-0c8b-419b-afb6-8159926c2e17" providerId="ADAL" clId="{C4CD5978-2643-4E14-BB26-37358CB1C7B2}" dt="2023-06-01T07:31:22.850" v="7106" actId="20577"/>
          <ac:spMkLst>
            <pc:docMk/>
            <pc:sldMk cId="3765263956" sldId="540"/>
            <ac:spMk id="2" creationId="{73F060A0-A02A-C863-69B6-83C2C129863A}"/>
          </ac:spMkLst>
        </pc:spChg>
        <pc:spChg chg="del">
          <ac:chgData name="Nikki Papenfus" userId="2a405823-0c8b-419b-afb6-8159926c2e17" providerId="ADAL" clId="{C4CD5978-2643-4E14-BB26-37358CB1C7B2}" dt="2023-06-01T07:34:01.512" v="7120" actId="478"/>
          <ac:spMkLst>
            <pc:docMk/>
            <pc:sldMk cId="3765263956" sldId="540"/>
            <ac:spMk id="7" creationId="{CDB72FD9-9F1B-6D9D-0938-97FA70C41EC3}"/>
          </ac:spMkLst>
        </pc:spChg>
        <pc:spChg chg="del mod">
          <ac:chgData name="Nikki Papenfus" userId="2a405823-0c8b-419b-afb6-8159926c2e17" providerId="ADAL" clId="{C4CD5978-2643-4E14-BB26-37358CB1C7B2}" dt="2023-06-01T07:31:08.677" v="7101" actId="478"/>
          <ac:spMkLst>
            <pc:docMk/>
            <pc:sldMk cId="3765263956" sldId="540"/>
            <ac:spMk id="8" creationId="{97EA23F7-720C-0DC0-2C6A-938D330A8745}"/>
          </ac:spMkLst>
        </pc:spChg>
        <pc:spChg chg="add mod">
          <ac:chgData name="Nikki Papenfus" userId="2a405823-0c8b-419b-afb6-8159926c2e17" providerId="ADAL" clId="{C4CD5978-2643-4E14-BB26-37358CB1C7B2}" dt="2023-06-01T16:08:34.779" v="12272" actId="1035"/>
          <ac:spMkLst>
            <pc:docMk/>
            <pc:sldMk cId="3765263956" sldId="540"/>
            <ac:spMk id="9" creationId="{79F09585-065C-AC72-E100-8ABCFE397883}"/>
          </ac:spMkLst>
        </pc:spChg>
        <pc:spChg chg="add mod">
          <ac:chgData name="Nikki Papenfus" userId="2a405823-0c8b-419b-afb6-8159926c2e17" providerId="ADAL" clId="{C4CD5978-2643-4E14-BB26-37358CB1C7B2}" dt="2023-06-01T07:34:58.790" v="7149" actId="14100"/>
          <ac:spMkLst>
            <pc:docMk/>
            <pc:sldMk cId="3765263956" sldId="540"/>
            <ac:spMk id="10" creationId="{A35B0EB8-9E4E-F387-DCF7-2E3593366F70}"/>
          </ac:spMkLst>
        </pc:spChg>
        <pc:picChg chg="del">
          <ac:chgData name="Nikki Papenfus" userId="2a405823-0c8b-419b-afb6-8159926c2e17" providerId="ADAL" clId="{C4CD5978-2643-4E14-BB26-37358CB1C7B2}" dt="2023-05-31T13:41:51.876" v="2877" actId="478"/>
          <ac:picMkLst>
            <pc:docMk/>
            <pc:sldMk cId="3765263956" sldId="540"/>
            <ac:picMk id="3" creationId="{0D42F2C6-8DF3-5288-9116-22D8CE5D50A2}"/>
          </ac:picMkLst>
        </pc:picChg>
        <pc:picChg chg="mod modCrop">
          <ac:chgData name="Nikki Papenfus" userId="2a405823-0c8b-419b-afb6-8159926c2e17" providerId="ADAL" clId="{C4CD5978-2643-4E14-BB26-37358CB1C7B2}" dt="2023-06-01T16:08:47.524" v="12273" actId="14100"/>
          <ac:picMkLst>
            <pc:docMk/>
            <pc:sldMk cId="3765263956" sldId="540"/>
            <ac:picMk id="3" creationId="{8BCF0021-D7C0-1ECD-E5B4-A19202D4AF6A}"/>
          </ac:picMkLst>
        </pc:picChg>
        <pc:picChg chg="add mod">
          <ac:chgData name="Nikki Papenfus" userId="2a405823-0c8b-419b-afb6-8159926c2e17" providerId="ADAL" clId="{C4CD5978-2643-4E14-BB26-37358CB1C7B2}" dt="2023-06-01T07:34:38.815" v="7132" actId="14100"/>
          <ac:picMkLst>
            <pc:docMk/>
            <pc:sldMk cId="3765263956" sldId="540"/>
            <ac:picMk id="4" creationId="{11AECA08-4E01-9B2D-115B-77B531906F72}"/>
          </ac:picMkLst>
        </pc:picChg>
        <pc:picChg chg="mod">
          <ac:chgData name="Nikki Papenfus" userId="2a405823-0c8b-419b-afb6-8159926c2e17" providerId="ADAL" clId="{C4CD5978-2643-4E14-BB26-37358CB1C7B2}" dt="2023-06-01T16:08:34.779" v="12272" actId="1035"/>
          <ac:picMkLst>
            <pc:docMk/>
            <pc:sldMk cId="3765263956" sldId="540"/>
            <ac:picMk id="5" creationId="{484AF80B-5776-50E1-70B8-66DE401AFDA8}"/>
          </ac:picMkLst>
        </pc:picChg>
        <pc:picChg chg="mod">
          <ac:chgData name="Nikki Papenfus" userId="2a405823-0c8b-419b-afb6-8159926c2e17" providerId="ADAL" clId="{C4CD5978-2643-4E14-BB26-37358CB1C7B2}" dt="2023-06-01T16:08:34.779" v="12272" actId="1035"/>
          <ac:picMkLst>
            <pc:docMk/>
            <pc:sldMk cId="3765263956" sldId="540"/>
            <ac:picMk id="6" creationId="{18A16BB2-43CB-4796-9068-83397958ABD0}"/>
          </ac:picMkLst>
        </pc:picChg>
      </pc:sldChg>
      <pc:sldChg chg="addSp delSp modSp add mod ord">
        <pc:chgData name="Nikki Papenfus" userId="2a405823-0c8b-419b-afb6-8159926c2e17" providerId="ADAL" clId="{C4CD5978-2643-4E14-BB26-37358CB1C7B2}" dt="2023-06-01T10:36:33.551" v="9916" actId="1035"/>
        <pc:sldMkLst>
          <pc:docMk/>
          <pc:sldMk cId="3990333599" sldId="541"/>
        </pc:sldMkLst>
        <pc:spChg chg="mod">
          <ac:chgData name="Nikki Papenfus" userId="2a405823-0c8b-419b-afb6-8159926c2e17" providerId="ADAL" clId="{C4CD5978-2643-4E14-BB26-37358CB1C7B2}" dt="2023-06-01T07:28:49.360" v="7037" actId="20577"/>
          <ac:spMkLst>
            <pc:docMk/>
            <pc:sldMk cId="3990333599" sldId="541"/>
            <ac:spMk id="2" creationId="{73F060A0-A02A-C863-69B6-83C2C129863A}"/>
          </ac:spMkLst>
        </pc:spChg>
        <pc:spChg chg="add mod">
          <ac:chgData name="Nikki Papenfus" userId="2a405823-0c8b-419b-afb6-8159926c2e17" providerId="ADAL" clId="{C4CD5978-2643-4E14-BB26-37358CB1C7B2}" dt="2023-06-01T07:30:43.027" v="7061" actId="14100"/>
          <ac:spMkLst>
            <pc:docMk/>
            <pc:sldMk cId="3990333599" sldId="541"/>
            <ac:spMk id="5" creationId="{C167E958-29B0-57FE-FF39-6456D9522808}"/>
          </ac:spMkLst>
        </pc:spChg>
        <pc:spChg chg="del">
          <ac:chgData name="Nikki Papenfus" userId="2a405823-0c8b-419b-afb6-8159926c2e17" providerId="ADAL" clId="{C4CD5978-2643-4E14-BB26-37358CB1C7B2}" dt="2023-06-01T07:29:05.394" v="7041" actId="478"/>
          <ac:spMkLst>
            <pc:docMk/>
            <pc:sldMk cId="3990333599" sldId="541"/>
            <ac:spMk id="6" creationId="{8459CB2C-2D3B-6215-3331-5985456E8A79}"/>
          </ac:spMkLst>
        </pc:spChg>
        <pc:picChg chg="mod">
          <ac:chgData name="Nikki Papenfus" userId="2a405823-0c8b-419b-afb6-8159926c2e17" providerId="ADAL" clId="{C4CD5978-2643-4E14-BB26-37358CB1C7B2}" dt="2023-06-01T10:36:33.551" v="9916" actId="1035"/>
          <ac:picMkLst>
            <pc:docMk/>
            <pc:sldMk cId="3990333599" sldId="541"/>
            <ac:picMk id="4" creationId="{69C42D0B-3DBB-9AD7-3673-53E0554D5AF6}"/>
          </ac:picMkLst>
        </pc:picChg>
      </pc:sldChg>
      <pc:sldChg chg="addSp delSp modSp add mod ord">
        <pc:chgData name="Nikki Papenfus" userId="2a405823-0c8b-419b-afb6-8159926c2e17" providerId="ADAL" clId="{C4CD5978-2643-4E14-BB26-37358CB1C7B2}" dt="2023-06-01T16:03:29.484" v="12178" actId="478"/>
        <pc:sldMkLst>
          <pc:docMk/>
          <pc:sldMk cId="2763594161" sldId="542"/>
        </pc:sldMkLst>
        <pc:spChg chg="mod">
          <ac:chgData name="Nikki Papenfus" userId="2a405823-0c8b-419b-afb6-8159926c2e17" providerId="ADAL" clId="{C4CD5978-2643-4E14-BB26-37358CB1C7B2}" dt="2023-06-01T14:30:30.278" v="10185" actId="20577"/>
          <ac:spMkLst>
            <pc:docMk/>
            <pc:sldMk cId="2763594161" sldId="542"/>
            <ac:spMk id="2" creationId="{73F060A0-A02A-C863-69B6-83C2C129863A}"/>
          </ac:spMkLst>
        </pc:spChg>
        <pc:picChg chg="add del mod">
          <ac:chgData name="Nikki Papenfus" userId="2a405823-0c8b-419b-afb6-8159926c2e17" providerId="ADAL" clId="{C4CD5978-2643-4E14-BB26-37358CB1C7B2}" dt="2023-06-01T16:03:29.484" v="12178" actId="478"/>
          <ac:picMkLst>
            <pc:docMk/>
            <pc:sldMk cId="2763594161" sldId="542"/>
            <ac:picMk id="4" creationId="{A138EF6D-A80F-54EE-C559-A2F678474D1D}"/>
          </ac:picMkLst>
        </pc:picChg>
        <pc:picChg chg="add del mod">
          <ac:chgData name="Nikki Papenfus" userId="2a405823-0c8b-419b-afb6-8159926c2e17" providerId="ADAL" clId="{C4CD5978-2643-4E14-BB26-37358CB1C7B2}" dt="2023-06-01T15:14:27.787" v="10958" actId="478"/>
          <ac:picMkLst>
            <pc:docMk/>
            <pc:sldMk cId="2763594161" sldId="542"/>
            <ac:picMk id="6" creationId="{AD1CB5BF-F27B-F52D-9992-02C516F8366F}"/>
          </ac:picMkLst>
        </pc:picChg>
        <pc:picChg chg="add mod">
          <ac:chgData name="Nikki Papenfus" userId="2a405823-0c8b-419b-afb6-8159926c2e17" providerId="ADAL" clId="{C4CD5978-2643-4E14-BB26-37358CB1C7B2}" dt="2023-06-01T15:14:38.749" v="10965" actId="1076"/>
          <ac:picMkLst>
            <pc:docMk/>
            <pc:sldMk cId="2763594161" sldId="542"/>
            <ac:picMk id="8" creationId="{E2404F33-4A98-7D0D-B014-74A94DD576F8}"/>
          </ac:picMkLst>
        </pc:picChg>
        <pc:picChg chg="del">
          <ac:chgData name="Nikki Papenfus" userId="2a405823-0c8b-419b-afb6-8159926c2e17" providerId="ADAL" clId="{C4CD5978-2643-4E14-BB26-37358CB1C7B2}" dt="2023-05-31T13:44:30.293" v="2894" actId="478"/>
          <ac:picMkLst>
            <pc:docMk/>
            <pc:sldMk cId="2763594161" sldId="542"/>
            <ac:picMk id="9" creationId="{9AFF1D80-9B78-7004-AEB3-548DE0C604AE}"/>
          </ac:picMkLst>
        </pc:picChg>
      </pc:sldChg>
      <pc:sldChg chg="addSp delSp modSp add mod ord delCm modCm">
        <pc:chgData name="Nikki Papenfus" userId="2a405823-0c8b-419b-afb6-8159926c2e17" providerId="ADAL" clId="{C4CD5978-2643-4E14-BB26-37358CB1C7B2}" dt="2023-06-02T07:24:09.977" v="12323"/>
        <pc:sldMkLst>
          <pc:docMk/>
          <pc:sldMk cId="1471194057" sldId="543"/>
        </pc:sldMkLst>
        <pc:picChg chg="add del mod">
          <ac:chgData name="Nikki Papenfus" userId="2a405823-0c8b-419b-afb6-8159926c2e17" providerId="ADAL" clId="{C4CD5978-2643-4E14-BB26-37358CB1C7B2}" dt="2023-06-02T07:20:45.503" v="12315" actId="478"/>
          <ac:picMkLst>
            <pc:docMk/>
            <pc:sldMk cId="1471194057" sldId="543"/>
            <ac:picMk id="4" creationId="{2CF77FC4-3AC1-CCCD-6E9F-48A46D3DBD7A}"/>
          </ac:picMkLst>
        </pc:picChg>
        <pc:picChg chg="add mod">
          <ac:chgData name="Nikki Papenfus" userId="2a405823-0c8b-419b-afb6-8159926c2e17" providerId="ADAL" clId="{C4CD5978-2643-4E14-BB26-37358CB1C7B2}" dt="2023-06-02T07:21:01.059" v="12321" actId="1036"/>
          <ac:picMkLst>
            <pc:docMk/>
            <pc:sldMk cId="1471194057" sldId="543"/>
            <ac:picMk id="6" creationId="{F34D7D12-4D97-92E7-6C0B-B263C2A13A7B}"/>
          </ac:picMkLst>
        </pc:picChg>
        <pc:picChg chg="del mod">
          <ac:chgData name="Nikki Papenfus" userId="2a405823-0c8b-419b-afb6-8159926c2e17" providerId="ADAL" clId="{C4CD5978-2643-4E14-BB26-37358CB1C7B2}" dt="2023-06-02T07:19:46.160" v="12310" actId="478"/>
          <ac:picMkLst>
            <pc:docMk/>
            <pc:sldMk cId="1471194057" sldId="543"/>
            <ac:picMk id="9" creationId="{9AFF1D80-9B78-7004-AEB3-548DE0C604AE}"/>
          </ac:picMkLst>
        </pc:picChg>
      </pc:sldChg>
      <pc:sldChg chg="addSp delSp modSp add del mod ord modShow">
        <pc:chgData name="Nikki Papenfus" userId="2a405823-0c8b-419b-afb6-8159926c2e17" providerId="ADAL" clId="{C4CD5978-2643-4E14-BB26-37358CB1C7B2}" dt="2023-06-01T07:38:04.261" v="7202" actId="47"/>
        <pc:sldMkLst>
          <pc:docMk/>
          <pc:sldMk cId="2278980403" sldId="544"/>
        </pc:sldMkLst>
        <pc:spChg chg="mod">
          <ac:chgData name="Nikki Papenfus" userId="2a405823-0c8b-419b-afb6-8159926c2e17" providerId="ADAL" clId="{C4CD5978-2643-4E14-BB26-37358CB1C7B2}" dt="2023-05-31T14:30:29.249" v="3984" actId="20577"/>
          <ac:spMkLst>
            <pc:docMk/>
            <pc:sldMk cId="2278980403" sldId="544"/>
            <ac:spMk id="11" creationId="{1A9C6600-6B78-439C-937D-D1772165D1D6}"/>
          </ac:spMkLst>
        </pc:spChg>
        <pc:spChg chg="mod topLvl">
          <ac:chgData name="Nikki Papenfus" userId="2a405823-0c8b-419b-afb6-8159926c2e17" providerId="ADAL" clId="{C4CD5978-2643-4E14-BB26-37358CB1C7B2}" dt="2023-05-31T14:31:05.437" v="4027" actId="164"/>
          <ac:spMkLst>
            <pc:docMk/>
            <pc:sldMk cId="2278980403" sldId="544"/>
            <ac:spMk id="49" creationId="{39A0BC96-9C61-4E65-A483-FC4E9F198BFD}"/>
          </ac:spMkLst>
        </pc:spChg>
        <pc:spChg chg="mod topLvl">
          <ac:chgData name="Nikki Papenfus" userId="2a405823-0c8b-419b-afb6-8159926c2e17" providerId="ADAL" clId="{C4CD5978-2643-4E14-BB26-37358CB1C7B2}" dt="2023-05-31T14:31:26.793" v="4062" actId="164"/>
          <ac:spMkLst>
            <pc:docMk/>
            <pc:sldMk cId="2278980403" sldId="544"/>
            <ac:spMk id="50" creationId="{3BFED656-E86F-4358-8139-C4372F876284}"/>
          </ac:spMkLst>
        </pc:spChg>
        <pc:spChg chg="mod topLvl">
          <ac:chgData name="Nikki Papenfus" userId="2a405823-0c8b-419b-afb6-8159926c2e17" providerId="ADAL" clId="{C4CD5978-2643-4E14-BB26-37358CB1C7B2}" dt="2023-05-31T14:31:36.469" v="4071" actId="164"/>
          <ac:spMkLst>
            <pc:docMk/>
            <pc:sldMk cId="2278980403" sldId="544"/>
            <ac:spMk id="51" creationId="{4E935B83-FDB8-4B94-B034-C5C319F79496}"/>
          </ac:spMkLst>
        </pc:spChg>
        <pc:spChg chg="mod topLvl">
          <ac:chgData name="Nikki Papenfus" userId="2a405823-0c8b-419b-afb6-8159926c2e17" providerId="ADAL" clId="{C4CD5978-2643-4E14-BB26-37358CB1C7B2}" dt="2023-05-31T14:31:14.112" v="4035" actId="164"/>
          <ac:spMkLst>
            <pc:docMk/>
            <pc:sldMk cId="2278980403" sldId="544"/>
            <ac:spMk id="52" creationId="{4C9F5C75-27D1-4B9B-B602-A5E156F36643}"/>
          </ac:spMkLst>
        </pc:spChg>
        <pc:spChg chg="mod topLvl">
          <ac:chgData name="Nikki Papenfus" userId="2a405823-0c8b-419b-afb6-8159926c2e17" providerId="ADAL" clId="{C4CD5978-2643-4E14-BB26-37358CB1C7B2}" dt="2023-05-31T14:30:43.104" v="3986" actId="165"/>
          <ac:spMkLst>
            <pc:docMk/>
            <pc:sldMk cId="2278980403" sldId="544"/>
            <ac:spMk id="55" creationId="{B6867568-1E98-4F83-8C00-DD429AA5FAF9}"/>
          </ac:spMkLst>
        </pc:spChg>
        <pc:spChg chg="mod topLvl">
          <ac:chgData name="Nikki Papenfus" userId="2a405823-0c8b-419b-afb6-8159926c2e17" providerId="ADAL" clId="{C4CD5978-2643-4E14-BB26-37358CB1C7B2}" dt="2023-05-31T14:31:45.835" v="4073" actId="207"/>
          <ac:spMkLst>
            <pc:docMk/>
            <pc:sldMk cId="2278980403" sldId="544"/>
            <ac:spMk id="57" creationId="{D225C485-E503-4732-AAEE-7EAC01F310AA}"/>
          </ac:spMkLst>
        </pc:spChg>
        <pc:spChg chg="mod topLvl">
          <ac:chgData name="Nikki Papenfus" userId="2a405823-0c8b-419b-afb6-8159926c2e17" providerId="ADAL" clId="{C4CD5978-2643-4E14-BB26-37358CB1C7B2}" dt="2023-05-31T14:31:14.112" v="4035" actId="164"/>
          <ac:spMkLst>
            <pc:docMk/>
            <pc:sldMk cId="2278980403" sldId="544"/>
            <ac:spMk id="58" creationId="{F25C0A0B-D5D2-441B-873F-BA5D46EA19FF}"/>
          </ac:spMkLst>
        </pc:spChg>
        <pc:spChg chg="mod topLvl">
          <ac:chgData name="Nikki Papenfus" userId="2a405823-0c8b-419b-afb6-8159926c2e17" providerId="ADAL" clId="{C4CD5978-2643-4E14-BB26-37358CB1C7B2}" dt="2023-05-31T14:31:36.469" v="4071" actId="164"/>
          <ac:spMkLst>
            <pc:docMk/>
            <pc:sldMk cId="2278980403" sldId="544"/>
            <ac:spMk id="59" creationId="{4BDCFCD6-C466-444B-AD1C-B4084782E0A1}"/>
          </ac:spMkLst>
        </pc:spChg>
        <pc:spChg chg="mod topLvl">
          <ac:chgData name="Nikki Papenfus" userId="2a405823-0c8b-419b-afb6-8159926c2e17" providerId="ADAL" clId="{C4CD5978-2643-4E14-BB26-37358CB1C7B2}" dt="2023-05-31T14:31:26.793" v="4062" actId="164"/>
          <ac:spMkLst>
            <pc:docMk/>
            <pc:sldMk cId="2278980403" sldId="544"/>
            <ac:spMk id="60" creationId="{18759CD1-EDE9-4355-87BA-E188050C088A}"/>
          </ac:spMkLst>
        </pc:spChg>
        <pc:spChg chg="mod topLvl">
          <ac:chgData name="Nikki Papenfus" userId="2a405823-0c8b-419b-afb6-8159926c2e17" providerId="ADAL" clId="{C4CD5978-2643-4E14-BB26-37358CB1C7B2}" dt="2023-05-31T14:31:05.437" v="4027" actId="164"/>
          <ac:spMkLst>
            <pc:docMk/>
            <pc:sldMk cId="2278980403" sldId="544"/>
            <ac:spMk id="61" creationId="{228459FD-FD06-4397-B140-4C5FDDF7C91E}"/>
          </ac:spMkLst>
        </pc:spChg>
        <pc:grpChg chg="mod">
          <ac:chgData name="Nikki Papenfus" userId="2a405823-0c8b-419b-afb6-8159926c2e17" providerId="ADAL" clId="{C4CD5978-2643-4E14-BB26-37358CB1C7B2}" dt="2023-05-31T14:41:23.787" v="4589" actId="1036"/>
          <ac:grpSpMkLst>
            <pc:docMk/>
            <pc:sldMk cId="2278980403" sldId="544"/>
            <ac:grpSpMk id="3" creationId="{A50B124B-1132-4477-BC9B-AE54CD212BBE}"/>
          </ac:grpSpMkLst>
        </pc:grpChg>
        <pc:grpChg chg="del">
          <ac:chgData name="Nikki Papenfus" userId="2a405823-0c8b-419b-afb6-8159926c2e17" providerId="ADAL" clId="{C4CD5978-2643-4E14-BB26-37358CB1C7B2}" dt="2023-05-31T14:30:43.104" v="3986" actId="165"/>
          <ac:grpSpMkLst>
            <pc:docMk/>
            <pc:sldMk cId="2278980403" sldId="544"/>
            <ac:grpSpMk id="48" creationId="{AFB41DFA-5BE4-4AC5-8841-5FD926D649CF}"/>
          </ac:grpSpMkLst>
        </pc:grpChg>
        <pc:grpChg chg="add mod">
          <ac:chgData name="Nikki Papenfus" userId="2a405823-0c8b-419b-afb6-8159926c2e17" providerId="ADAL" clId="{C4CD5978-2643-4E14-BB26-37358CB1C7B2}" dt="2023-05-31T14:32:31.014" v="4153" actId="1037"/>
          <ac:grpSpMkLst>
            <pc:docMk/>
            <pc:sldMk cId="2278980403" sldId="544"/>
            <ac:grpSpMk id="69" creationId="{09BF0A59-C990-5CC2-BAE3-2D19F654B73F}"/>
          </ac:grpSpMkLst>
        </pc:grpChg>
        <pc:grpChg chg="add mod">
          <ac:chgData name="Nikki Papenfus" userId="2a405823-0c8b-419b-afb6-8159926c2e17" providerId="ADAL" clId="{C4CD5978-2643-4E14-BB26-37358CB1C7B2}" dt="2023-05-31T14:32:16.281" v="4148" actId="1038"/>
          <ac:grpSpMkLst>
            <pc:docMk/>
            <pc:sldMk cId="2278980403" sldId="544"/>
            <ac:grpSpMk id="71" creationId="{F00D36E7-A58C-4DD7-6E59-A22D3BB9663C}"/>
          </ac:grpSpMkLst>
        </pc:grpChg>
        <pc:grpChg chg="add mod">
          <ac:chgData name="Nikki Papenfus" userId="2a405823-0c8b-419b-afb6-8159926c2e17" providerId="ADAL" clId="{C4CD5978-2643-4E14-BB26-37358CB1C7B2}" dt="2023-05-31T14:32:43.229" v="4157" actId="408"/>
          <ac:grpSpMkLst>
            <pc:docMk/>
            <pc:sldMk cId="2278980403" sldId="544"/>
            <ac:grpSpMk id="73" creationId="{DA13A810-F0C5-470A-CDA9-2D626C913F31}"/>
          </ac:grpSpMkLst>
        </pc:grpChg>
        <pc:grpChg chg="add mod">
          <ac:chgData name="Nikki Papenfus" userId="2a405823-0c8b-419b-afb6-8159926c2e17" providerId="ADAL" clId="{C4CD5978-2643-4E14-BB26-37358CB1C7B2}" dt="2023-05-31T14:32:43.229" v="4157" actId="408"/>
          <ac:grpSpMkLst>
            <pc:docMk/>
            <pc:sldMk cId="2278980403" sldId="544"/>
            <ac:grpSpMk id="75" creationId="{39F9A4C6-6B2F-A33F-133F-695698968B99}"/>
          </ac:grpSpMkLst>
        </pc:grpChg>
        <pc:picChg chg="add mod">
          <ac:chgData name="Nikki Papenfus" userId="2a405823-0c8b-419b-afb6-8159926c2e17" providerId="ADAL" clId="{C4CD5978-2643-4E14-BB26-37358CB1C7B2}" dt="2023-05-31T16:37:03.721" v="6887" actId="1076"/>
          <ac:picMkLst>
            <pc:docMk/>
            <pc:sldMk cId="2278980403" sldId="544"/>
            <ac:picMk id="82" creationId="{B2682640-CB75-E5AF-4677-A772AF6626CF}"/>
          </ac:picMkLst>
        </pc:picChg>
        <pc:cxnChg chg="mod topLvl">
          <ac:chgData name="Nikki Papenfus" userId="2a405823-0c8b-419b-afb6-8159926c2e17" providerId="ADAL" clId="{C4CD5978-2643-4E14-BB26-37358CB1C7B2}" dt="2023-05-31T14:31:26.793" v="4062" actId="164"/>
          <ac:cxnSpMkLst>
            <pc:docMk/>
            <pc:sldMk cId="2278980403" sldId="544"/>
            <ac:cxnSpMk id="53" creationId="{96BCD7DF-417C-40FC-A009-62F20E310579}"/>
          </ac:cxnSpMkLst>
        </pc:cxnChg>
        <pc:cxnChg chg="mod topLvl">
          <ac:chgData name="Nikki Papenfus" userId="2a405823-0c8b-419b-afb6-8159926c2e17" providerId="ADAL" clId="{C4CD5978-2643-4E14-BB26-37358CB1C7B2}" dt="2023-05-31T14:31:05.437" v="4027" actId="164"/>
          <ac:cxnSpMkLst>
            <pc:docMk/>
            <pc:sldMk cId="2278980403" sldId="544"/>
            <ac:cxnSpMk id="54" creationId="{5C35DC17-35CA-474B-A63A-097AF4B53683}"/>
          </ac:cxnSpMkLst>
        </pc:cxnChg>
        <pc:cxnChg chg="mod topLvl">
          <ac:chgData name="Nikki Papenfus" userId="2a405823-0c8b-419b-afb6-8159926c2e17" providerId="ADAL" clId="{C4CD5978-2643-4E14-BB26-37358CB1C7B2}" dt="2023-05-31T14:31:36.469" v="4071" actId="164"/>
          <ac:cxnSpMkLst>
            <pc:docMk/>
            <pc:sldMk cId="2278980403" sldId="544"/>
            <ac:cxnSpMk id="56" creationId="{B3161827-1C79-45D4-8A2A-7D4430AD5A82}"/>
          </ac:cxnSpMkLst>
        </pc:cxnChg>
        <pc:cxnChg chg="mod topLvl">
          <ac:chgData name="Nikki Papenfus" userId="2a405823-0c8b-419b-afb6-8159926c2e17" providerId="ADAL" clId="{C4CD5978-2643-4E14-BB26-37358CB1C7B2}" dt="2023-05-31T14:31:14.112" v="4035" actId="164"/>
          <ac:cxnSpMkLst>
            <pc:docMk/>
            <pc:sldMk cId="2278980403" sldId="544"/>
            <ac:cxnSpMk id="62" creationId="{D03824B4-4EF4-45B9-8576-E50018875612}"/>
          </ac:cxnSpMkLst>
        </pc:cxnChg>
      </pc:sldChg>
      <pc:sldChg chg="add del">
        <pc:chgData name="Nikki Papenfus" userId="2a405823-0c8b-419b-afb6-8159926c2e17" providerId="ADAL" clId="{C4CD5978-2643-4E14-BB26-37358CB1C7B2}" dt="2023-05-31T14:39:41.016" v="4420"/>
        <pc:sldMkLst>
          <pc:docMk/>
          <pc:sldMk cId="482115138" sldId="545"/>
        </pc:sldMkLst>
      </pc:sldChg>
      <pc:sldChg chg="add del">
        <pc:chgData name="Nikki Papenfus" userId="2a405823-0c8b-419b-afb6-8159926c2e17" providerId="ADAL" clId="{C4CD5978-2643-4E14-BB26-37358CB1C7B2}" dt="2023-05-31T14:39:45.010" v="4422"/>
        <pc:sldMkLst>
          <pc:docMk/>
          <pc:sldMk cId="942476877" sldId="545"/>
        </pc:sldMkLst>
      </pc:sldChg>
      <pc:sldChg chg="addSp delSp modSp add del mod ord modShow">
        <pc:chgData name="Nikki Papenfus" userId="2a405823-0c8b-419b-afb6-8159926c2e17" providerId="ADAL" clId="{C4CD5978-2643-4E14-BB26-37358CB1C7B2}" dt="2023-06-01T16:01:44.933" v="12159" actId="47"/>
        <pc:sldMkLst>
          <pc:docMk/>
          <pc:sldMk cId="3015967817" sldId="545"/>
        </pc:sldMkLst>
        <pc:spChg chg="mod">
          <ac:chgData name="Nikki Papenfus" userId="2a405823-0c8b-419b-afb6-8159926c2e17" providerId="ADAL" clId="{C4CD5978-2643-4E14-BB26-37358CB1C7B2}" dt="2023-06-01T10:22:17.590" v="9759" actId="20577"/>
          <ac:spMkLst>
            <pc:docMk/>
            <pc:sldMk cId="3015967817" sldId="545"/>
            <ac:spMk id="2" creationId="{73F060A0-A02A-C863-69B6-83C2C129863A}"/>
          </ac:spMkLst>
        </pc:spChg>
        <pc:spChg chg="add del mod">
          <ac:chgData name="Nikki Papenfus" userId="2a405823-0c8b-419b-afb6-8159926c2e17" providerId="ADAL" clId="{C4CD5978-2643-4E14-BB26-37358CB1C7B2}" dt="2023-06-01T09:18:56.592" v="8443" actId="478"/>
          <ac:spMkLst>
            <pc:docMk/>
            <pc:sldMk cId="3015967817" sldId="545"/>
            <ac:spMk id="3" creationId="{2020FCB5-F794-F009-11CE-A2E57787AF68}"/>
          </ac:spMkLst>
        </pc:spChg>
        <pc:spChg chg="add del mod">
          <ac:chgData name="Nikki Papenfus" userId="2a405823-0c8b-419b-afb6-8159926c2e17" providerId="ADAL" clId="{C4CD5978-2643-4E14-BB26-37358CB1C7B2}" dt="2023-05-31T14:40:20.922" v="4482" actId="478"/>
          <ac:spMkLst>
            <pc:docMk/>
            <pc:sldMk cId="3015967817" sldId="545"/>
            <ac:spMk id="4" creationId="{DA0AD69B-EE73-5C58-1B7F-BB3C20206069}"/>
          </ac:spMkLst>
        </pc:spChg>
        <pc:spChg chg="add mod">
          <ac:chgData name="Nikki Papenfus" userId="2a405823-0c8b-419b-afb6-8159926c2e17" providerId="ADAL" clId="{C4CD5978-2643-4E14-BB26-37358CB1C7B2}" dt="2023-05-31T15:01:19.244" v="4998" actId="1038"/>
          <ac:spMkLst>
            <pc:docMk/>
            <pc:sldMk cId="3015967817" sldId="545"/>
            <ac:spMk id="5" creationId="{894744CC-3032-20A1-9941-822DB9523AAF}"/>
          </ac:spMkLst>
        </pc:spChg>
        <pc:spChg chg="add mod">
          <ac:chgData name="Nikki Papenfus" userId="2a405823-0c8b-419b-afb6-8159926c2e17" providerId="ADAL" clId="{C4CD5978-2643-4E14-BB26-37358CB1C7B2}" dt="2023-05-31T15:01:19.244" v="4998" actId="1038"/>
          <ac:spMkLst>
            <pc:docMk/>
            <pc:sldMk cId="3015967817" sldId="545"/>
            <ac:spMk id="6" creationId="{82C262F9-0FE2-A430-7707-AF4F739EDA81}"/>
          </ac:spMkLst>
        </pc:spChg>
        <pc:spChg chg="add mod">
          <ac:chgData name="Nikki Papenfus" userId="2a405823-0c8b-419b-afb6-8159926c2e17" providerId="ADAL" clId="{C4CD5978-2643-4E14-BB26-37358CB1C7B2}" dt="2023-05-31T15:01:32.825" v="5001" actId="14100"/>
          <ac:spMkLst>
            <pc:docMk/>
            <pc:sldMk cId="3015967817" sldId="545"/>
            <ac:spMk id="7" creationId="{718D3215-D6BD-81CB-78E2-69DE158B2876}"/>
          </ac:spMkLst>
        </pc:spChg>
        <pc:spChg chg="add mod">
          <ac:chgData name="Nikki Papenfus" userId="2a405823-0c8b-419b-afb6-8159926c2e17" providerId="ADAL" clId="{C4CD5978-2643-4E14-BB26-37358CB1C7B2}" dt="2023-05-31T15:01:19.244" v="4998" actId="1038"/>
          <ac:spMkLst>
            <pc:docMk/>
            <pc:sldMk cId="3015967817" sldId="545"/>
            <ac:spMk id="8" creationId="{156263D0-620E-4E73-2196-AD897E424051}"/>
          </ac:spMkLst>
        </pc:spChg>
        <pc:spChg chg="add mod">
          <ac:chgData name="Nikki Papenfus" userId="2a405823-0c8b-419b-afb6-8159926c2e17" providerId="ADAL" clId="{C4CD5978-2643-4E14-BB26-37358CB1C7B2}" dt="2023-05-31T15:01:19.244" v="4998" actId="1038"/>
          <ac:spMkLst>
            <pc:docMk/>
            <pc:sldMk cId="3015967817" sldId="545"/>
            <ac:spMk id="9" creationId="{1CF6DCA2-EB34-E6A1-9D7C-B3AEB21CDD67}"/>
          </ac:spMkLst>
        </pc:spChg>
        <pc:spChg chg="add mod">
          <ac:chgData name="Nikki Papenfus" userId="2a405823-0c8b-419b-afb6-8159926c2e17" providerId="ADAL" clId="{C4CD5978-2643-4E14-BB26-37358CB1C7B2}" dt="2023-05-31T15:01:19.244" v="4998" actId="1038"/>
          <ac:spMkLst>
            <pc:docMk/>
            <pc:sldMk cId="3015967817" sldId="545"/>
            <ac:spMk id="10" creationId="{F4409ADA-057A-AAC1-2DAB-2CBE76D77F08}"/>
          </ac:spMkLst>
        </pc:spChg>
        <pc:spChg chg="add mod">
          <ac:chgData name="Nikki Papenfus" userId="2a405823-0c8b-419b-afb6-8159926c2e17" providerId="ADAL" clId="{C4CD5978-2643-4E14-BB26-37358CB1C7B2}" dt="2023-05-31T15:01:19.244" v="4998" actId="1038"/>
          <ac:spMkLst>
            <pc:docMk/>
            <pc:sldMk cId="3015967817" sldId="545"/>
            <ac:spMk id="11" creationId="{DAEF5AE6-1F57-6D65-0006-B9AF3969108F}"/>
          </ac:spMkLst>
        </pc:spChg>
        <pc:spChg chg="add mod">
          <ac:chgData name="Nikki Papenfus" userId="2a405823-0c8b-419b-afb6-8159926c2e17" providerId="ADAL" clId="{C4CD5978-2643-4E14-BB26-37358CB1C7B2}" dt="2023-06-01T08:16:18.560" v="7624" actId="1076"/>
          <ac:spMkLst>
            <pc:docMk/>
            <pc:sldMk cId="3015967817" sldId="545"/>
            <ac:spMk id="12" creationId="{E046CFAB-00DF-7DC6-9126-860E80EBDCA7}"/>
          </ac:spMkLst>
        </pc:spChg>
        <pc:spChg chg="add mod">
          <ac:chgData name="Nikki Papenfus" userId="2a405823-0c8b-419b-afb6-8159926c2e17" providerId="ADAL" clId="{C4CD5978-2643-4E14-BB26-37358CB1C7B2}" dt="2023-05-31T15:01:19.244" v="4998" actId="1038"/>
          <ac:spMkLst>
            <pc:docMk/>
            <pc:sldMk cId="3015967817" sldId="545"/>
            <ac:spMk id="13" creationId="{12475015-17F5-95F3-163C-21DE4E4DD521}"/>
          </ac:spMkLst>
        </pc:spChg>
        <pc:spChg chg="add mod">
          <ac:chgData name="Nikki Papenfus" userId="2a405823-0c8b-419b-afb6-8159926c2e17" providerId="ADAL" clId="{C4CD5978-2643-4E14-BB26-37358CB1C7B2}" dt="2023-05-31T15:01:19.244" v="4998" actId="1038"/>
          <ac:spMkLst>
            <pc:docMk/>
            <pc:sldMk cId="3015967817" sldId="545"/>
            <ac:spMk id="14" creationId="{E8D35FF9-F429-215E-5299-990E9230BBA7}"/>
          </ac:spMkLst>
        </pc:spChg>
        <pc:spChg chg="add del mod">
          <ac:chgData name="Nikki Papenfus" userId="2a405823-0c8b-419b-afb6-8159926c2e17" providerId="ADAL" clId="{C4CD5978-2643-4E14-BB26-37358CB1C7B2}" dt="2023-05-31T15:12:40.555" v="5387" actId="478"/>
          <ac:spMkLst>
            <pc:docMk/>
            <pc:sldMk cId="3015967817" sldId="545"/>
            <ac:spMk id="15" creationId="{09DE8C0E-7872-BFEC-40FB-85CCFB3F9569}"/>
          </ac:spMkLst>
        </pc:spChg>
        <pc:spChg chg="add del mod">
          <ac:chgData name="Nikki Papenfus" userId="2a405823-0c8b-419b-afb6-8159926c2e17" providerId="ADAL" clId="{C4CD5978-2643-4E14-BB26-37358CB1C7B2}" dt="2023-05-31T14:57:03.693" v="4941" actId="164"/>
          <ac:spMkLst>
            <pc:docMk/>
            <pc:sldMk cId="3015967817" sldId="545"/>
            <ac:spMk id="16" creationId="{45AE3948-F3B5-0B08-2432-3B797380AFEA}"/>
          </ac:spMkLst>
        </pc:spChg>
        <pc:spChg chg="add del mod">
          <ac:chgData name="Nikki Papenfus" userId="2a405823-0c8b-419b-afb6-8159926c2e17" providerId="ADAL" clId="{C4CD5978-2643-4E14-BB26-37358CB1C7B2}" dt="2023-06-01T07:45:22.154" v="7504" actId="20577"/>
          <ac:spMkLst>
            <pc:docMk/>
            <pc:sldMk cId="3015967817" sldId="545"/>
            <ac:spMk id="17" creationId="{DB6BC475-499C-C01E-DDEE-36D97BD7C548}"/>
          </ac:spMkLst>
        </pc:spChg>
        <pc:spChg chg="add del mod">
          <ac:chgData name="Nikki Papenfus" userId="2a405823-0c8b-419b-afb6-8159926c2e17" providerId="ADAL" clId="{C4CD5978-2643-4E14-BB26-37358CB1C7B2}" dt="2023-05-31T14:57:03.693" v="4941" actId="164"/>
          <ac:spMkLst>
            <pc:docMk/>
            <pc:sldMk cId="3015967817" sldId="545"/>
            <ac:spMk id="18" creationId="{74F69305-0A83-3986-CB66-6C21A7DE8C31}"/>
          </ac:spMkLst>
        </pc:spChg>
        <pc:spChg chg="add del mod">
          <ac:chgData name="Nikki Papenfus" userId="2a405823-0c8b-419b-afb6-8159926c2e17" providerId="ADAL" clId="{C4CD5978-2643-4E14-BB26-37358CB1C7B2}" dt="2023-06-01T07:45:55.688" v="7524" actId="6549"/>
          <ac:spMkLst>
            <pc:docMk/>
            <pc:sldMk cId="3015967817" sldId="545"/>
            <ac:spMk id="19" creationId="{DE2352DB-D650-D774-731E-1E12211FC8EA}"/>
          </ac:spMkLst>
        </pc:spChg>
        <pc:spChg chg="add del mod">
          <ac:chgData name="Nikki Papenfus" userId="2a405823-0c8b-419b-afb6-8159926c2e17" providerId="ADAL" clId="{C4CD5978-2643-4E14-BB26-37358CB1C7B2}" dt="2023-05-31T14:57:03.693" v="4941" actId="164"/>
          <ac:spMkLst>
            <pc:docMk/>
            <pc:sldMk cId="3015967817" sldId="545"/>
            <ac:spMk id="20" creationId="{8617A52A-6C2A-0F95-03E2-3AC3094E6460}"/>
          </ac:spMkLst>
        </pc:spChg>
        <pc:spChg chg="add del mod">
          <ac:chgData name="Nikki Papenfus" userId="2a405823-0c8b-419b-afb6-8159926c2e17" providerId="ADAL" clId="{C4CD5978-2643-4E14-BB26-37358CB1C7B2}" dt="2023-06-01T07:44:36.498" v="7467" actId="14100"/>
          <ac:spMkLst>
            <pc:docMk/>
            <pc:sldMk cId="3015967817" sldId="545"/>
            <ac:spMk id="21" creationId="{F1BD943D-F3C8-A136-65F3-1FAA2C445D78}"/>
          </ac:spMkLst>
        </pc:spChg>
        <pc:spChg chg="add del mod">
          <ac:chgData name="Nikki Papenfus" userId="2a405823-0c8b-419b-afb6-8159926c2e17" providerId="ADAL" clId="{C4CD5978-2643-4E14-BB26-37358CB1C7B2}" dt="2023-05-31T14:57:03.693" v="4941" actId="164"/>
          <ac:spMkLst>
            <pc:docMk/>
            <pc:sldMk cId="3015967817" sldId="545"/>
            <ac:spMk id="22" creationId="{47AA095D-8565-7FD7-79B7-47C83005ED9C}"/>
          </ac:spMkLst>
        </pc:spChg>
        <pc:spChg chg="add del mod">
          <ac:chgData name="Nikki Papenfus" userId="2a405823-0c8b-419b-afb6-8159926c2e17" providerId="ADAL" clId="{C4CD5978-2643-4E14-BB26-37358CB1C7B2}" dt="2023-06-01T07:46:09.636" v="7525"/>
          <ac:spMkLst>
            <pc:docMk/>
            <pc:sldMk cId="3015967817" sldId="545"/>
            <ac:spMk id="23" creationId="{4133AACA-51BA-A6AC-5332-08E79C469214}"/>
          </ac:spMkLst>
        </pc:spChg>
        <pc:spChg chg="add del mod">
          <ac:chgData name="Nikki Papenfus" userId="2a405823-0c8b-419b-afb6-8159926c2e17" providerId="ADAL" clId="{C4CD5978-2643-4E14-BB26-37358CB1C7B2}" dt="2023-05-31T14:57:03.693" v="4941" actId="164"/>
          <ac:spMkLst>
            <pc:docMk/>
            <pc:sldMk cId="3015967817" sldId="545"/>
            <ac:spMk id="24" creationId="{E405A752-0E9D-05AB-35C6-22A3014FA897}"/>
          </ac:spMkLst>
        </pc:spChg>
        <pc:spChg chg="add del mod">
          <ac:chgData name="Nikki Papenfus" userId="2a405823-0c8b-419b-afb6-8159926c2e17" providerId="ADAL" clId="{C4CD5978-2643-4E14-BB26-37358CB1C7B2}" dt="2023-06-01T07:46:15.512" v="7529" actId="6549"/>
          <ac:spMkLst>
            <pc:docMk/>
            <pc:sldMk cId="3015967817" sldId="545"/>
            <ac:spMk id="25" creationId="{1106AA16-FA94-55BD-9EE1-18BFE5DE1907}"/>
          </ac:spMkLst>
        </pc:spChg>
        <pc:spChg chg="add del mod">
          <ac:chgData name="Nikki Papenfus" userId="2a405823-0c8b-419b-afb6-8159926c2e17" providerId="ADAL" clId="{C4CD5978-2643-4E14-BB26-37358CB1C7B2}" dt="2023-05-31T14:50:35.821" v="4845" actId="478"/>
          <ac:spMkLst>
            <pc:docMk/>
            <pc:sldMk cId="3015967817" sldId="545"/>
            <ac:spMk id="26" creationId="{543348F5-3EA6-CA15-152B-49CB5B7DED00}"/>
          </ac:spMkLst>
        </pc:spChg>
        <pc:spChg chg="add del mod">
          <ac:chgData name="Nikki Papenfus" userId="2a405823-0c8b-419b-afb6-8159926c2e17" providerId="ADAL" clId="{C4CD5978-2643-4E14-BB26-37358CB1C7B2}" dt="2023-05-31T14:50:38.352" v="4847" actId="478"/>
          <ac:spMkLst>
            <pc:docMk/>
            <pc:sldMk cId="3015967817" sldId="545"/>
            <ac:spMk id="27" creationId="{DE574FE8-70B8-9A74-35C8-A7CCDECFC9A8}"/>
          </ac:spMkLst>
        </pc:spChg>
        <pc:spChg chg="add del mod">
          <ac:chgData name="Nikki Papenfus" userId="2a405823-0c8b-419b-afb6-8159926c2e17" providerId="ADAL" clId="{C4CD5978-2643-4E14-BB26-37358CB1C7B2}" dt="2023-05-31T14:50:42.313" v="4848" actId="478"/>
          <ac:spMkLst>
            <pc:docMk/>
            <pc:sldMk cId="3015967817" sldId="545"/>
            <ac:spMk id="28" creationId="{7B492444-5E50-51F0-F165-1249A6B1B5FC}"/>
          </ac:spMkLst>
        </pc:spChg>
        <pc:spChg chg="add del mod">
          <ac:chgData name="Nikki Papenfus" userId="2a405823-0c8b-419b-afb6-8159926c2e17" providerId="ADAL" clId="{C4CD5978-2643-4E14-BB26-37358CB1C7B2}" dt="2023-05-31T14:50:32.401" v="4842" actId="478"/>
          <ac:spMkLst>
            <pc:docMk/>
            <pc:sldMk cId="3015967817" sldId="545"/>
            <ac:spMk id="29" creationId="{186A5F9A-2D45-5878-0CDD-666396C801E8}"/>
          </ac:spMkLst>
        </pc:spChg>
        <pc:spChg chg="add del mod">
          <ac:chgData name="Nikki Papenfus" userId="2a405823-0c8b-419b-afb6-8159926c2e17" providerId="ADAL" clId="{C4CD5978-2643-4E14-BB26-37358CB1C7B2}" dt="2023-05-31T14:50:32.019" v="4841" actId="478"/>
          <ac:spMkLst>
            <pc:docMk/>
            <pc:sldMk cId="3015967817" sldId="545"/>
            <ac:spMk id="30" creationId="{9E4ABB74-06DC-4B74-506D-33DE36CEE065}"/>
          </ac:spMkLst>
        </pc:spChg>
        <pc:spChg chg="add del mod">
          <ac:chgData name="Nikki Papenfus" userId="2a405823-0c8b-419b-afb6-8159926c2e17" providerId="ADAL" clId="{C4CD5978-2643-4E14-BB26-37358CB1C7B2}" dt="2023-05-31T14:44:41.083" v="4795" actId="478"/>
          <ac:spMkLst>
            <pc:docMk/>
            <pc:sldMk cId="3015967817" sldId="545"/>
            <ac:spMk id="31" creationId="{4EDB992D-2BB1-0794-623F-1022E5511F5E}"/>
          </ac:spMkLst>
        </pc:spChg>
        <pc:spChg chg="add del mod">
          <ac:chgData name="Nikki Papenfus" userId="2a405823-0c8b-419b-afb6-8159926c2e17" providerId="ADAL" clId="{C4CD5978-2643-4E14-BB26-37358CB1C7B2}" dt="2023-05-31T15:12:48.165" v="5389" actId="478"/>
          <ac:spMkLst>
            <pc:docMk/>
            <pc:sldMk cId="3015967817" sldId="545"/>
            <ac:spMk id="32" creationId="{FAC553A1-1C91-044B-2A96-1D9E99A6A188}"/>
          </ac:spMkLst>
        </pc:spChg>
        <pc:spChg chg="add del mod">
          <ac:chgData name="Nikki Papenfus" userId="2a405823-0c8b-419b-afb6-8159926c2e17" providerId="ADAL" clId="{C4CD5978-2643-4E14-BB26-37358CB1C7B2}" dt="2023-05-31T15:12:48.165" v="5389" actId="478"/>
          <ac:spMkLst>
            <pc:docMk/>
            <pc:sldMk cId="3015967817" sldId="545"/>
            <ac:spMk id="33" creationId="{8A99231F-04D2-2755-AC62-ADAFB097BD46}"/>
          </ac:spMkLst>
        </pc:spChg>
        <pc:spChg chg="add del mod">
          <ac:chgData name="Nikki Papenfus" userId="2a405823-0c8b-419b-afb6-8159926c2e17" providerId="ADAL" clId="{C4CD5978-2643-4E14-BB26-37358CB1C7B2}" dt="2023-05-31T15:12:48.165" v="5389" actId="478"/>
          <ac:spMkLst>
            <pc:docMk/>
            <pc:sldMk cId="3015967817" sldId="545"/>
            <ac:spMk id="34" creationId="{5A83E2A1-E643-2064-7BD7-97B9534F5841}"/>
          </ac:spMkLst>
        </pc:spChg>
        <pc:spChg chg="add del mod">
          <ac:chgData name="Nikki Papenfus" userId="2a405823-0c8b-419b-afb6-8159926c2e17" providerId="ADAL" clId="{C4CD5978-2643-4E14-BB26-37358CB1C7B2}" dt="2023-05-31T15:12:48.165" v="5389" actId="478"/>
          <ac:spMkLst>
            <pc:docMk/>
            <pc:sldMk cId="3015967817" sldId="545"/>
            <ac:spMk id="35" creationId="{925CF48B-C97C-1800-549C-746F06186D10}"/>
          </ac:spMkLst>
        </pc:spChg>
        <pc:spChg chg="add del mod">
          <ac:chgData name="Nikki Papenfus" userId="2a405823-0c8b-419b-afb6-8159926c2e17" providerId="ADAL" clId="{C4CD5978-2643-4E14-BB26-37358CB1C7B2}" dt="2023-05-31T15:12:48.165" v="5389" actId="478"/>
          <ac:spMkLst>
            <pc:docMk/>
            <pc:sldMk cId="3015967817" sldId="545"/>
            <ac:spMk id="36" creationId="{50B844B3-7E1C-F87D-5CEF-767DE6E17776}"/>
          </ac:spMkLst>
        </pc:spChg>
        <pc:spChg chg="add del mod">
          <ac:chgData name="Nikki Papenfus" userId="2a405823-0c8b-419b-afb6-8159926c2e17" providerId="ADAL" clId="{C4CD5978-2643-4E14-BB26-37358CB1C7B2}" dt="2023-05-31T14:44:41.083" v="4795" actId="478"/>
          <ac:spMkLst>
            <pc:docMk/>
            <pc:sldMk cId="3015967817" sldId="545"/>
            <ac:spMk id="37" creationId="{5E15FE4E-C837-6DFA-A068-8B6B3149BC64}"/>
          </ac:spMkLst>
        </pc:spChg>
        <pc:spChg chg="add mod ord">
          <ac:chgData name="Nikki Papenfus" userId="2a405823-0c8b-419b-afb6-8159926c2e17" providerId="ADAL" clId="{C4CD5978-2643-4E14-BB26-37358CB1C7B2}" dt="2023-05-31T15:02:31.593" v="5012" actId="1035"/>
          <ac:spMkLst>
            <pc:docMk/>
            <pc:sldMk cId="3015967817" sldId="545"/>
            <ac:spMk id="38" creationId="{253704D0-4710-4704-7E8A-81B690F3430D}"/>
          </ac:spMkLst>
        </pc:spChg>
        <pc:spChg chg="add mod">
          <ac:chgData name="Nikki Papenfus" userId="2a405823-0c8b-419b-afb6-8159926c2e17" providerId="ADAL" clId="{C4CD5978-2643-4E14-BB26-37358CB1C7B2}" dt="2023-05-31T15:02:25.249" v="5008" actId="14100"/>
          <ac:spMkLst>
            <pc:docMk/>
            <pc:sldMk cId="3015967817" sldId="545"/>
            <ac:spMk id="39" creationId="{AA6AF43A-C2A7-5B65-63F0-E8EAFBEDDFCC}"/>
          </ac:spMkLst>
        </pc:spChg>
        <pc:spChg chg="mod">
          <ac:chgData name="Nikki Papenfus" userId="2a405823-0c8b-419b-afb6-8159926c2e17" providerId="ADAL" clId="{C4CD5978-2643-4E14-BB26-37358CB1C7B2}" dt="2023-05-31T15:02:18.964" v="5007" actId="403"/>
          <ac:spMkLst>
            <pc:docMk/>
            <pc:sldMk cId="3015967817" sldId="545"/>
            <ac:spMk id="41" creationId="{31FD65C7-16C4-7FCF-30E9-E7C4357DDA47}"/>
          </ac:spMkLst>
        </pc:spChg>
        <pc:spChg chg="mod">
          <ac:chgData name="Nikki Papenfus" userId="2a405823-0c8b-419b-afb6-8159926c2e17" providerId="ADAL" clId="{C4CD5978-2643-4E14-BB26-37358CB1C7B2}" dt="2023-05-31T15:02:18.964" v="5007" actId="403"/>
          <ac:spMkLst>
            <pc:docMk/>
            <pc:sldMk cId="3015967817" sldId="545"/>
            <ac:spMk id="43" creationId="{FBAE4AF7-9355-5309-A3AC-B1181A3575A6}"/>
          </ac:spMkLst>
        </pc:spChg>
        <pc:spChg chg="mod">
          <ac:chgData name="Nikki Papenfus" userId="2a405823-0c8b-419b-afb6-8159926c2e17" providerId="ADAL" clId="{C4CD5978-2643-4E14-BB26-37358CB1C7B2}" dt="2023-05-31T15:02:18.964" v="5007" actId="403"/>
          <ac:spMkLst>
            <pc:docMk/>
            <pc:sldMk cId="3015967817" sldId="545"/>
            <ac:spMk id="45" creationId="{75759DC9-8266-AD86-9BB1-B85A21B6CA49}"/>
          </ac:spMkLst>
        </pc:spChg>
        <pc:spChg chg="mod">
          <ac:chgData name="Nikki Papenfus" userId="2a405823-0c8b-419b-afb6-8159926c2e17" providerId="ADAL" clId="{C4CD5978-2643-4E14-BB26-37358CB1C7B2}" dt="2023-05-31T15:02:18.964" v="5007" actId="403"/>
          <ac:spMkLst>
            <pc:docMk/>
            <pc:sldMk cId="3015967817" sldId="545"/>
            <ac:spMk id="47" creationId="{033FAF69-8F51-789F-54D7-ABA4608DC42F}"/>
          </ac:spMkLst>
        </pc:spChg>
        <pc:spChg chg="mod">
          <ac:chgData name="Nikki Papenfus" userId="2a405823-0c8b-419b-afb6-8159926c2e17" providerId="ADAL" clId="{C4CD5978-2643-4E14-BB26-37358CB1C7B2}" dt="2023-05-31T15:02:18.964" v="5007" actId="403"/>
          <ac:spMkLst>
            <pc:docMk/>
            <pc:sldMk cId="3015967817" sldId="545"/>
            <ac:spMk id="49" creationId="{71E70EBE-62F7-CFBA-513F-7334304EB916}"/>
          </ac:spMkLst>
        </pc:spChg>
        <pc:spChg chg="mod">
          <ac:chgData name="Nikki Papenfus" userId="2a405823-0c8b-419b-afb6-8159926c2e17" providerId="ADAL" clId="{C4CD5978-2643-4E14-BB26-37358CB1C7B2}" dt="2023-05-31T15:02:18.964" v="5007" actId="403"/>
          <ac:spMkLst>
            <pc:docMk/>
            <pc:sldMk cId="3015967817" sldId="545"/>
            <ac:spMk id="51" creationId="{AF402361-57F6-133F-45BF-DD012463F7B5}"/>
          </ac:spMkLst>
        </pc:spChg>
        <pc:spChg chg="add del mod">
          <ac:chgData name="Nikki Papenfus" userId="2a405823-0c8b-419b-afb6-8159926c2e17" providerId="ADAL" clId="{C4CD5978-2643-4E14-BB26-37358CB1C7B2}" dt="2023-05-31T14:44:41.083" v="4795" actId="478"/>
          <ac:spMkLst>
            <pc:docMk/>
            <pc:sldMk cId="3015967817" sldId="545"/>
            <ac:spMk id="52" creationId="{8F4FF332-2D4D-8EF2-411B-79679F3C7C91}"/>
          </ac:spMkLst>
        </pc:spChg>
        <pc:spChg chg="add del mod">
          <ac:chgData name="Nikki Papenfus" userId="2a405823-0c8b-419b-afb6-8159926c2e17" providerId="ADAL" clId="{C4CD5978-2643-4E14-BB26-37358CB1C7B2}" dt="2023-05-31T14:44:41.083" v="4795" actId="478"/>
          <ac:spMkLst>
            <pc:docMk/>
            <pc:sldMk cId="3015967817" sldId="545"/>
            <ac:spMk id="53" creationId="{82214F03-05B5-0421-FF77-9770A4346669}"/>
          </ac:spMkLst>
        </pc:spChg>
        <pc:spChg chg="mod">
          <ac:chgData name="Nikki Papenfus" userId="2a405823-0c8b-419b-afb6-8159926c2e17" providerId="ADAL" clId="{C4CD5978-2643-4E14-BB26-37358CB1C7B2}" dt="2023-05-31T14:40:09.118" v="4436"/>
          <ac:spMkLst>
            <pc:docMk/>
            <pc:sldMk cId="3015967817" sldId="545"/>
            <ac:spMk id="55" creationId="{47A9E843-0B90-F83A-D2A6-225C2DFD255F}"/>
          </ac:spMkLst>
        </pc:spChg>
        <pc:spChg chg="mod">
          <ac:chgData name="Nikki Papenfus" userId="2a405823-0c8b-419b-afb6-8159926c2e17" providerId="ADAL" clId="{C4CD5978-2643-4E14-BB26-37358CB1C7B2}" dt="2023-05-31T14:40:09.118" v="4436"/>
          <ac:spMkLst>
            <pc:docMk/>
            <pc:sldMk cId="3015967817" sldId="545"/>
            <ac:spMk id="57" creationId="{899AE746-95B5-4965-29B1-35DA8C41777B}"/>
          </ac:spMkLst>
        </pc:spChg>
        <pc:spChg chg="mod">
          <ac:chgData name="Nikki Papenfus" userId="2a405823-0c8b-419b-afb6-8159926c2e17" providerId="ADAL" clId="{C4CD5978-2643-4E14-BB26-37358CB1C7B2}" dt="2023-05-31T14:40:09.118" v="4436"/>
          <ac:spMkLst>
            <pc:docMk/>
            <pc:sldMk cId="3015967817" sldId="545"/>
            <ac:spMk id="59" creationId="{5392CB26-EF77-D462-2C91-720D68EB0243}"/>
          </ac:spMkLst>
        </pc:spChg>
        <pc:spChg chg="mod">
          <ac:chgData name="Nikki Papenfus" userId="2a405823-0c8b-419b-afb6-8159926c2e17" providerId="ADAL" clId="{C4CD5978-2643-4E14-BB26-37358CB1C7B2}" dt="2023-05-31T14:40:09.118" v="4436"/>
          <ac:spMkLst>
            <pc:docMk/>
            <pc:sldMk cId="3015967817" sldId="545"/>
            <ac:spMk id="61" creationId="{36268E7B-D5BC-0932-421E-84ABA439B901}"/>
          </ac:spMkLst>
        </pc:spChg>
        <pc:spChg chg="mod">
          <ac:chgData name="Nikki Papenfus" userId="2a405823-0c8b-419b-afb6-8159926c2e17" providerId="ADAL" clId="{C4CD5978-2643-4E14-BB26-37358CB1C7B2}" dt="2023-05-31T14:40:09.118" v="4436"/>
          <ac:spMkLst>
            <pc:docMk/>
            <pc:sldMk cId="3015967817" sldId="545"/>
            <ac:spMk id="63" creationId="{3540698F-6A3A-2E81-805A-1854AAF20679}"/>
          </ac:spMkLst>
        </pc:spChg>
        <pc:spChg chg="mod">
          <ac:chgData name="Nikki Papenfus" userId="2a405823-0c8b-419b-afb6-8159926c2e17" providerId="ADAL" clId="{C4CD5978-2643-4E14-BB26-37358CB1C7B2}" dt="2023-05-31T14:40:09.118" v="4436"/>
          <ac:spMkLst>
            <pc:docMk/>
            <pc:sldMk cId="3015967817" sldId="545"/>
            <ac:spMk id="65" creationId="{09B1D329-DFC3-0460-1CD9-5559B26CBA9F}"/>
          </ac:spMkLst>
        </pc:spChg>
        <pc:spChg chg="mod">
          <ac:chgData name="Nikki Papenfus" userId="2a405823-0c8b-419b-afb6-8159926c2e17" providerId="ADAL" clId="{C4CD5978-2643-4E14-BB26-37358CB1C7B2}" dt="2023-05-31T15:02:18.964" v="5007" actId="403"/>
          <ac:spMkLst>
            <pc:docMk/>
            <pc:sldMk cId="3015967817" sldId="545"/>
            <ac:spMk id="67" creationId="{19C0872F-6CEA-D554-5552-F8350BB5FFA9}"/>
          </ac:spMkLst>
        </pc:spChg>
        <pc:spChg chg="mod">
          <ac:chgData name="Nikki Papenfus" userId="2a405823-0c8b-419b-afb6-8159926c2e17" providerId="ADAL" clId="{C4CD5978-2643-4E14-BB26-37358CB1C7B2}" dt="2023-05-31T15:02:18.964" v="5007" actId="403"/>
          <ac:spMkLst>
            <pc:docMk/>
            <pc:sldMk cId="3015967817" sldId="545"/>
            <ac:spMk id="68" creationId="{D111EDE2-D9FC-A1A0-6C77-CC8EBD973D5B}"/>
          </ac:spMkLst>
        </pc:spChg>
        <pc:spChg chg="add del mod">
          <ac:chgData name="Nikki Papenfus" userId="2a405823-0c8b-419b-afb6-8159926c2e17" providerId="ADAL" clId="{C4CD5978-2643-4E14-BB26-37358CB1C7B2}" dt="2023-05-31T14:50:30.620" v="4840" actId="478"/>
          <ac:spMkLst>
            <pc:docMk/>
            <pc:sldMk cId="3015967817" sldId="545"/>
            <ac:spMk id="70" creationId="{6DE5E84E-1792-5614-D825-65EE19FBD6E3}"/>
          </ac:spMkLst>
        </pc:spChg>
        <pc:spChg chg="add mod">
          <ac:chgData name="Nikki Papenfus" userId="2a405823-0c8b-419b-afb6-8159926c2e17" providerId="ADAL" clId="{C4CD5978-2643-4E14-BB26-37358CB1C7B2}" dt="2023-05-31T15:02:25.249" v="5008" actId="14100"/>
          <ac:spMkLst>
            <pc:docMk/>
            <pc:sldMk cId="3015967817" sldId="545"/>
            <ac:spMk id="71" creationId="{5587F3D8-CEAC-990F-1E4D-2398D3954011}"/>
          </ac:spMkLst>
        </pc:spChg>
        <pc:spChg chg="mod">
          <ac:chgData name="Nikki Papenfus" userId="2a405823-0c8b-419b-afb6-8159926c2e17" providerId="ADAL" clId="{C4CD5978-2643-4E14-BB26-37358CB1C7B2}" dt="2023-05-31T14:40:09.118" v="4436"/>
          <ac:spMkLst>
            <pc:docMk/>
            <pc:sldMk cId="3015967817" sldId="545"/>
            <ac:spMk id="73" creationId="{0A142F8E-0C0B-6F75-2447-438A8BD39140}"/>
          </ac:spMkLst>
        </pc:spChg>
        <pc:spChg chg="mod">
          <ac:chgData name="Nikki Papenfus" userId="2a405823-0c8b-419b-afb6-8159926c2e17" providerId="ADAL" clId="{C4CD5978-2643-4E14-BB26-37358CB1C7B2}" dt="2023-05-31T14:40:09.118" v="4436"/>
          <ac:spMkLst>
            <pc:docMk/>
            <pc:sldMk cId="3015967817" sldId="545"/>
            <ac:spMk id="75" creationId="{380D4C29-3E9D-8836-54ED-3784312A42D8}"/>
          </ac:spMkLst>
        </pc:spChg>
        <pc:spChg chg="mod">
          <ac:chgData name="Nikki Papenfus" userId="2a405823-0c8b-419b-afb6-8159926c2e17" providerId="ADAL" clId="{C4CD5978-2643-4E14-BB26-37358CB1C7B2}" dt="2023-05-31T14:40:09.118" v="4436"/>
          <ac:spMkLst>
            <pc:docMk/>
            <pc:sldMk cId="3015967817" sldId="545"/>
            <ac:spMk id="77" creationId="{CC486BBD-646B-415F-68D1-87CBABCB64C9}"/>
          </ac:spMkLst>
        </pc:spChg>
        <pc:spChg chg="mod">
          <ac:chgData name="Nikki Papenfus" userId="2a405823-0c8b-419b-afb6-8159926c2e17" providerId="ADAL" clId="{C4CD5978-2643-4E14-BB26-37358CB1C7B2}" dt="2023-05-31T14:40:09.118" v="4436"/>
          <ac:spMkLst>
            <pc:docMk/>
            <pc:sldMk cId="3015967817" sldId="545"/>
            <ac:spMk id="79" creationId="{D7165299-4B90-CA7A-05C0-62ABBF3C8D4B}"/>
          </ac:spMkLst>
        </pc:spChg>
        <pc:spChg chg="mod">
          <ac:chgData name="Nikki Papenfus" userId="2a405823-0c8b-419b-afb6-8159926c2e17" providerId="ADAL" clId="{C4CD5978-2643-4E14-BB26-37358CB1C7B2}" dt="2023-05-31T14:40:09.118" v="4436"/>
          <ac:spMkLst>
            <pc:docMk/>
            <pc:sldMk cId="3015967817" sldId="545"/>
            <ac:spMk id="81" creationId="{2CB29820-8DD0-1B4A-8152-BAFEA2538F13}"/>
          </ac:spMkLst>
        </pc:spChg>
        <pc:spChg chg="mod">
          <ac:chgData name="Nikki Papenfus" userId="2a405823-0c8b-419b-afb6-8159926c2e17" providerId="ADAL" clId="{C4CD5978-2643-4E14-BB26-37358CB1C7B2}" dt="2023-05-31T14:40:09.118" v="4436"/>
          <ac:spMkLst>
            <pc:docMk/>
            <pc:sldMk cId="3015967817" sldId="545"/>
            <ac:spMk id="83" creationId="{FCFD9746-66AF-8D35-D171-B6C14C531503}"/>
          </ac:spMkLst>
        </pc:spChg>
        <pc:spChg chg="mod">
          <ac:chgData name="Nikki Papenfus" userId="2a405823-0c8b-419b-afb6-8159926c2e17" providerId="ADAL" clId="{C4CD5978-2643-4E14-BB26-37358CB1C7B2}" dt="2023-05-31T14:40:09.118" v="4436"/>
          <ac:spMkLst>
            <pc:docMk/>
            <pc:sldMk cId="3015967817" sldId="545"/>
            <ac:spMk id="85" creationId="{29F9F237-6D8E-4169-551B-6A4794169ED9}"/>
          </ac:spMkLst>
        </pc:spChg>
        <pc:spChg chg="mod">
          <ac:chgData name="Nikki Papenfus" userId="2a405823-0c8b-419b-afb6-8159926c2e17" providerId="ADAL" clId="{C4CD5978-2643-4E14-BB26-37358CB1C7B2}" dt="2023-05-31T14:40:09.118" v="4436"/>
          <ac:spMkLst>
            <pc:docMk/>
            <pc:sldMk cId="3015967817" sldId="545"/>
            <ac:spMk id="86" creationId="{9395C47D-7E15-6252-8458-8E013F27B6D3}"/>
          </ac:spMkLst>
        </pc:spChg>
        <pc:spChg chg="add mod">
          <ac:chgData name="Nikki Papenfus" userId="2a405823-0c8b-419b-afb6-8159926c2e17" providerId="ADAL" clId="{C4CD5978-2643-4E14-BB26-37358CB1C7B2}" dt="2023-05-31T15:02:38.846" v="5017" actId="1038"/>
          <ac:spMkLst>
            <pc:docMk/>
            <pc:sldMk cId="3015967817" sldId="545"/>
            <ac:spMk id="88" creationId="{67111972-316D-BA8A-BF6E-419DE688B91D}"/>
          </ac:spMkLst>
        </pc:spChg>
        <pc:spChg chg="add del mod">
          <ac:chgData name="Nikki Papenfus" userId="2a405823-0c8b-419b-afb6-8159926c2e17" providerId="ADAL" clId="{C4CD5978-2643-4E14-BB26-37358CB1C7B2}" dt="2023-05-31T15:13:17.880" v="5402" actId="478"/>
          <ac:spMkLst>
            <pc:docMk/>
            <pc:sldMk cId="3015967817" sldId="545"/>
            <ac:spMk id="89" creationId="{26FCDF2F-12F8-4E3C-4315-F4A557D2EDFF}"/>
          </ac:spMkLst>
        </pc:spChg>
        <pc:spChg chg="add del mod">
          <ac:chgData name="Nikki Papenfus" userId="2a405823-0c8b-419b-afb6-8159926c2e17" providerId="ADAL" clId="{C4CD5978-2643-4E14-BB26-37358CB1C7B2}" dt="2023-05-31T14:46:14.873" v="4816" actId="478"/>
          <ac:spMkLst>
            <pc:docMk/>
            <pc:sldMk cId="3015967817" sldId="545"/>
            <ac:spMk id="90" creationId="{0BBD1969-1506-6DC0-A388-308F7B9F5FB6}"/>
          </ac:spMkLst>
        </pc:spChg>
        <pc:spChg chg="add del mod">
          <ac:chgData name="Nikki Papenfus" userId="2a405823-0c8b-419b-afb6-8159926c2e17" providerId="ADAL" clId="{C4CD5978-2643-4E14-BB26-37358CB1C7B2}" dt="2023-05-31T14:46:14.873" v="4816" actId="478"/>
          <ac:spMkLst>
            <pc:docMk/>
            <pc:sldMk cId="3015967817" sldId="545"/>
            <ac:spMk id="91" creationId="{62A8F4B9-B614-EB70-1F40-E032693B2B3B}"/>
          </ac:spMkLst>
        </pc:spChg>
        <pc:spChg chg="add del mod">
          <ac:chgData name="Nikki Papenfus" userId="2a405823-0c8b-419b-afb6-8159926c2e17" providerId="ADAL" clId="{C4CD5978-2643-4E14-BB26-37358CB1C7B2}" dt="2023-05-31T14:53:35.115" v="4895" actId="478"/>
          <ac:spMkLst>
            <pc:docMk/>
            <pc:sldMk cId="3015967817" sldId="545"/>
            <ac:spMk id="92" creationId="{5E88FEF1-3BD6-71B3-17AF-7FD8C5DC148D}"/>
          </ac:spMkLst>
        </pc:spChg>
        <pc:spChg chg="add del mod">
          <ac:chgData name="Nikki Papenfus" userId="2a405823-0c8b-419b-afb6-8159926c2e17" providerId="ADAL" clId="{C4CD5978-2643-4E14-BB26-37358CB1C7B2}" dt="2023-05-31T14:53:35.115" v="4895" actId="478"/>
          <ac:spMkLst>
            <pc:docMk/>
            <pc:sldMk cId="3015967817" sldId="545"/>
            <ac:spMk id="93" creationId="{9C8ADD73-DEF5-6DAD-AD66-F28977525F43}"/>
          </ac:spMkLst>
        </pc:spChg>
        <pc:spChg chg="add del mod">
          <ac:chgData name="Nikki Papenfus" userId="2a405823-0c8b-419b-afb6-8159926c2e17" providerId="ADAL" clId="{C4CD5978-2643-4E14-BB26-37358CB1C7B2}" dt="2023-05-31T14:53:35.115" v="4895" actId="478"/>
          <ac:spMkLst>
            <pc:docMk/>
            <pc:sldMk cId="3015967817" sldId="545"/>
            <ac:spMk id="94" creationId="{3D54A0D4-2015-2A14-EBBF-D3B190E528F4}"/>
          </ac:spMkLst>
        </pc:spChg>
        <pc:spChg chg="mod">
          <ac:chgData name="Nikki Papenfus" userId="2a405823-0c8b-419b-afb6-8159926c2e17" providerId="ADAL" clId="{C4CD5978-2643-4E14-BB26-37358CB1C7B2}" dt="2023-05-31T14:53:15.908" v="4893"/>
          <ac:spMkLst>
            <pc:docMk/>
            <pc:sldMk cId="3015967817" sldId="545"/>
            <ac:spMk id="96" creationId="{4943E225-0793-32D0-81E2-AB11C52D58AF}"/>
          </ac:spMkLst>
        </pc:spChg>
        <pc:spChg chg="mod">
          <ac:chgData name="Nikki Papenfus" userId="2a405823-0c8b-419b-afb6-8159926c2e17" providerId="ADAL" clId="{C4CD5978-2643-4E14-BB26-37358CB1C7B2}" dt="2023-05-31T14:53:15.908" v="4893"/>
          <ac:spMkLst>
            <pc:docMk/>
            <pc:sldMk cId="3015967817" sldId="545"/>
            <ac:spMk id="98" creationId="{9C518727-31F8-1198-6BF3-EF95FB6541E1}"/>
          </ac:spMkLst>
        </pc:spChg>
        <pc:spChg chg="mod">
          <ac:chgData name="Nikki Papenfus" userId="2a405823-0c8b-419b-afb6-8159926c2e17" providerId="ADAL" clId="{C4CD5978-2643-4E14-BB26-37358CB1C7B2}" dt="2023-05-31T14:53:15.908" v="4893"/>
          <ac:spMkLst>
            <pc:docMk/>
            <pc:sldMk cId="3015967817" sldId="545"/>
            <ac:spMk id="99" creationId="{8CC3AF6B-E132-5DBB-D3B4-ED5D44397F62}"/>
          </ac:spMkLst>
        </pc:spChg>
        <pc:spChg chg="mod">
          <ac:chgData name="Nikki Papenfus" userId="2a405823-0c8b-419b-afb6-8159926c2e17" providerId="ADAL" clId="{C4CD5978-2643-4E14-BB26-37358CB1C7B2}" dt="2023-05-31T14:53:15.908" v="4893"/>
          <ac:spMkLst>
            <pc:docMk/>
            <pc:sldMk cId="3015967817" sldId="545"/>
            <ac:spMk id="100" creationId="{C3203292-352C-94BE-BD2F-4D9FFABBE231}"/>
          </ac:spMkLst>
        </pc:spChg>
        <pc:spChg chg="mod">
          <ac:chgData name="Nikki Papenfus" userId="2a405823-0c8b-419b-afb6-8159926c2e17" providerId="ADAL" clId="{C4CD5978-2643-4E14-BB26-37358CB1C7B2}" dt="2023-05-31T14:53:15.908" v="4893"/>
          <ac:spMkLst>
            <pc:docMk/>
            <pc:sldMk cId="3015967817" sldId="545"/>
            <ac:spMk id="101" creationId="{B63FD9D8-3B20-0A3B-D811-54F335A02A9B}"/>
          </ac:spMkLst>
        </pc:spChg>
        <pc:spChg chg="mod">
          <ac:chgData name="Nikki Papenfus" userId="2a405823-0c8b-419b-afb6-8159926c2e17" providerId="ADAL" clId="{C4CD5978-2643-4E14-BB26-37358CB1C7B2}" dt="2023-05-31T14:53:15.908" v="4893"/>
          <ac:spMkLst>
            <pc:docMk/>
            <pc:sldMk cId="3015967817" sldId="545"/>
            <ac:spMk id="102" creationId="{4AF88CB6-D2E8-62BC-CCE6-16E629D2DB26}"/>
          </ac:spMkLst>
        </pc:spChg>
        <pc:spChg chg="mod">
          <ac:chgData name="Nikki Papenfus" userId="2a405823-0c8b-419b-afb6-8159926c2e17" providerId="ADAL" clId="{C4CD5978-2643-4E14-BB26-37358CB1C7B2}" dt="2023-05-31T14:53:15.908" v="4893"/>
          <ac:spMkLst>
            <pc:docMk/>
            <pc:sldMk cId="3015967817" sldId="545"/>
            <ac:spMk id="103" creationId="{4D22190A-A5D7-30BE-FF2F-0AE44CEAC1D4}"/>
          </ac:spMkLst>
        </pc:spChg>
        <pc:spChg chg="add del mod">
          <ac:chgData name="Nikki Papenfus" userId="2a405823-0c8b-419b-afb6-8159926c2e17" providerId="ADAL" clId="{C4CD5978-2643-4E14-BB26-37358CB1C7B2}" dt="2023-05-31T14:53:35.115" v="4895" actId="478"/>
          <ac:spMkLst>
            <pc:docMk/>
            <pc:sldMk cId="3015967817" sldId="545"/>
            <ac:spMk id="105" creationId="{5AB67E99-9258-0AF6-89A9-5A28D75D7594}"/>
          </ac:spMkLst>
        </pc:spChg>
        <pc:spChg chg="add del mod">
          <ac:chgData name="Nikki Papenfus" userId="2a405823-0c8b-419b-afb6-8159926c2e17" providerId="ADAL" clId="{C4CD5978-2643-4E14-BB26-37358CB1C7B2}" dt="2023-05-31T14:53:35.115" v="4895" actId="478"/>
          <ac:spMkLst>
            <pc:docMk/>
            <pc:sldMk cId="3015967817" sldId="545"/>
            <ac:spMk id="107" creationId="{A333CD22-A740-3B11-D719-471B90763FAE}"/>
          </ac:spMkLst>
        </pc:spChg>
        <pc:spChg chg="add del mod">
          <ac:chgData name="Nikki Papenfus" userId="2a405823-0c8b-419b-afb6-8159926c2e17" providerId="ADAL" clId="{C4CD5978-2643-4E14-BB26-37358CB1C7B2}" dt="2023-05-31T14:53:35.115" v="4895" actId="478"/>
          <ac:spMkLst>
            <pc:docMk/>
            <pc:sldMk cId="3015967817" sldId="545"/>
            <ac:spMk id="109" creationId="{52F81FE2-0B01-5DFA-2DFE-12805C726497}"/>
          </ac:spMkLst>
        </pc:spChg>
        <pc:spChg chg="add del mod">
          <ac:chgData name="Nikki Papenfus" userId="2a405823-0c8b-419b-afb6-8159926c2e17" providerId="ADAL" clId="{C4CD5978-2643-4E14-BB26-37358CB1C7B2}" dt="2023-05-31T14:53:35.115" v="4895" actId="478"/>
          <ac:spMkLst>
            <pc:docMk/>
            <pc:sldMk cId="3015967817" sldId="545"/>
            <ac:spMk id="111" creationId="{82AC19FB-AFA0-F5B5-FD3C-70C5940C6BE7}"/>
          </ac:spMkLst>
        </pc:spChg>
        <pc:grpChg chg="add mod">
          <ac:chgData name="Nikki Papenfus" userId="2a405823-0c8b-419b-afb6-8159926c2e17" providerId="ADAL" clId="{C4CD5978-2643-4E14-BB26-37358CB1C7B2}" dt="2023-05-31T14:57:54.369" v="4950" actId="164"/>
          <ac:grpSpMkLst>
            <pc:docMk/>
            <pc:sldMk cId="3015967817" sldId="545"/>
            <ac:grpSpMk id="40" creationId="{98956DCF-2158-238D-5E60-C429C2AC8DA6}"/>
          </ac:grpSpMkLst>
        </pc:grpChg>
        <pc:grpChg chg="add mod">
          <ac:chgData name="Nikki Papenfus" userId="2a405823-0c8b-419b-afb6-8159926c2e17" providerId="ADAL" clId="{C4CD5978-2643-4E14-BB26-37358CB1C7B2}" dt="2023-05-31T14:57:54.369" v="4950" actId="164"/>
          <ac:grpSpMkLst>
            <pc:docMk/>
            <pc:sldMk cId="3015967817" sldId="545"/>
            <ac:grpSpMk id="44" creationId="{7556E15D-5689-D5BA-AEFC-6AED366514ED}"/>
          </ac:grpSpMkLst>
        </pc:grpChg>
        <pc:grpChg chg="add mod">
          <ac:chgData name="Nikki Papenfus" userId="2a405823-0c8b-419b-afb6-8159926c2e17" providerId="ADAL" clId="{C4CD5978-2643-4E14-BB26-37358CB1C7B2}" dt="2023-05-31T14:57:54.369" v="4950" actId="164"/>
          <ac:grpSpMkLst>
            <pc:docMk/>
            <pc:sldMk cId="3015967817" sldId="545"/>
            <ac:grpSpMk id="48" creationId="{753B015A-E65B-BC0B-A56B-D70C328253C7}"/>
          </ac:grpSpMkLst>
        </pc:grpChg>
        <pc:grpChg chg="add del mod">
          <ac:chgData name="Nikki Papenfus" userId="2a405823-0c8b-419b-afb6-8159926c2e17" providerId="ADAL" clId="{C4CD5978-2643-4E14-BB26-37358CB1C7B2}" dt="2023-05-31T14:44:41.083" v="4795" actId="478"/>
          <ac:grpSpMkLst>
            <pc:docMk/>
            <pc:sldMk cId="3015967817" sldId="545"/>
            <ac:grpSpMk id="54" creationId="{3ABE5A7C-31F9-6106-DAB1-6A41FB29E2FC}"/>
          </ac:grpSpMkLst>
        </pc:grpChg>
        <pc:grpChg chg="add del mod">
          <ac:chgData name="Nikki Papenfus" userId="2a405823-0c8b-419b-afb6-8159926c2e17" providerId="ADAL" clId="{C4CD5978-2643-4E14-BB26-37358CB1C7B2}" dt="2023-05-31T14:44:41.083" v="4795" actId="478"/>
          <ac:grpSpMkLst>
            <pc:docMk/>
            <pc:sldMk cId="3015967817" sldId="545"/>
            <ac:grpSpMk id="58" creationId="{4632786D-CCB7-0891-D90D-0F9EFC3B035F}"/>
          </ac:grpSpMkLst>
        </pc:grpChg>
        <pc:grpChg chg="add del mod">
          <ac:chgData name="Nikki Papenfus" userId="2a405823-0c8b-419b-afb6-8159926c2e17" providerId="ADAL" clId="{C4CD5978-2643-4E14-BB26-37358CB1C7B2}" dt="2023-05-31T14:44:41.083" v="4795" actId="478"/>
          <ac:grpSpMkLst>
            <pc:docMk/>
            <pc:sldMk cId="3015967817" sldId="545"/>
            <ac:grpSpMk id="62" creationId="{46820F20-98B4-9D7A-2D8D-E3C650D1354E}"/>
          </ac:grpSpMkLst>
        </pc:grpChg>
        <pc:grpChg chg="add mod">
          <ac:chgData name="Nikki Papenfus" userId="2a405823-0c8b-419b-afb6-8159926c2e17" providerId="ADAL" clId="{C4CD5978-2643-4E14-BB26-37358CB1C7B2}" dt="2023-05-31T14:57:54.369" v="4950" actId="164"/>
          <ac:grpSpMkLst>
            <pc:docMk/>
            <pc:sldMk cId="3015967817" sldId="545"/>
            <ac:grpSpMk id="66" creationId="{E7FCFB6D-B1F1-6957-7C1E-DD3E5FF8B4B6}"/>
          </ac:grpSpMkLst>
        </pc:grpChg>
        <pc:grpChg chg="add del mod">
          <ac:chgData name="Nikki Papenfus" userId="2a405823-0c8b-419b-afb6-8159926c2e17" providerId="ADAL" clId="{C4CD5978-2643-4E14-BB26-37358CB1C7B2}" dt="2023-05-31T14:50:28.139" v="4839" actId="478"/>
          <ac:grpSpMkLst>
            <pc:docMk/>
            <pc:sldMk cId="3015967817" sldId="545"/>
            <ac:grpSpMk id="72" creationId="{0EF271E4-2532-66CF-FCCF-91456694928B}"/>
          </ac:grpSpMkLst>
        </pc:grpChg>
        <pc:grpChg chg="add del mod">
          <ac:chgData name="Nikki Papenfus" userId="2a405823-0c8b-419b-afb6-8159926c2e17" providerId="ADAL" clId="{C4CD5978-2643-4E14-BB26-37358CB1C7B2}" dt="2023-05-31T14:50:28.139" v="4839" actId="478"/>
          <ac:grpSpMkLst>
            <pc:docMk/>
            <pc:sldMk cId="3015967817" sldId="545"/>
            <ac:grpSpMk id="76" creationId="{EDA1E796-47A3-85E8-A091-5643E98E8A2C}"/>
          </ac:grpSpMkLst>
        </pc:grpChg>
        <pc:grpChg chg="add del mod">
          <ac:chgData name="Nikki Papenfus" userId="2a405823-0c8b-419b-afb6-8159926c2e17" providerId="ADAL" clId="{C4CD5978-2643-4E14-BB26-37358CB1C7B2}" dt="2023-05-31T14:50:28.139" v="4839" actId="478"/>
          <ac:grpSpMkLst>
            <pc:docMk/>
            <pc:sldMk cId="3015967817" sldId="545"/>
            <ac:grpSpMk id="80" creationId="{28488E23-9D05-ABCC-6AEA-A11F0312997F}"/>
          </ac:grpSpMkLst>
        </pc:grpChg>
        <pc:grpChg chg="add del mod">
          <ac:chgData name="Nikki Papenfus" userId="2a405823-0c8b-419b-afb6-8159926c2e17" providerId="ADAL" clId="{C4CD5978-2643-4E14-BB26-37358CB1C7B2}" dt="2023-05-31T14:50:28.139" v="4839" actId="478"/>
          <ac:grpSpMkLst>
            <pc:docMk/>
            <pc:sldMk cId="3015967817" sldId="545"/>
            <ac:grpSpMk id="84" creationId="{39FA4C9E-A222-15CA-8D81-89C02F14697B}"/>
          </ac:grpSpMkLst>
        </pc:grpChg>
        <pc:grpChg chg="add del mod">
          <ac:chgData name="Nikki Papenfus" userId="2a405823-0c8b-419b-afb6-8159926c2e17" providerId="ADAL" clId="{C4CD5978-2643-4E14-BB26-37358CB1C7B2}" dt="2023-05-31T14:53:35.115" v="4895" actId="478"/>
          <ac:grpSpMkLst>
            <pc:docMk/>
            <pc:sldMk cId="3015967817" sldId="545"/>
            <ac:grpSpMk id="95" creationId="{851FD8AD-7D93-5EE3-E197-6C512E09F68C}"/>
          </ac:grpSpMkLst>
        </pc:grpChg>
        <pc:grpChg chg="mod">
          <ac:chgData name="Nikki Papenfus" userId="2a405823-0c8b-419b-afb6-8159926c2e17" providerId="ADAL" clId="{C4CD5978-2643-4E14-BB26-37358CB1C7B2}" dt="2023-05-31T14:53:15.908" v="4893"/>
          <ac:grpSpMkLst>
            <pc:docMk/>
            <pc:sldMk cId="3015967817" sldId="545"/>
            <ac:grpSpMk id="97" creationId="{C7B898E4-4ADE-B939-750E-A824B4C78DC5}"/>
          </ac:grpSpMkLst>
        </pc:grpChg>
        <pc:grpChg chg="add mod">
          <ac:chgData name="Nikki Papenfus" userId="2a405823-0c8b-419b-afb6-8159926c2e17" providerId="ADAL" clId="{C4CD5978-2643-4E14-BB26-37358CB1C7B2}" dt="2023-05-31T15:01:19.244" v="4998" actId="1038"/>
          <ac:grpSpMkLst>
            <pc:docMk/>
            <pc:sldMk cId="3015967817" sldId="545"/>
            <ac:grpSpMk id="112" creationId="{714A3A45-E6AE-105B-A928-1E9BE4941ED2}"/>
          </ac:grpSpMkLst>
        </pc:grpChg>
        <pc:grpChg chg="add mod">
          <ac:chgData name="Nikki Papenfus" userId="2a405823-0c8b-419b-afb6-8159926c2e17" providerId="ADAL" clId="{C4CD5978-2643-4E14-BB26-37358CB1C7B2}" dt="2023-05-31T15:26:47.790" v="5435" actId="1036"/>
          <ac:grpSpMkLst>
            <pc:docMk/>
            <pc:sldMk cId="3015967817" sldId="545"/>
            <ac:grpSpMk id="113" creationId="{6A72083D-30C7-3C5D-18AA-C74C84F1F101}"/>
          </ac:grpSpMkLst>
        </pc:grpChg>
        <pc:picChg chg="del">
          <ac:chgData name="Nikki Papenfus" userId="2a405823-0c8b-419b-afb6-8159926c2e17" providerId="ADAL" clId="{C4CD5978-2643-4E14-BB26-37358CB1C7B2}" dt="2023-05-31T14:39:55.122" v="4427" actId="478"/>
          <ac:picMkLst>
            <pc:docMk/>
            <pc:sldMk cId="3015967817" sldId="545"/>
            <ac:picMk id="3" creationId="{0D42F2C6-8DF3-5288-9116-22D8CE5D50A2}"/>
          </ac:picMkLst>
        </pc:picChg>
        <pc:picChg chg="add del">
          <ac:chgData name="Nikki Papenfus" userId="2a405823-0c8b-419b-afb6-8159926c2e17" providerId="ADAL" clId="{C4CD5978-2643-4E14-BB26-37358CB1C7B2}" dt="2023-06-01T08:57:15.253" v="8266" actId="22"/>
          <ac:picMkLst>
            <pc:docMk/>
            <pc:sldMk cId="3015967817" sldId="545"/>
            <ac:picMk id="15" creationId="{1BE9CA06-6487-B83A-52A0-5CB86E8267D5}"/>
          </ac:picMkLst>
        </pc:picChg>
        <pc:picChg chg="add del">
          <ac:chgData name="Nikki Papenfus" userId="2a405823-0c8b-419b-afb6-8159926c2e17" providerId="ADAL" clId="{C4CD5978-2643-4E14-BB26-37358CB1C7B2}" dt="2023-06-01T08:57:13.275" v="8265" actId="22"/>
          <ac:picMkLst>
            <pc:docMk/>
            <pc:sldMk cId="3015967817" sldId="545"/>
            <ac:picMk id="27" creationId="{B970538B-CDBE-B0EC-33B0-741A9F66C447}"/>
          </ac:picMkLst>
        </pc:picChg>
        <pc:picChg chg="add del mod">
          <ac:chgData name="Nikki Papenfus" userId="2a405823-0c8b-419b-afb6-8159926c2e17" providerId="ADAL" clId="{C4CD5978-2643-4E14-BB26-37358CB1C7B2}" dt="2023-05-31T14:53:35.115" v="4895" actId="478"/>
          <ac:picMkLst>
            <pc:docMk/>
            <pc:sldMk cId="3015967817" sldId="545"/>
            <ac:picMk id="104" creationId="{D1B57E4C-2801-874F-F816-36C9F239C83B}"/>
          </ac:picMkLst>
        </pc:picChg>
        <pc:picChg chg="add del mod">
          <ac:chgData name="Nikki Papenfus" userId="2a405823-0c8b-419b-afb6-8159926c2e17" providerId="ADAL" clId="{C4CD5978-2643-4E14-BB26-37358CB1C7B2}" dt="2023-05-31T14:53:35.115" v="4895" actId="478"/>
          <ac:picMkLst>
            <pc:docMk/>
            <pc:sldMk cId="3015967817" sldId="545"/>
            <ac:picMk id="106" creationId="{5FA9EE86-680A-0BF0-E02C-7A4374F186ED}"/>
          </ac:picMkLst>
        </pc:picChg>
        <pc:picChg chg="add del mod">
          <ac:chgData name="Nikki Papenfus" userId="2a405823-0c8b-419b-afb6-8159926c2e17" providerId="ADAL" clId="{C4CD5978-2643-4E14-BB26-37358CB1C7B2}" dt="2023-05-31T14:53:35.115" v="4895" actId="478"/>
          <ac:picMkLst>
            <pc:docMk/>
            <pc:sldMk cId="3015967817" sldId="545"/>
            <ac:picMk id="108" creationId="{3F89ED7E-55EC-5692-81F3-4CE2ACDB0CC6}"/>
          </ac:picMkLst>
        </pc:picChg>
        <pc:picChg chg="add del mod">
          <ac:chgData name="Nikki Papenfus" userId="2a405823-0c8b-419b-afb6-8159926c2e17" providerId="ADAL" clId="{C4CD5978-2643-4E14-BB26-37358CB1C7B2}" dt="2023-05-31T14:53:35.115" v="4895" actId="478"/>
          <ac:picMkLst>
            <pc:docMk/>
            <pc:sldMk cId="3015967817" sldId="545"/>
            <ac:picMk id="110" creationId="{476934BB-C3D1-7838-C8E3-402108CFE8F8}"/>
          </ac:picMkLst>
        </pc:picChg>
        <pc:cxnChg chg="mod">
          <ac:chgData name="Nikki Papenfus" userId="2a405823-0c8b-419b-afb6-8159926c2e17" providerId="ADAL" clId="{C4CD5978-2643-4E14-BB26-37358CB1C7B2}" dt="2023-05-31T14:40:09.118" v="4436"/>
          <ac:cxnSpMkLst>
            <pc:docMk/>
            <pc:sldMk cId="3015967817" sldId="545"/>
            <ac:cxnSpMk id="42" creationId="{8E890C09-58D3-2A57-C65B-A55B04120205}"/>
          </ac:cxnSpMkLst>
        </pc:cxnChg>
        <pc:cxnChg chg="mod">
          <ac:chgData name="Nikki Papenfus" userId="2a405823-0c8b-419b-afb6-8159926c2e17" providerId="ADAL" clId="{C4CD5978-2643-4E14-BB26-37358CB1C7B2}" dt="2023-05-31T14:40:09.118" v="4436"/>
          <ac:cxnSpMkLst>
            <pc:docMk/>
            <pc:sldMk cId="3015967817" sldId="545"/>
            <ac:cxnSpMk id="46" creationId="{B6AF21F3-86EC-3DC9-0528-0F86AAE6A7B6}"/>
          </ac:cxnSpMkLst>
        </pc:cxnChg>
        <pc:cxnChg chg="mod">
          <ac:chgData name="Nikki Papenfus" userId="2a405823-0c8b-419b-afb6-8159926c2e17" providerId="ADAL" clId="{C4CD5978-2643-4E14-BB26-37358CB1C7B2}" dt="2023-05-31T14:40:09.118" v="4436"/>
          <ac:cxnSpMkLst>
            <pc:docMk/>
            <pc:sldMk cId="3015967817" sldId="545"/>
            <ac:cxnSpMk id="50" creationId="{7701FA06-0BB4-F90C-4971-8A14A5F47DC5}"/>
          </ac:cxnSpMkLst>
        </pc:cxnChg>
        <pc:cxnChg chg="mod">
          <ac:chgData name="Nikki Papenfus" userId="2a405823-0c8b-419b-afb6-8159926c2e17" providerId="ADAL" clId="{C4CD5978-2643-4E14-BB26-37358CB1C7B2}" dt="2023-05-31T14:40:09.118" v="4436"/>
          <ac:cxnSpMkLst>
            <pc:docMk/>
            <pc:sldMk cId="3015967817" sldId="545"/>
            <ac:cxnSpMk id="56" creationId="{9A805E43-B0D9-36CE-EB5A-118541673EE3}"/>
          </ac:cxnSpMkLst>
        </pc:cxnChg>
        <pc:cxnChg chg="mod">
          <ac:chgData name="Nikki Papenfus" userId="2a405823-0c8b-419b-afb6-8159926c2e17" providerId="ADAL" clId="{C4CD5978-2643-4E14-BB26-37358CB1C7B2}" dt="2023-05-31T14:40:09.118" v="4436"/>
          <ac:cxnSpMkLst>
            <pc:docMk/>
            <pc:sldMk cId="3015967817" sldId="545"/>
            <ac:cxnSpMk id="60" creationId="{0575C9A6-68EB-684B-1809-7D86F3F9C356}"/>
          </ac:cxnSpMkLst>
        </pc:cxnChg>
        <pc:cxnChg chg="mod">
          <ac:chgData name="Nikki Papenfus" userId="2a405823-0c8b-419b-afb6-8159926c2e17" providerId="ADAL" clId="{C4CD5978-2643-4E14-BB26-37358CB1C7B2}" dt="2023-05-31T14:40:09.118" v="4436"/>
          <ac:cxnSpMkLst>
            <pc:docMk/>
            <pc:sldMk cId="3015967817" sldId="545"/>
            <ac:cxnSpMk id="64" creationId="{E4947989-3A07-80C0-3AD7-1D515F8BA95E}"/>
          </ac:cxnSpMkLst>
        </pc:cxnChg>
        <pc:cxnChg chg="mod">
          <ac:chgData name="Nikki Papenfus" userId="2a405823-0c8b-419b-afb6-8159926c2e17" providerId="ADAL" clId="{C4CD5978-2643-4E14-BB26-37358CB1C7B2}" dt="2023-05-31T14:40:09.118" v="4436"/>
          <ac:cxnSpMkLst>
            <pc:docMk/>
            <pc:sldMk cId="3015967817" sldId="545"/>
            <ac:cxnSpMk id="69" creationId="{29A896E6-0641-43B9-FC6D-D40BD9FD8FF4}"/>
          </ac:cxnSpMkLst>
        </pc:cxnChg>
        <pc:cxnChg chg="mod">
          <ac:chgData name="Nikki Papenfus" userId="2a405823-0c8b-419b-afb6-8159926c2e17" providerId="ADAL" clId="{C4CD5978-2643-4E14-BB26-37358CB1C7B2}" dt="2023-05-31T14:40:09.118" v="4436"/>
          <ac:cxnSpMkLst>
            <pc:docMk/>
            <pc:sldMk cId="3015967817" sldId="545"/>
            <ac:cxnSpMk id="74" creationId="{175D3379-5148-C666-CEEA-E899B1264B74}"/>
          </ac:cxnSpMkLst>
        </pc:cxnChg>
        <pc:cxnChg chg="mod">
          <ac:chgData name="Nikki Papenfus" userId="2a405823-0c8b-419b-afb6-8159926c2e17" providerId="ADAL" clId="{C4CD5978-2643-4E14-BB26-37358CB1C7B2}" dt="2023-05-31T14:40:09.118" v="4436"/>
          <ac:cxnSpMkLst>
            <pc:docMk/>
            <pc:sldMk cId="3015967817" sldId="545"/>
            <ac:cxnSpMk id="78" creationId="{4DE16820-8D62-E3F1-DBB1-CDDCBAEC648D}"/>
          </ac:cxnSpMkLst>
        </pc:cxnChg>
        <pc:cxnChg chg="mod">
          <ac:chgData name="Nikki Papenfus" userId="2a405823-0c8b-419b-afb6-8159926c2e17" providerId="ADAL" clId="{C4CD5978-2643-4E14-BB26-37358CB1C7B2}" dt="2023-05-31T14:40:09.118" v="4436"/>
          <ac:cxnSpMkLst>
            <pc:docMk/>
            <pc:sldMk cId="3015967817" sldId="545"/>
            <ac:cxnSpMk id="82" creationId="{9E1EDE0A-991E-189B-43B5-A2920CF76F51}"/>
          </ac:cxnSpMkLst>
        </pc:cxnChg>
        <pc:cxnChg chg="mod">
          <ac:chgData name="Nikki Papenfus" userId="2a405823-0c8b-419b-afb6-8159926c2e17" providerId="ADAL" clId="{C4CD5978-2643-4E14-BB26-37358CB1C7B2}" dt="2023-05-31T14:40:09.118" v="4436"/>
          <ac:cxnSpMkLst>
            <pc:docMk/>
            <pc:sldMk cId="3015967817" sldId="545"/>
            <ac:cxnSpMk id="87" creationId="{B816D5DD-5A58-BE6B-29A6-790D37162C4C}"/>
          </ac:cxnSpMkLst>
        </pc:cxnChg>
      </pc:sldChg>
      <pc:sldChg chg="addSp delSp modSp add del mod ord">
        <pc:chgData name="Nikki Papenfus" userId="2a405823-0c8b-419b-afb6-8159926c2e17" providerId="ADAL" clId="{C4CD5978-2643-4E14-BB26-37358CB1C7B2}" dt="2023-05-31T15:58:32.562" v="6423" actId="47"/>
        <pc:sldMkLst>
          <pc:docMk/>
          <pc:sldMk cId="1119841580" sldId="546"/>
        </pc:sldMkLst>
        <pc:spChg chg="mod">
          <ac:chgData name="Nikki Papenfus" userId="2a405823-0c8b-419b-afb6-8159926c2e17" providerId="ADAL" clId="{C4CD5978-2643-4E14-BB26-37358CB1C7B2}" dt="2023-05-31T15:42:06.500" v="5831" actId="20577"/>
          <ac:spMkLst>
            <pc:docMk/>
            <pc:sldMk cId="1119841580" sldId="546"/>
            <ac:spMk id="2" creationId="{6B379C49-E761-45BA-84B7-AC2E88444F78}"/>
          </ac:spMkLst>
        </pc:spChg>
        <pc:spChg chg="add mod">
          <ac:chgData name="Nikki Papenfus" userId="2a405823-0c8b-419b-afb6-8159926c2e17" providerId="ADAL" clId="{C4CD5978-2643-4E14-BB26-37358CB1C7B2}" dt="2023-05-31T14:54:11.066" v="4901" actId="1076"/>
          <ac:spMkLst>
            <pc:docMk/>
            <pc:sldMk cId="1119841580" sldId="546"/>
            <ac:spMk id="3" creationId="{1B43405B-EBC5-EC51-A691-9E4DE62A32E6}"/>
          </ac:spMkLst>
        </pc:spChg>
        <pc:spChg chg="add mod">
          <ac:chgData name="Nikki Papenfus" userId="2a405823-0c8b-419b-afb6-8159926c2e17" providerId="ADAL" clId="{C4CD5978-2643-4E14-BB26-37358CB1C7B2}" dt="2023-05-31T14:54:11.066" v="4901" actId="1076"/>
          <ac:spMkLst>
            <pc:docMk/>
            <pc:sldMk cId="1119841580" sldId="546"/>
            <ac:spMk id="4" creationId="{DBF3313E-E92F-9827-0AF6-F11DA9064026}"/>
          </ac:spMkLst>
        </pc:spChg>
        <pc:spChg chg="add mod">
          <ac:chgData name="Nikki Papenfus" userId="2a405823-0c8b-419b-afb6-8159926c2e17" providerId="ADAL" clId="{C4CD5978-2643-4E14-BB26-37358CB1C7B2}" dt="2023-05-31T14:54:11.066" v="4901" actId="1076"/>
          <ac:spMkLst>
            <pc:docMk/>
            <pc:sldMk cId="1119841580" sldId="546"/>
            <ac:spMk id="5" creationId="{A48A9123-8EF0-B95F-299E-9E8596199010}"/>
          </ac:spMkLst>
        </pc:spChg>
        <pc:spChg chg="del">
          <ac:chgData name="Nikki Papenfus" userId="2a405823-0c8b-419b-afb6-8159926c2e17" providerId="ADAL" clId="{C4CD5978-2643-4E14-BB26-37358CB1C7B2}" dt="2023-05-31T14:54:06.933" v="4899" actId="478"/>
          <ac:spMkLst>
            <pc:docMk/>
            <pc:sldMk cId="1119841580" sldId="546"/>
            <ac:spMk id="6" creationId="{B86AF3F7-41FF-A21A-08C7-008565A0689D}"/>
          </ac:spMkLst>
        </pc:spChg>
        <pc:spChg chg="add mod">
          <ac:chgData name="Nikki Papenfus" userId="2a405823-0c8b-419b-afb6-8159926c2e17" providerId="ADAL" clId="{C4CD5978-2643-4E14-BB26-37358CB1C7B2}" dt="2023-05-31T14:54:11.066" v="4901" actId="1076"/>
          <ac:spMkLst>
            <pc:docMk/>
            <pc:sldMk cId="1119841580" sldId="546"/>
            <ac:spMk id="7" creationId="{1B50E644-45C7-7036-4C51-90E4F17446D1}"/>
          </ac:spMkLst>
        </pc:spChg>
        <pc:spChg chg="add mod">
          <ac:chgData name="Nikki Papenfus" userId="2a405823-0c8b-419b-afb6-8159926c2e17" providerId="ADAL" clId="{C4CD5978-2643-4E14-BB26-37358CB1C7B2}" dt="2023-05-31T14:54:11.066" v="4901" actId="1076"/>
          <ac:spMkLst>
            <pc:docMk/>
            <pc:sldMk cId="1119841580" sldId="546"/>
            <ac:spMk id="8" creationId="{CBCEADE4-CF67-6309-175A-86CF2AB4EA09}"/>
          </ac:spMkLst>
        </pc:spChg>
        <pc:spChg chg="add mod">
          <ac:chgData name="Nikki Papenfus" userId="2a405823-0c8b-419b-afb6-8159926c2e17" providerId="ADAL" clId="{C4CD5978-2643-4E14-BB26-37358CB1C7B2}" dt="2023-05-31T14:54:11.066" v="4901" actId="1076"/>
          <ac:spMkLst>
            <pc:docMk/>
            <pc:sldMk cId="1119841580" sldId="546"/>
            <ac:spMk id="9" creationId="{83A1A709-0067-642C-16D1-0BB98986E6B8}"/>
          </ac:spMkLst>
        </pc:spChg>
        <pc:spChg chg="add mod">
          <ac:chgData name="Nikki Papenfus" userId="2a405823-0c8b-419b-afb6-8159926c2e17" providerId="ADAL" clId="{C4CD5978-2643-4E14-BB26-37358CB1C7B2}" dt="2023-05-31T14:54:11.066" v="4901" actId="1076"/>
          <ac:spMkLst>
            <pc:docMk/>
            <pc:sldMk cId="1119841580" sldId="546"/>
            <ac:spMk id="10" creationId="{50AE4EEB-BA19-BB0E-53A7-79598730F551}"/>
          </ac:spMkLst>
        </pc:spChg>
        <pc:spChg chg="add mod">
          <ac:chgData name="Nikki Papenfus" userId="2a405823-0c8b-419b-afb6-8159926c2e17" providerId="ADAL" clId="{C4CD5978-2643-4E14-BB26-37358CB1C7B2}" dt="2023-05-31T14:54:11.066" v="4901" actId="1076"/>
          <ac:spMkLst>
            <pc:docMk/>
            <pc:sldMk cId="1119841580" sldId="546"/>
            <ac:spMk id="11" creationId="{7198EE2B-E093-C611-F94E-3100B66C5E05}"/>
          </ac:spMkLst>
        </pc:spChg>
        <pc:spChg chg="add mod">
          <ac:chgData name="Nikki Papenfus" userId="2a405823-0c8b-419b-afb6-8159926c2e17" providerId="ADAL" clId="{C4CD5978-2643-4E14-BB26-37358CB1C7B2}" dt="2023-05-31T14:54:11.066" v="4901" actId="1076"/>
          <ac:spMkLst>
            <pc:docMk/>
            <pc:sldMk cId="1119841580" sldId="546"/>
            <ac:spMk id="13" creationId="{F16FC95D-18DE-EC5F-4CD6-5B9C37617721}"/>
          </ac:spMkLst>
        </pc:spChg>
        <pc:spChg chg="add mod">
          <ac:chgData name="Nikki Papenfus" userId="2a405823-0c8b-419b-afb6-8159926c2e17" providerId="ADAL" clId="{C4CD5978-2643-4E14-BB26-37358CB1C7B2}" dt="2023-05-31T14:54:11.066" v="4901" actId="1076"/>
          <ac:spMkLst>
            <pc:docMk/>
            <pc:sldMk cId="1119841580" sldId="546"/>
            <ac:spMk id="14" creationId="{A1EA1AF9-BFF3-8F42-4814-B88DC81F14C1}"/>
          </ac:spMkLst>
        </pc:spChg>
        <pc:spChg chg="add del mod">
          <ac:chgData name="Nikki Papenfus" userId="2a405823-0c8b-419b-afb6-8159926c2e17" providerId="ADAL" clId="{C4CD5978-2643-4E14-BB26-37358CB1C7B2}" dt="2023-05-31T15:28:26.021" v="5439" actId="478"/>
          <ac:spMkLst>
            <pc:docMk/>
            <pc:sldMk cId="1119841580" sldId="546"/>
            <ac:spMk id="18" creationId="{9D23A338-0219-3050-EBE0-80D5D1945A61}"/>
          </ac:spMkLst>
        </pc:spChg>
        <pc:spChg chg="add mod">
          <ac:chgData name="Nikki Papenfus" userId="2a405823-0c8b-419b-afb6-8159926c2e17" providerId="ADAL" clId="{C4CD5978-2643-4E14-BB26-37358CB1C7B2}" dt="2023-05-31T14:54:11.066" v="4901" actId="1076"/>
          <ac:spMkLst>
            <pc:docMk/>
            <pc:sldMk cId="1119841580" sldId="546"/>
            <ac:spMk id="20" creationId="{594AAD45-D507-ED6D-8D76-AE05590CE693}"/>
          </ac:spMkLst>
        </pc:spChg>
        <pc:spChg chg="add mod">
          <ac:chgData name="Nikki Papenfus" userId="2a405823-0c8b-419b-afb6-8159926c2e17" providerId="ADAL" clId="{C4CD5978-2643-4E14-BB26-37358CB1C7B2}" dt="2023-05-31T14:54:11.066" v="4901" actId="1076"/>
          <ac:spMkLst>
            <pc:docMk/>
            <pc:sldMk cId="1119841580" sldId="546"/>
            <ac:spMk id="21" creationId="{665D9D2A-FCD4-2BAF-0D0F-CAFAEC36200D}"/>
          </ac:spMkLst>
        </pc:spChg>
        <pc:spChg chg="add del mod">
          <ac:chgData name="Nikki Papenfus" userId="2a405823-0c8b-419b-afb6-8159926c2e17" providerId="ADAL" clId="{C4CD5978-2643-4E14-BB26-37358CB1C7B2}" dt="2023-05-31T15:28:29.574" v="5442" actId="478"/>
          <ac:spMkLst>
            <pc:docMk/>
            <pc:sldMk cId="1119841580" sldId="546"/>
            <ac:spMk id="22" creationId="{4ABC047D-5635-CA01-A86C-3E640417F405}"/>
          </ac:spMkLst>
        </pc:spChg>
        <pc:spChg chg="add del mod">
          <ac:chgData name="Nikki Papenfus" userId="2a405823-0c8b-419b-afb6-8159926c2e17" providerId="ADAL" clId="{C4CD5978-2643-4E14-BB26-37358CB1C7B2}" dt="2023-05-31T15:28:33.840" v="5445" actId="478"/>
          <ac:spMkLst>
            <pc:docMk/>
            <pc:sldMk cId="1119841580" sldId="546"/>
            <ac:spMk id="24" creationId="{26F2A422-B870-ADCC-B9AE-4EB1E248E606}"/>
          </ac:spMkLst>
        </pc:spChg>
        <pc:spChg chg="add del mod">
          <ac:chgData name="Nikki Papenfus" userId="2a405823-0c8b-419b-afb6-8159926c2e17" providerId="ADAL" clId="{C4CD5978-2643-4E14-BB26-37358CB1C7B2}" dt="2023-05-31T15:28:32.381" v="5444" actId="478"/>
          <ac:spMkLst>
            <pc:docMk/>
            <pc:sldMk cId="1119841580" sldId="546"/>
            <ac:spMk id="25" creationId="{F36AF14C-DB95-D830-81F3-AACE9E6BDFD3}"/>
          </ac:spMkLst>
        </pc:spChg>
        <pc:spChg chg="add mod">
          <ac:chgData name="Nikki Papenfus" userId="2a405823-0c8b-419b-afb6-8159926c2e17" providerId="ADAL" clId="{C4CD5978-2643-4E14-BB26-37358CB1C7B2}" dt="2023-05-31T14:54:11.066" v="4901" actId="1076"/>
          <ac:spMkLst>
            <pc:docMk/>
            <pc:sldMk cId="1119841580" sldId="546"/>
            <ac:spMk id="26" creationId="{05184DA8-0B31-A4D3-7DA9-0F4C9D6CB380}"/>
          </ac:spMkLst>
        </pc:spChg>
        <pc:spChg chg="mod">
          <ac:chgData name="Nikki Papenfus" userId="2a405823-0c8b-419b-afb6-8159926c2e17" providerId="ADAL" clId="{C4CD5978-2643-4E14-BB26-37358CB1C7B2}" dt="2023-05-31T14:54:11.066" v="4901" actId="1076"/>
          <ac:spMkLst>
            <pc:docMk/>
            <pc:sldMk cId="1119841580" sldId="546"/>
            <ac:spMk id="28" creationId="{1CCC3BB9-0B94-A729-B43A-8D7FBA4FBA11}"/>
          </ac:spMkLst>
        </pc:spChg>
        <pc:spChg chg="mod">
          <ac:chgData name="Nikki Papenfus" userId="2a405823-0c8b-419b-afb6-8159926c2e17" providerId="ADAL" clId="{C4CD5978-2643-4E14-BB26-37358CB1C7B2}" dt="2023-05-31T14:54:11.066" v="4901" actId="1076"/>
          <ac:spMkLst>
            <pc:docMk/>
            <pc:sldMk cId="1119841580" sldId="546"/>
            <ac:spMk id="31" creationId="{C0FD9D3B-CCA2-AED7-518E-9EBD9231E2A7}"/>
          </ac:spMkLst>
        </pc:spChg>
        <pc:spChg chg="mod">
          <ac:chgData name="Nikki Papenfus" userId="2a405823-0c8b-419b-afb6-8159926c2e17" providerId="ADAL" clId="{C4CD5978-2643-4E14-BB26-37358CB1C7B2}" dt="2023-05-31T14:54:11.066" v="4901" actId="1076"/>
          <ac:spMkLst>
            <pc:docMk/>
            <pc:sldMk cId="1119841580" sldId="546"/>
            <ac:spMk id="34" creationId="{D49DEC32-DE2D-F413-89D7-EC03D02E227E}"/>
          </ac:spMkLst>
        </pc:spChg>
        <pc:spChg chg="add mod">
          <ac:chgData name="Nikki Papenfus" userId="2a405823-0c8b-419b-afb6-8159926c2e17" providerId="ADAL" clId="{C4CD5978-2643-4E14-BB26-37358CB1C7B2}" dt="2023-05-31T14:54:11.066" v="4901" actId="1076"/>
          <ac:spMkLst>
            <pc:docMk/>
            <pc:sldMk cId="1119841580" sldId="546"/>
            <ac:spMk id="36" creationId="{EC27229B-F3E3-83C2-2184-B8FE5430D408}"/>
          </ac:spMkLst>
        </pc:spChg>
        <pc:spChg chg="add mod">
          <ac:chgData name="Nikki Papenfus" userId="2a405823-0c8b-419b-afb6-8159926c2e17" providerId="ADAL" clId="{C4CD5978-2643-4E14-BB26-37358CB1C7B2}" dt="2023-05-31T14:54:11.066" v="4901" actId="1076"/>
          <ac:spMkLst>
            <pc:docMk/>
            <pc:sldMk cId="1119841580" sldId="546"/>
            <ac:spMk id="37" creationId="{8749957F-E95E-7D33-3CA3-FE2611E71233}"/>
          </ac:spMkLst>
        </pc:spChg>
        <pc:spChg chg="add mod">
          <ac:chgData name="Nikki Papenfus" userId="2a405823-0c8b-419b-afb6-8159926c2e17" providerId="ADAL" clId="{C4CD5978-2643-4E14-BB26-37358CB1C7B2}" dt="2023-05-31T14:54:11.066" v="4901" actId="1076"/>
          <ac:spMkLst>
            <pc:docMk/>
            <pc:sldMk cId="1119841580" sldId="546"/>
            <ac:spMk id="38" creationId="{1CE158A6-A78E-D07E-A350-3D9A9742BFD9}"/>
          </ac:spMkLst>
        </pc:spChg>
        <pc:spChg chg="add mod">
          <ac:chgData name="Nikki Papenfus" userId="2a405823-0c8b-419b-afb6-8159926c2e17" providerId="ADAL" clId="{C4CD5978-2643-4E14-BB26-37358CB1C7B2}" dt="2023-05-31T14:55:32.715" v="4925" actId="6549"/>
          <ac:spMkLst>
            <pc:docMk/>
            <pc:sldMk cId="1119841580" sldId="546"/>
            <ac:spMk id="39" creationId="{84C79CDB-B881-4D97-0335-67F7F67A54A8}"/>
          </ac:spMkLst>
        </pc:spChg>
        <pc:spChg chg="add mod">
          <ac:chgData name="Nikki Papenfus" userId="2a405823-0c8b-419b-afb6-8159926c2e17" providerId="ADAL" clId="{C4CD5978-2643-4E14-BB26-37358CB1C7B2}" dt="2023-05-31T14:54:11.066" v="4901" actId="1076"/>
          <ac:spMkLst>
            <pc:docMk/>
            <pc:sldMk cId="1119841580" sldId="546"/>
            <ac:spMk id="40" creationId="{7FC82ADE-BA89-72CA-F871-E892AC1F48E2}"/>
          </ac:spMkLst>
        </pc:spChg>
        <pc:spChg chg="mod">
          <ac:chgData name="Nikki Papenfus" userId="2a405823-0c8b-419b-afb6-8159926c2e17" providerId="ADAL" clId="{C4CD5978-2643-4E14-BB26-37358CB1C7B2}" dt="2023-05-31T14:54:11.066" v="4901" actId="1076"/>
          <ac:spMkLst>
            <pc:docMk/>
            <pc:sldMk cId="1119841580" sldId="546"/>
            <ac:spMk id="42" creationId="{DA87C398-A9E9-9D76-6131-885C5EF5EF92}"/>
          </ac:spMkLst>
        </pc:spChg>
        <pc:spChg chg="mod">
          <ac:chgData name="Nikki Papenfus" userId="2a405823-0c8b-419b-afb6-8159926c2e17" providerId="ADAL" clId="{C4CD5978-2643-4E14-BB26-37358CB1C7B2}" dt="2023-05-31T14:54:11.066" v="4901" actId="1076"/>
          <ac:spMkLst>
            <pc:docMk/>
            <pc:sldMk cId="1119841580" sldId="546"/>
            <ac:spMk id="44" creationId="{5B37AC39-D952-0C42-F389-FC159BA832B6}"/>
          </ac:spMkLst>
        </pc:spChg>
        <pc:spChg chg="mod">
          <ac:chgData name="Nikki Papenfus" userId="2a405823-0c8b-419b-afb6-8159926c2e17" providerId="ADAL" clId="{C4CD5978-2643-4E14-BB26-37358CB1C7B2}" dt="2023-05-31T14:54:11.066" v="4901" actId="1076"/>
          <ac:spMkLst>
            <pc:docMk/>
            <pc:sldMk cId="1119841580" sldId="546"/>
            <ac:spMk id="45" creationId="{140FDC3C-ED22-DBF7-F65A-3854BF497367}"/>
          </ac:spMkLst>
        </pc:spChg>
        <pc:spChg chg="mod">
          <ac:chgData name="Nikki Papenfus" userId="2a405823-0c8b-419b-afb6-8159926c2e17" providerId="ADAL" clId="{C4CD5978-2643-4E14-BB26-37358CB1C7B2}" dt="2023-05-31T14:54:11.066" v="4901" actId="1076"/>
          <ac:spMkLst>
            <pc:docMk/>
            <pc:sldMk cId="1119841580" sldId="546"/>
            <ac:spMk id="46" creationId="{74CFBFDE-3479-BE55-91B2-FBAC8B61E1C8}"/>
          </ac:spMkLst>
        </pc:spChg>
        <pc:spChg chg="mod">
          <ac:chgData name="Nikki Papenfus" userId="2a405823-0c8b-419b-afb6-8159926c2e17" providerId="ADAL" clId="{C4CD5978-2643-4E14-BB26-37358CB1C7B2}" dt="2023-05-31T14:54:11.066" v="4901" actId="1076"/>
          <ac:spMkLst>
            <pc:docMk/>
            <pc:sldMk cId="1119841580" sldId="546"/>
            <ac:spMk id="47" creationId="{37BB9965-3FD5-E12A-FE15-18E8A1FEE739}"/>
          </ac:spMkLst>
        </pc:spChg>
        <pc:spChg chg="mod">
          <ac:chgData name="Nikki Papenfus" userId="2a405823-0c8b-419b-afb6-8159926c2e17" providerId="ADAL" clId="{C4CD5978-2643-4E14-BB26-37358CB1C7B2}" dt="2023-05-31T14:54:11.066" v="4901" actId="1076"/>
          <ac:spMkLst>
            <pc:docMk/>
            <pc:sldMk cId="1119841580" sldId="546"/>
            <ac:spMk id="48" creationId="{9A192431-C2A4-2A17-041F-78F3405E0984}"/>
          </ac:spMkLst>
        </pc:spChg>
        <pc:spChg chg="mod">
          <ac:chgData name="Nikki Papenfus" userId="2a405823-0c8b-419b-afb6-8159926c2e17" providerId="ADAL" clId="{C4CD5978-2643-4E14-BB26-37358CB1C7B2}" dt="2023-05-31T14:54:11.066" v="4901" actId="1076"/>
          <ac:spMkLst>
            <pc:docMk/>
            <pc:sldMk cId="1119841580" sldId="546"/>
            <ac:spMk id="49" creationId="{6A63BD9E-3804-37D1-D2C0-3B12C0325ABB}"/>
          </ac:spMkLst>
        </pc:spChg>
        <pc:spChg chg="add mod">
          <ac:chgData name="Nikki Papenfus" userId="2a405823-0c8b-419b-afb6-8159926c2e17" providerId="ADAL" clId="{C4CD5978-2643-4E14-BB26-37358CB1C7B2}" dt="2023-05-31T14:54:25.602" v="4918" actId="14100"/>
          <ac:spMkLst>
            <pc:docMk/>
            <pc:sldMk cId="1119841580" sldId="546"/>
            <ac:spMk id="51" creationId="{05E21FFB-8C82-FA71-A8F6-0B948C722188}"/>
          </ac:spMkLst>
        </pc:spChg>
        <pc:spChg chg="add mod">
          <ac:chgData name="Nikki Papenfus" userId="2a405823-0c8b-419b-afb6-8159926c2e17" providerId="ADAL" clId="{C4CD5978-2643-4E14-BB26-37358CB1C7B2}" dt="2023-05-31T14:55:38.072" v="4926" actId="20577"/>
          <ac:spMkLst>
            <pc:docMk/>
            <pc:sldMk cId="1119841580" sldId="546"/>
            <ac:spMk id="53" creationId="{95914B24-0FF2-359D-7E62-6A9B197B316A}"/>
          </ac:spMkLst>
        </pc:spChg>
        <pc:spChg chg="add mod">
          <ac:chgData name="Nikki Papenfus" userId="2a405823-0c8b-419b-afb6-8159926c2e17" providerId="ADAL" clId="{C4CD5978-2643-4E14-BB26-37358CB1C7B2}" dt="2023-05-31T14:54:11.066" v="4901" actId="1076"/>
          <ac:spMkLst>
            <pc:docMk/>
            <pc:sldMk cId="1119841580" sldId="546"/>
            <ac:spMk id="55" creationId="{226D46B0-B3BA-D8BB-4752-91744AA659F3}"/>
          </ac:spMkLst>
        </pc:spChg>
        <pc:spChg chg="add mod">
          <ac:chgData name="Nikki Papenfus" userId="2a405823-0c8b-419b-afb6-8159926c2e17" providerId="ADAL" clId="{C4CD5978-2643-4E14-BB26-37358CB1C7B2}" dt="2023-05-31T14:55:39.643" v="4927" actId="20577"/>
          <ac:spMkLst>
            <pc:docMk/>
            <pc:sldMk cId="1119841580" sldId="546"/>
            <ac:spMk id="57" creationId="{247EB4CC-6137-DA02-8CDF-C2090D057201}"/>
          </ac:spMkLst>
        </pc:spChg>
        <pc:spChg chg="add del mod">
          <ac:chgData name="Nikki Papenfus" userId="2a405823-0c8b-419b-afb6-8159926c2e17" providerId="ADAL" clId="{C4CD5978-2643-4E14-BB26-37358CB1C7B2}" dt="2023-05-31T15:52:11.090" v="6095" actId="21"/>
          <ac:spMkLst>
            <pc:docMk/>
            <pc:sldMk cId="1119841580" sldId="546"/>
            <ac:spMk id="58" creationId="{D71B6A92-B634-FE01-1448-7A5C80B3A008}"/>
          </ac:spMkLst>
        </pc:spChg>
        <pc:spChg chg="add mod">
          <ac:chgData name="Nikki Papenfus" userId="2a405823-0c8b-419b-afb6-8159926c2e17" providerId="ADAL" clId="{C4CD5978-2643-4E14-BB26-37358CB1C7B2}" dt="2023-05-31T15:50:16.328" v="6016" actId="1076"/>
          <ac:spMkLst>
            <pc:docMk/>
            <pc:sldMk cId="1119841580" sldId="546"/>
            <ac:spMk id="59" creationId="{640F1991-D982-3199-F7D4-095907F5E5DB}"/>
          </ac:spMkLst>
        </pc:spChg>
        <pc:spChg chg="add del mod">
          <ac:chgData name="Nikki Papenfus" userId="2a405823-0c8b-419b-afb6-8159926c2e17" providerId="ADAL" clId="{C4CD5978-2643-4E14-BB26-37358CB1C7B2}" dt="2023-05-31T15:52:11.090" v="6095" actId="21"/>
          <ac:spMkLst>
            <pc:docMk/>
            <pc:sldMk cId="1119841580" sldId="546"/>
            <ac:spMk id="60" creationId="{8C3DD970-6C94-5454-4080-5D2F9C128A5D}"/>
          </ac:spMkLst>
        </pc:spChg>
        <pc:spChg chg="add del mod">
          <ac:chgData name="Nikki Papenfus" userId="2a405823-0c8b-419b-afb6-8159926c2e17" providerId="ADAL" clId="{C4CD5978-2643-4E14-BB26-37358CB1C7B2}" dt="2023-05-31T15:52:11.090" v="6095" actId="21"/>
          <ac:spMkLst>
            <pc:docMk/>
            <pc:sldMk cId="1119841580" sldId="546"/>
            <ac:spMk id="61" creationId="{F32925CC-DA27-8A48-CF38-F33A2793D005}"/>
          </ac:spMkLst>
        </pc:spChg>
        <pc:spChg chg="add mod">
          <ac:chgData name="Nikki Papenfus" userId="2a405823-0c8b-419b-afb6-8159926c2e17" providerId="ADAL" clId="{C4CD5978-2643-4E14-BB26-37358CB1C7B2}" dt="2023-05-31T15:50:22.071" v="6018" actId="1076"/>
          <ac:spMkLst>
            <pc:docMk/>
            <pc:sldMk cId="1119841580" sldId="546"/>
            <ac:spMk id="63" creationId="{B28BB91B-C2E4-6847-3B75-370791B88D60}"/>
          </ac:spMkLst>
        </pc:spChg>
        <pc:spChg chg="add del mod">
          <ac:chgData name="Nikki Papenfus" userId="2a405823-0c8b-419b-afb6-8159926c2e17" providerId="ADAL" clId="{C4CD5978-2643-4E14-BB26-37358CB1C7B2}" dt="2023-05-31T15:52:11.090" v="6095" actId="21"/>
          <ac:spMkLst>
            <pc:docMk/>
            <pc:sldMk cId="1119841580" sldId="546"/>
            <ac:spMk id="64" creationId="{C5E92C37-4556-4F0A-4F34-201D924386C8}"/>
          </ac:spMkLst>
        </pc:spChg>
        <pc:spChg chg="add mod">
          <ac:chgData name="Nikki Papenfus" userId="2a405823-0c8b-419b-afb6-8159926c2e17" providerId="ADAL" clId="{C4CD5978-2643-4E14-BB26-37358CB1C7B2}" dt="2023-05-31T15:50:22.071" v="6018" actId="1076"/>
          <ac:spMkLst>
            <pc:docMk/>
            <pc:sldMk cId="1119841580" sldId="546"/>
            <ac:spMk id="66" creationId="{9E01AE91-8779-0E17-0F86-6A24B125DFBC}"/>
          </ac:spMkLst>
        </pc:spChg>
        <pc:spChg chg="add del mod">
          <ac:chgData name="Nikki Papenfus" userId="2a405823-0c8b-419b-afb6-8159926c2e17" providerId="ADAL" clId="{C4CD5978-2643-4E14-BB26-37358CB1C7B2}" dt="2023-05-31T15:52:11.090" v="6095" actId="21"/>
          <ac:spMkLst>
            <pc:docMk/>
            <pc:sldMk cId="1119841580" sldId="546"/>
            <ac:spMk id="67" creationId="{2A382DFE-93EE-39F8-494F-E9D82DD187A1}"/>
          </ac:spMkLst>
        </pc:spChg>
        <pc:spChg chg="add mod">
          <ac:chgData name="Nikki Papenfus" userId="2a405823-0c8b-419b-afb6-8159926c2e17" providerId="ADAL" clId="{C4CD5978-2643-4E14-BB26-37358CB1C7B2}" dt="2023-05-31T15:50:22.071" v="6018" actId="1076"/>
          <ac:spMkLst>
            <pc:docMk/>
            <pc:sldMk cId="1119841580" sldId="546"/>
            <ac:spMk id="68" creationId="{ED1FCCEA-8312-D715-9B88-3AC388680C2D}"/>
          </ac:spMkLst>
        </pc:spChg>
        <pc:spChg chg="add del mod">
          <ac:chgData name="Nikki Papenfus" userId="2a405823-0c8b-419b-afb6-8159926c2e17" providerId="ADAL" clId="{C4CD5978-2643-4E14-BB26-37358CB1C7B2}" dt="2023-05-31T15:52:11.090" v="6095" actId="21"/>
          <ac:spMkLst>
            <pc:docMk/>
            <pc:sldMk cId="1119841580" sldId="546"/>
            <ac:spMk id="69" creationId="{388DB716-3D77-AA22-1AC6-6D28A4841C70}"/>
          </ac:spMkLst>
        </pc:spChg>
        <pc:spChg chg="add mod">
          <ac:chgData name="Nikki Papenfus" userId="2a405823-0c8b-419b-afb6-8159926c2e17" providerId="ADAL" clId="{C4CD5978-2643-4E14-BB26-37358CB1C7B2}" dt="2023-05-31T15:50:22.071" v="6018" actId="1076"/>
          <ac:spMkLst>
            <pc:docMk/>
            <pc:sldMk cId="1119841580" sldId="546"/>
            <ac:spMk id="70" creationId="{A12A9006-BBAC-9B1C-E627-F49698C96A12}"/>
          </ac:spMkLst>
        </pc:spChg>
        <pc:spChg chg="add del mod">
          <ac:chgData name="Nikki Papenfus" userId="2a405823-0c8b-419b-afb6-8159926c2e17" providerId="ADAL" clId="{C4CD5978-2643-4E14-BB26-37358CB1C7B2}" dt="2023-05-31T15:52:11.090" v="6095" actId="21"/>
          <ac:spMkLst>
            <pc:docMk/>
            <pc:sldMk cId="1119841580" sldId="546"/>
            <ac:spMk id="73" creationId="{F07C00A3-F488-8B74-1A73-F0955B3EF85E}"/>
          </ac:spMkLst>
        </pc:spChg>
        <pc:spChg chg="add del mod">
          <ac:chgData name="Nikki Papenfus" userId="2a405823-0c8b-419b-afb6-8159926c2e17" providerId="ADAL" clId="{C4CD5978-2643-4E14-BB26-37358CB1C7B2}" dt="2023-05-31T15:52:11.090" v="6095" actId="21"/>
          <ac:spMkLst>
            <pc:docMk/>
            <pc:sldMk cId="1119841580" sldId="546"/>
            <ac:spMk id="74" creationId="{C32D3E03-0B92-1F6E-CE53-353F05F36FDB}"/>
          </ac:spMkLst>
        </pc:spChg>
        <pc:spChg chg="add del mod">
          <ac:chgData name="Nikki Papenfus" userId="2a405823-0c8b-419b-afb6-8159926c2e17" providerId="ADAL" clId="{C4CD5978-2643-4E14-BB26-37358CB1C7B2}" dt="2023-05-31T14:56:27.431" v="4931"/>
          <ac:spMkLst>
            <pc:docMk/>
            <pc:sldMk cId="1119841580" sldId="546"/>
            <ac:spMk id="75" creationId="{124584B3-DF50-508D-BEF6-E803859355B7}"/>
          </ac:spMkLst>
        </pc:spChg>
        <pc:spChg chg="add del mod">
          <ac:chgData name="Nikki Papenfus" userId="2a405823-0c8b-419b-afb6-8159926c2e17" providerId="ADAL" clId="{C4CD5978-2643-4E14-BB26-37358CB1C7B2}" dt="2023-05-31T14:56:27.431" v="4931"/>
          <ac:spMkLst>
            <pc:docMk/>
            <pc:sldMk cId="1119841580" sldId="546"/>
            <ac:spMk id="76" creationId="{0AC54A96-872E-0B5F-3ADA-0EFB48BA9E94}"/>
          </ac:spMkLst>
        </pc:spChg>
        <pc:spChg chg="add del mod">
          <ac:chgData name="Nikki Papenfus" userId="2a405823-0c8b-419b-afb6-8159926c2e17" providerId="ADAL" clId="{C4CD5978-2643-4E14-BB26-37358CB1C7B2}" dt="2023-05-31T14:56:27.431" v="4931"/>
          <ac:spMkLst>
            <pc:docMk/>
            <pc:sldMk cId="1119841580" sldId="546"/>
            <ac:spMk id="77" creationId="{5D1379C1-2182-E5D2-943D-26A91BA311E3}"/>
          </ac:spMkLst>
        </pc:spChg>
        <pc:spChg chg="add del mod">
          <ac:chgData name="Nikki Papenfus" userId="2a405823-0c8b-419b-afb6-8159926c2e17" providerId="ADAL" clId="{C4CD5978-2643-4E14-BB26-37358CB1C7B2}" dt="2023-05-31T14:56:27.431" v="4931"/>
          <ac:spMkLst>
            <pc:docMk/>
            <pc:sldMk cId="1119841580" sldId="546"/>
            <ac:spMk id="78" creationId="{398284A7-12B0-6FB7-BD82-F7AE23455A79}"/>
          </ac:spMkLst>
        </pc:spChg>
        <pc:spChg chg="add del mod">
          <ac:chgData name="Nikki Papenfus" userId="2a405823-0c8b-419b-afb6-8159926c2e17" providerId="ADAL" clId="{C4CD5978-2643-4E14-BB26-37358CB1C7B2}" dt="2023-05-31T14:56:27.431" v="4931"/>
          <ac:spMkLst>
            <pc:docMk/>
            <pc:sldMk cId="1119841580" sldId="546"/>
            <ac:spMk id="80" creationId="{A672C233-2573-1790-ED51-49946BC0E219}"/>
          </ac:spMkLst>
        </pc:spChg>
        <pc:spChg chg="add del mod">
          <ac:chgData name="Nikki Papenfus" userId="2a405823-0c8b-419b-afb6-8159926c2e17" providerId="ADAL" clId="{C4CD5978-2643-4E14-BB26-37358CB1C7B2}" dt="2023-05-31T14:56:27.431" v="4931"/>
          <ac:spMkLst>
            <pc:docMk/>
            <pc:sldMk cId="1119841580" sldId="546"/>
            <ac:spMk id="81" creationId="{2AB515A4-A247-D8D2-6622-F7DC439E638F}"/>
          </ac:spMkLst>
        </pc:spChg>
        <pc:spChg chg="add del mod">
          <ac:chgData name="Nikki Papenfus" userId="2a405823-0c8b-419b-afb6-8159926c2e17" providerId="ADAL" clId="{C4CD5978-2643-4E14-BB26-37358CB1C7B2}" dt="2023-05-31T14:56:27.431" v="4931"/>
          <ac:spMkLst>
            <pc:docMk/>
            <pc:sldMk cId="1119841580" sldId="546"/>
            <ac:spMk id="84" creationId="{DD269E73-5862-10B2-1EBB-663E918F0CDE}"/>
          </ac:spMkLst>
        </pc:spChg>
        <pc:spChg chg="add del mod">
          <ac:chgData name="Nikki Papenfus" userId="2a405823-0c8b-419b-afb6-8159926c2e17" providerId="ADAL" clId="{C4CD5978-2643-4E14-BB26-37358CB1C7B2}" dt="2023-05-31T14:56:27.431" v="4931"/>
          <ac:spMkLst>
            <pc:docMk/>
            <pc:sldMk cId="1119841580" sldId="546"/>
            <ac:spMk id="85" creationId="{DE96D0A5-5EB8-EBD6-437B-EEBD9269B59A}"/>
          </ac:spMkLst>
        </pc:spChg>
        <pc:spChg chg="add del mod">
          <ac:chgData name="Nikki Papenfus" userId="2a405823-0c8b-419b-afb6-8159926c2e17" providerId="ADAL" clId="{C4CD5978-2643-4E14-BB26-37358CB1C7B2}" dt="2023-05-31T14:56:27.431" v="4931"/>
          <ac:spMkLst>
            <pc:docMk/>
            <pc:sldMk cId="1119841580" sldId="546"/>
            <ac:spMk id="86" creationId="{63297898-C861-2AF3-FAB9-32F129CC5841}"/>
          </ac:spMkLst>
        </pc:spChg>
        <pc:spChg chg="add del mod">
          <ac:chgData name="Nikki Papenfus" userId="2a405823-0c8b-419b-afb6-8159926c2e17" providerId="ADAL" clId="{C4CD5978-2643-4E14-BB26-37358CB1C7B2}" dt="2023-05-31T14:56:27.431" v="4931"/>
          <ac:spMkLst>
            <pc:docMk/>
            <pc:sldMk cId="1119841580" sldId="546"/>
            <ac:spMk id="87" creationId="{3979E9FC-D9EB-3173-AB35-94D0DB131460}"/>
          </ac:spMkLst>
        </pc:spChg>
        <pc:spChg chg="add del mod">
          <ac:chgData name="Nikki Papenfus" userId="2a405823-0c8b-419b-afb6-8159926c2e17" providerId="ADAL" clId="{C4CD5978-2643-4E14-BB26-37358CB1C7B2}" dt="2023-05-31T14:56:27.431" v="4931"/>
          <ac:spMkLst>
            <pc:docMk/>
            <pc:sldMk cId="1119841580" sldId="546"/>
            <ac:spMk id="88" creationId="{34812628-1819-48BE-085C-2D696E52E52E}"/>
          </ac:spMkLst>
        </pc:spChg>
        <pc:spChg chg="add del mod">
          <ac:chgData name="Nikki Papenfus" userId="2a405823-0c8b-419b-afb6-8159926c2e17" providerId="ADAL" clId="{C4CD5978-2643-4E14-BB26-37358CB1C7B2}" dt="2023-05-31T14:56:27.431" v="4931"/>
          <ac:spMkLst>
            <pc:docMk/>
            <pc:sldMk cId="1119841580" sldId="546"/>
            <ac:spMk id="89" creationId="{E862FCB7-0B53-FFBE-1D35-570D3A9AE769}"/>
          </ac:spMkLst>
        </pc:spChg>
        <pc:spChg chg="add del mod">
          <ac:chgData name="Nikki Papenfus" userId="2a405823-0c8b-419b-afb6-8159926c2e17" providerId="ADAL" clId="{C4CD5978-2643-4E14-BB26-37358CB1C7B2}" dt="2023-05-31T14:56:27.431" v="4931"/>
          <ac:spMkLst>
            <pc:docMk/>
            <pc:sldMk cId="1119841580" sldId="546"/>
            <ac:spMk id="90" creationId="{033DB616-0BAF-50F6-E6DD-FAAD8B219BAE}"/>
          </ac:spMkLst>
        </pc:spChg>
        <pc:spChg chg="add del mod">
          <ac:chgData name="Nikki Papenfus" userId="2a405823-0c8b-419b-afb6-8159926c2e17" providerId="ADAL" clId="{C4CD5978-2643-4E14-BB26-37358CB1C7B2}" dt="2023-05-31T14:56:27.431" v="4931"/>
          <ac:spMkLst>
            <pc:docMk/>
            <pc:sldMk cId="1119841580" sldId="546"/>
            <ac:spMk id="91" creationId="{56C02355-FDA2-E0C6-E0A2-C35416035827}"/>
          </ac:spMkLst>
        </pc:spChg>
        <pc:spChg chg="add del mod">
          <ac:chgData name="Nikki Papenfus" userId="2a405823-0c8b-419b-afb6-8159926c2e17" providerId="ADAL" clId="{C4CD5978-2643-4E14-BB26-37358CB1C7B2}" dt="2023-05-31T14:56:27.431" v="4931"/>
          <ac:spMkLst>
            <pc:docMk/>
            <pc:sldMk cId="1119841580" sldId="546"/>
            <ac:spMk id="92" creationId="{2C76BA79-B1D5-EF29-6DF8-C9E8792FA9F1}"/>
          </ac:spMkLst>
        </pc:spChg>
        <pc:spChg chg="add del mod">
          <ac:chgData name="Nikki Papenfus" userId="2a405823-0c8b-419b-afb6-8159926c2e17" providerId="ADAL" clId="{C4CD5978-2643-4E14-BB26-37358CB1C7B2}" dt="2023-05-31T14:56:27.431" v="4931"/>
          <ac:spMkLst>
            <pc:docMk/>
            <pc:sldMk cId="1119841580" sldId="546"/>
            <ac:spMk id="94" creationId="{B601DE6E-A5C0-FBED-3C6A-4BF85159B0B9}"/>
          </ac:spMkLst>
        </pc:spChg>
        <pc:spChg chg="add del mod">
          <ac:chgData name="Nikki Papenfus" userId="2a405823-0c8b-419b-afb6-8159926c2e17" providerId="ADAL" clId="{C4CD5978-2643-4E14-BB26-37358CB1C7B2}" dt="2023-05-31T14:56:27.431" v="4931"/>
          <ac:spMkLst>
            <pc:docMk/>
            <pc:sldMk cId="1119841580" sldId="546"/>
            <ac:spMk id="95" creationId="{CF6796B8-161A-33D6-637F-83C609FEF90D}"/>
          </ac:spMkLst>
        </pc:spChg>
        <pc:spChg chg="add del mod">
          <ac:chgData name="Nikki Papenfus" userId="2a405823-0c8b-419b-afb6-8159926c2e17" providerId="ADAL" clId="{C4CD5978-2643-4E14-BB26-37358CB1C7B2}" dt="2023-05-31T14:56:27.431" v="4931"/>
          <ac:spMkLst>
            <pc:docMk/>
            <pc:sldMk cId="1119841580" sldId="546"/>
            <ac:spMk id="97" creationId="{ACD4249A-2674-F2F5-70A3-C8F38D4DF322}"/>
          </ac:spMkLst>
        </pc:spChg>
        <pc:spChg chg="add del mod">
          <ac:chgData name="Nikki Papenfus" userId="2a405823-0c8b-419b-afb6-8159926c2e17" providerId="ADAL" clId="{C4CD5978-2643-4E14-BB26-37358CB1C7B2}" dt="2023-05-31T14:56:27.431" v="4931"/>
          <ac:spMkLst>
            <pc:docMk/>
            <pc:sldMk cId="1119841580" sldId="546"/>
            <ac:spMk id="98" creationId="{2DB82D73-4BB5-B7BF-6130-5160DF544963}"/>
          </ac:spMkLst>
        </pc:spChg>
        <pc:spChg chg="add del mod">
          <ac:chgData name="Nikki Papenfus" userId="2a405823-0c8b-419b-afb6-8159926c2e17" providerId="ADAL" clId="{C4CD5978-2643-4E14-BB26-37358CB1C7B2}" dt="2023-05-31T14:56:27.431" v="4931"/>
          <ac:spMkLst>
            <pc:docMk/>
            <pc:sldMk cId="1119841580" sldId="546"/>
            <ac:spMk id="99" creationId="{3CC5B579-3E54-224F-4ED4-C626F8DA7F59}"/>
          </ac:spMkLst>
        </pc:spChg>
        <pc:spChg chg="add del mod">
          <ac:chgData name="Nikki Papenfus" userId="2a405823-0c8b-419b-afb6-8159926c2e17" providerId="ADAL" clId="{C4CD5978-2643-4E14-BB26-37358CB1C7B2}" dt="2023-05-31T14:56:27.431" v="4931"/>
          <ac:spMkLst>
            <pc:docMk/>
            <pc:sldMk cId="1119841580" sldId="546"/>
            <ac:spMk id="100" creationId="{9ECBB774-90EB-9BB7-C51E-0A072CFE8917}"/>
          </ac:spMkLst>
        </pc:spChg>
        <pc:spChg chg="add del mod">
          <ac:chgData name="Nikki Papenfus" userId="2a405823-0c8b-419b-afb6-8159926c2e17" providerId="ADAL" clId="{C4CD5978-2643-4E14-BB26-37358CB1C7B2}" dt="2023-05-31T14:56:27.431" v="4931"/>
          <ac:spMkLst>
            <pc:docMk/>
            <pc:sldMk cId="1119841580" sldId="546"/>
            <ac:spMk id="101" creationId="{C7C69627-EA18-CB09-ECEF-E73B5E25BA5C}"/>
          </ac:spMkLst>
        </pc:spChg>
        <pc:spChg chg="add del mod">
          <ac:chgData name="Nikki Papenfus" userId="2a405823-0c8b-419b-afb6-8159926c2e17" providerId="ADAL" clId="{C4CD5978-2643-4E14-BB26-37358CB1C7B2}" dt="2023-05-31T14:56:27.431" v="4931"/>
          <ac:spMkLst>
            <pc:docMk/>
            <pc:sldMk cId="1119841580" sldId="546"/>
            <ac:spMk id="105" creationId="{9A354887-CAC1-CB40-8B89-9F86C086DAA2}"/>
          </ac:spMkLst>
        </pc:spChg>
        <pc:spChg chg="add del mod">
          <ac:chgData name="Nikki Papenfus" userId="2a405823-0c8b-419b-afb6-8159926c2e17" providerId="ADAL" clId="{C4CD5978-2643-4E14-BB26-37358CB1C7B2}" dt="2023-05-31T14:56:27.431" v="4931"/>
          <ac:spMkLst>
            <pc:docMk/>
            <pc:sldMk cId="1119841580" sldId="546"/>
            <ac:spMk id="106" creationId="{B00E95FD-A664-52F7-D7C5-2F6AA37F3A15}"/>
          </ac:spMkLst>
        </pc:spChg>
        <pc:spChg chg="add del mod">
          <ac:chgData name="Nikki Papenfus" userId="2a405823-0c8b-419b-afb6-8159926c2e17" providerId="ADAL" clId="{C4CD5978-2643-4E14-BB26-37358CB1C7B2}" dt="2023-05-31T14:56:27.431" v="4931"/>
          <ac:spMkLst>
            <pc:docMk/>
            <pc:sldMk cId="1119841580" sldId="546"/>
            <ac:spMk id="107" creationId="{3751CFB9-C56C-537F-B384-9F1466407DC8}"/>
          </ac:spMkLst>
        </pc:spChg>
        <pc:spChg chg="add del mod">
          <ac:chgData name="Nikki Papenfus" userId="2a405823-0c8b-419b-afb6-8159926c2e17" providerId="ADAL" clId="{C4CD5978-2643-4E14-BB26-37358CB1C7B2}" dt="2023-05-31T14:56:27.431" v="4931"/>
          <ac:spMkLst>
            <pc:docMk/>
            <pc:sldMk cId="1119841580" sldId="546"/>
            <ac:spMk id="108" creationId="{056AC9BF-F3E1-ABA4-15E1-4A5203D1F1EE}"/>
          </ac:spMkLst>
        </pc:spChg>
        <pc:spChg chg="add mod">
          <ac:chgData name="Nikki Papenfus" userId="2a405823-0c8b-419b-afb6-8159926c2e17" providerId="ADAL" clId="{C4CD5978-2643-4E14-BB26-37358CB1C7B2}" dt="2023-05-31T14:56:37.935" v="4938" actId="1076"/>
          <ac:spMkLst>
            <pc:docMk/>
            <pc:sldMk cId="1119841580" sldId="546"/>
            <ac:spMk id="109" creationId="{A4C8B3EB-3B02-4220-A814-7DAD3CF6505A}"/>
          </ac:spMkLst>
        </pc:spChg>
        <pc:spChg chg="add mod">
          <ac:chgData name="Nikki Papenfus" userId="2a405823-0c8b-419b-afb6-8159926c2e17" providerId="ADAL" clId="{C4CD5978-2643-4E14-BB26-37358CB1C7B2}" dt="2023-05-31T14:56:37.935" v="4938" actId="1076"/>
          <ac:spMkLst>
            <pc:docMk/>
            <pc:sldMk cId="1119841580" sldId="546"/>
            <ac:spMk id="110" creationId="{2E785E21-F44A-9403-1CB2-B43A8CA600B8}"/>
          </ac:spMkLst>
        </pc:spChg>
        <pc:spChg chg="add mod">
          <ac:chgData name="Nikki Papenfus" userId="2a405823-0c8b-419b-afb6-8159926c2e17" providerId="ADAL" clId="{C4CD5978-2643-4E14-BB26-37358CB1C7B2}" dt="2023-05-31T14:56:37.935" v="4938" actId="1076"/>
          <ac:spMkLst>
            <pc:docMk/>
            <pc:sldMk cId="1119841580" sldId="546"/>
            <ac:spMk id="111" creationId="{C637CBE4-9DAF-D934-3E8A-F055C3458BD9}"/>
          </ac:spMkLst>
        </pc:spChg>
        <pc:spChg chg="add mod">
          <ac:chgData name="Nikki Papenfus" userId="2a405823-0c8b-419b-afb6-8159926c2e17" providerId="ADAL" clId="{C4CD5978-2643-4E14-BB26-37358CB1C7B2}" dt="2023-05-31T14:56:37.935" v="4938" actId="1076"/>
          <ac:spMkLst>
            <pc:docMk/>
            <pc:sldMk cId="1119841580" sldId="546"/>
            <ac:spMk id="112" creationId="{6934B1E9-EA07-909C-B6B8-35B1019D182E}"/>
          </ac:spMkLst>
        </pc:spChg>
        <pc:spChg chg="add mod">
          <ac:chgData name="Nikki Papenfus" userId="2a405823-0c8b-419b-afb6-8159926c2e17" providerId="ADAL" clId="{C4CD5978-2643-4E14-BB26-37358CB1C7B2}" dt="2023-05-31T14:56:37.935" v="4938" actId="1076"/>
          <ac:spMkLst>
            <pc:docMk/>
            <pc:sldMk cId="1119841580" sldId="546"/>
            <ac:spMk id="114" creationId="{8CFF1549-006F-7357-DF3A-6312F4A8EEE7}"/>
          </ac:spMkLst>
        </pc:spChg>
        <pc:spChg chg="add mod">
          <ac:chgData name="Nikki Papenfus" userId="2a405823-0c8b-419b-afb6-8159926c2e17" providerId="ADAL" clId="{C4CD5978-2643-4E14-BB26-37358CB1C7B2}" dt="2023-05-31T14:56:37.935" v="4938" actId="1076"/>
          <ac:spMkLst>
            <pc:docMk/>
            <pc:sldMk cId="1119841580" sldId="546"/>
            <ac:spMk id="115" creationId="{55DC7860-D26E-78AB-804C-AB1684025657}"/>
          </ac:spMkLst>
        </pc:spChg>
        <pc:spChg chg="add mod">
          <ac:chgData name="Nikki Papenfus" userId="2a405823-0c8b-419b-afb6-8159926c2e17" providerId="ADAL" clId="{C4CD5978-2643-4E14-BB26-37358CB1C7B2}" dt="2023-05-31T14:56:37.935" v="4938" actId="1076"/>
          <ac:spMkLst>
            <pc:docMk/>
            <pc:sldMk cId="1119841580" sldId="546"/>
            <ac:spMk id="118" creationId="{0CF084CF-38C6-6CBE-96B8-BC971680EC1D}"/>
          </ac:spMkLst>
        </pc:spChg>
        <pc:spChg chg="add mod">
          <ac:chgData name="Nikki Papenfus" userId="2a405823-0c8b-419b-afb6-8159926c2e17" providerId="ADAL" clId="{C4CD5978-2643-4E14-BB26-37358CB1C7B2}" dt="2023-05-31T14:56:37.935" v="4938" actId="1076"/>
          <ac:spMkLst>
            <pc:docMk/>
            <pc:sldMk cId="1119841580" sldId="546"/>
            <ac:spMk id="119" creationId="{DDA2778F-1609-4254-ACD7-4859F681FDBA}"/>
          </ac:spMkLst>
        </pc:spChg>
        <pc:spChg chg="add mod">
          <ac:chgData name="Nikki Papenfus" userId="2a405823-0c8b-419b-afb6-8159926c2e17" providerId="ADAL" clId="{C4CD5978-2643-4E14-BB26-37358CB1C7B2}" dt="2023-05-31T14:56:37.935" v="4938" actId="1076"/>
          <ac:spMkLst>
            <pc:docMk/>
            <pc:sldMk cId="1119841580" sldId="546"/>
            <ac:spMk id="120" creationId="{12033C38-5341-3467-3488-E4556A79E91C}"/>
          </ac:spMkLst>
        </pc:spChg>
        <pc:spChg chg="add mod">
          <ac:chgData name="Nikki Papenfus" userId="2a405823-0c8b-419b-afb6-8159926c2e17" providerId="ADAL" clId="{C4CD5978-2643-4E14-BB26-37358CB1C7B2}" dt="2023-05-31T14:56:37.935" v="4938" actId="1076"/>
          <ac:spMkLst>
            <pc:docMk/>
            <pc:sldMk cId="1119841580" sldId="546"/>
            <ac:spMk id="121" creationId="{601B5F9B-C6FA-9843-145F-53518247A74C}"/>
          </ac:spMkLst>
        </pc:spChg>
        <pc:spChg chg="add mod">
          <ac:chgData name="Nikki Papenfus" userId="2a405823-0c8b-419b-afb6-8159926c2e17" providerId="ADAL" clId="{C4CD5978-2643-4E14-BB26-37358CB1C7B2}" dt="2023-05-31T14:56:37.935" v="4938" actId="1076"/>
          <ac:spMkLst>
            <pc:docMk/>
            <pc:sldMk cId="1119841580" sldId="546"/>
            <ac:spMk id="122" creationId="{94D9EBBF-F6C3-3D2A-C0F7-9511B3E0DCEE}"/>
          </ac:spMkLst>
        </pc:spChg>
        <pc:spChg chg="add mod">
          <ac:chgData name="Nikki Papenfus" userId="2a405823-0c8b-419b-afb6-8159926c2e17" providerId="ADAL" clId="{C4CD5978-2643-4E14-BB26-37358CB1C7B2}" dt="2023-05-31T14:56:37.935" v="4938" actId="1076"/>
          <ac:spMkLst>
            <pc:docMk/>
            <pc:sldMk cId="1119841580" sldId="546"/>
            <ac:spMk id="123" creationId="{2D8E2EF2-81EC-2CCD-4584-A57F685AAB75}"/>
          </ac:spMkLst>
        </pc:spChg>
        <pc:spChg chg="add mod">
          <ac:chgData name="Nikki Papenfus" userId="2a405823-0c8b-419b-afb6-8159926c2e17" providerId="ADAL" clId="{C4CD5978-2643-4E14-BB26-37358CB1C7B2}" dt="2023-05-31T14:56:37.935" v="4938" actId="1076"/>
          <ac:spMkLst>
            <pc:docMk/>
            <pc:sldMk cId="1119841580" sldId="546"/>
            <ac:spMk id="124" creationId="{B9686E6C-9927-6AC8-84ED-D932F7B48CF7}"/>
          </ac:spMkLst>
        </pc:spChg>
        <pc:spChg chg="add mod">
          <ac:chgData name="Nikki Papenfus" userId="2a405823-0c8b-419b-afb6-8159926c2e17" providerId="ADAL" clId="{C4CD5978-2643-4E14-BB26-37358CB1C7B2}" dt="2023-05-31T14:56:37.935" v="4938" actId="1076"/>
          <ac:spMkLst>
            <pc:docMk/>
            <pc:sldMk cId="1119841580" sldId="546"/>
            <ac:spMk id="125" creationId="{6F139745-0DB7-47E0-FA97-36ECB16E12AB}"/>
          </ac:spMkLst>
        </pc:spChg>
        <pc:spChg chg="add mod">
          <ac:chgData name="Nikki Papenfus" userId="2a405823-0c8b-419b-afb6-8159926c2e17" providerId="ADAL" clId="{C4CD5978-2643-4E14-BB26-37358CB1C7B2}" dt="2023-05-31T14:56:37.935" v="4938" actId="1076"/>
          <ac:spMkLst>
            <pc:docMk/>
            <pc:sldMk cId="1119841580" sldId="546"/>
            <ac:spMk id="126" creationId="{70A6EEE4-6DD8-D74D-742C-A3D3988515A4}"/>
          </ac:spMkLst>
        </pc:spChg>
        <pc:spChg chg="add mod">
          <ac:chgData name="Nikki Papenfus" userId="2a405823-0c8b-419b-afb6-8159926c2e17" providerId="ADAL" clId="{C4CD5978-2643-4E14-BB26-37358CB1C7B2}" dt="2023-05-31T14:56:37.935" v="4938" actId="1076"/>
          <ac:spMkLst>
            <pc:docMk/>
            <pc:sldMk cId="1119841580" sldId="546"/>
            <ac:spMk id="128" creationId="{F999B274-ED1D-BFE1-057E-3580FAD2904E}"/>
          </ac:spMkLst>
        </pc:spChg>
        <pc:spChg chg="add mod">
          <ac:chgData name="Nikki Papenfus" userId="2a405823-0c8b-419b-afb6-8159926c2e17" providerId="ADAL" clId="{C4CD5978-2643-4E14-BB26-37358CB1C7B2}" dt="2023-05-31T14:56:37.935" v="4938" actId="1076"/>
          <ac:spMkLst>
            <pc:docMk/>
            <pc:sldMk cId="1119841580" sldId="546"/>
            <ac:spMk id="129" creationId="{1DDC847F-463F-1FC8-A8DB-0FFED9194DAB}"/>
          </ac:spMkLst>
        </pc:spChg>
        <pc:spChg chg="add mod">
          <ac:chgData name="Nikki Papenfus" userId="2a405823-0c8b-419b-afb6-8159926c2e17" providerId="ADAL" clId="{C4CD5978-2643-4E14-BB26-37358CB1C7B2}" dt="2023-05-31T14:56:37.935" v="4938" actId="1076"/>
          <ac:spMkLst>
            <pc:docMk/>
            <pc:sldMk cId="1119841580" sldId="546"/>
            <ac:spMk id="131" creationId="{603E8733-5D31-EF96-3C22-8F0A03E33B98}"/>
          </ac:spMkLst>
        </pc:spChg>
        <pc:spChg chg="add mod">
          <ac:chgData name="Nikki Papenfus" userId="2a405823-0c8b-419b-afb6-8159926c2e17" providerId="ADAL" clId="{C4CD5978-2643-4E14-BB26-37358CB1C7B2}" dt="2023-05-31T14:56:37.935" v="4938" actId="1076"/>
          <ac:spMkLst>
            <pc:docMk/>
            <pc:sldMk cId="1119841580" sldId="546"/>
            <ac:spMk id="132" creationId="{B01B0AAF-BD90-E8E1-BA69-516B5563FD14}"/>
          </ac:spMkLst>
        </pc:spChg>
        <pc:spChg chg="add mod">
          <ac:chgData name="Nikki Papenfus" userId="2a405823-0c8b-419b-afb6-8159926c2e17" providerId="ADAL" clId="{C4CD5978-2643-4E14-BB26-37358CB1C7B2}" dt="2023-05-31T14:56:37.935" v="4938" actId="1076"/>
          <ac:spMkLst>
            <pc:docMk/>
            <pc:sldMk cId="1119841580" sldId="546"/>
            <ac:spMk id="133" creationId="{8576E52A-9337-EAFE-6A92-ED42353D73FA}"/>
          </ac:spMkLst>
        </pc:spChg>
        <pc:spChg chg="add mod">
          <ac:chgData name="Nikki Papenfus" userId="2a405823-0c8b-419b-afb6-8159926c2e17" providerId="ADAL" clId="{C4CD5978-2643-4E14-BB26-37358CB1C7B2}" dt="2023-05-31T14:56:37.935" v="4938" actId="1076"/>
          <ac:spMkLst>
            <pc:docMk/>
            <pc:sldMk cId="1119841580" sldId="546"/>
            <ac:spMk id="134" creationId="{0B6FD394-6279-A900-1F74-2730BD846C66}"/>
          </ac:spMkLst>
        </pc:spChg>
        <pc:spChg chg="add mod">
          <ac:chgData name="Nikki Papenfus" userId="2a405823-0c8b-419b-afb6-8159926c2e17" providerId="ADAL" clId="{C4CD5978-2643-4E14-BB26-37358CB1C7B2}" dt="2023-05-31T14:56:37.935" v="4938" actId="1076"/>
          <ac:spMkLst>
            <pc:docMk/>
            <pc:sldMk cId="1119841580" sldId="546"/>
            <ac:spMk id="135" creationId="{E17C129C-200B-2ABB-E1B9-7694F8FADC1A}"/>
          </ac:spMkLst>
        </pc:spChg>
        <pc:spChg chg="add mod">
          <ac:chgData name="Nikki Papenfus" userId="2a405823-0c8b-419b-afb6-8159926c2e17" providerId="ADAL" clId="{C4CD5978-2643-4E14-BB26-37358CB1C7B2}" dt="2023-05-31T14:56:37.935" v="4938" actId="1076"/>
          <ac:spMkLst>
            <pc:docMk/>
            <pc:sldMk cId="1119841580" sldId="546"/>
            <ac:spMk id="139" creationId="{F8544478-7ED8-568C-C7B2-AB5B900B6224}"/>
          </ac:spMkLst>
        </pc:spChg>
        <pc:spChg chg="add mod">
          <ac:chgData name="Nikki Papenfus" userId="2a405823-0c8b-419b-afb6-8159926c2e17" providerId="ADAL" clId="{C4CD5978-2643-4E14-BB26-37358CB1C7B2}" dt="2023-05-31T14:56:37.935" v="4938" actId="1076"/>
          <ac:spMkLst>
            <pc:docMk/>
            <pc:sldMk cId="1119841580" sldId="546"/>
            <ac:spMk id="140" creationId="{F0899047-967B-AB15-4789-1C051BD475D3}"/>
          </ac:spMkLst>
        </pc:spChg>
        <pc:spChg chg="add mod">
          <ac:chgData name="Nikki Papenfus" userId="2a405823-0c8b-419b-afb6-8159926c2e17" providerId="ADAL" clId="{C4CD5978-2643-4E14-BB26-37358CB1C7B2}" dt="2023-05-31T14:56:37.935" v="4938" actId="1076"/>
          <ac:spMkLst>
            <pc:docMk/>
            <pc:sldMk cId="1119841580" sldId="546"/>
            <ac:spMk id="141" creationId="{467753CB-DDAC-2F88-0696-BECA5942FE76}"/>
          </ac:spMkLst>
        </pc:spChg>
        <pc:spChg chg="add mod">
          <ac:chgData name="Nikki Papenfus" userId="2a405823-0c8b-419b-afb6-8159926c2e17" providerId="ADAL" clId="{C4CD5978-2643-4E14-BB26-37358CB1C7B2}" dt="2023-05-31T14:56:37.935" v="4938" actId="1076"/>
          <ac:spMkLst>
            <pc:docMk/>
            <pc:sldMk cId="1119841580" sldId="546"/>
            <ac:spMk id="142" creationId="{A0CCA09A-91AA-CE28-3248-5244A2A09E42}"/>
          </ac:spMkLst>
        </pc:spChg>
        <pc:spChg chg="add del mod">
          <ac:chgData name="Nikki Papenfus" userId="2a405823-0c8b-419b-afb6-8159926c2e17" providerId="ADAL" clId="{C4CD5978-2643-4E14-BB26-37358CB1C7B2}" dt="2023-05-31T15:52:11.090" v="6095" actId="21"/>
          <ac:spMkLst>
            <pc:docMk/>
            <pc:sldMk cId="1119841580" sldId="546"/>
            <ac:spMk id="145" creationId="{7D4B121A-0942-3F86-A8C8-9F6859A66B27}"/>
          </ac:spMkLst>
        </pc:spChg>
        <pc:spChg chg="add del mod">
          <ac:chgData name="Nikki Papenfus" userId="2a405823-0c8b-419b-afb6-8159926c2e17" providerId="ADAL" clId="{C4CD5978-2643-4E14-BB26-37358CB1C7B2}" dt="2023-05-31T15:52:11.090" v="6095" actId="21"/>
          <ac:spMkLst>
            <pc:docMk/>
            <pc:sldMk cId="1119841580" sldId="546"/>
            <ac:spMk id="146" creationId="{2159CD1F-722C-425F-64F9-8B7A31FBFBB0}"/>
          </ac:spMkLst>
        </pc:spChg>
        <pc:grpChg chg="add mod">
          <ac:chgData name="Nikki Papenfus" userId="2a405823-0c8b-419b-afb6-8159926c2e17" providerId="ADAL" clId="{C4CD5978-2643-4E14-BB26-37358CB1C7B2}" dt="2023-05-31T14:54:11.066" v="4901" actId="1076"/>
          <ac:grpSpMkLst>
            <pc:docMk/>
            <pc:sldMk cId="1119841580" sldId="546"/>
            <ac:grpSpMk id="27" creationId="{3C7F00C5-56A7-DCCF-7C74-EDA389790BDC}"/>
          </ac:grpSpMkLst>
        </pc:grpChg>
        <pc:grpChg chg="add del mod">
          <ac:chgData name="Nikki Papenfus" userId="2a405823-0c8b-419b-afb6-8159926c2e17" providerId="ADAL" clId="{C4CD5978-2643-4E14-BB26-37358CB1C7B2}" dt="2023-05-31T15:58:30.257" v="6422" actId="21"/>
          <ac:grpSpMkLst>
            <pc:docMk/>
            <pc:sldMk cId="1119841580" sldId="546"/>
            <ac:grpSpMk id="30" creationId="{280F2D0F-D36C-DD14-19E8-160E1E7DCFB4}"/>
          </ac:grpSpMkLst>
        </pc:grpChg>
        <pc:grpChg chg="add mod">
          <ac:chgData name="Nikki Papenfus" userId="2a405823-0c8b-419b-afb6-8159926c2e17" providerId="ADAL" clId="{C4CD5978-2643-4E14-BB26-37358CB1C7B2}" dt="2023-05-31T14:54:11.066" v="4901" actId="1076"/>
          <ac:grpSpMkLst>
            <pc:docMk/>
            <pc:sldMk cId="1119841580" sldId="546"/>
            <ac:grpSpMk id="33" creationId="{03C5FCBC-2C45-8922-8EC3-57537E39F4AF}"/>
          </ac:grpSpMkLst>
        </pc:grpChg>
        <pc:grpChg chg="add mod">
          <ac:chgData name="Nikki Papenfus" userId="2a405823-0c8b-419b-afb6-8159926c2e17" providerId="ADAL" clId="{C4CD5978-2643-4E14-BB26-37358CB1C7B2}" dt="2023-05-31T14:54:11.066" v="4901" actId="1076"/>
          <ac:grpSpMkLst>
            <pc:docMk/>
            <pc:sldMk cId="1119841580" sldId="546"/>
            <ac:grpSpMk id="41" creationId="{5CE634AC-626E-8DE7-E72D-E0BCECD1417B}"/>
          </ac:grpSpMkLst>
        </pc:grpChg>
        <pc:grpChg chg="mod">
          <ac:chgData name="Nikki Papenfus" userId="2a405823-0c8b-419b-afb6-8159926c2e17" providerId="ADAL" clId="{C4CD5978-2643-4E14-BB26-37358CB1C7B2}" dt="2023-05-31T14:54:11.066" v="4901" actId="1076"/>
          <ac:grpSpMkLst>
            <pc:docMk/>
            <pc:sldMk cId="1119841580" sldId="546"/>
            <ac:grpSpMk id="43" creationId="{9E60BFC5-DD41-D27A-7F09-E93F574736B1}"/>
          </ac:grpSpMkLst>
        </pc:grpChg>
        <pc:picChg chg="add mod">
          <ac:chgData name="Nikki Papenfus" userId="2a405823-0c8b-419b-afb6-8159926c2e17" providerId="ADAL" clId="{C4CD5978-2643-4E14-BB26-37358CB1C7B2}" dt="2023-05-31T14:54:11.066" v="4901" actId="1076"/>
          <ac:picMkLst>
            <pc:docMk/>
            <pc:sldMk cId="1119841580" sldId="546"/>
            <ac:picMk id="12" creationId="{CDCD7B30-E034-BB78-B278-E9C27705B630}"/>
          </ac:picMkLst>
        </pc:picChg>
        <pc:picChg chg="add mod">
          <ac:chgData name="Nikki Papenfus" userId="2a405823-0c8b-419b-afb6-8159926c2e17" providerId="ADAL" clId="{C4CD5978-2643-4E14-BB26-37358CB1C7B2}" dt="2023-05-31T14:54:11.066" v="4901" actId="1076"/>
          <ac:picMkLst>
            <pc:docMk/>
            <pc:sldMk cId="1119841580" sldId="546"/>
            <ac:picMk id="15" creationId="{FC737092-C887-C006-FF7B-4A491187BA59}"/>
          </ac:picMkLst>
        </pc:picChg>
        <pc:picChg chg="add mod">
          <ac:chgData name="Nikki Papenfus" userId="2a405823-0c8b-419b-afb6-8159926c2e17" providerId="ADAL" clId="{C4CD5978-2643-4E14-BB26-37358CB1C7B2}" dt="2023-05-31T14:54:11.066" v="4901" actId="1076"/>
          <ac:picMkLst>
            <pc:docMk/>
            <pc:sldMk cId="1119841580" sldId="546"/>
            <ac:picMk id="16" creationId="{844C7F88-3DF0-611A-1A08-541B07A29B38}"/>
          </ac:picMkLst>
        </pc:picChg>
        <pc:picChg chg="add mod">
          <ac:chgData name="Nikki Papenfus" userId="2a405823-0c8b-419b-afb6-8159926c2e17" providerId="ADAL" clId="{C4CD5978-2643-4E14-BB26-37358CB1C7B2}" dt="2023-05-31T15:46:56.402" v="5969" actId="1076"/>
          <ac:picMkLst>
            <pc:docMk/>
            <pc:sldMk cId="1119841580" sldId="546"/>
            <ac:picMk id="17" creationId="{BC40E716-8B29-CDA3-4E8F-52E4D26C38CD}"/>
          </ac:picMkLst>
        </pc:picChg>
        <pc:picChg chg="add del mod">
          <ac:chgData name="Nikki Papenfus" userId="2a405823-0c8b-419b-afb6-8159926c2e17" providerId="ADAL" clId="{C4CD5978-2643-4E14-BB26-37358CB1C7B2}" dt="2023-05-31T15:28:27.363" v="5440" actId="478"/>
          <ac:picMkLst>
            <pc:docMk/>
            <pc:sldMk cId="1119841580" sldId="546"/>
            <ac:picMk id="19" creationId="{655FDE32-9845-9855-BCAE-D238405D97CC}"/>
          </ac:picMkLst>
        </pc:picChg>
        <pc:picChg chg="add del mod">
          <ac:chgData name="Nikki Papenfus" userId="2a405823-0c8b-419b-afb6-8159926c2e17" providerId="ADAL" clId="{C4CD5978-2643-4E14-BB26-37358CB1C7B2}" dt="2023-05-31T15:28:28.788" v="5441" actId="478"/>
          <ac:picMkLst>
            <pc:docMk/>
            <pc:sldMk cId="1119841580" sldId="546"/>
            <ac:picMk id="23" creationId="{5A5CBFDF-83A9-7FFD-FC77-57A230588333}"/>
          </ac:picMkLst>
        </pc:picChg>
        <pc:picChg chg="mod">
          <ac:chgData name="Nikki Papenfus" userId="2a405823-0c8b-419b-afb6-8159926c2e17" providerId="ADAL" clId="{C4CD5978-2643-4E14-BB26-37358CB1C7B2}" dt="2023-05-31T14:54:11.066" v="4901" actId="1076"/>
          <ac:picMkLst>
            <pc:docMk/>
            <pc:sldMk cId="1119841580" sldId="546"/>
            <ac:picMk id="29" creationId="{D2D7BBA9-721F-94AA-1FA3-989591B9B8CA}"/>
          </ac:picMkLst>
        </pc:picChg>
        <pc:picChg chg="mod">
          <ac:chgData name="Nikki Papenfus" userId="2a405823-0c8b-419b-afb6-8159926c2e17" providerId="ADAL" clId="{C4CD5978-2643-4E14-BB26-37358CB1C7B2}" dt="2023-05-31T14:54:11.066" v="4901" actId="1076"/>
          <ac:picMkLst>
            <pc:docMk/>
            <pc:sldMk cId="1119841580" sldId="546"/>
            <ac:picMk id="32" creationId="{5CEA490F-942F-DB25-B3D3-8B5D7B4F281C}"/>
          </ac:picMkLst>
        </pc:picChg>
        <pc:picChg chg="mod">
          <ac:chgData name="Nikki Papenfus" userId="2a405823-0c8b-419b-afb6-8159926c2e17" providerId="ADAL" clId="{C4CD5978-2643-4E14-BB26-37358CB1C7B2}" dt="2023-05-31T14:54:11.066" v="4901" actId="1076"/>
          <ac:picMkLst>
            <pc:docMk/>
            <pc:sldMk cId="1119841580" sldId="546"/>
            <ac:picMk id="35" creationId="{75D29559-4FFF-1839-A497-0BFE3234345B}"/>
          </ac:picMkLst>
        </pc:picChg>
        <pc:picChg chg="add mod">
          <ac:chgData name="Nikki Papenfus" userId="2a405823-0c8b-419b-afb6-8159926c2e17" providerId="ADAL" clId="{C4CD5978-2643-4E14-BB26-37358CB1C7B2}" dt="2023-05-31T14:54:11.066" v="4901" actId="1076"/>
          <ac:picMkLst>
            <pc:docMk/>
            <pc:sldMk cId="1119841580" sldId="546"/>
            <ac:picMk id="50" creationId="{7F97D113-E15D-7FC9-7907-0CA0BC88B33D}"/>
          </ac:picMkLst>
        </pc:picChg>
        <pc:picChg chg="add mod">
          <ac:chgData name="Nikki Papenfus" userId="2a405823-0c8b-419b-afb6-8159926c2e17" providerId="ADAL" clId="{C4CD5978-2643-4E14-BB26-37358CB1C7B2}" dt="2023-05-31T14:54:11.066" v="4901" actId="1076"/>
          <ac:picMkLst>
            <pc:docMk/>
            <pc:sldMk cId="1119841580" sldId="546"/>
            <ac:picMk id="52" creationId="{8A0C178A-D54A-C67C-8C5E-A18BC0B3B4B5}"/>
          </ac:picMkLst>
        </pc:picChg>
        <pc:picChg chg="add mod">
          <ac:chgData name="Nikki Papenfus" userId="2a405823-0c8b-419b-afb6-8159926c2e17" providerId="ADAL" clId="{C4CD5978-2643-4E14-BB26-37358CB1C7B2}" dt="2023-05-31T14:54:11.066" v="4901" actId="1076"/>
          <ac:picMkLst>
            <pc:docMk/>
            <pc:sldMk cId="1119841580" sldId="546"/>
            <ac:picMk id="54" creationId="{18D3033A-735E-395A-0900-81D574BADEAE}"/>
          </ac:picMkLst>
        </pc:picChg>
        <pc:picChg chg="add mod">
          <ac:chgData name="Nikki Papenfus" userId="2a405823-0c8b-419b-afb6-8159926c2e17" providerId="ADAL" clId="{C4CD5978-2643-4E14-BB26-37358CB1C7B2}" dt="2023-05-31T14:54:11.066" v="4901" actId="1076"/>
          <ac:picMkLst>
            <pc:docMk/>
            <pc:sldMk cId="1119841580" sldId="546"/>
            <ac:picMk id="56" creationId="{F333BA0E-52A7-AA27-5F7F-15262A7C88F5}"/>
          </ac:picMkLst>
        </pc:picChg>
        <pc:picChg chg="add del mod">
          <ac:chgData name="Nikki Papenfus" userId="2a405823-0c8b-419b-afb6-8159926c2e17" providerId="ADAL" clId="{C4CD5978-2643-4E14-BB26-37358CB1C7B2}" dt="2023-05-31T15:52:11.090" v="6095" actId="21"/>
          <ac:picMkLst>
            <pc:docMk/>
            <pc:sldMk cId="1119841580" sldId="546"/>
            <ac:picMk id="62" creationId="{CDCC241E-6453-37DD-BD24-C8E315FC21EF}"/>
          </ac:picMkLst>
        </pc:picChg>
        <pc:picChg chg="add mod">
          <ac:chgData name="Nikki Papenfus" userId="2a405823-0c8b-419b-afb6-8159926c2e17" providerId="ADAL" clId="{C4CD5978-2643-4E14-BB26-37358CB1C7B2}" dt="2023-05-31T15:50:15.168" v="6015" actId="1076"/>
          <ac:picMkLst>
            <pc:docMk/>
            <pc:sldMk cId="1119841580" sldId="546"/>
            <ac:picMk id="65" creationId="{49F44A3B-5CC0-907E-2E9A-40FD8C394095}"/>
          </ac:picMkLst>
        </pc:picChg>
        <pc:picChg chg="add del mod">
          <ac:chgData name="Nikki Papenfus" userId="2a405823-0c8b-419b-afb6-8159926c2e17" providerId="ADAL" clId="{C4CD5978-2643-4E14-BB26-37358CB1C7B2}" dt="2023-05-31T15:52:11.090" v="6095" actId="21"/>
          <ac:picMkLst>
            <pc:docMk/>
            <pc:sldMk cId="1119841580" sldId="546"/>
            <ac:picMk id="71" creationId="{148A52B0-127B-4CD2-C11C-27F88D27EEEF}"/>
          </ac:picMkLst>
        </pc:picChg>
        <pc:picChg chg="add del mod">
          <ac:chgData name="Nikki Papenfus" userId="2a405823-0c8b-419b-afb6-8159926c2e17" providerId="ADAL" clId="{C4CD5978-2643-4E14-BB26-37358CB1C7B2}" dt="2023-05-31T15:52:11.090" v="6095" actId="21"/>
          <ac:picMkLst>
            <pc:docMk/>
            <pc:sldMk cId="1119841580" sldId="546"/>
            <ac:picMk id="72" creationId="{403B2CE4-EBE7-325E-4A14-6F3E2138CA5F}"/>
          </ac:picMkLst>
        </pc:picChg>
        <pc:picChg chg="add del mod">
          <ac:chgData name="Nikki Papenfus" userId="2a405823-0c8b-419b-afb6-8159926c2e17" providerId="ADAL" clId="{C4CD5978-2643-4E14-BB26-37358CB1C7B2}" dt="2023-05-31T14:56:27.431" v="4931"/>
          <ac:picMkLst>
            <pc:docMk/>
            <pc:sldMk cId="1119841580" sldId="546"/>
            <ac:picMk id="79" creationId="{D8C58049-11A8-50FA-A9DE-6FE8FF7A5A16}"/>
          </ac:picMkLst>
        </pc:picChg>
        <pc:picChg chg="add del mod">
          <ac:chgData name="Nikki Papenfus" userId="2a405823-0c8b-419b-afb6-8159926c2e17" providerId="ADAL" clId="{C4CD5978-2643-4E14-BB26-37358CB1C7B2}" dt="2023-05-31T14:56:27.431" v="4931"/>
          <ac:picMkLst>
            <pc:docMk/>
            <pc:sldMk cId="1119841580" sldId="546"/>
            <ac:picMk id="82" creationId="{5289A9B1-80FD-A845-B11A-3B0C84066EF1}"/>
          </ac:picMkLst>
        </pc:picChg>
        <pc:picChg chg="add del mod">
          <ac:chgData name="Nikki Papenfus" userId="2a405823-0c8b-419b-afb6-8159926c2e17" providerId="ADAL" clId="{C4CD5978-2643-4E14-BB26-37358CB1C7B2}" dt="2023-05-31T14:56:27.431" v="4931"/>
          <ac:picMkLst>
            <pc:docMk/>
            <pc:sldMk cId="1119841580" sldId="546"/>
            <ac:picMk id="83" creationId="{931AAB00-3AD8-8FF4-F46D-308268EE842E}"/>
          </ac:picMkLst>
        </pc:picChg>
        <pc:picChg chg="add del mod">
          <ac:chgData name="Nikki Papenfus" userId="2a405823-0c8b-419b-afb6-8159926c2e17" providerId="ADAL" clId="{C4CD5978-2643-4E14-BB26-37358CB1C7B2}" dt="2023-05-31T14:56:27.431" v="4931"/>
          <ac:picMkLst>
            <pc:docMk/>
            <pc:sldMk cId="1119841580" sldId="546"/>
            <ac:picMk id="93" creationId="{07CFFBA2-F48B-240D-A1C0-996A8A891A74}"/>
          </ac:picMkLst>
        </pc:picChg>
        <pc:picChg chg="add del mod">
          <ac:chgData name="Nikki Papenfus" userId="2a405823-0c8b-419b-afb6-8159926c2e17" providerId="ADAL" clId="{C4CD5978-2643-4E14-BB26-37358CB1C7B2}" dt="2023-05-31T14:56:27.431" v="4931"/>
          <ac:picMkLst>
            <pc:docMk/>
            <pc:sldMk cId="1119841580" sldId="546"/>
            <ac:picMk id="96" creationId="{996D9876-6F08-E5AC-1102-C15455980E39}"/>
          </ac:picMkLst>
        </pc:picChg>
        <pc:picChg chg="add del mod">
          <ac:chgData name="Nikki Papenfus" userId="2a405823-0c8b-419b-afb6-8159926c2e17" providerId="ADAL" clId="{C4CD5978-2643-4E14-BB26-37358CB1C7B2}" dt="2023-05-31T14:56:27.431" v="4931"/>
          <ac:picMkLst>
            <pc:docMk/>
            <pc:sldMk cId="1119841580" sldId="546"/>
            <ac:picMk id="102" creationId="{10D4F203-2A40-4B4A-0D7A-03F0F313506A}"/>
          </ac:picMkLst>
        </pc:picChg>
        <pc:picChg chg="add del mod">
          <ac:chgData name="Nikki Papenfus" userId="2a405823-0c8b-419b-afb6-8159926c2e17" providerId="ADAL" clId="{C4CD5978-2643-4E14-BB26-37358CB1C7B2}" dt="2023-05-31T14:56:27.431" v="4931"/>
          <ac:picMkLst>
            <pc:docMk/>
            <pc:sldMk cId="1119841580" sldId="546"/>
            <ac:picMk id="103" creationId="{FB127B04-50E0-03B8-0FA7-DE21A5E4459E}"/>
          </ac:picMkLst>
        </pc:picChg>
        <pc:picChg chg="add del mod">
          <ac:chgData name="Nikki Papenfus" userId="2a405823-0c8b-419b-afb6-8159926c2e17" providerId="ADAL" clId="{C4CD5978-2643-4E14-BB26-37358CB1C7B2}" dt="2023-05-31T14:56:27.431" v="4931"/>
          <ac:picMkLst>
            <pc:docMk/>
            <pc:sldMk cId="1119841580" sldId="546"/>
            <ac:picMk id="104" creationId="{05212C96-DF27-BDA3-DD53-C2E667624F4A}"/>
          </ac:picMkLst>
        </pc:picChg>
        <pc:picChg chg="add mod">
          <ac:chgData name="Nikki Papenfus" userId="2a405823-0c8b-419b-afb6-8159926c2e17" providerId="ADAL" clId="{C4CD5978-2643-4E14-BB26-37358CB1C7B2}" dt="2023-05-31T14:56:37.935" v="4938" actId="1076"/>
          <ac:picMkLst>
            <pc:docMk/>
            <pc:sldMk cId="1119841580" sldId="546"/>
            <ac:picMk id="113" creationId="{7AAD76A0-CA25-B21A-8FBA-65F2287F5C92}"/>
          </ac:picMkLst>
        </pc:picChg>
        <pc:picChg chg="add mod">
          <ac:chgData name="Nikki Papenfus" userId="2a405823-0c8b-419b-afb6-8159926c2e17" providerId="ADAL" clId="{C4CD5978-2643-4E14-BB26-37358CB1C7B2}" dt="2023-05-31T14:56:37.935" v="4938" actId="1076"/>
          <ac:picMkLst>
            <pc:docMk/>
            <pc:sldMk cId="1119841580" sldId="546"/>
            <ac:picMk id="116" creationId="{78564011-0DEC-CFE4-D872-3049AD182F60}"/>
          </ac:picMkLst>
        </pc:picChg>
        <pc:picChg chg="add mod">
          <ac:chgData name="Nikki Papenfus" userId="2a405823-0c8b-419b-afb6-8159926c2e17" providerId="ADAL" clId="{C4CD5978-2643-4E14-BB26-37358CB1C7B2}" dt="2023-05-31T14:56:37.935" v="4938" actId="1076"/>
          <ac:picMkLst>
            <pc:docMk/>
            <pc:sldMk cId="1119841580" sldId="546"/>
            <ac:picMk id="117" creationId="{78361DEB-A6F1-BF33-D259-40B08BD7CFF3}"/>
          </ac:picMkLst>
        </pc:picChg>
        <pc:picChg chg="add mod">
          <ac:chgData name="Nikki Papenfus" userId="2a405823-0c8b-419b-afb6-8159926c2e17" providerId="ADAL" clId="{C4CD5978-2643-4E14-BB26-37358CB1C7B2}" dt="2023-05-31T14:56:37.935" v="4938" actId="1076"/>
          <ac:picMkLst>
            <pc:docMk/>
            <pc:sldMk cId="1119841580" sldId="546"/>
            <ac:picMk id="127" creationId="{6AE942B2-54CD-B5BF-F18F-F1D4E5394A13}"/>
          </ac:picMkLst>
        </pc:picChg>
        <pc:picChg chg="add mod">
          <ac:chgData name="Nikki Papenfus" userId="2a405823-0c8b-419b-afb6-8159926c2e17" providerId="ADAL" clId="{C4CD5978-2643-4E14-BB26-37358CB1C7B2}" dt="2023-05-31T14:56:37.935" v="4938" actId="1076"/>
          <ac:picMkLst>
            <pc:docMk/>
            <pc:sldMk cId="1119841580" sldId="546"/>
            <ac:picMk id="130" creationId="{9C72BDB3-EFFB-D8CA-55CB-5F67AE695CF2}"/>
          </ac:picMkLst>
        </pc:picChg>
        <pc:picChg chg="add mod">
          <ac:chgData name="Nikki Papenfus" userId="2a405823-0c8b-419b-afb6-8159926c2e17" providerId="ADAL" clId="{C4CD5978-2643-4E14-BB26-37358CB1C7B2}" dt="2023-05-31T14:56:37.935" v="4938" actId="1076"/>
          <ac:picMkLst>
            <pc:docMk/>
            <pc:sldMk cId="1119841580" sldId="546"/>
            <ac:picMk id="136" creationId="{4FEA5371-C433-ABAA-EBBE-59BE3FF944F6}"/>
          </ac:picMkLst>
        </pc:picChg>
        <pc:picChg chg="add mod">
          <ac:chgData name="Nikki Papenfus" userId="2a405823-0c8b-419b-afb6-8159926c2e17" providerId="ADAL" clId="{C4CD5978-2643-4E14-BB26-37358CB1C7B2}" dt="2023-05-31T14:56:37.935" v="4938" actId="1076"/>
          <ac:picMkLst>
            <pc:docMk/>
            <pc:sldMk cId="1119841580" sldId="546"/>
            <ac:picMk id="137" creationId="{EE1CB1F0-3862-0899-806F-44198CB42051}"/>
          </ac:picMkLst>
        </pc:picChg>
        <pc:picChg chg="add mod">
          <ac:chgData name="Nikki Papenfus" userId="2a405823-0c8b-419b-afb6-8159926c2e17" providerId="ADAL" clId="{C4CD5978-2643-4E14-BB26-37358CB1C7B2}" dt="2023-05-31T14:56:37.935" v="4938" actId="1076"/>
          <ac:picMkLst>
            <pc:docMk/>
            <pc:sldMk cId="1119841580" sldId="546"/>
            <ac:picMk id="138" creationId="{8DA5E2FF-1299-270F-4216-8678F20376EF}"/>
          </ac:picMkLst>
        </pc:picChg>
        <pc:picChg chg="add mod">
          <ac:chgData name="Nikki Papenfus" userId="2a405823-0c8b-419b-afb6-8159926c2e17" providerId="ADAL" clId="{C4CD5978-2643-4E14-BB26-37358CB1C7B2}" dt="2023-05-31T15:49:07.855" v="5981" actId="1076"/>
          <ac:picMkLst>
            <pc:docMk/>
            <pc:sldMk cId="1119841580" sldId="546"/>
            <ac:picMk id="144" creationId="{B4819143-F989-7E19-037B-5C17705C16D1}"/>
          </ac:picMkLst>
        </pc:picChg>
      </pc:sldChg>
      <pc:sldChg chg="addSp delSp modSp add mod ord delCm modCm modNotesTx">
        <pc:chgData name="Nikki Papenfus" userId="2a405823-0c8b-419b-afb6-8159926c2e17" providerId="ADAL" clId="{C4CD5978-2643-4E14-BB26-37358CB1C7B2}" dt="2023-06-02T07:10:56.667" v="12308"/>
        <pc:sldMkLst>
          <pc:docMk/>
          <pc:sldMk cId="1870263832" sldId="547"/>
        </pc:sldMkLst>
        <pc:spChg chg="mod">
          <ac:chgData name="Nikki Papenfus" userId="2a405823-0c8b-419b-afb6-8159926c2e17" providerId="ADAL" clId="{C4CD5978-2643-4E14-BB26-37358CB1C7B2}" dt="2023-06-01T07:33:10.398" v="7114" actId="207"/>
          <ac:spMkLst>
            <pc:docMk/>
            <pc:sldMk cId="1870263832" sldId="547"/>
            <ac:spMk id="2" creationId="{95790587-6989-46CB-8CB9-AAA58DEDB5B1}"/>
          </ac:spMkLst>
        </pc:spChg>
        <pc:spChg chg="mod">
          <ac:chgData name="Nikki Papenfus" userId="2a405823-0c8b-419b-afb6-8159926c2e17" providerId="ADAL" clId="{C4CD5978-2643-4E14-BB26-37358CB1C7B2}" dt="2023-06-01T12:41:06.201" v="10144" actId="20577"/>
          <ac:spMkLst>
            <pc:docMk/>
            <pc:sldMk cId="1870263832" sldId="547"/>
            <ac:spMk id="3" creationId="{1A94A419-D1D2-43CD-98AF-85762651A062}"/>
          </ac:spMkLst>
        </pc:spChg>
        <pc:spChg chg="add del mod">
          <ac:chgData name="Nikki Papenfus" userId="2a405823-0c8b-419b-afb6-8159926c2e17" providerId="ADAL" clId="{C4CD5978-2643-4E14-BB26-37358CB1C7B2}" dt="2023-06-01T08:41:17.148" v="7937" actId="21"/>
          <ac:spMkLst>
            <pc:docMk/>
            <pc:sldMk cId="1870263832" sldId="547"/>
            <ac:spMk id="5" creationId="{C4F98DEE-D593-FEBD-8DA8-3CE7E2364A8F}"/>
          </ac:spMkLst>
        </pc:spChg>
        <pc:spChg chg="mod">
          <ac:chgData name="Nikki Papenfus" userId="2a405823-0c8b-419b-afb6-8159926c2e17" providerId="ADAL" clId="{C4CD5978-2643-4E14-BB26-37358CB1C7B2}" dt="2023-06-01T12:41:13.414" v="10153" actId="1036"/>
          <ac:spMkLst>
            <pc:docMk/>
            <pc:sldMk cId="1870263832" sldId="547"/>
            <ac:spMk id="17" creationId="{ED6E9740-9518-4AB5-B888-14F3FAEA6880}"/>
          </ac:spMkLst>
        </pc:spChg>
        <pc:spChg chg="mod">
          <ac:chgData name="Nikki Papenfus" userId="2a405823-0c8b-419b-afb6-8159926c2e17" providerId="ADAL" clId="{C4CD5978-2643-4E14-BB26-37358CB1C7B2}" dt="2023-06-01T12:41:13.414" v="10153" actId="1036"/>
          <ac:spMkLst>
            <pc:docMk/>
            <pc:sldMk cId="1870263832" sldId="547"/>
            <ac:spMk id="19" creationId="{65A8AD60-32D0-4DDD-A28F-503A4429E4EC}"/>
          </ac:spMkLst>
        </pc:spChg>
        <pc:spChg chg="mod">
          <ac:chgData name="Nikki Papenfus" userId="2a405823-0c8b-419b-afb6-8159926c2e17" providerId="ADAL" clId="{C4CD5978-2643-4E14-BB26-37358CB1C7B2}" dt="2023-06-01T12:41:13.414" v="10153" actId="1036"/>
          <ac:spMkLst>
            <pc:docMk/>
            <pc:sldMk cId="1870263832" sldId="547"/>
            <ac:spMk id="20" creationId="{3E4B34F2-68D6-42EE-AEA0-453D7A40A0FF}"/>
          </ac:spMkLst>
        </pc:spChg>
        <pc:spChg chg="mod">
          <ac:chgData name="Nikki Papenfus" userId="2a405823-0c8b-419b-afb6-8159926c2e17" providerId="ADAL" clId="{C4CD5978-2643-4E14-BB26-37358CB1C7B2}" dt="2023-06-01T12:41:13.414" v="10153" actId="1036"/>
          <ac:spMkLst>
            <pc:docMk/>
            <pc:sldMk cId="1870263832" sldId="547"/>
            <ac:spMk id="22" creationId="{D524A69E-BCF4-4F1F-B9C3-76515BBD28B6}"/>
          </ac:spMkLst>
        </pc:spChg>
        <pc:spChg chg="mod">
          <ac:chgData name="Nikki Papenfus" userId="2a405823-0c8b-419b-afb6-8159926c2e17" providerId="ADAL" clId="{C4CD5978-2643-4E14-BB26-37358CB1C7B2}" dt="2023-06-01T12:41:13.414" v="10153" actId="1036"/>
          <ac:spMkLst>
            <pc:docMk/>
            <pc:sldMk cId="1870263832" sldId="547"/>
            <ac:spMk id="25" creationId="{DE81E5E6-F323-4627-8D46-9DA9215332BE}"/>
          </ac:spMkLst>
        </pc:spChg>
        <pc:spChg chg="mod">
          <ac:chgData name="Nikki Papenfus" userId="2a405823-0c8b-419b-afb6-8159926c2e17" providerId="ADAL" clId="{C4CD5978-2643-4E14-BB26-37358CB1C7B2}" dt="2023-05-31T15:37:38.297" v="5608" actId="6549"/>
          <ac:spMkLst>
            <pc:docMk/>
            <pc:sldMk cId="1870263832" sldId="547"/>
            <ac:spMk id="29" creationId="{D0D13029-7FCE-4659-9B86-CF1918B21B7D}"/>
          </ac:spMkLst>
        </pc:spChg>
        <pc:spChg chg="mod">
          <ac:chgData name="Nikki Papenfus" userId="2a405823-0c8b-419b-afb6-8159926c2e17" providerId="ADAL" clId="{C4CD5978-2643-4E14-BB26-37358CB1C7B2}" dt="2023-05-31T15:39:48.368" v="5724" actId="207"/>
          <ac:spMkLst>
            <pc:docMk/>
            <pc:sldMk cId="1870263832" sldId="547"/>
            <ac:spMk id="35" creationId="{F393811B-BF49-452D-ADAC-5EA305ADAAFF}"/>
          </ac:spMkLst>
        </pc:spChg>
        <pc:spChg chg="mod">
          <ac:chgData name="Nikki Papenfus" userId="2a405823-0c8b-419b-afb6-8159926c2e17" providerId="ADAL" clId="{C4CD5978-2643-4E14-BB26-37358CB1C7B2}" dt="2023-06-01T12:41:13.414" v="10153" actId="1036"/>
          <ac:spMkLst>
            <pc:docMk/>
            <pc:sldMk cId="1870263832" sldId="547"/>
            <ac:spMk id="36" creationId="{3AFCAE5F-808F-4A12-958B-5E40907C1789}"/>
          </ac:spMkLst>
        </pc:spChg>
        <pc:spChg chg="mod">
          <ac:chgData name="Nikki Papenfus" userId="2a405823-0c8b-419b-afb6-8159926c2e17" providerId="ADAL" clId="{C4CD5978-2643-4E14-BB26-37358CB1C7B2}" dt="2023-06-01T12:41:13.414" v="10153" actId="1036"/>
          <ac:spMkLst>
            <pc:docMk/>
            <pc:sldMk cId="1870263832" sldId="547"/>
            <ac:spMk id="39" creationId="{D4BA9FCA-B768-4488-BBD9-A5FDF12FBE27}"/>
          </ac:spMkLst>
        </pc:spChg>
        <pc:spChg chg="mod">
          <ac:chgData name="Nikki Papenfus" userId="2a405823-0c8b-419b-afb6-8159926c2e17" providerId="ADAL" clId="{C4CD5978-2643-4E14-BB26-37358CB1C7B2}" dt="2023-06-01T12:41:13.414" v="10153" actId="1036"/>
          <ac:spMkLst>
            <pc:docMk/>
            <pc:sldMk cId="1870263832" sldId="547"/>
            <ac:spMk id="40" creationId="{A6A7B1CE-674B-4322-ABC3-AEA4F422BFEA}"/>
          </ac:spMkLst>
        </pc:spChg>
        <pc:spChg chg="mod">
          <ac:chgData name="Nikki Papenfus" userId="2a405823-0c8b-419b-afb6-8159926c2e17" providerId="ADAL" clId="{C4CD5978-2643-4E14-BB26-37358CB1C7B2}" dt="2023-06-01T12:41:13.414" v="10153" actId="1036"/>
          <ac:spMkLst>
            <pc:docMk/>
            <pc:sldMk cId="1870263832" sldId="547"/>
            <ac:spMk id="45" creationId="{0CC90467-B3A7-41C5-8045-8839C0087B40}"/>
          </ac:spMkLst>
        </pc:spChg>
        <pc:spChg chg="mod">
          <ac:chgData name="Nikki Papenfus" userId="2a405823-0c8b-419b-afb6-8159926c2e17" providerId="ADAL" clId="{C4CD5978-2643-4E14-BB26-37358CB1C7B2}" dt="2023-06-01T12:41:13.414" v="10153" actId="1036"/>
          <ac:spMkLst>
            <pc:docMk/>
            <pc:sldMk cId="1870263832" sldId="547"/>
            <ac:spMk id="48" creationId="{830D1F3D-D634-40D5-8F72-81BF2FC49DA1}"/>
          </ac:spMkLst>
        </pc:spChg>
        <pc:spChg chg="mod">
          <ac:chgData name="Nikki Papenfus" userId="2a405823-0c8b-419b-afb6-8159926c2e17" providerId="ADAL" clId="{C4CD5978-2643-4E14-BB26-37358CB1C7B2}" dt="2023-06-01T12:41:13.414" v="10153" actId="1036"/>
          <ac:spMkLst>
            <pc:docMk/>
            <pc:sldMk cId="1870263832" sldId="547"/>
            <ac:spMk id="49" creationId="{D1778D04-2D06-4583-ABBF-ED976BBD4612}"/>
          </ac:spMkLst>
        </pc:spChg>
        <pc:spChg chg="mod">
          <ac:chgData name="Nikki Papenfus" userId="2a405823-0c8b-419b-afb6-8159926c2e17" providerId="ADAL" clId="{C4CD5978-2643-4E14-BB26-37358CB1C7B2}" dt="2023-06-01T12:41:13.414" v="10153" actId="1036"/>
          <ac:spMkLst>
            <pc:docMk/>
            <pc:sldMk cId="1870263832" sldId="547"/>
            <ac:spMk id="50" creationId="{7D027D6F-5C6D-4E62-B7FE-94A41831FC06}"/>
          </ac:spMkLst>
        </pc:spChg>
        <pc:spChg chg="mod">
          <ac:chgData name="Nikki Papenfus" userId="2a405823-0c8b-419b-afb6-8159926c2e17" providerId="ADAL" clId="{C4CD5978-2643-4E14-BB26-37358CB1C7B2}" dt="2023-06-01T12:41:13.414" v="10153" actId="1036"/>
          <ac:spMkLst>
            <pc:docMk/>
            <pc:sldMk cId="1870263832" sldId="547"/>
            <ac:spMk id="51" creationId="{0C68ED23-3705-438D-A362-2D7C3EBB5837}"/>
          </ac:spMkLst>
        </pc:spChg>
        <pc:spChg chg="del mod">
          <ac:chgData name="Nikki Papenfus" userId="2a405823-0c8b-419b-afb6-8159926c2e17" providerId="ADAL" clId="{C4CD5978-2643-4E14-BB26-37358CB1C7B2}" dt="2023-05-31T15:38:09.314" v="5626" actId="478"/>
          <ac:spMkLst>
            <pc:docMk/>
            <pc:sldMk cId="1870263832" sldId="547"/>
            <ac:spMk id="52" creationId="{78C53321-B906-4288-9203-2CA6FBAC5A17}"/>
          </ac:spMkLst>
        </pc:spChg>
        <pc:spChg chg="mod">
          <ac:chgData name="Nikki Papenfus" userId="2a405823-0c8b-419b-afb6-8159926c2e17" providerId="ADAL" clId="{C4CD5978-2643-4E14-BB26-37358CB1C7B2}" dt="2023-06-01T12:41:13.414" v="10153" actId="1036"/>
          <ac:spMkLst>
            <pc:docMk/>
            <pc:sldMk cId="1870263832" sldId="547"/>
            <ac:spMk id="54" creationId="{3B5E817C-2B6E-4D8F-8EFF-9057FDDF98F2}"/>
          </ac:spMkLst>
        </pc:spChg>
        <pc:spChg chg="mod">
          <ac:chgData name="Nikki Papenfus" userId="2a405823-0c8b-419b-afb6-8159926c2e17" providerId="ADAL" clId="{C4CD5978-2643-4E14-BB26-37358CB1C7B2}" dt="2023-06-01T12:41:13.414" v="10153" actId="1036"/>
          <ac:spMkLst>
            <pc:docMk/>
            <pc:sldMk cId="1870263832" sldId="547"/>
            <ac:spMk id="55" creationId="{21D27733-94DD-44DF-8696-229A1DCD1CC2}"/>
          </ac:spMkLst>
        </pc:spChg>
        <pc:spChg chg="mod">
          <ac:chgData name="Nikki Papenfus" userId="2a405823-0c8b-419b-afb6-8159926c2e17" providerId="ADAL" clId="{C4CD5978-2643-4E14-BB26-37358CB1C7B2}" dt="2023-06-01T12:41:13.414" v="10153" actId="1036"/>
          <ac:spMkLst>
            <pc:docMk/>
            <pc:sldMk cId="1870263832" sldId="547"/>
            <ac:spMk id="56" creationId="{309888BD-7DF1-40B2-8133-22CBCCBF8137}"/>
          </ac:spMkLst>
        </pc:spChg>
        <pc:spChg chg="mod">
          <ac:chgData name="Nikki Papenfus" userId="2a405823-0c8b-419b-afb6-8159926c2e17" providerId="ADAL" clId="{C4CD5978-2643-4E14-BB26-37358CB1C7B2}" dt="2023-06-01T12:41:13.414" v="10153" actId="1036"/>
          <ac:spMkLst>
            <pc:docMk/>
            <pc:sldMk cId="1870263832" sldId="547"/>
            <ac:spMk id="57" creationId="{8F7763C0-0A4D-4FD9-87C6-0CA52327D256}"/>
          </ac:spMkLst>
        </pc:spChg>
        <pc:spChg chg="mod">
          <ac:chgData name="Nikki Papenfus" userId="2a405823-0c8b-419b-afb6-8159926c2e17" providerId="ADAL" clId="{C4CD5978-2643-4E14-BB26-37358CB1C7B2}" dt="2023-06-01T12:41:13.414" v="10153" actId="1036"/>
          <ac:spMkLst>
            <pc:docMk/>
            <pc:sldMk cId="1870263832" sldId="547"/>
            <ac:spMk id="58" creationId="{1478A1E9-85A4-4873-974B-B8029426C8FE}"/>
          </ac:spMkLst>
        </pc:spChg>
        <pc:spChg chg="mod">
          <ac:chgData name="Nikki Papenfus" userId="2a405823-0c8b-419b-afb6-8159926c2e17" providerId="ADAL" clId="{C4CD5978-2643-4E14-BB26-37358CB1C7B2}" dt="2023-06-01T12:41:13.414" v="10153" actId="1036"/>
          <ac:spMkLst>
            <pc:docMk/>
            <pc:sldMk cId="1870263832" sldId="547"/>
            <ac:spMk id="59" creationId="{AC37F25E-4E4B-4D4C-9673-5F8AAEB73D9F}"/>
          </ac:spMkLst>
        </pc:spChg>
        <pc:spChg chg="mod">
          <ac:chgData name="Nikki Papenfus" userId="2a405823-0c8b-419b-afb6-8159926c2e17" providerId="ADAL" clId="{C4CD5978-2643-4E14-BB26-37358CB1C7B2}" dt="2023-05-31T15:37:54.497" v="5621" actId="207"/>
          <ac:spMkLst>
            <pc:docMk/>
            <pc:sldMk cId="1870263832" sldId="547"/>
            <ac:spMk id="62" creationId="{954C1D1F-3B33-40BC-9DCC-88F812F6FABF}"/>
          </ac:spMkLst>
        </pc:spChg>
        <pc:spChg chg="mod">
          <ac:chgData name="Nikki Papenfus" userId="2a405823-0c8b-419b-afb6-8159926c2e17" providerId="ADAL" clId="{C4CD5978-2643-4E14-BB26-37358CB1C7B2}" dt="2023-05-31T15:37:47.634" v="5619" actId="14100"/>
          <ac:spMkLst>
            <pc:docMk/>
            <pc:sldMk cId="1870263832" sldId="547"/>
            <ac:spMk id="63" creationId="{FAF62AAA-FAFF-478D-84C5-7E5559983323}"/>
          </ac:spMkLst>
        </pc:spChg>
        <pc:spChg chg="mod">
          <ac:chgData name="Nikki Papenfus" userId="2a405823-0c8b-419b-afb6-8159926c2e17" providerId="ADAL" clId="{C4CD5978-2643-4E14-BB26-37358CB1C7B2}" dt="2023-05-31T15:37:59.294" v="5622" actId="207"/>
          <ac:spMkLst>
            <pc:docMk/>
            <pc:sldMk cId="1870263832" sldId="547"/>
            <ac:spMk id="64" creationId="{784674FE-A3E7-4043-B665-F25CA8D5E328}"/>
          </ac:spMkLst>
        </pc:spChg>
        <pc:spChg chg="mod">
          <ac:chgData name="Nikki Papenfus" userId="2a405823-0c8b-419b-afb6-8159926c2e17" providerId="ADAL" clId="{C4CD5978-2643-4E14-BB26-37358CB1C7B2}" dt="2023-06-01T12:41:13.414" v="10153" actId="1036"/>
          <ac:spMkLst>
            <pc:docMk/>
            <pc:sldMk cId="1870263832" sldId="547"/>
            <ac:spMk id="68" creationId="{72AE277F-ADCE-4C0F-BB83-D7274AD337BB}"/>
          </ac:spMkLst>
        </pc:spChg>
        <pc:spChg chg="mod">
          <ac:chgData name="Nikki Papenfus" userId="2a405823-0c8b-419b-afb6-8159926c2e17" providerId="ADAL" clId="{C4CD5978-2643-4E14-BB26-37358CB1C7B2}" dt="2023-06-01T12:41:13.414" v="10153" actId="1036"/>
          <ac:spMkLst>
            <pc:docMk/>
            <pc:sldMk cId="1870263832" sldId="547"/>
            <ac:spMk id="69" creationId="{7DB9F6F4-A969-4044-933D-1F202F4DE512}"/>
          </ac:spMkLst>
        </pc:spChg>
        <pc:spChg chg="mod">
          <ac:chgData name="Nikki Papenfus" userId="2a405823-0c8b-419b-afb6-8159926c2e17" providerId="ADAL" clId="{C4CD5978-2643-4E14-BB26-37358CB1C7B2}" dt="2023-06-01T12:41:13.414" v="10153" actId="1036"/>
          <ac:spMkLst>
            <pc:docMk/>
            <pc:sldMk cId="1870263832" sldId="547"/>
            <ac:spMk id="70" creationId="{065F97B9-366C-4BC9-924E-E59577D9261B}"/>
          </ac:spMkLst>
        </pc:spChg>
        <pc:grpChg chg="mod">
          <ac:chgData name="Nikki Papenfus" userId="2a405823-0c8b-419b-afb6-8159926c2e17" providerId="ADAL" clId="{C4CD5978-2643-4E14-BB26-37358CB1C7B2}" dt="2023-06-01T12:41:13.414" v="10153" actId="1036"/>
          <ac:grpSpMkLst>
            <pc:docMk/>
            <pc:sldMk cId="1870263832" sldId="547"/>
            <ac:grpSpMk id="4" creationId="{899E3FA0-D02A-4DCD-BFCC-F99016983206}"/>
          </ac:grpSpMkLst>
        </pc:grpChg>
        <pc:grpChg chg="mod">
          <ac:chgData name="Nikki Papenfus" userId="2a405823-0c8b-419b-afb6-8159926c2e17" providerId="ADAL" clId="{C4CD5978-2643-4E14-BB26-37358CB1C7B2}" dt="2023-06-01T12:41:13.414" v="10153" actId="1036"/>
          <ac:grpSpMkLst>
            <pc:docMk/>
            <pc:sldMk cId="1870263832" sldId="547"/>
            <ac:grpSpMk id="47" creationId="{76C58FC6-618C-4AE6-AF3B-8AC582905BA3}"/>
          </ac:grpSpMkLst>
        </pc:grpChg>
        <pc:picChg chg="del">
          <ac:chgData name="Nikki Papenfus" userId="2a405823-0c8b-419b-afb6-8159926c2e17" providerId="ADAL" clId="{C4CD5978-2643-4E14-BB26-37358CB1C7B2}" dt="2023-05-31T15:38:06.349" v="5625" actId="478"/>
          <ac:picMkLst>
            <pc:docMk/>
            <pc:sldMk cId="1870263832" sldId="547"/>
            <ac:picMk id="5" creationId="{97D8C327-7029-4D4E-8225-991BB49F8512}"/>
          </ac:picMkLst>
        </pc:picChg>
        <pc:picChg chg="mod">
          <ac:chgData name="Nikki Papenfus" userId="2a405823-0c8b-419b-afb6-8159926c2e17" providerId="ADAL" clId="{C4CD5978-2643-4E14-BB26-37358CB1C7B2}" dt="2023-06-01T12:41:13.414" v="10153" actId="1036"/>
          <ac:picMkLst>
            <pc:docMk/>
            <pc:sldMk cId="1870263832" sldId="547"/>
            <ac:picMk id="16" creationId="{5B5D439B-C459-4999-B045-39D9034C38CD}"/>
          </ac:picMkLst>
        </pc:picChg>
        <pc:picChg chg="mod">
          <ac:chgData name="Nikki Papenfus" userId="2a405823-0c8b-419b-afb6-8159926c2e17" providerId="ADAL" clId="{C4CD5978-2643-4E14-BB26-37358CB1C7B2}" dt="2023-06-01T12:41:13.414" v="10153" actId="1036"/>
          <ac:picMkLst>
            <pc:docMk/>
            <pc:sldMk cId="1870263832" sldId="547"/>
            <ac:picMk id="24" creationId="{119B55CE-E75D-4827-95CD-07A8A5730616}"/>
          </ac:picMkLst>
        </pc:picChg>
        <pc:picChg chg="mod">
          <ac:chgData name="Nikki Papenfus" userId="2a405823-0c8b-419b-afb6-8159926c2e17" providerId="ADAL" clId="{C4CD5978-2643-4E14-BB26-37358CB1C7B2}" dt="2023-06-01T12:41:13.414" v="10153" actId="1036"/>
          <ac:picMkLst>
            <pc:docMk/>
            <pc:sldMk cId="1870263832" sldId="547"/>
            <ac:picMk id="44" creationId="{D902B8A4-9445-447D-A491-775988250363}"/>
          </ac:picMkLst>
        </pc:picChg>
      </pc:sldChg>
      <pc:sldChg chg="addSp delSp modSp mod">
        <pc:chgData name="Nikki Papenfus" userId="2a405823-0c8b-419b-afb6-8159926c2e17" providerId="ADAL" clId="{C4CD5978-2643-4E14-BB26-37358CB1C7B2}" dt="2023-06-01T10:33:39.841" v="9865" actId="1038"/>
        <pc:sldMkLst>
          <pc:docMk/>
          <pc:sldMk cId="3029045207" sldId="548"/>
        </pc:sldMkLst>
        <pc:spChg chg="mod">
          <ac:chgData name="Nikki Papenfus" userId="2a405823-0c8b-419b-afb6-8159926c2e17" providerId="ADAL" clId="{C4CD5978-2643-4E14-BB26-37358CB1C7B2}" dt="2023-06-01T07:28:14.298" v="7020" actId="20577"/>
          <ac:spMkLst>
            <pc:docMk/>
            <pc:sldMk cId="3029045207" sldId="548"/>
            <ac:spMk id="2" creationId="{73F060A0-A02A-C863-69B6-83C2C129863A}"/>
          </ac:spMkLst>
        </pc:spChg>
        <pc:spChg chg="add mod">
          <ac:chgData name="Nikki Papenfus" userId="2a405823-0c8b-419b-afb6-8159926c2e17" providerId="ADAL" clId="{C4CD5978-2643-4E14-BB26-37358CB1C7B2}" dt="2023-06-01T07:28:41.541" v="7035" actId="1037"/>
          <ac:spMkLst>
            <pc:docMk/>
            <pc:sldMk cId="3029045207" sldId="548"/>
            <ac:spMk id="4" creationId="{C180858B-3C17-64D1-5C95-03E1F220DB61}"/>
          </ac:spMkLst>
        </pc:spChg>
        <pc:spChg chg="del">
          <ac:chgData name="Nikki Papenfus" userId="2a405823-0c8b-419b-afb6-8159926c2e17" providerId="ADAL" clId="{C4CD5978-2643-4E14-BB26-37358CB1C7B2}" dt="2023-06-01T07:27:38.523" v="7010" actId="478"/>
          <ac:spMkLst>
            <pc:docMk/>
            <pc:sldMk cId="3029045207" sldId="548"/>
            <ac:spMk id="7" creationId="{3EE69141-1B42-6627-64B2-C1C3884968DE}"/>
          </ac:spMkLst>
        </pc:spChg>
        <pc:picChg chg="mod">
          <ac:chgData name="Nikki Papenfus" userId="2a405823-0c8b-419b-afb6-8159926c2e17" providerId="ADAL" clId="{C4CD5978-2643-4E14-BB26-37358CB1C7B2}" dt="2023-06-01T10:33:39.841" v="9865" actId="1038"/>
          <ac:picMkLst>
            <pc:docMk/>
            <pc:sldMk cId="3029045207" sldId="548"/>
            <ac:picMk id="5" creationId="{D252ADFF-A07F-FA50-4D7C-263658AA407A}"/>
          </ac:picMkLst>
        </pc:picChg>
      </pc:sldChg>
      <pc:sldChg chg="addSp delSp modSp mod">
        <pc:chgData name="Nikki Papenfus" userId="2a405823-0c8b-419b-afb6-8159926c2e17" providerId="ADAL" clId="{C4CD5978-2643-4E14-BB26-37358CB1C7B2}" dt="2023-06-01T10:36:19.362" v="9915" actId="1035"/>
        <pc:sldMkLst>
          <pc:docMk/>
          <pc:sldMk cId="1818151557" sldId="549"/>
        </pc:sldMkLst>
        <pc:spChg chg="mod">
          <ac:chgData name="Nikki Papenfus" userId="2a405823-0c8b-419b-afb6-8159926c2e17" providerId="ADAL" clId="{C4CD5978-2643-4E14-BB26-37358CB1C7B2}" dt="2023-06-01T07:27:00.512" v="7007" actId="20577"/>
          <ac:spMkLst>
            <pc:docMk/>
            <pc:sldMk cId="1818151557" sldId="549"/>
            <ac:spMk id="2" creationId="{73F060A0-A02A-C863-69B6-83C2C129863A}"/>
          </ac:spMkLst>
        </pc:spChg>
        <pc:spChg chg="add mod">
          <ac:chgData name="Nikki Papenfus" userId="2a405823-0c8b-419b-afb6-8159926c2e17" providerId="ADAL" clId="{C4CD5978-2643-4E14-BB26-37358CB1C7B2}" dt="2023-06-01T10:35:58.859" v="9912" actId="6549"/>
          <ac:spMkLst>
            <pc:docMk/>
            <pc:sldMk cId="1818151557" sldId="549"/>
            <ac:spMk id="5" creationId="{C93AEE2D-35EA-0E5C-3AA6-6A842E767E71}"/>
          </ac:spMkLst>
        </pc:spChg>
        <pc:spChg chg="del">
          <ac:chgData name="Nikki Papenfus" userId="2a405823-0c8b-419b-afb6-8159926c2e17" providerId="ADAL" clId="{C4CD5978-2643-4E14-BB26-37358CB1C7B2}" dt="2023-06-01T07:25:33.040" v="6984" actId="478"/>
          <ac:spMkLst>
            <pc:docMk/>
            <pc:sldMk cId="1818151557" sldId="549"/>
            <ac:spMk id="6" creationId="{1EAA7861-2728-8C23-AC94-9527FBB4C22D}"/>
          </ac:spMkLst>
        </pc:spChg>
        <pc:spChg chg="del">
          <ac:chgData name="Nikki Papenfus" userId="2a405823-0c8b-419b-afb6-8159926c2e17" providerId="ADAL" clId="{C4CD5978-2643-4E14-BB26-37358CB1C7B2}" dt="2023-06-01T07:26:05.492" v="6992" actId="478"/>
          <ac:spMkLst>
            <pc:docMk/>
            <pc:sldMk cId="1818151557" sldId="549"/>
            <ac:spMk id="7" creationId="{625C1FD9-E12A-B437-6136-80B218D46CF7}"/>
          </ac:spMkLst>
        </pc:spChg>
        <pc:spChg chg="add mod">
          <ac:chgData name="Nikki Papenfus" userId="2a405823-0c8b-419b-afb6-8159926c2e17" providerId="ADAL" clId="{C4CD5978-2643-4E14-BB26-37358CB1C7B2}" dt="2023-06-01T07:26:57.243" v="7004" actId="14100"/>
          <ac:spMkLst>
            <pc:docMk/>
            <pc:sldMk cId="1818151557" sldId="549"/>
            <ac:spMk id="8" creationId="{5BFEF408-6425-F487-37FC-4EFAEB37104E}"/>
          </ac:spMkLst>
        </pc:spChg>
        <pc:picChg chg="mod">
          <ac:chgData name="Nikki Papenfus" userId="2a405823-0c8b-419b-afb6-8159926c2e17" providerId="ADAL" clId="{C4CD5978-2643-4E14-BB26-37358CB1C7B2}" dt="2023-06-01T07:26:19.117" v="6996" actId="1076"/>
          <ac:picMkLst>
            <pc:docMk/>
            <pc:sldMk cId="1818151557" sldId="549"/>
            <ac:picMk id="3" creationId="{0D42F2C6-8DF3-5288-9116-22D8CE5D50A2}"/>
          </ac:picMkLst>
        </pc:picChg>
        <pc:picChg chg="mod">
          <ac:chgData name="Nikki Papenfus" userId="2a405823-0c8b-419b-afb6-8159926c2e17" providerId="ADAL" clId="{C4CD5978-2643-4E14-BB26-37358CB1C7B2}" dt="2023-06-01T10:36:19.362" v="9915" actId="1035"/>
          <ac:picMkLst>
            <pc:docMk/>
            <pc:sldMk cId="1818151557" sldId="549"/>
            <ac:picMk id="4" creationId="{67EFEDAA-A384-745F-85D1-8F1C0DB3D34B}"/>
          </ac:picMkLst>
        </pc:picChg>
      </pc:sldChg>
      <pc:sldChg chg="addSp delSp modSp mod">
        <pc:chgData name="Nikki Papenfus" userId="2a405823-0c8b-419b-afb6-8159926c2e17" providerId="ADAL" clId="{C4CD5978-2643-4E14-BB26-37358CB1C7B2}" dt="2023-06-01T10:36:49.836" v="9917" actId="1035"/>
        <pc:sldMkLst>
          <pc:docMk/>
          <pc:sldMk cId="1911653905" sldId="550"/>
        </pc:sldMkLst>
        <pc:spChg chg="mod">
          <ac:chgData name="Nikki Papenfus" userId="2a405823-0c8b-419b-afb6-8159926c2e17" providerId="ADAL" clId="{C4CD5978-2643-4E14-BB26-37358CB1C7B2}" dt="2023-06-01T07:29:37.944" v="7048" actId="20577"/>
          <ac:spMkLst>
            <pc:docMk/>
            <pc:sldMk cId="1911653905" sldId="550"/>
            <ac:spMk id="2" creationId="{73F060A0-A02A-C863-69B6-83C2C129863A}"/>
          </ac:spMkLst>
        </pc:spChg>
        <pc:spChg chg="add mod">
          <ac:chgData name="Nikki Papenfus" userId="2a405823-0c8b-419b-afb6-8159926c2e17" providerId="ADAL" clId="{C4CD5978-2643-4E14-BB26-37358CB1C7B2}" dt="2023-06-01T07:30:34.023" v="7060" actId="1076"/>
          <ac:spMkLst>
            <pc:docMk/>
            <pc:sldMk cId="1911653905" sldId="550"/>
            <ac:spMk id="4" creationId="{88C6807A-D2D2-D0CF-2C48-755CC6E62164}"/>
          </ac:spMkLst>
        </pc:spChg>
        <pc:spChg chg="del">
          <ac:chgData name="Nikki Papenfus" userId="2a405823-0c8b-419b-afb6-8159926c2e17" providerId="ADAL" clId="{C4CD5978-2643-4E14-BB26-37358CB1C7B2}" dt="2023-06-01T07:29:50.189" v="7051" actId="478"/>
          <ac:spMkLst>
            <pc:docMk/>
            <pc:sldMk cId="1911653905" sldId="550"/>
            <ac:spMk id="6" creationId="{8459CB2C-2D3B-6215-3331-5985456E8A79}"/>
          </ac:spMkLst>
        </pc:spChg>
        <pc:picChg chg="mod">
          <ac:chgData name="Nikki Papenfus" userId="2a405823-0c8b-419b-afb6-8159926c2e17" providerId="ADAL" clId="{C4CD5978-2643-4E14-BB26-37358CB1C7B2}" dt="2023-06-01T10:36:49.836" v="9917" actId="1035"/>
          <ac:picMkLst>
            <pc:docMk/>
            <pc:sldMk cId="1911653905" sldId="550"/>
            <ac:picMk id="5" creationId="{9711DBF7-D99F-24DB-66A9-C7213FE6B227}"/>
          </ac:picMkLst>
        </pc:picChg>
      </pc:sldChg>
      <pc:sldChg chg="addSp delSp modSp add del mod">
        <pc:chgData name="Nikki Papenfus" userId="2a405823-0c8b-419b-afb6-8159926c2e17" providerId="ADAL" clId="{C4CD5978-2643-4E14-BB26-37358CB1C7B2}" dt="2023-06-01T08:48:39.304" v="8115" actId="47"/>
        <pc:sldMkLst>
          <pc:docMk/>
          <pc:sldMk cId="1903660503" sldId="551"/>
        </pc:sldMkLst>
        <pc:spChg chg="del mod">
          <ac:chgData name="Nikki Papenfus" userId="2a405823-0c8b-419b-afb6-8159926c2e17" providerId="ADAL" clId="{C4CD5978-2643-4E14-BB26-37358CB1C7B2}" dt="2023-06-01T08:47:56.116" v="8054" actId="21"/>
          <ac:spMkLst>
            <pc:docMk/>
            <pc:sldMk cId="1903660503" sldId="551"/>
            <ac:spMk id="2" creationId="{AC1EA79A-CD1D-4EF2-AB6E-983B37543AE0}"/>
          </ac:spMkLst>
        </pc:spChg>
        <pc:spChg chg="add del mod">
          <ac:chgData name="Nikki Papenfus" userId="2a405823-0c8b-419b-afb6-8159926c2e17" providerId="ADAL" clId="{C4CD5978-2643-4E14-BB26-37358CB1C7B2}" dt="2023-06-01T08:47:56.116" v="8054" actId="21"/>
          <ac:spMkLst>
            <pc:docMk/>
            <pc:sldMk cId="1903660503" sldId="551"/>
            <ac:spMk id="4" creationId="{C5E75200-79C1-3FDE-CD44-C84DF426B0A3}"/>
          </ac:spMkLst>
        </pc:spChg>
        <pc:spChg chg="del">
          <ac:chgData name="Nikki Papenfus" userId="2a405823-0c8b-419b-afb6-8159926c2e17" providerId="ADAL" clId="{C4CD5978-2643-4E14-BB26-37358CB1C7B2}" dt="2023-06-01T08:41:13.283" v="7936" actId="478"/>
          <ac:spMkLst>
            <pc:docMk/>
            <pc:sldMk cId="1903660503" sldId="551"/>
            <ac:spMk id="5" creationId="{71639B46-AD3B-44EA-8945-6181C1436929}"/>
          </ac:spMkLst>
        </pc:spChg>
        <pc:spChg chg="add del mod">
          <ac:chgData name="Nikki Papenfus" userId="2a405823-0c8b-419b-afb6-8159926c2e17" providerId="ADAL" clId="{C4CD5978-2643-4E14-BB26-37358CB1C7B2}" dt="2023-06-01T08:47:56.116" v="8054" actId="21"/>
          <ac:spMkLst>
            <pc:docMk/>
            <pc:sldMk cId="1903660503" sldId="551"/>
            <ac:spMk id="7" creationId="{7A9298DF-880E-F7FC-5A73-10CE61E81DCF}"/>
          </ac:spMkLst>
        </pc:spChg>
        <pc:spChg chg="add mod">
          <ac:chgData name="Nikki Papenfus" userId="2a405823-0c8b-419b-afb6-8159926c2e17" providerId="ADAL" clId="{C4CD5978-2643-4E14-BB26-37358CB1C7B2}" dt="2023-06-01T08:47:56.116" v="8054" actId="21"/>
          <ac:spMkLst>
            <pc:docMk/>
            <pc:sldMk cId="1903660503" sldId="551"/>
            <ac:spMk id="9" creationId="{49A8E398-07F5-FD83-28FB-476020322A08}"/>
          </ac:spMkLst>
        </pc:spChg>
        <pc:picChg chg="del">
          <ac:chgData name="Nikki Papenfus" userId="2a405823-0c8b-419b-afb6-8159926c2e17" providerId="ADAL" clId="{C4CD5978-2643-4E14-BB26-37358CB1C7B2}" dt="2023-06-01T08:41:10.956" v="7935" actId="478"/>
          <ac:picMkLst>
            <pc:docMk/>
            <pc:sldMk cId="1903660503" sldId="551"/>
            <ac:picMk id="3" creationId="{959C438F-01FF-430E-8229-3C1636FF58FC}"/>
          </ac:picMkLst>
        </pc:picChg>
        <pc:picChg chg="del mod">
          <ac:chgData name="Nikki Papenfus" userId="2a405823-0c8b-419b-afb6-8159926c2e17" providerId="ADAL" clId="{C4CD5978-2643-4E14-BB26-37358CB1C7B2}" dt="2023-06-01T08:47:56.116" v="8054" actId="21"/>
          <ac:picMkLst>
            <pc:docMk/>
            <pc:sldMk cId="1903660503" sldId="551"/>
            <ac:picMk id="6" creationId="{20B5699D-0C76-C964-53B8-75AA03DE6A0F}"/>
          </ac:picMkLst>
        </pc:picChg>
      </pc:sldChg>
      <pc:sldChg chg="addSp delSp modSp add del mod ord modShow modCm">
        <pc:chgData name="Nikki Papenfus" userId="2a405823-0c8b-419b-afb6-8159926c2e17" providerId="ADAL" clId="{C4CD5978-2643-4E14-BB26-37358CB1C7B2}" dt="2023-06-01T14:43:22.138" v="10393" actId="47"/>
        <pc:sldMkLst>
          <pc:docMk/>
          <pc:sldMk cId="3517824075" sldId="552"/>
        </pc:sldMkLst>
        <pc:spChg chg="del">
          <ac:chgData name="Nikki Papenfus" userId="2a405823-0c8b-419b-afb6-8159926c2e17" providerId="ADAL" clId="{C4CD5978-2643-4E14-BB26-37358CB1C7B2}" dt="2023-06-01T08:47:51.845" v="8053" actId="478"/>
          <ac:spMkLst>
            <pc:docMk/>
            <pc:sldMk cId="3517824075" sldId="552"/>
            <ac:spMk id="2" creationId="{73F060A0-A02A-C863-69B6-83C2C129863A}"/>
          </ac:spMkLst>
        </pc:spChg>
        <pc:spChg chg="add del mod">
          <ac:chgData name="Nikki Papenfus" userId="2a405823-0c8b-419b-afb6-8159926c2e17" providerId="ADAL" clId="{C4CD5978-2643-4E14-BB26-37358CB1C7B2}" dt="2023-06-01T08:48:02.602" v="8057" actId="478"/>
          <ac:spMkLst>
            <pc:docMk/>
            <pc:sldMk cId="3517824075" sldId="552"/>
            <ac:spMk id="8" creationId="{17ADDD54-9ED6-6A28-B565-FE6FAE6386E2}"/>
          </ac:spMkLst>
        </pc:spChg>
        <pc:spChg chg="del">
          <ac:chgData name="Nikki Papenfus" userId="2a405823-0c8b-419b-afb6-8159926c2e17" providerId="ADAL" clId="{C4CD5978-2643-4E14-BB26-37358CB1C7B2}" dt="2023-06-01T08:47:51.845" v="8053" actId="478"/>
          <ac:spMkLst>
            <pc:docMk/>
            <pc:sldMk cId="3517824075" sldId="552"/>
            <ac:spMk id="9" creationId="{79F09585-065C-AC72-E100-8ABCFE397883}"/>
          </ac:spMkLst>
        </pc:spChg>
        <pc:spChg chg="del">
          <ac:chgData name="Nikki Papenfus" userId="2a405823-0c8b-419b-afb6-8159926c2e17" providerId="ADAL" clId="{C4CD5978-2643-4E14-BB26-37358CB1C7B2}" dt="2023-06-01T08:47:51.845" v="8053" actId="478"/>
          <ac:spMkLst>
            <pc:docMk/>
            <pc:sldMk cId="3517824075" sldId="552"/>
            <ac:spMk id="10" creationId="{A35B0EB8-9E4E-F387-DCF7-2E3593366F70}"/>
          </ac:spMkLst>
        </pc:spChg>
        <pc:spChg chg="add mod">
          <ac:chgData name="Nikki Papenfus" userId="2a405823-0c8b-419b-afb6-8159926c2e17" providerId="ADAL" clId="{C4CD5978-2643-4E14-BB26-37358CB1C7B2}" dt="2023-06-01T08:47:57.090" v="8055"/>
          <ac:spMkLst>
            <pc:docMk/>
            <pc:sldMk cId="3517824075" sldId="552"/>
            <ac:spMk id="11" creationId="{A62AACAA-441A-CA61-D6DB-A8CC500BFF1D}"/>
          </ac:spMkLst>
        </pc:spChg>
        <pc:spChg chg="add mod">
          <ac:chgData name="Nikki Papenfus" userId="2a405823-0c8b-419b-afb6-8159926c2e17" providerId="ADAL" clId="{C4CD5978-2643-4E14-BB26-37358CB1C7B2}" dt="2023-06-01T10:45:39.580" v="9995" actId="1035"/>
          <ac:spMkLst>
            <pc:docMk/>
            <pc:sldMk cId="3517824075" sldId="552"/>
            <ac:spMk id="13" creationId="{26574C03-3046-AB48-DE85-2E182ABBFE36}"/>
          </ac:spMkLst>
        </pc:spChg>
        <pc:spChg chg="add mod">
          <ac:chgData name="Nikki Papenfus" userId="2a405823-0c8b-419b-afb6-8159926c2e17" providerId="ADAL" clId="{C4CD5978-2643-4E14-BB26-37358CB1C7B2}" dt="2023-06-01T10:38:16.078" v="9922" actId="20577"/>
          <ac:spMkLst>
            <pc:docMk/>
            <pc:sldMk cId="3517824075" sldId="552"/>
            <ac:spMk id="14" creationId="{0C2336AA-3D53-A1CF-E17A-6578811F594A}"/>
          </ac:spMkLst>
        </pc:spChg>
        <pc:picChg chg="del">
          <ac:chgData name="Nikki Papenfus" userId="2a405823-0c8b-419b-afb6-8159926c2e17" providerId="ADAL" clId="{C4CD5978-2643-4E14-BB26-37358CB1C7B2}" dt="2023-06-01T08:47:51.845" v="8053" actId="478"/>
          <ac:picMkLst>
            <pc:docMk/>
            <pc:sldMk cId="3517824075" sldId="552"/>
            <ac:picMk id="3" creationId="{8BCF0021-D7C0-1ECD-E5B4-A19202D4AF6A}"/>
          </ac:picMkLst>
        </pc:picChg>
        <pc:picChg chg="del">
          <ac:chgData name="Nikki Papenfus" userId="2a405823-0c8b-419b-afb6-8159926c2e17" providerId="ADAL" clId="{C4CD5978-2643-4E14-BB26-37358CB1C7B2}" dt="2023-06-01T08:47:51.845" v="8053" actId="478"/>
          <ac:picMkLst>
            <pc:docMk/>
            <pc:sldMk cId="3517824075" sldId="552"/>
            <ac:picMk id="4" creationId="{11AECA08-4E01-9B2D-115B-77B531906F72}"/>
          </ac:picMkLst>
        </pc:picChg>
        <pc:picChg chg="del">
          <ac:chgData name="Nikki Papenfus" userId="2a405823-0c8b-419b-afb6-8159926c2e17" providerId="ADAL" clId="{C4CD5978-2643-4E14-BB26-37358CB1C7B2}" dt="2023-06-01T08:47:51.845" v="8053" actId="478"/>
          <ac:picMkLst>
            <pc:docMk/>
            <pc:sldMk cId="3517824075" sldId="552"/>
            <ac:picMk id="5" creationId="{484AF80B-5776-50E1-70B8-66DE401AFDA8}"/>
          </ac:picMkLst>
        </pc:picChg>
        <pc:picChg chg="del">
          <ac:chgData name="Nikki Papenfus" userId="2a405823-0c8b-419b-afb6-8159926c2e17" providerId="ADAL" clId="{C4CD5978-2643-4E14-BB26-37358CB1C7B2}" dt="2023-06-01T08:47:51.845" v="8053" actId="478"/>
          <ac:picMkLst>
            <pc:docMk/>
            <pc:sldMk cId="3517824075" sldId="552"/>
            <ac:picMk id="6" creationId="{18A16BB2-43CB-4796-9068-83397958ABD0}"/>
          </ac:picMkLst>
        </pc:picChg>
        <pc:picChg chg="add mod">
          <ac:chgData name="Nikki Papenfus" userId="2a405823-0c8b-419b-afb6-8159926c2e17" providerId="ADAL" clId="{C4CD5978-2643-4E14-BB26-37358CB1C7B2}" dt="2023-06-01T10:24:22.348" v="9777" actId="1035"/>
          <ac:picMkLst>
            <pc:docMk/>
            <pc:sldMk cId="3517824075" sldId="552"/>
            <ac:picMk id="12" creationId="{8F363DDD-27D9-CAE7-DF1B-14C7C367CE16}"/>
          </ac:picMkLst>
        </pc:picChg>
      </pc:sldChg>
      <pc:sldChg chg="addSp delSp modSp add mod">
        <pc:chgData name="Nikki Papenfus" userId="2a405823-0c8b-419b-afb6-8159926c2e17" providerId="ADAL" clId="{C4CD5978-2643-4E14-BB26-37358CB1C7B2}" dt="2023-06-02T08:04:28.765" v="12507" actId="14100"/>
        <pc:sldMkLst>
          <pc:docMk/>
          <pc:sldMk cId="397898859" sldId="553"/>
        </pc:sldMkLst>
        <pc:spChg chg="mod">
          <ac:chgData name="Nikki Papenfus" userId="2a405823-0c8b-419b-afb6-8159926c2e17" providerId="ADAL" clId="{C4CD5978-2643-4E14-BB26-37358CB1C7B2}" dt="2023-06-01T16:01:51.054" v="12175" actId="20577"/>
          <ac:spMkLst>
            <pc:docMk/>
            <pc:sldMk cId="397898859" sldId="553"/>
            <ac:spMk id="2" creationId="{73F060A0-A02A-C863-69B6-83C2C129863A}"/>
          </ac:spMkLst>
        </pc:spChg>
        <pc:spChg chg="del mod">
          <ac:chgData name="Nikki Papenfus" userId="2a405823-0c8b-419b-afb6-8159926c2e17" providerId="ADAL" clId="{C4CD5978-2643-4E14-BB26-37358CB1C7B2}" dt="2023-06-01T09:36:44.374" v="8818" actId="478"/>
          <ac:spMkLst>
            <pc:docMk/>
            <pc:sldMk cId="397898859" sldId="553"/>
            <ac:spMk id="3" creationId="{2020FCB5-F794-F009-11CE-A2E57787AF68}"/>
          </ac:spMkLst>
        </pc:spChg>
        <pc:spChg chg="mod">
          <ac:chgData name="Nikki Papenfus" userId="2a405823-0c8b-419b-afb6-8159926c2e17" providerId="ADAL" clId="{C4CD5978-2643-4E14-BB26-37358CB1C7B2}" dt="2023-06-02T07:53:32.973" v="12445" actId="1076"/>
          <ac:spMkLst>
            <pc:docMk/>
            <pc:sldMk cId="397898859" sldId="553"/>
            <ac:spMk id="3" creationId="{9AE4A42D-D2C4-C66C-7AAB-9E6E6AB278B5}"/>
          </ac:spMkLst>
        </pc:spChg>
        <pc:spChg chg="add del mod">
          <ac:chgData name="Nikki Papenfus" userId="2a405823-0c8b-419b-afb6-8159926c2e17" providerId="ADAL" clId="{C4CD5978-2643-4E14-BB26-37358CB1C7B2}" dt="2023-06-01T16:02:18.880" v="12176" actId="478"/>
          <ac:spMkLst>
            <pc:docMk/>
            <pc:sldMk cId="397898859" sldId="553"/>
            <ac:spMk id="4" creationId="{944BAFB5-AB2C-8115-C858-7CF038E8D7E6}"/>
          </ac:spMkLst>
        </pc:spChg>
        <pc:spChg chg="del mod">
          <ac:chgData name="Nikki Papenfus" userId="2a405823-0c8b-419b-afb6-8159926c2e17" providerId="ADAL" clId="{C4CD5978-2643-4E14-BB26-37358CB1C7B2}" dt="2023-06-02T07:56:00.584" v="12454" actId="478"/>
          <ac:spMkLst>
            <pc:docMk/>
            <pc:sldMk cId="397898859" sldId="553"/>
            <ac:spMk id="4" creationId="{CF61D82D-5D72-BA32-44B8-D696EB5F4FD7}"/>
          </ac:spMkLst>
        </pc:spChg>
        <pc:spChg chg="del mod ord">
          <ac:chgData name="Nikki Papenfus" userId="2a405823-0c8b-419b-afb6-8159926c2e17" providerId="ADAL" clId="{C4CD5978-2643-4E14-BB26-37358CB1C7B2}" dt="2023-06-01T09:36:43.394" v="8817" actId="478"/>
          <ac:spMkLst>
            <pc:docMk/>
            <pc:sldMk cId="397898859" sldId="553"/>
            <ac:spMk id="5" creationId="{894744CC-3032-20A1-9941-822DB9523AAF}"/>
          </ac:spMkLst>
        </pc:spChg>
        <pc:spChg chg="del mod">
          <ac:chgData name="Nikki Papenfus" userId="2a405823-0c8b-419b-afb6-8159926c2e17" providerId="ADAL" clId="{C4CD5978-2643-4E14-BB26-37358CB1C7B2}" dt="2023-06-01T09:36:43.394" v="8817" actId="478"/>
          <ac:spMkLst>
            <pc:docMk/>
            <pc:sldMk cId="397898859" sldId="553"/>
            <ac:spMk id="6" creationId="{82C262F9-0FE2-A430-7707-AF4F739EDA81}"/>
          </ac:spMkLst>
        </pc:spChg>
        <pc:spChg chg="mod">
          <ac:chgData name="Nikki Papenfus" userId="2a405823-0c8b-419b-afb6-8159926c2e17" providerId="ADAL" clId="{C4CD5978-2643-4E14-BB26-37358CB1C7B2}" dt="2023-06-01T10:25:49.151" v="9780" actId="12789"/>
          <ac:spMkLst>
            <pc:docMk/>
            <pc:sldMk cId="397898859" sldId="553"/>
            <ac:spMk id="7" creationId="{718D3215-D6BD-81CB-78E2-69DE158B2876}"/>
          </ac:spMkLst>
        </pc:spChg>
        <pc:spChg chg="mod">
          <ac:chgData name="Nikki Papenfus" userId="2a405823-0c8b-419b-afb6-8159926c2e17" providerId="ADAL" clId="{C4CD5978-2643-4E14-BB26-37358CB1C7B2}" dt="2023-06-01T10:25:49.151" v="9780" actId="12789"/>
          <ac:spMkLst>
            <pc:docMk/>
            <pc:sldMk cId="397898859" sldId="553"/>
            <ac:spMk id="8" creationId="{156263D0-620E-4E73-2196-AD897E424051}"/>
          </ac:spMkLst>
        </pc:spChg>
        <pc:spChg chg="mod">
          <ac:chgData name="Nikki Papenfus" userId="2a405823-0c8b-419b-afb6-8159926c2e17" providerId="ADAL" clId="{C4CD5978-2643-4E14-BB26-37358CB1C7B2}" dt="2023-06-01T10:25:49.151" v="9780" actId="12789"/>
          <ac:spMkLst>
            <pc:docMk/>
            <pc:sldMk cId="397898859" sldId="553"/>
            <ac:spMk id="9" creationId="{1CF6DCA2-EB34-E6A1-9D7C-B3AEB21CDD67}"/>
          </ac:spMkLst>
        </pc:spChg>
        <pc:spChg chg="mod">
          <ac:chgData name="Nikki Papenfus" userId="2a405823-0c8b-419b-afb6-8159926c2e17" providerId="ADAL" clId="{C4CD5978-2643-4E14-BB26-37358CB1C7B2}" dt="2023-06-01T10:25:49.151" v="9780" actId="12789"/>
          <ac:spMkLst>
            <pc:docMk/>
            <pc:sldMk cId="397898859" sldId="553"/>
            <ac:spMk id="10" creationId="{F4409ADA-057A-AAC1-2DAB-2CBE76D77F08}"/>
          </ac:spMkLst>
        </pc:spChg>
        <pc:spChg chg="del">
          <ac:chgData name="Nikki Papenfus" userId="2a405823-0c8b-419b-afb6-8159926c2e17" providerId="ADAL" clId="{C4CD5978-2643-4E14-BB26-37358CB1C7B2}" dt="2023-06-01T09:11:45.268" v="8300" actId="478"/>
          <ac:spMkLst>
            <pc:docMk/>
            <pc:sldMk cId="397898859" sldId="553"/>
            <ac:spMk id="11" creationId="{DAEF5AE6-1F57-6D65-0006-B9AF3969108F}"/>
          </ac:spMkLst>
        </pc:spChg>
        <pc:spChg chg="del mod">
          <ac:chgData name="Nikki Papenfus" userId="2a405823-0c8b-419b-afb6-8159926c2e17" providerId="ADAL" clId="{C4CD5978-2643-4E14-BB26-37358CB1C7B2}" dt="2023-06-01T09:11:45.268" v="8300" actId="478"/>
          <ac:spMkLst>
            <pc:docMk/>
            <pc:sldMk cId="397898859" sldId="553"/>
            <ac:spMk id="12" creationId="{E046CFAB-00DF-7DC6-9126-860E80EBDCA7}"/>
          </ac:spMkLst>
        </pc:spChg>
        <pc:spChg chg="del">
          <ac:chgData name="Nikki Papenfus" userId="2a405823-0c8b-419b-afb6-8159926c2e17" providerId="ADAL" clId="{C4CD5978-2643-4E14-BB26-37358CB1C7B2}" dt="2023-06-01T09:11:45.268" v="8300" actId="478"/>
          <ac:spMkLst>
            <pc:docMk/>
            <pc:sldMk cId="397898859" sldId="553"/>
            <ac:spMk id="13" creationId="{12475015-17F5-95F3-163C-21DE4E4DD521}"/>
          </ac:spMkLst>
        </pc:spChg>
        <pc:spChg chg="del">
          <ac:chgData name="Nikki Papenfus" userId="2a405823-0c8b-419b-afb6-8159926c2e17" providerId="ADAL" clId="{C4CD5978-2643-4E14-BB26-37358CB1C7B2}" dt="2023-06-01T09:11:45.268" v="8300" actId="478"/>
          <ac:spMkLst>
            <pc:docMk/>
            <pc:sldMk cId="397898859" sldId="553"/>
            <ac:spMk id="14" creationId="{E8D35FF9-F429-215E-5299-990E9230BBA7}"/>
          </ac:spMkLst>
        </pc:spChg>
        <pc:spChg chg="add del mod">
          <ac:chgData name="Nikki Papenfus" userId="2a405823-0c8b-419b-afb6-8159926c2e17" providerId="ADAL" clId="{C4CD5978-2643-4E14-BB26-37358CB1C7B2}" dt="2023-06-01T09:37:03.446" v="8824" actId="478"/>
          <ac:spMkLst>
            <pc:docMk/>
            <pc:sldMk cId="397898859" sldId="553"/>
            <ac:spMk id="15" creationId="{C97B238F-0275-B4A2-F310-8D132DEEE438}"/>
          </ac:spMkLst>
        </pc:spChg>
        <pc:spChg chg="mod topLvl">
          <ac:chgData name="Nikki Papenfus" userId="2a405823-0c8b-419b-afb6-8159926c2e17" providerId="ADAL" clId="{C4CD5978-2643-4E14-BB26-37358CB1C7B2}" dt="2023-06-02T08:04:15.767" v="12505" actId="14100"/>
          <ac:spMkLst>
            <pc:docMk/>
            <pc:sldMk cId="397898859" sldId="553"/>
            <ac:spMk id="16" creationId="{45AE3948-F3B5-0B08-2432-3B797380AFEA}"/>
          </ac:spMkLst>
        </pc:spChg>
        <pc:spChg chg="mod topLvl">
          <ac:chgData name="Nikki Papenfus" userId="2a405823-0c8b-419b-afb6-8159926c2e17" providerId="ADAL" clId="{C4CD5978-2643-4E14-BB26-37358CB1C7B2}" dt="2023-06-02T07:59:04.678" v="12456" actId="14100"/>
          <ac:spMkLst>
            <pc:docMk/>
            <pc:sldMk cId="397898859" sldId="553"/>
            <ac:spMk id="17" creationId="{DB6BC475-499C-C01E-DDEE-36D97BD7C548}"/>
          </ac:spMkLst>
        </pc:spChg>
        <pc:spChg chg="del mod topLvl">
          <ac:chgData name="Nikki Papenfus" userId="2a405823-0c8b-419b-afb6-8159926c2e17" providerId="ADAL" clId="{C4CD5978-2643-4E14-BB26-37358CB1C7B2}" dt="2023-06-01T09:18:51.099" v="8442" actId="478"/>
          <ac:spMkLst>
            <pc:docMk/>
            <pc:sldMk cId="397898859" sldId="553"/>
            <ac:spMk id="18" creationId="{74F69305-0A83-3986-CB66-6C21A7DE8C31}"/>
          </ac:spMkLst>
        </pc:spChg>
        <pc:spChg chg="del mod topLvl">
          <ac:chgData name="Nikki Papenfus" userId="2a405823-0c8b-419b-afb6-8159926c2e17" providerId="ADAL" clId="{C4CD5978-2643-4E14-BB26-37358CB1C7B2}" dt="2023-06-01T09:18:14.218" v="8434" actId="478"/>
          <ac:spMkLst>
            <pc:docMk/>
            <pc:sldMk cId="397898859" sldId="553"/>
            <ac:spMk id="19" creationId="{DE2352DB-D650-D774-731E-1E12211FC8EA}"/>
          </ac:spMkLst>
        </pc:spChg>
        <pc:spChg chg="mod topLvl">
          <ac:chgData name="Nikki Papenfus" userId="2a405823-0c8b-419b-afb6-8159926c2e17" providerId="ADAL" clId="{C4CD5978-2643-4E14-BB26-37358CB1C7B2}" dt="2023-06-02T08:04:28.765" v="12507" actId="14100"/>
          <ac:spMkLst>
            <pc:docMk/>
            <pc:sldMk cId="397898859" sldId="553"/>
            <ac:spMk id="20" creationId="{8617A52A-6C2A-0F95-03E2-3AC3094E6460}"/>
          </ac:spMkLst>
        </pc:spChg>
        <pc:spChg chg="del mod topLvl">
          <ac:chgData name="Nikki Papenfus" userId="2a405823-0c8b-419b-afb6-8159926c2e17" providerId="ADAL" clId="{C4CD5978-2643-4E14-BB26-37358CB1C7B2}" dt="2023-06-01T10:13:45.540" v="9598" actId="478"/>
          <ac:spMkLst>
            <pc:docMk/>
            <pc:sldMk cId="397898859" sldId="553"/>
            <ac:spMk id="21" creationId="{F1BD943D-F3C8-A136-65F3-1FAA2C445D78}"/>
          </ac:spMkLst>
        </pc:spChg>
        <pc:spChg chg="del">
          <ac:chgData name="Nikki Papenfus" userId="2a405823-0c8b-419b-afb6-8159926c2e17" providerId="ADAL" clId="{C4CD5978-2643-4E14-BB26-37358CB1C7B2}" dt="2023-06-01T09:17:33.041" v="8429" actId="478"/>
          <ac:spMkLst>
            <pc:docMk/>
            <pc:sldMk cId="397898859" sldId="553"/>
            <ac:spMk id="22" creationId="{47AA095D-8565-7FD7-79B7-47C83005ED9C}"/>
          </ac:spMkLst>
        </pc:spChg>
        <pc:spChg chg="del mod topLvl">
          <ac:chgData name="Nikki Papenfus" userId="2a405823-0c8b-419b-afb6-8159926c2e17" providerId="ADAL" clId="{C4CD5978-2643-4E14-BB26-37358CB1C7B2}" dt="2023-06-01T10:13:48.191" v="9600" actId="478"/>
          <ac:spMkLst>
            <pc:docMk/>
            <pc:sldMk cId="397898859" sldId="553"/>
            <ac:spMk id="23" creationId="{4133AACA-51BA-A6AC-5332-08E79C469214}"/>
          </ac:spMkLst>
        </pc:spChg>
        <pc:spChg chg="del">
          <ac:chgData name="Nikki Papenfus" userId="2a405823-0c8b-419b-afb6-8159926c2e17" providerId="ADAL" clId="{C4CD5978-2643-4E14-BB26-37358CB1C7B2}" dt="2023-06-01T09:17:34.555" v="8430" actId="478"/>
          <ac:spMkLst>
            <pc:docMk/>
            <pc:sldMk cId="397898859" sldId="553"/>
            <ac:spMk id="24" creationId="{E405A752-0E9D-05AB-35C6-22A3014FA897}"/>
          </ac:spMkLst>
        </pc:spChg>
        <pc:spChg chg="del mod topLvl">
          <ac:chgData name="Nikki Papenfus" userId="2a405823-0c8b-419b-afb6-8159926c2e17" providerId="ADAL" clId="{C4CD5978-2643-4E14-BB26-37358CB1C7B2}" dt="2023-06-01T10:13:46.816" v="9599" actId="478"/>
          <ac:spMkLst>
            <pc:docMk/>
            <pc:sldMk cId="397898859" sldId="553"/>
            <ac:spMk id="25" creationId="{1106AA16-FA94-55BD-9EE1-18BFE5DE1907}"/>
          </ac:spMkLst>
        </pc:spChg>
        <pc:spChg chg="add mod">
          <ac:chgData name="Nikki Papenfus" userId="2a405823-0c8b-419b-afb6-8159926c2e17" providerId="ADAL" clId="{C4CD5978-2643-4E14-BB26-37358CB1C7B2}" dt="2023-06-02T08:00:13.102" v="12484" actId="1076"/>
          <ac:spMkLst>
            <pc:docMk/>
            <pc:sldMk cId="397898859" sldId="553"/>
            <ac:spMk id="27" creationId="{DDAC5046-AF3A-B498-26B0-9C820AC21D36}"/>
          </ac:spMkLst>
        </pc:spChg>
        <pc:spChg chg="add mod">
          <ac:chgData name="Nikki Papenfus" userId="2a405823-0c8b-419b-afb6-8159926c2e17" providerId="ADAL" clId="{C4CD5978-2643-4E14-BB26-37358CB1C7B2}" dt="2023-06-01T10:39:50.737" v="9938" actId="1035"/>
          <ac:spMkLst>
            <pc:docMk/>
            <pc:sldMk cId="397898859" sldId="553"/>
            <ac:spMk id="28" creationId="{AD75713B-AC68-34F5-26E3-165AF1C5C8B8}"/>
          </ac:spMkLst>
        </pc:spChg>
        <pc:spChg chg="add mod">
          <ac:chgData name="Nikki Papenfus" userId="2a405823-0c8b-419b-afb6-8159926c2e17" providerId="ADAL" clId="{C4CD5978-2643-4E14-BB26-37358CB1C7B2}" dt="2023-06-01T10:39:50.737" v="9938" actId="1035"/>
          <ac:spMkLst>
            <pc:docMk/>
            <pc:sldMk cId="397898859" sldId="553"/>
            <ac:spMk id="29" creationId="{E6328F3D-79A9-107A-E933-E6D6493D21C9}"/>
          </ac:spMkLst>
        </pc:spChg>
        <pc:spChg chg="add mod">
          <ac:chgData name="Nikki Papenfus" userId="2a405823-0c8b-419b-afb6-8159926c2e17" providerId="ADAL" clId="{C4CD5978-2643-4E14-BB26-37358CB1C7B2}" dt="2023-06-01T10:39:50.737" v="9938" actId="1035"/>
          <ac:spMkLst>
            <pc:docMk/>
            <pc:sldMk cId="397898859" sldId="553"/>
            <ac:spMk id="30" creationId="{7E4FC7BA-C918-1818-4AD2-D96CE5DAE04D}"/>
          </ac:spMkLst>
        </pc:spChg>
        <pc:spChg chg="add mod">
          <ac:chgData name="Nikki Papenfus" userId="2a405823-0c8b-419b-afb6-8159926c2e17" providerId="ADAL" clId="{C4CD5978-2643-4E14-BB26-37358CB1C7B2}" dt="2023-06-02T08:00:02.893" v="12481" actId="1076"/>
          <ac:spMkLst>
            <pc:docMk/>
            <pc:sldMk cId="397898859" sldId="553"/>
            <ac:spMk id="31" creationId="{A041720D-D1CF-CC9C-EA29-B28418AEC325}"/>
          </ac:spMkLst>
        </pc:spChg>
        <pc:spChg chg="add mod">
          <ac:chgData name="Nikki Papenfus" userId="2a405823-0c8b-419b-afb6-8159926c2e17" providerId="ADAL" clId="{C4CD5978-2643-4E14-BB26-37358CB1C7B2}" dt="2023-06-02T08:02:39.317" v="12498" actId="1076"/>
          <ac:spMkLst>
            <pc:docMk/>
            <pc:sldMk cId="397898859" sldId="553"/>
            <ac:spMk id="32" creationId="{670AAF48-8307-2248-B9C3-2D5880E81A3E}"/>
          </ac:spMkLst>
        </pc:spChg>
        <pc:spChg chg="add del mod">
          <ac:chgData name="Nikki Papenfus" userId="2a405823-0c8b-419b-afb6-8159926c2e17" providerId="ADAL" clId="{C4CD5978-2643-4E14-BB26-37358CB1C7B2}" dt="2023-06-01T10:01:18.805" v="9188" actId="22"/>
          <ac:spMkLst>
            <pc:docMk/>
            <pc:sldMk cId="397898859" sldId="553"/>
            <ac:spMk id="34" creationId="{9ACF698C-6A15-449A-2C58-2EF4A75ECE70}"/>
          </ac:spMkLst>
        </pc:spChg>
        <pc:spChg chg="add mod">
          <ac:chgData name="Nikki Papenfus" userId="2a405823-0c8b-419b-afb6-8159926c2e17" providerId="ADAL" clId="{C4CD5978-2643-4E14-BB26-37358CB1C7B2}" dt="2023-06-02T08:00:19.562" v="12485" actId="1076"/>
          <ac:spMkLst>
            <pc:docMk/>
            <pc:sldMk cId="397898859" sldId="553"/>
            <ac:spMk id="35" creationId="{4EB4B1AB-FE42-B2F8-DED9-274295773230}"/>
          </ac:spMkLst>
        </pc:spChg>
        <pc:spChg chg="add mod">
          <ac:chgData name="Nikki Papenfus" userId="2a405823-0c8b-419b-afb6-8159926c2e17" providerId="ADAL" clId="{C4CD5978-2643-4E14-BB26-37358CB1C7B2}" dt="2023-06-02T08:02:35.585" v="12497" actId="1076"/>
          <ac:spMkLst>
            <pc:docMk/>
            <pc:sldMk cId="397898859" sldId="553"/>
            <ac:spMk id="36" creationId="{23DEB2E8-8B1F-5017-734F-2D156CE8E9AC}"/>
          </ac:spMkLst>
        </pc:spChg>
        <pc:spChg chg="add mod">
          <ac:chgData name="Nikki Papenfus" userId="2a405823-0c8b-419b-afb6-8159926c2e17" providerId="ADAL" clId="{C4CD5978-2643-4E14-BB26-37358CB1C7B2}" dt="2023-06-02T07:53:30.812" v="12444" actId="1076"/>
          <ac:spMkLst>
            <pc:docMk/>
            <pc:sldMk cId="397898859" sldId="553"/>
            <ac:spMk id="37" creationId="{A0A58607-7298-CDD5-CEB4-F02BF30DB6BC}"/>
          </ac:spMkLst>
        </pc:spChg>
        <pc:spChg chg="mod topLvl">
          <ac:chgData name="Nikki Papenfus" userId="2a405823-0c8b-419b-afb6-8159926c2e17" providerId="ADAL" clId="{C4CD5978-2643-4E14-BB26-37358CB1C7B2}" dt="2023-06-01T09:36:38.722" v="8816" actId="164"/>
          <ac:spMkLst>
            <pc:docMk/>
            <pc:sldMk cId="397898859" sldId="553"/>
            <ac:spMk id="38" creationId="{253704D0-4710-4704-7E8A-81B690F3430D}"/>
          </ac:spMkLst>
        </pc:spChg>
        <pc:spChg chg="mod topLvl">
          <ac:chgData name="Nikki Papenfus" userId="2a405823-0c8b-419b-afb6-8159926c2e17" providerId="ADAL" clId="{C4CD5978-2643-4E14-BB26-37358CB1C7B2}" dt="2023-06-01T09:36:38.722" v="8816" actId="164"/>
          <ac:spMkLst>
            <pc:docMk/>
            <pc:sldMk cId="397898859" sldId="553"/>
            <ac:spMk id="39" creationId="{AA6AF43A-C2A7-5B65-63F0-E8EAFBEDDFCC}"/>
          </ac:spMkLst>
        </pc:spChg>
        <pc:spChg chg="mod topLvl">
          <ac:chgData name="Nikki Papenfus" userId="2a405823-0c8b-419b-afb6-8159926c2e17" providerId="ADAL" clId="{C4CD5978-2643-4E14-BB26-37358CB1C7B2}" dt="2023-06-01T09:36:38.722" v="8816" actId="164"/>
          <ac:spMkLst>
            <pc:docMk/>
            <pc:sldMk cId="397898859" sldId="553"/>
            <ac:spMk id="41" creationId="{31FD65C7-16C4-7FCF-30E9-E7C4357DDA47}"/>
          </ac:spMkLst>
        </pc:spChg>
        <pc:spChg chg="mod topLvl">
          <ac:chgData name="Nikki Papenfus" userId="2a405823-0c8b-419b-afb6-8159926c2e17" providerId="ADAL" clId="{C4CD5978-2643-4E14-BB26-37358CB1C7B2}" dt="2023-06-01T09:36:38.722" v="8816" actId="164"/>
          <ac:spMkLst>
            <pc:docMk/>
            <pc:sldMk cId="397898859" sldId="553"/>
            <ac:spMk id="43" creationId="{FBAE4AF7-9355-5309-A3AC-B1181A3575A6}"/>
          </ac:spMkLst>
        </pc:spChg>
        <pc:spChg chg="mod topLvl">
          <ac:chgData name="Nikki Papenfus" userId="2a405823-0c8b-419b-afb6-8159926c2e17" providerId="ADAL" clId="{C4CD5978-2643-4E14-BB26-37358CB1C7B2}" dt="2023-06-01T09:36:38.722" v="8816" actId="164"/>
          <ac:spMkLst>
            <pc:docMk/>
            <pc:sldMk cId="397898859" sldId="553"/>
            <ac:spMk id="45" creationId="{75759DC9-8266-AD86-9BB1-B85A21B6CA49}"/>
          </ac:spMkLst>
        </pc:spChg>
        <pc:spChg chg="mod topLvl">
          <ac:chgData name="Nikki Papenfus" userId="2a405823-0c8b-419b-afb6-8159926c2e17" providerId="ADAL" clId="{C4CD5978-2643-4E14-BB26-37358CB1C7B2}" dt="2023-06-01T09:36:38.722" v="8816" actId="164"/>
          <ac:spMkLst>
            <pc:docMk/>
            <pc:sldMk cId="397898859" sldId="553"/>
            <ac:spMk id="47" creationId="{033FAF69-8F51-789F-54D7-ABA4608DC42F}"/>
          </ac:spMkLst>
        </pc:spChg>
        <pc:spChg chg="mod">
          <ac:chgData name="Nikki Papenfus" userId="2a405823-0c8b-419b-afb6-8159926c2e17" providerId="ADAL" clId="{C4CD5978-2643-4E14-BB26-37358CB1C7B2}" dt="2023-06-01T09:19:56.495" v="8463" actId="165"/>
          <ac:spMkLst>
            <pc:docMk/>
            <pc:sldMk cId="397898859" sldId="553"/>
            <ac:spMk id="49" creationId="{71E70EBE-62F7-CFBA-513F-7334304EB916}"/>
          </ac:spMkLst>
        </pc:spChg>
        <pc:spChg chg="mod">
          <ac:chgData name="Nikki Papenfus" userId="2a405823-0c8b-419b-afb6-8159926c2e17" providerId="ADAL" clId="{C4CD5978-2643-4E14-BB26-37358CB1C7B2}" dt="2023-06-01T09:19:56.495" v="8463" actId="165"/>
          <ac:spMkLst>
            <pc:docMk/>
            <pc:sldMk cId="397898859" sldId="553"/>
            <ac:spMk id="51" creationId="{AF402361-57F6-133F-45BF-DD012463F7B5}"/>
          </ac:spMkLst>
        </pc:spChg>
        <pc:spChg chg="add mod">
          <ac:chgData name="Nikki Papenfus" userId="2a405823-0c8b-419b-afb6-8159926c2e17" providerId="ADAL" clId="{C4CD5978-2643-4E14-BB26-37358CB1C7B2}" dt="2023-06-02T07:52:55.281" v="12436" actId="1076"/>
          <ac:spMkLst>
            <pc:docMk/>
            <pc:sldMk cId="397898859" sldId="553"/>
            <ac:spMk id="52" creationId="{8C21CCE3-D27D-AA22-6F67-3923FA62B391}"/>
          </ac:spMkLst>
        </pc:spChg>
        <pc:spChg chg="add mod">
          <ac:chgData name="Nikki Papenfus" userId="2a405823-0c8b-419b-afb6-8159926c2e17" providerId="ADAL" clId="{C4CD5978-2643-4E14-BB26-37358CB1C7B2}" dt="2023-06-02T08:00:47.076" v="12490" actId="20577"/>
          <ac:spMkLst>
            <pc:docMk/>
            <pc:sldMk cId="397898859" sldId="553"/>
            <ac:spMk id="53" creationId="{C043370A-ED14-0F55-3CAC-502635B9B8B5}"/>
          </ac:spMkLst>
        </pc:spChg>
        <pc:spChg chg="add del mod">
          <ac:chgData name="Nikki Papenfus" userId="2a405823-0c8b-419b-afb6-8159926c2e17" providerId="ADAL" clId="{C4CD5978-2643-4E14-BB26-37358CB1C7B2}" dt="2023-06-01T10:13:38.907" v="9597" actId="478"/>
          <ac:spMkLst>
            <pc:docMk/>
            <pc:sldMk cId="397898859" sldId="553"/>
            <ac:spMk id="54" creationId="{6DA77BD4-AC5D-A55B-B03B-E891B0CE6D67}"/>
          </ac:spMkLst>
        </pc:spChg>
        <pc:spChg chg="add mod">
          <ac:chgData name="Nikki Papenfus" userId="2a405823-0c8b-419b-afb6-8159926c2e17" providerId="ADAL" clId="{C4CD5978-2643-4E14-BB26-37358CB1C7B2}" dt="2023-06-02T08:00:10.574" v="12483" actId="14100"/>
          <ac:spMkLst>
            <pc:docMk/>
            <pc:sldMk cId="397898859" sldId="553"/>
            <ac:spMk id="55" creationId="{6F2B6CED-DE1C-969A-F9C7-5D24A242A53F}"/>
          </ac:spMkLst>
        </pc:spChg>
        <pc:spChg chg="add mod">
          <ac:chgData name="Nikki Papenfus" userId="2a405823-0c8b-419b-afb6-8159926c2e17" providerId="ADAL" clId="{C4CD5978-2643-4E14-BB26-37358CB1C7B2}" dt="2023-06-02T08:01:38.680" v="12491" actId="14100"/>
          <ac:spMkLst>
            <pc:docMk/>
            <pc:sldMk cId="397898859" sldId="553"/>
            <ac:spMk id="56" creationId="{D713C29B-8DE4-4D63-0D33-76BEA45A9001}"/>
          </ac:spMkLst>
        </pc:spChg>
        <pc:spChg chg="add mod">
          <ac:chgData name="Nikki Papenfus" userId="2a405823-0c8b-419b-afb6-8159926c2e17" providerId="ADAL" clId="{C4CD5978-2643-4E14-BB26-37358CB1C7B2}" dt="2023-06-02T07:53:39.422" v="12448" actId="1076"/>
          <ac:spMkLst>
            <pc:docMk/>
            <pc:sldMk cId="397898859" sldId="553"/>
            <ac:spMk id="57" creationId="{E089C718-875F-3462-5E26-D86A2E48BA53}"/>
          </ac:spMkLst>
        </pc:spChg>
        <pc:spChg chg="mod">
          <ac:chgData name="Nikki Papenfus" userId="2a405823-0c8b-419b-afb6-8159926c2e17" providerId="ADAL" clId="{C4CD5978-2643-4E14-BB26-37358CB1C7B2}" dt="2023-06-01T09:19:56.495" v="8463" actId="165"/>
          <ac:spMkLst>
            <pc:docMk/>
            <pc:sldMk cId="397898859" sldId="553"/>
            <ac:spMk id="67" creationId="{19C0872F-6CEA-D554-5552-F8350BB5FFA9}"/>
          </ac:spMkLst>
        </pc:spChg>
        <pc:spChg chg="mod">
          <ac:chgData name="Nikki Papenfus" userId="2a405823-0c8b-419b-afb6-8159926c2e17" providerId="ADAL" clId="{C4CD5978-2643-4E14-BB26-37358CB1C7B2}" dt="2023-06-01T09:19:56.495" v="8463" actId="165"/>
          <ac:spMkLst>
            <pc:docMk/>
            <pc:sldMk cId="397898859" sldId="553"/>
            <ac:spMk id="68" creationId="{D111EDE2-D9FC-A1A0-6C77-CC8EBD973D5B}"/>
          </ac:spMkLst>
        </pc:spChg>
        <pc:spChg chg="del mod topLvl">
          <ac:chgData name="Nikki Papenfus" userId="2a405823-0c8b-419b-afb6-8159926c2e17" providerId="ADAL" clId="{C4CD5978-2643-4E14-BB26-37358CB1C7B2}" dt="2023-06-01T09:36:45.457" v="8820" actId="478"/>
          <ac:spMkLst>
            <pc:docMk/>
            <pc:sldMk cId="397898859" sldId="553"/>
            <ac:spMk id="71" creationId="{5587F3D8-CEAC-990F-1E4D-2398D3954011}"/>
          </ac:spMkLst>
        </pc:spChg>
        <pc:spChg chg="del mod topLvl">
          <ac:chgData name="Nikki Papenfus" userId="2a405823-0c8b-419b-afb6-8159926c2e17" providerId="ADAL" clId="{C4CD5978-2643-4E14-BB26-37358CB1C7B2}" dt="2023-06-01T09:36:47.910" v="8821" actId="478"/>
          <ac:spMkLst>
            <pc:docMk/>
            <pc:sldMk cId="397898859" sldId="553"/>
            <ac:spMk id="88" creationId="{67111972-316D-BA8A-BF6E-419DE688B91D}"/>
          </ac:spMkLst>
        </pc:spChg>
        <pc:grpChg chg="add mod">
          <ac:chgData name="Nikki Papenfus" userId="2a405823-0c8b-419b-afb6-8159926c2e17" providerId="ADAL" clId="{C4CD5978-2643-4E14-BB26-37358CB1C7B2}" dt="2023-06-02T07:52:51.287" v="12435" actId="1035"/>
          <ac:grpSpMkLst>
            <pc:docMk/>
            <pc:sldMk cId="397898859" sldId="553"/>
            <ac:grpSpMk id="26" creationId="{A5428702-4D44-52DF-E5E3-25F40AAB0B66}"/>
          </ac:grpSpMkLst>
        </pc:grpChg>
        <pc:grpChg chg="del mod topLvl">
          <ac:chgData name="Nikki Papenfus" userId="2a405823-0c8b-419b-afb6-8159926c2e17" providerId="ADAL" clId="{C4CD5978-2643-4E14-BB26-37358CB1C7B2}" dt="2023-06-01T09:23:38.052" v="8605" actId="165"/>
          <ac:grpSpMkLst>
            <pc:docMk/>
            <pc:sldMk cId="397898859" sldId="553"/>
            <ac:grpSpMk id="40" creationId="{98956DCF-2158-238D-5E60-C429C2AC8DA6}"/>
          </ac:grpSpMkLst>
        </pc:grpChg>
        <pc:grpChg chg="del mod topLvl">
          <ac:chgData name="Nikki Papenfus" userId="2a405823-0c8b-419b-afb6-8159926c2e17" providerId="ADAL" clId="{C4CD5978-2643-4E14-BB26-37358CB1C7B2}" dt="2023-06-01T09:23:26.733" v="8604" actId="165"/>
          <ac:grpSpMkLst>
            <pc:docMk/>
            <pc:sldMk cId="397898859" sldId="553"/>
            <ac:grpSpMk id="44" creationId="{7556E15D-5689-D5BA-AEFC-6AED366514ED}"/>
          </ac:grpSpMkLst>
        </pc:grpChg>
        <pc:grpChg chg="del mod topLvl">
          <ac:chgData name="Nikki Papenfus" userId="2a405823-0c8b-419b-afb6-8159926c2e17" providerId="ADAL" clId="{C4CD5978-2643-4E14-BB26-37358CB1C7B2}" dt="2023-06-01T09:36:47.910" v="8821" actId="478"/>
          <ac:grpSpMkLst>
            <pc:docMk/>
            <pc:sldMk cId="397898859" sldId="553"/>
            <ac:grpSpMk id="48" creationId="{753B015A-E65B-BC0B-A56B-D70C328253C7}"/>
          </ac:grpSpMkLst>
        </pc:grpChg>
        <pc:grpChg chg="del mod topLvl">
          <ac:chgData name="Nikki Papenfus" userId="2a405823-0c8b-419b-afb6-8159926c2e17" providerId="ADAL" clId="{C4CD5978-2643-4E14-BB26-37358CB1C7B2}" dt="2023-06-01T09:36:47.910" v="8821" actId="478"/>
          <ac:grpSpMkLst>
            <pc:docMk/>
            <pc:sldMk cId="397898859" sldId="553"/>
            <ac:grpSpMk id="66" creationId="{E7FCFB6D-B1F1-6957-7C1E-DD3E5FF8B4B6}"/>
          </ac:grpSpMkLst>
        </pc:grpChg>
        <pc:grpChg chg="del mod">
          <ac:chgData name="Nikki Papenfus" userId="2a405823-0c8b-419b-afb6-8159926c2e17" providerId="ADAL" clId="{C4CD5978-2643-4E14-BB26-37358CB1C7B2}" dt="2023-06-01T09:18:09.368" v="8433" actId="165"/>
          <ac:grpSpMkLst>
            <pc:docMk/>
            <pc:sldMk cId="397898859" sldId="553"/>
            <ac:grpSpMk id="112" creationId="{714A3A45-E6AE-105B-A928-1E9BE4941ED2}"/>
          </ac:grpSpMkLst>
        </pc:grpChg>
        <pc:grpChg chg="del mod">
          <ac:chgData name="Nikki Papenfus" userId="2a405823-0c8b-419b-afb6-8159926c2e17" providerId="ADAL" clId="{C4CD5978-2643-4E14-BB26-37358CB1C7B2}" dt="2023-06-01T09:19:56.495" v="8463" actId="165"/>
          <ac:grpSpMkLst>
            <pc:docMk/>
            <pc:sldMk cId="397898859" sldId="553"/>
            <ac:grpSpMk id="113" creationId="{6A72083D-30C7-3C5D-18AA-C74C84F1F101}"/>
          </ac:grpSpMkLst>
        </pc:grpChg>
        <pc:cxnChg chg="mod ord topLvl">
          <ac:chgData name="Nikki Papenfus" userId="2a405823-0c8b-419b-afb6-8159926c2e17" providerId="ADAL" clId="{C4CD5978-2643-4E14-BB26-37358CB1C7B2}" dt="2023-06-01T09:36:38.722" v="8816" actId="164"/>
          <ac:cxnSpMkLst>
            <pc:docMk/>
            <pc:sldMk cId="397898859" sldId="553"/>
            <ac:cxnSpMk id="42" creationId="{8E890C09-58D3-2A57-C65B-A55B04120205}"/>
          </ac:cxnSpMkLst>
        </pc:cxnChg>
        <pc:cxnChg chg="mod ord topLvl">
          <ac:chgData name="Nikki Papenfus" userId="2a405823-0c8b-419b-afb6-8159926c2e17" providerId="ADAL" clId="{C4CD5978-2643-4E14-BB26-37358CB1C7B2}" dt="2023-06-01T09:36:38.722" v="8816" actId="164"/>
          <ac:cxnSpMkLst>
            <pc:docMk/>
            <pc:sldMk cId="397898859" sldId="553"/>
            <ac:cxnSpMk id="46" creationId="{B6AF21F3-86EC-3DC9-0528-0F86AAE6A7B6}"/>
          </ac:cxnSpMkLst>
        </pc:cxnChg>
        <pc:cxnChg chg="mod">
          <ac:chgData name="Nikki Papenfus" userId="2a405823-0c8b-419b-afb6-8159926c2e17" providerId="ADAL" clId="{C4CD5978-2643-4E14-BB26-37358CB1C7B2}" dt="2023-06-01T09:19:56.495" v="8463" actId="165"/>
          <ac:cxnSpMkLst>
            <pc:docMk/>
            <pc:sldMk cId="397898859" sldId="553"/>
            <ac:cxnSpMk id="50" creationId="{7701FA06-0BB4-F90C-4971-8A14A5F47DC5}"/>
          </ac:cxnSpMkLst>
        </pc:cxnChg>
        <pc:cxnChg chg="mod">
          <ac:chgData name="Nikki Papenfus" userId="2a405823-0c8b-419b-afb6-8159926c2e17" providerId="ADAL" clId="{C4CD5978-2643-4E14-BB26-37358CB1C7B2}" dt="2023-06-01T09:19:56.495" v="8463" actId="165"/>
          <ac:cxnSpMkLst>
            <pc:docMk/>
            <pc:sldMk cId="397898859" sldId="553"/>
            <ac:cxnSpMk id="69" creationId="{29A896E6-0641-43B9-FC6D-D40BD9FD8FF4}"/>
          </ac:cxnSpMkLst>
        </pc:cxnChg>
      </pc:sldChg>
      <pc:sldChg chg="addSp delSp modSp add mod">
        <pc:chgData name="Nikki Papenfus" userId="2a405823-0c8b-419b-afb6-8159926c2e17" providerId="ADAL" clId="{C4CD5978-2643-4E14-BB26-37358CB1C7B2}" dt="2023-06-01T14:42:12.907" v="10377" actId="14100"/>
        <pc:sldMkLst>
          <pc:docMk/>
          <pc:sldMk cId="817280985" sldId="554"/>
        </pc:sldMkLst>
        <pc:spChg chg="mod">
          <ac:chgData name="Nikki Papenfus" userId="2a405823-0c8b-419b-afb6-8159926c2e17" providerId="ADAL" clId="{C4CD5978-2643-4E14-BB26-37358CB1C7B2}" dt="2023-06-01T14:30:56.451" v="10191" actId="20577"/>
          <ac:spMkLst>
            <pc:docMk/>
            <pc:sldMk cId="817280985" sldId="554"/>
            <ac:spMk id="2" creationId="{73F060A0-A02A-C863-69B6-83C2C129863A}"/>
          </ac:spMkLst>
        </pc:spChg>
        <pc:grpChg chg="add mod">
          <ac:chgData name="Nikki Papenfus" userId="2a405823-0c8b-419b-afb6-8159926c2e17" providerId="ADAL" clId="{C4CD5978-2643-4E14-BB26-37358CB1C7B2}" dt="2023-06-01T14:39:48.056" v="10367" actId="1038"/>
          <ac:grpSpMkLst>
            <pc:docMk/>
            <pc:sldMk cId="817280985" sldId="554"/>
            <ac:grpSpMk id="14" creationId="{6796A218-685B-A3DE-8DEB-552DB1F8D52B}"/>
          </ac:grpSpMkLst>
        </pc:grpChg>
        <pc:grpChg chg="add mod">
          <ac:chgData name="Nikki Papenfus" userId="2a405823-0c8b-419b-afb6-8159926c2e17" providerId="ADAL" clId="{C4CD5978-2643-4E14-BB26-37358CB1C7B2}" dt="2023-06-01T14:38:52.501" v="10304" actId="164"/>
          <ac:grpSpMkLst>
            <pc:docMk/>
            <pc:sldMk cId="817280985" sldId="554"/>
            <ac:grpSpMk id="17" creationId="{1084545A-1220-A05F-A046-C59F40A12934}"/>
          </ac:grpSpMkLst>
        </pc:grpChg>
        <pc:grpChg chg="add mod">
          <ac:chgData name="Nikki Papenfus" userId="2a405823-0c8b-419b-afb6-8159926c2e17" providerId="ADAL" clId="{C4CD5978-2643-4E14-BB26-37358CB1C7B2}" dt="2023-06-01T14:39:49.350" v="10371" actId="1038"/>
          <ac:grpSpMkLst>
            <pc:docMk/>
            <pc:sldMk cId="817280985" sldId="554"/>
            <ac:grpSpMk id="20" creationId="{5F86BB09-E7C2-8146-2B71-5F5FFA51819C}"/>
          </ac:grpSpMkLst>
        </pc:grpChg>
        <pc:grpChg chg="add mod">
          <ac:chgData name="Nikki Papenfus" userId="2a405823-0c8b-419b-afb6-8159926c2e17" providerId="ADAL" clId="{C4CD5978-2643-4E14-BB26-37358CB1C7B2}" dt="2023-06-01T14:39:38.076" v="10356" actId="164"/>
          <ac:grpSpMkLst>
            <pc:docMk/>
            <pc:sldMk cId="817280985" sldId="554"/>
            <ac:grpSpMk id="21" creationId="{C4902CFC-7B31-CAC1-E802-DA30D476FDE5}"/>
          </ac:grpSpMkLst>
        </pc:grpChg>
        <pc:picChg chg="del">
          <ac:chgData name="Nikki Papenfus" userId="2a405823-0c8b-419b-afb6-8159926c2e17" providerId="ADAL" clId="{C4CD5978-2643-4E14-BB26-37358CB1C7B2}" dt="2023-06-01T14:30:27.461" v="10181" actId="478"/>
          <ac:picMkLst>
            <pc:docMk/>
            <pc:sldMk cId="817280985" sldId="554"/>
            <ac:picMk id="4" creationId="{A138EF6D-A80F-54EE-C559-A2F678474D1D}"/>
          </ac:picMkLst>
        </pc:picChg>
        <pc:picChg chg="add mod ord modCrop">
          <ac:chgData name="Nikki Papenfus" userId="2a405823-0c8b-419b-afb6-8159926c2e17" providerId="ADAL" clId="{C4CD5978-2643-4E14-BB26-37358CB1C7B2}" dt="2023-06-01T14:42:12.907" v="10377" actId="14100"/>
          <ac:picMkLst>
            <pc:docMk/>
            <pc:sldMk cId="817280985" sldId="554"/>
            <ac:picMk id="5" creationId="{4B25AEEF-8212-FE18-D0E3-7BA9840E8DAA}"/>
          </ac:picMkLst>
        </pc:picChg>
        <pc:picChg chg="add mod ord modCrop">
          <ac:chgData name="Nikki Papenfus" userId="2a405823-0c8b-419b-afb6-8159926c2e17" providerId="ADAL" clId="{C4CD5978-2643-4E14-BB26-37358CB1C7B2}" dt="2023-06-01T14:38:34.590" v="10296" actId="732"/>
          <ac:picMkLst>
            <pc:docMk/>
            <pc:sldMk cId="817280985" sldId="554"/>
            <ac:picMk id="7" creationId="{18B3804E-8D6F-22DC-ABEB-D22A6A442863}"/>
          </ac:picMkLst>
        </pc:picChg>
        <pc:picChg chg="add mod modCrop">
          <ac:chgData name="Nikki Papenfus" userId="2a405823-0c8b-419b-afb6-8159926c2e17" providerId="ADAL" clId="{C4CD5978-2643-4E14-BB26-37358CB1C7B2}" dt="2023-06-01T14:39:21.365" v="10329" actId="732"/>
          <ac:picMkLst>
            <pc:docMk/>
            <pc:sldMk cId="817280985" sldId="554"/>
            <ac:picMk id="9" creationId="{E74F5200-6393-FBB0-567F-1308534E61F7}"/>
          </ac:picMkLst>
        </pc:picChg>
        <pc:picChg chg="add del mod modCrop">
          <ac:chgData name="Nikki Papenfus" userId="2a405823-0c8b-419b-afb6-8159926c2e17" providerId="ADAL" clId="{C4CD5978-2643-4E14-BB26-37358CB1C7B2}" dt="2023-06-01T14:34:05.481" v="10233" actId="478"/>
          <ac:picMkLst>
            <pc:docMk/>
            <pc:sldMk cId="817280985" sldId="554"/>
            <ac:picMk id="11" creationId="{DF0A4B65-54EF-3939-1BBB-0CD6C6EFDF80}"/>
          </ac:picMkLst>
        </pc:picChg>
        <pc:picChg chg="add mod modCrop">
          <ac:chgData name="Nikki Papenfus" userId="2a405823-0c8b-419b-afb6-8159926c2e17" providerId="ADAL" clId="{C4CD5978-2643-4E14-BB26-37358CB1C7B2}" dt="2023-06-01T14:39:26.829" v="10330" actId="732"/>
          <ac:picMkLst>
            <pc:docMk/>
            <pc:sldMk cId="817280985" sldId="554"/>
            <ac:picMk id="13" creationId="{B99D490E-0F54-4507-56F7-4B749BFB56FC}"/>
          </ac:picMkLst>
        </pc:picChg>
        <pc:picChg chg="add mod modCrop">
          <ac:chgData name="Nikki Papenfus" userId="2a405823-0c8b-419b-afb6-8159926c2e17" providerId="ADAL" clId="{C4CD5978-2643-4E14-BB26-37358CB1C7B2}" dt="2023-06-01T14:39:38.076" v="10356" actId="164"/>
          <ac:picMkLst>
            <pc:docMk/>
            <pc:sldMk cId="817280985" sldId="554"/>
            <ac:picMk id="16" creationId="{5608802A-DD26-80F6-53F9-5BC655A17544}"/>
          </ac:picMkLst>
        </pc:picChg>
        <pc:picChg chg="add mod modCrop">
          <ac:chgData name="Nikki Papenfus" userId="2a405823-0c8b-419b-afb6-8159926c2e17" providerId="ADAL" clId="{C4CD5978-2643-4E14-BB26-37358CB1C7B2}" dt="2023-06-01T14:39:38.076" v="10356" actId="164"/>
          <ac:picMkLst>
            <pc:docMk/>
            <pc:sldMk cId="817280985" sldId="554"/>
            <ac:picMk id="18" creationId="{82757819-FC1B-B6F4-5C26-81580B9CA65D}"/>
          </ac:picMkLst>
        </pc:picChg>
        <pc:picChg chg="add mod modCrop">
          <ac:chgData name="Nikki Papenfus" userId="2a405823-0c8b-419b-afb6-8159926c2e17" providerId="ADAL" clId="{C4CD5978-2643-4E14-BB26-37358CB1C7B2}" dt="2023-06-01T14:38:52.501" v="10304" actId="164"/>
          <ac:picMkLst>
            <pc:docMk/>
            <pc:sldMk cId="817280985" sldId="554"/>
            <ac:picMk id="19" creationId="{0F727515-9DDF-A42D-2B0D-F5051C6E471F}"/>
          </ac:picMkLst>
        </pc:picChg>
      </pc:sldChg>
      <pc:sldChg chg="mod modShow">
        <pc:chgData name="Nikki Papenfus" userId="2a405823-0c8b-419b-afb6-8159926c2e17" providerId="ADAL" clId="{C4CD5978-2643-4E14-BB26-37358CB1C7B2}" dt="2023-06-01T16:02:50.112" v="12177" actId="729"/>
        <pc:sldMkLst>
          <pc:docMk/>
          <pc:sldMk cId="1409108105" sldId="555"/>
        </pc:sldMkLst>
      </pc:sldChg>
      <pc:sldMasterChg chg="addSldLayout delSldLayout">
        <pc:chgData name="Nikki Papenfus" userId="2a405823-0c8b-419b-afb6-8159926c2e17" providerId="ADAL" clId="{C4CD5978-2643-4E14-BB26-37358CB1C7B2}" dt="2023-05-31T15:37:28.098" v="5603" actId="47"/>
        <pc:sldMasterMkLst>
          <pc:docMk/>
          <pc:sldMasterMk cId="454776559" sldId="2147483669"/>
        </pc:sldMasterMkLst>
        <pc:sldLayoutChg chg="del">
          <pc:chgData name="Nikki Papenfus" userId="2a405823-0c8b-419b-afb6-8159926c2e17" providerId="ADAL" clId="{C4CD5978-2643-4E14-BB26-37358CB1C7B2}" dt="2023-05-31T14:39:53.545" v="4426" actId="47"/>
          <pc:sldLayoutMkLst>
            <pc:docMk/>
            <pc:sldMasterMk cId="454776559" sldId="2147483669"/>
            <pc:sldLayoutMk cId="687369747" sldId="2147483674"/>
          </pc:sldLayoutMkLst>
        </pc:sldLayoutChg>
        <pc:sldLayoutChg chg="add del">
          <pc:chgData name="Nikki Papenfus" userId="2a405823-0c8b-419b-afb6-8159926c2e17" providerId="ADAL" clId="{C4CD5978-2643-4E14-BB26-37358CB1C7B2}" dt="2023-05-31T13:41:14.067" v="2865" actId="47"/>
          <pc:sldLayoutMkLst>
            <pc:docMk/>
            <pc:sldMasterMk cId="454776559" sldId="2147483669"/>
            <pc:sldLayoutMk cId="2061306947" sldId="2147483674"/>
          </pc:sldLayoutMkLst>
        </pc:sldLayoutChg>
        <pc:sldLayoutChg chg="del">
          <pc:chgData name="Nikki Papenfus" userId="2a405823-0c8b-419b-afb6-8159926c2e17" providerId="ADAL" clId="{C4CD5978-2643-4E14-BB26-37358CB1C7B2}" dt="2023-05-31T15:37:28.098" v="5603" actId="47"/>
          <pc:sldLayoutMkLst>
            <pc:docMk/>
            <pc:sldMasterMk cId="454776559" sldId="2147483669"/>
            <pc:sldLayoutMk cId="3355239170" sldId="2147483675"/>
          </pc:sldLayoutMkLst>
        </pc:sldLayoutChg>
        <pc:sldLayoutChg chg="del">
          <pc:chgData name="Nikki Papenfus" userId="2a405823-0c8b-419b-afb6-8159926c2e17" providerId="ADAL" clId="{C4CD5978-2643-4E14-BB26-37358CB1C7B2}" dt="2023-05-31T14:04:39.673" v="3116" actId="47"/>
          <pc:sldLayoutMkLst>
            <pc:docMk/>
            <pc:sldMasterMk cId="454776559" sldId="2147483669"/>
            <pc:sldLayoutMk cId="4169080059" sldId="2147483675"/>
          </pc:sldLayoutMkLst>
        </pc:sldLayoutChg>
      </pc:sldMasterChg>
    </pc:docChg>
  </pc:docChgLst>
  <pc:docChgLst>
    <pc:chgData name="Nikki Papenfus" userId="2a405823-0c8b-419b-afb6-8159926c2e17" providerId="ADAL" clId="{7097C2CA-5EBA-4681-902C-FB53FDE30C9D}"/>
    <pc:docChg chg="undo custSel modSld">
      <pc:chgData name="Nikki Papenfus" userId="2a405823-0c8b-419b-afb6-8159926c2e17" providerId="ADAL" clId="{7097C2CA-5EBA-4681-902C-FB53FDE30C9D}" dt="2023-08-22T14:35:59.447" v="10" actId="207"/>
      <pc:docMkLst>
        <pc:docMk/>
      </pc:docMkLst>
      <pc:sldChg chg="modSp mod">
        <pc:chgData name="Nikki Papenfus" userId="2a405823-0c8b-419b-afb6-8159926c2e17" providerId="ADAL" clId="{7097C2CA-5EBA-4681-902C-FB53FDE30C9D}" dt="2023-08-22T14:35:59.447" v="10" actId="207"/>
        <pc:sldMkLst>
          <pc:docMk/>
          <pc:sldMk cId="1870263832" sldId="547"/>
        </pc:sldMkLst>
        <pc:spChg chg="mod">
          <ac:chgData name="Nikki Papenfus" userId="2a405823-0c8b-419b-afb6-8159926c2e17" providerId="ADAL" clId="{7097C2CA-5EBA-4681-902C-FB53FDE30C9D}" dt="2023-08-22T12:52:31.579" v="8" actId="20577"/>
          <ac:spMkLst>
            <pc:docMk/>
            <pc:sldMk cId="1870263832" sldId="547"/>
            <ac:spMk id="29" creationId="{D0D13029-7FCE-4659-9B86-CF1918B21B7D}"/>
          </ac:spMkLst>
        </pc:spChg>
        <pc:spChg chg="mod">
          <ac:chgData name="Nikki Papenfus" userId="2a405823-0c8b-419b-afb6-8159926c2e17" providerId="ADAL" clId="{7097C2CA-5EBA-4681-902C-FB53FDE30C9D}" dt="2023-08-22T14:35:59.447" v="10" actId="207"/>
          <ac:spMkLst>
            <pc:docMk/>
            <pc:sldMk cId="1870263832" sldId="547"/>
            <ac:spMk id="35" creationId="{F393811B-BF49-452D-ADAC-5EA305ADAAFF}"/>
          </ac:spMkLst>
        </pc:spChg>
        <pc:spChg chg="mod">
          <ac:chgData name="Nikki Papenfus" userId="2a405823-0c8b-419b-afb6-8159926c2e17" providerId="ADAL" clId="{7097C2CA-5EBA-4681-902C-FB53FDE30C9D}" dt="2023-08-22T12:54:16.952" v="9" actId="20577"/>
          <ac:spMkLst>
            <pc:docMk/>
            <pc:sldMk cId="1870263832" sldId="547"/>
            <ac:spMk id="63" creationId="{FAF62AAA-FAFF-478D-84C5-7E5559983323}"/>
          </ac:spMkLst>
        </pc:spChg>
      </pc:sldChg>
      <pc:sldChg chg="modSp mod">
        <pc:chgData name="Nikki Papenfus" userId="2a405823-0c8b-419b-afb6-8159926c2e17" providerId="ADAL" clId="{7097C2CA-5EBA-4681-902C-FB53FDE30C9D}" dt="2023-08-22T11:58:52.684" v="0" actId="1038"/>
        <pc:sldMkLst>
          <pc:docMk/>
          <pc:sldMk cId="397898859" sldId="553"/>
        </pc:sldMkLst>
        <pc:grpChg chg="mod">
          <ac:chgData name="Nikki Papenfus" userId="2a405823-0c8b-419b-afb6-8159926c2e17" providerId="ADAL" clId="{7097C2CA-5EBA-4681-902C-FB53FDE30C9D}" dt="2023-08-22T11:58:52.684" v="0" actId="1038"/>
          <ac:grpSpMkLst>
            <pc:docMk/>
            <pc:sldMk cId="397898859" sldId="553"/>
            <ac:grpSpMk id="26" creationId="{A5428702-4D44-52DF-E5E3-25F40AAB0B66}"/>
          </ac:grpSpMkLst>
        </pc:grpChg>
      </pc:sldChg>
    </pc:docChg>
  </pc:docChgLst>
  <pc:docChgLst>
    <pc:chgData name="Nikki Papenfus" userId="S::npapenfus@openboxsoftware.com::2a405823-0c8b-419b-afb6-8159926c2e17" providerId="AD" clId="Web-{013E9C5A-10F7-1663-9C74-1210CF4AB4CE}"/>
    <pc:docChg chg="delSld">
      <pc:chgData name="Nikki Papenfus" userId="S::npapenfus@openboxsoftware.com::2a405823-0c8b-419b-afb6-8159926c2e17" providerId="AD" clId="Web-{013E9C5A-10F7-1663-9C74-1210CF4AB4CE}" dt="2024-10-15T14:00:47.069" v="6"/>
      <pc:docMkLst>
        <pc:docMk/>
      </pc:docMkLst>
      <pc:sldChg chg="del">
        <pc:chgData name="Nikki Papenfus" userId="S::npapenfus@openboxsoftware.com::2a405823-0c8b-419b-afb6-8159926c2e17" providerId="AD" clId="Web-{013E9C5A-10F7-1663-9C74-1210CF4AB4CE}" dt="2024-10-15T14:00:41.507" v="5"/>
        <pc:sldMkLst>
          <pc:docMk/>
          <pc:sldMk cId="1932171373" sldId="534"/>
        </pc:sldMkLst>
      </pc:sldChg>
      <pc:sldChg chg="del">
        <pc:chgData name="Nikki Papenfus" userId="S::npapenfus@openboxsoftware.com::2a405823-0c8b-419b-afb6-8159926c2e17" providerId="AD" clId="Web-{013E9C5A-10F7-1663-9C74-1210CF4AB4CE}" dt="2024-10-15T14:00:38.757" v="4"/>
        <pc:sldMkLst>
          <pc:docMk/>
          <pc:sldMk cId="3178771002" sldId="535"/>
        </pc:sldMkLst>
      </pc:sldChg>
      <pc:sldChg chg="del">
        <pc:chgData name="Nikki Papenfus" userId="S::npapenfus@openboxsoftware.com::2a405823-0c8b-419b-afb6-8159926c2e17" providerId="AD" clId="Web-{013E9C5A-10F7-1663-9C74-1210CF4AB4CE}" dt="2024-10-15T14:00:31.928" v="3"/>
        <pc:sldMkLst>
          <pc:docMk/>
          <pc:sldMk cId="3765263956" sldId="540"/>
        </pc:sldMkLst>
      </pc:sldChg>
      <pc:sldChg chg="del">
        <pc:chgData name="Nikki Papenfus" userId="S::npapenfus@openboxsoftware.com::2a405823-0c8b-419b-afb6-8159926c2e17" providerId="AD" clId="Web-{013E9C5A-10F7-1663-9C74-1210CF4AB4CE}" dt="2024-10-15T14:00:24.225" v="1"/>
        <pc:sldMkLst>
          <pc:docMk/>
          <pc:sldMk cId="3990333599" sldId="541"/>
        </pc:sldMkLst>
      </pc:sldChg>
      <pc:sldChg chg="del">
        <pc:chgData name="Nikki Papenfus" userId="S::npapenfus@openboxsoftware.com::2a405823-0c8b-419b-afb6-8159926c2e17" providerId="AD" clId="Web-{013E9C5A-10F7-1663-9C74-1210CF4AB4CE}" dt="2024-10-15T14:00:21.897" v="0"/>
        <pc:sldMkLst>
          <pc:docMk/>
          <pc:sldMk cId="3029045207" sldId="548"/>
        </pc:sldMkLst>
      </pc:sldChg>
      <pc:sldChg chg="del">
        <pc:chgData name="Nikki Papenfus" userId="S::npapenfus@openboxsoftware.com::2a405823-0c8b-419b-afb6-8159926c2e17" providerId="AD" clId="Web-{013E9C5A-10F7-1663-9C74-1210CF4AB4CE}" dt="2024-10-15T14:00:26.569" v="2"/>
        <pc:sldMkLst>
          <pc:docMk/>
          <pc:sldMk cId="1911653905" sldId="550"/>
        </pc:sldMkLst>
      </pc:sldChg>
      <pc:sldChg chg="del">
        <pc:chgData name="Nikki Papenfus" userId="S::npapenfus@openboxsoftware.com::2a405823-0c8b-419b-afb6-8159926c2e17" providerId="AD" clId="Web-{013E9C5A-10F7-1663-9C74-1210CF4AB4CE}" dt="2024-10-15T14:00:47.069" v="6"/>
        <pc:sldMkLst>
          <pc:docMk/>
          <pc:sldMk cId="817280985" sldId="554"/>
        </pc:sldMkLst>
      </pc:sldChg>
    </pc:docChg>
  </pc:docChgLst>
  <pc:docChgLst>
    <pc:chgData name="Nikki Papenfus" userId="2a405823-0c8b-419b-afb6-8159926c2e17" providerId="ADAL" clId="{EB35433D-BB50-461B-A1E9-6D8BECFFF34B}"/>
    <pc:docChg chg="undo custSel modSld">
      <pc:chgData name="Nikki Papenfus" userId="2a405823-0c8b-419b-afb6-8159926c2e17" providerId="ADAL" clId="{EB35433D-BB50-461B-A1E9-6D8BECFFF34B}" dt="2024-01-16T13:09:28.606" v="8" actId="1076"/>
      <pc:docMkLst>
        <pc:docMk/>
      </pc:docMkLst>
      <pc:sldChg chg="modSp mod">
        <pc:chgData name="Nikki Papenfus" userId="2a405823-0c8b-419b-afb6-8159926c2e17" providerId="ADAL" clId="{EB35433D-BB50-461B-A1E9-6D8BECFFF34B}" dt="2024-01-16T13:02:58.338" v="1" actId="1076"/>
        <pc:sldMkLst>
          <pc:docMk/>
          <pc:sldMk cId="1884266530" sldId="539"/>
        </pc:sldMkLst>
        <pc:spChg chg="mod">
          <ac:chgData name="Nikki Papenfus" userId="2a405823-0c8b-419b-afb6-8159926c2e17" providerId="ADAL" clId="{EB35433D-BB50-461B-A1E9-6D8BECFFF34B}" dt="2024-01-16T13:02:58.338" v="1" actId="1076"/>
          <ac:spMkLst>
            <pc:docMk/>
            <pc:sldMk cId="1884266530" sldId="539"/>
            <ac:spMk id="8" creationId="{74B6D8BD-5889-7B2F-22EF-E2A7DB352D93}"/>
          </ac:spMkLst>
        </pc:spChg>
      </pc:sldChg>
      <pc:sldChg chg="modSp mod">
        <pc:chgData name="Nikki Papenfus" userId="2a405823-0c8b-419b-afb6-8159926c2e17" providerId="ADAL" clId="{EB35433D-BB50-461B-A1E9-6D8BECFFF34B}" dt="2024-01-16T13:09:28.606" v="8" actId="1076"/>
        <pc:sldMkLst>
          <pc:docMk/>
          <pc:sldMk cId="3765263956" sldId="540"/>
        </pc:sldMkLst>
        <pc:spChg chg="mod">
          <ac:chgData name="Nikki Papenfus" userId="2a405823-0c8b-419b-afb6-8159926c2e17" providerId="ADAL" clId="{EB35433D-BB50-461B-A1E9-6D8BECFFF34B}" dt="2024-01-16T13:09:28.606" v="8" actId="1076"/>
          <ac:spMkLst>
            <pc:docMk/>
            <pc:sldMk cId="3765263956" sldId="540"/>
            <ac:spMk id="9" creationId="{79F09585-065C-AC72-E100-8ABCFE397883}"/>
          </ac:spMkLst>
        </pc:spChg>
        <pc:spChg chg="mod">
          <ac:chgData name="Nikki Papenfus" userId="2a405823-0c8b-419b-afb6-8159926c2e17" providerId="ADAL" clId="{EB35433D-BB50-461B-A1E9-6D8BECFFF34B}" dt="2024-01-16T13:09:25.111" v="7" actId="1076"/>
          <ac:spMkLst>
            <pc:docMk/>
            <pc:sldMk cId="3765263956" sldId="540"/>
            <ac:spMk id="10" creationId="{A35B0EB8-9E4E-F387-DCF7-2E3593366F70}"/>
          </ac:spMkLst>
        </pc:spChg>
        <pc:picChg chg="mod">
          <ac:chgData name="Nikki Papenfus" userId="2a405823-0c8b-419b-afb6-8159926c2e17" providerId="ADAL" clId="{EB35433D-BB50-461B-A1E9-6D8BECFFF34B}" dt="2024-01-16T13:06:58.195" v="4" actId="1076"/>
          <ac:picMkLst>
            <pc:docMk/>
            <pc:sldMk cId="3765263956" sldId="540"/>
            <ac:picMk id="5" creationId="{484AF80B-5776-50E1-70B8-66DE401AFDA8}"/>
          </ac:picMkLst>
        </pc:picChg>
      </pc:sldChg>
    </pc:docChg>
  </pc:docChgLst>
  <pc:docChgLst>
    <pc:chgData name="Sam Duncan" userId="c1d0992b-0ec5-443a-8c6c-87e1361e2b1d" providerId="ADAL" clId="{3206D464-00F0-504F-ADAA-C076338A5948}"/>
    <pc:docChg chg="undo custSel addSld delSld modSld">
      <pc:chgData name="Sam Duncan" userId="c1d0992b-0ec5-443a-8c6c-87e1361e2b1d" providerId="ADAL" clId="{3206D464-00F0-504F-ADAA-C076338A5948}" dt="2023-09-07T12:50:45.824" v="12" actId="1076"/>
      <pc:docMkLst>
        <pc:docMk/>
      </pc:docMkLst>
      <pc:sldChg chg="addSp delSp modSp mod">
        <pc:chgData name="Sam Duncan" userId="c1d0992b-0ec5-443a-8c6c-87e1361e2b1d" providerId="ADAL" clId="{3206D464-00F0-504F-ADAA-C076338A5948}" dt="2023-09-07T12:49:14.189" v="9" actId="1076"/>
        <pc:sldMkLst>
          <pc:docMk/>
          <pc:sldMk cId="1372506682" sldId="478"/>
        </pc:sldMkLst>
        <pc:spChg chg="mod">
          <ac:chgData name="Sam Duncan" userId="c1d0992b-0ec5-443a-8c6c-87e1361e2b1d" providerId="ADAL" clId="{3206D464-00F0-504F-ADAA-C076338A5948}" dt="2023-09-07T12:49:13.400" v="7" actId="1076"/>
          <ac:spMkLst>
            <pc:docMk/>
            <pc:sldMk cId="1372506682" sldId="478"/>
            <ac:spMk id="2" creationId="{926268CD-6A91-46D5-9F2E-D63140C574C1}"/>
          </ac:spMkLst>
        </pc:spChg>
        <pc:spChg chg="add del mod">
          <ac:chgData name="Sam Duncan" userId="c1d0992b-0ec5-443a-8c6c-87e1361e2b1d" providerId="ADAL" clId="{3206D464-00F0-504F-ADAA-C076338A5948}" dt="2023-09-07T12:49:14.189" v="9" actId="1076"/>
          <ac:spMkLst>
            <pc:docMk/>
            <pc:sldMk cId="1372506682" sldId="478"/>
            <ac:spMk id="3" creationId="{CCE055E0-7725-4859-9475-AA12EAB230DD}"/>
          </ac:spMkLst>
        </pc:spChg>
        <pc:spChg chg="add del mod">
          <ac:chgData name="Sam Duncan" userId="c1d0992b-0ec5-443a-8c6c-87e1361e2b1d" providerId="ADAL" clId="{3206D464-00F0-504F-ADAA-C076338A5948}" dt="2023-09-07T12:49:13.764" v="8" actId="478"/>
          <ac:spMkLst>
            <pc:docMk/>
            <pc:sldMk cId="1372506682" sldId="478"/>
            <ac:spMk id="5" creationId="{27214874-A849-6161-F8EE-6BCC455C8C77}"/>
          </ac:spMkLst>
        </pc:spChg>
      </pc:sldChg>
      <pc:sldChg chg="modSp mod">
        <pc:chgData name="Sam Duncan" userId="c1d0992b-0ec5-443a-8c6c-87e1361e2b1d" providerId="ADAL" clId="{3206D464-00F0-504F-ADAA-C076338A5948}" dt="2023-09-07T12:50:45.824" v="12" actId="1076"/>
        <pc:sldMkLst>
          <pc:docMk/>
          <pc:sldMk cId="1328899717" sldId="533"/>
        </pc:sldMkLst>
        <pc:picChg chg="mod">
          <ac:chgData name="Sam Duncan" userId="c1d0992b-0ec5-443a-8c6c-87e1361e2b1d" providerId="ADAL" clId="{3206D464-00F0-504F-ADAA-C076338A5948}" dt="2023-09-07T12:50:45.824" v="12" actId="1076"/>
          <ac:picMkLst>
            <pc:docMk/>
            <pc:sldMk cId="1328899717" sldId="533"/>
            <ac:picMk id="6" creationId="{696787D1-A9AF-9135-1355-FDD9E6DE2260}"/>
          </ac:picMkLst>
        </pc:picChg>
      </pc:sldChg>
      <pc:sldChg chg="add del">
        <pc:chgData name="Sam Duncan" userId="c1d0992b-0ec5-443a-8c6c-87e1361e2b1d" providerId="ADAL" clId="{3206D464-00F0-504F-ADAA-C076338A5948}" dt="2023-09-05T11:07:33.157" v="1" actId="2890"/>
        <pc:sldMkLst>
          <pc:docMk/>
          <pc:sldMk cId="4152937819" sldId="556"/>
        </pc:sldMkLst>
      </pc:sldChg>
    </pc:docChg>
  </pc:docChgLst>
  <pc:docChgLst>
    <pc:chgData name="Sam Duncan" userId="S::sduncan@openboxsoftware.com::c1d0992b-0ec5-443a-8c6c-87e1361e2b1d" providerId="AD" clId="Web-{893C83BB-6C1A-951F-D6CD-EB545E791565}"/>
    <pc:docChg chg="addSld delSld modSld">
      <pc:chgData name="Sam Duncan" userId="S::sduncan@openboxsoftware.com::c1d0992b-0ec5-443a-8c6c-87e1361e2b1d" providerId="AD" clId="Web-{893C83BB-6C1A-951F-D6CD-EB545E791565}" dt="2023-06-02T05:15:49.953" v="174"/>
      <pc:docMkLst>
        <pc:docMk/>
      </pc:docMkLst>
      <pc:sldChg chg="modSp modCm">
        <pc:chgData name="Sam Duncan" userId="S::sduncan@openboxsoftware.com::c1d0992b-0ec5-443a-8c6c-87e1361e2b1d" providerId="AD" clId="Web-{893C83BB-6C1A-951F-D6CD-EB545E791565}" dt="2023-06-01T22:17:31.314" v="173" actId="20577"/>
        <pc:sldMkLst>
          <pc:docMk/>
          <pc:sldMk cId="2318602496" sldId="476"/>
        </pc:sldMkLst>
        <pc:spChg chg="mod">
          <ac:chgData name="Sam Duncan" userId="S::sduncan@openboxsoftware.com::c1d0992b-0ec5-443a-8c6c-87e1361e2b1d" providerId="AD" clId="Web-{893C83BB-6C1A-951F-D6CD-EB545E791565}" dt="2023-06-01T22:17:31.314" v="173" actId="20577"/>
          <ac:spMkLst>
            <pc:docMk/>
            <pc:sldMk cId="2318602496" sldId="476"/>
            <ac:spMk id="3" creationId="{3B054777-B34E-4D95-879B-E6E4AA81F951}"/>
          </ac:spMkLst>
        </pc:spChg>
      </pc:sldChg>
      <pc:sldChg chg="addSp delSp modSp">
        <pc:chgData name="Sam Duncan" userId="S::sduncan@openboxsoftware.com::c1d0992b-0ec5-443a-8c6c-87e1361e2b1d" providerId="AD" clId="Web-{893C83BB-6C1A-951F-D6CD-EB545E791565}" dt="2023-06-01T22:06:41.262" v="124" actId="20577"/>
        <pc:sldMkLst>
          <pc:docMk/>
          <pc:sldMk cId="2946320377" sldId="519"/>
        </pc:sldMkLst>
        <pc:spChg chg="mod">
          <ac:chgData name="Sam Duncan" userId="S::sduncan@openboxsoftware.com::c1d0992b-0ec5-443a-8c6c-87e1361e2b1d" providerId="AD" clId="Web-{893C83BB-6C1A-951F-D6CD-EB545E791565}" dt="2023-06-01T22:06:41.262" v="124" actId="20577"/>
          <ac:spMkLst>
            <pc:docMk/>
            <pc:sldMk cId="2946320377" sldId="519"/>
            <ac:spMk id="2" creationId="{2821447D-088F-46A4-8BB0-1AFA0CC45434}"/>
          </ac:spMkLst>
        </pc:spChg>
        <pc:picChg chg="add mod">
          <ac:chgData name="Sam Duncan" userId="S::sduncan@openboxsoftware.com::c1d0992b-0ec5-443a-8c6c-87e1361e2b1d" providerId="AD" clId="Web-{893C83BB-6C1A-951F-D6CD-EB545E791565}" dt="2023-06-01T22:06:22.371" v="123" actId="14100"/>
          <ac:picMkLst>
            <pc:docMk/>
            <pc:sldMk cId="2946320377" sldId="519"/>
            <ac:picMk id="3" creationId="{BE48C304-FEA3-D44B-962E-A4AFC4033EB7}"/>
          </ac:picMkLst>
        </pc:picChg>
        <pc:picChg chg="del">
          <ac:chgData name="Sam Duncan" userId="S::sduncan@openboxsoftware.com::c1d0992b-0ec5-443a-8c6c-87e1361e2b1d" providerId="AD" clId="Web-{893C83BB-6C1A-951F-D6CD-EB545E791565}" dt="2023-06-01T22:06:13.418" v="120"/>
          <ac:picMkLst>
            <pc:docMk/>
            <pc:sldMk cId="2946320377" sldId="519"/>
            <ac:picMk id="6" creationId="{1517208B-4639-45C1-B652-7F2938ED876D}"/>
          </ac:picMkLst>
        </pc:picChg>
      </pc:sldChg>
      <pc:sldChg chg="del">
        <pc:chgData name="Sam Duncan" userId="S::sduncan@openboxsoftware.com::c1d0992b-0ec5-443a-8c6c-87e1361e2b1d" providerId="AD" clId="Web-{893C83BB-6C1A-951F-D6CD-EB545E791565}" dt="2023-06-01T15:53:36.317" v="89"/>
        <pc:sldMkLst>
          <pc:docMk/>
          <pc:sldMk cId="3718470958" sldId="528"/>
        </pc:sldMkLst>
      </pc:sldChg>
      <pc:sldChg chg="addCm">
        <pc:chgData name="Sam Duncan" userId="S::sduncan@openboxsoftware.com::c1d0992b-0ec5-443a-8c6c-87e1361e2b1d" providerId="AD" clId="Web-{893C83BB-6C1A-951F-D6CD-EB545E791565}" dt="2023-06-02T05:15:49.953" v="174"/>
        <pc:sldMkLst>
          <pc:docMk/>
          <pc:sldMk cId="1471194057" sldId="543"/>
        </pc:sldMkLst>
      </pc:sldChg>
      <pc:sldChg chg="addSp delSp modSp">
        <pc:chgData name="Sam Duncan" userId="S::sduncan@openboxsoftware.com::c1d0992b-0ec5-443a-8c6c-87e1361e2b1d" providerId="AD" clId="Web-{893C83BB-6C1A-951F-D6CD-EB545E791565}" dt="2023-06-01T22:14:00.135" v="164" actId="1076"/>
        <pc:sldMkLst>
          <pc:docMk/>
          <pc:sldMk cId="397898859" sldId="553"/>
        </pc:sldMkLst>
        <pc:spChg chg="add mod">
          <ac:chgData name="Sam Duncan" userId="S::sduncan@openboxsoftware.com::c1d0992b-0ec5-443a-8c6c-87e1361e2b1d" providerId="AD" clId="Web-{893C83BB-6C1A-951F-D6CD-EB545E791565}" dt="2023-06-01T22:12:50.368" v="163" actId="1076"/>
          <ac:spMkLst>
            <pc:docMk/>
            <pc:sldMk cId="397898859" sldId="553"/>
            <ac:spMk id="3" creationId="{9AE4A42D-D2C4-C66C-7AAB-9E6E6AB278B5}"/>
          </ac:spMkLst>
        </pc:spChg>
        <pc:spChg chg="add mod">
          <ac:chgData name="Sam Duncan" userId="S::sduncan@openboxsoftware.com::c1d0992b-0ec5-443a-8c6c-87e1361e2b1d" providerId="AD" clId="Web-{893C83BB-6C1A-951F-D6CD-EB545E791565}" dt="2023-06-01T22:12:41.883" v="162" actId="1076"/>
          <ac:spMkLst>
            <pc:docMk/>
            <pc:sldMk cId="397898859" sldId="553"/>
            <ac:spMk id="4" creationId="{CF61D82D-5D72-BA32-44B8-D696EB5F4FD7}"/>
          </ac:spMkLst>
        </pc:spChg>
        <pc:spChg chg="mod">
          <ac:chgData name="Sam Duncan" userId="S::sduncan@openboxsoftware.com::c1d0992b-0ec5-443a-8c6c-87e1361e2b1d" providerId="AD" clId="Web-{893C83BB-6C1A-951F-D6CD-EB545E791565}" dt="2023-06-01T22:09:33.158" v="127" actId="14100"/>
          <ac:spMkLst>
            <pc:docMk/>
            <pc:sldMk cId="397898859" sldId="553"/>
            <ac:spMk id="9" creationId="{1CF6DCA2-EB34-E6A1-9D7C-B3AEB21CDD67}"/>
          </ac:spMkLst>
        </pc:spChg>
        <pc:spChg chg="mod">
          <ac:chgData name="Sam Duncan" userId="S::sduncan@openboxsoftware.com::c1d0992b-0ec5-443a-8c6c-87e1361e2b1d" providerId="AD" clId="Web-{893C83BB-6C1A-951F-D6CD-EB545E791565}" dt="2023-06-01T22:11:20.505" v="148" actId="20577"/>
          <ac:spMkLst>
            <pc:docMk/>
            <pc:sldMk cId="397898859" sldId="553"/>
            <ac:spMk id="17" creationId="{DB6BC475-499C-C01E-DDEE-36D97BD7C548}"/>
          </ac:spMkLst>
        </pc:spChg>
        <pc:spChg chg="mod">
          <ac:chgData name="Sam Duncan" userId="S::sduncan@openboxsoftware.com::c1d0992b-0ec5-443a-8c6c-87e1361e2b1d" providerId="AD" clId="Web-{893C83BB-6C1A-951F-D6CD-EB545E791565}" dt="2023-06-01T22:09:38.111" v="128" actId="14100"/>
          <ac:spMkLst>
            <pc:docMk/>
            <pc:sldMk cId="397898859" sldId="553"/>
            <ac:spMk id="20" creationId="{8617A52A-6C2A-0F95-03E2-3AC3094E6460}"/>
          </ac:spMkLst>
        </pc:spChg>
        <pc:spChg chg="mod">
          <ac:chgData name="Sam Duncan" userId="S::sduncan@openboxsoftware.com::c1d0992b-0ec5-443a-8c6c-87e1361e2b1d" providerId="AD" clId="Web-{893C83BB-6C1A-951F-D6CD-EB545E791565}" dt="2023-06-01T22:10:24.129" v="138" actId="1076"/>
          <ac:spMkLst>
            <pc:docMk/>
            <pc:sldMk cId="397898859" sldId="553"/>
            <ac:spMk id="27" creationId="{DDAC5046-AF3A-B498-26B0-9C820AC21D36}"/>
          </ac:spMkLst>
        </pc:spChg>
        <pc:spChg chg="mod">
          <ac:chgData name="Sam Duncan" userId="S::sduncan@openboxsoftware.com::c1d0992b-0ec5-443a-8c6c-87e1361e2b1d" providerId="AD" clId="Web-{893C83BB-6C1A-951F-D6CD-EB545E791565}" dt="2023-06-01T21:30:21.708" v="111" actId="1076"/>
          <ac:spMkLst>
            <pc:docMk/>
            <pc:sldMk cId="397898859" sldId="553"/>
            <ac:spMk id="28" creationId="{AD75713B-AC68-34F5-26E3-165AF1C5C8B8}"/>
          </ac:spMkLst>
        </pc:spChg>
        <pc:spChg chg="del">
          <ac:chgData name="Sam Duncan" userId="S::sduncan@openboxsoftware.com::c1d0992b-0ec5-443a-8c6c-87e1361e2b1d" providerId="AD" clId="Web-{893C83BB-6C1A-951F-D6CD-EB545E791565}" dt="2023-06-01T22:11:22.130" v="149"/>
          <ac:spMkLst>
            <pc:docMk/>
            <pc:sldMk cId="397898859" sldId="553"/>
            <ac:spMk id="29" creationId="{E6328F3D-79A9-107A-E933-E6D6493D21C9}"/>
          </ac:spMkLst>
        </pc:spChg>
        <pc:spChg chg="mod">
          <ac:chgData name="Sam Duncan" userId="S::sduncan@openboxsoftware.com::c1d0992b-0ec5-443a-8c6c-87e1361e2b1d" providerId="AD" clId="Web-{893C83BB-6C1A-951F-D6CD-EB545E791565}" dt="2023-06-01T22:09:50.362" v="130" actId="1076"/>
          <ac:spMkLst>
            <pc:docMk/>
            <pc:sldMk cId="397898859" sldId="553"/>
            <ac:spMk id="30" creationId="{7E4FC7BA-C918-1818-4AD2-D96CE5DAE04D}"/>
          </ac:spMkLst>
        </pc:spChg>
        <pc:spChg chg="mod">
          <ac:chgData name="Sam Duncan" userId="S::sduncan@openboxsoftware.com::c1d0992b-0ec5-443a-8c6c-87e1361e2b1d" providerId="AD" clId="Web-{893C83BB-6C1A-951F-D6CD-EB545E791565}" dt="2023-06-01T22:09:53.831" v="131" actId="1076"/>
          <ac:spMkLst>
            <pc:docMk/>
            <pc:sldMk cId="397898859" sldId="553"/>
            <ac:spMk id="31" creationId="{A041720D-D1CF-CC9C-EA29-B28418AEC325}"/>
          </ac:spMkLst>
        </pc:spChg>
        <pc:spChg chg="mod">
          <ac:chgData name="Sam Duncan" userId="S::sduncan@openboxsoftware.com::c1d0992b-0ec5-443a-8c6c-87e1361e2b1d" providerId="AD" clId="Web-{893C83BB-6C1A-951F-D6CD-EB545E791565}" dt="2023-06-01T22:11:45.053" v="152" actId="1076"/>
          <ac:spMkLst>
            <pc:docMk/>
            <pc:sldMk cId="397898859" sldId="553"/>
            <ac:spMk id="32" creationId="{670AAF48-8307-2248-B9C3-2D5880E81A3E}"/>
          </ac:spMkLst>
        </pc:spChg>
        <pc:spChg chg="mod">
          <ac:chgData name="Sam Duncan" userId="S::sduncan@openboxsoftware.com::c1d0992b-0ec5-443a-8c6c-87e1361e2b1d" providerId="AD" clId="Web-{893C83BB-6C1A-951F-D6CD-EB545E791565}" dt="2023-06-01T21:30:27.958" v="112" actId="1076"/>
          <ac:spMkLst>
            <pc:docMk/>
            <pc:sldMk cId="397898859" sldId="553"/>
            <ac:spMk id="35" creationId="{4EB4B1AB-FE42-B2F8-DED9-274295773230}"/>
          </ac:spMkLst>
        </pc:spChg>
        <pc:spChg chg="mod">
          <ac:chgData name="Sam Duncan" userId="S::sduncan@openboxsoftware.com::c1d0992b-0ec5-443a-8c6c-87e1361e2b1d" providerId="AD" clId="Web-{893C83BB-6C1A-951F-D6CD-EB545E791565}" dt="2023-06-01T22:11:40.740" v="151" actId="1076"/>
          <ac:spMkLst>
            <pc:docMk/>
            <pc:sldMk cId="397898859" sldId="553"/>
            <ac:spMk id="36" creationId="{23DEB2E8-8B1F-5017-734F-2D156CE8E9AC}"/>
          </ac:spMkLst>
        </pc:spChg>
        <pc:spChg chg="mod">
          <ac:chgData name="Sam Duncan" userId="S::sduncan@openboxsoftware.com::c1d0992b-0ec5-443a-8c6c-87e1361e2b1d" providerId="AD" clId="Web-{893C83BB-6C1A-951F-D6CD-EB545E791565}" dt="2023-06-01T21:30:52.037" v="118" actId="1076"/>
          <ac:spMkLst>
            <pc:docMk/>
            <pc:sldMk cId="397898859" sldId="553"/>
            <ac:spMk id="37" creationId="{A0A58607-7298-CDD5-CEB4-F02BF30DB6BC}"/>
          </ac:spMkLst>
        </pc:spChg>
        <pc:spChg chg="mod">
          <ac:chgData name="Sam Duncan" userId="S::sduncan@openboxsoftware.com::c1d0992b-0ec5-443a-8c6c-87e1361e2b1d" providerId="AD" clId="Web-{893C83BB-6C1A-951F-D6CD-EB545E791565}" dt="2023-06-01T22:14:00.135" v="164" actId="1076"/>
          <ac:spMkLst>
            <pc:docMk/>
            <pc:sldMk cId="397898859" sldId="553"/>
            <ac:spMk id="52" creationId="{8C21CCE3-D27D-AA22-6F67-3923FA62B391}"/>
          </ac:spMkLst>
        </pc:spChg>
        <pc:spChg chg="mod">
          <ac:chgData name="Sam Duncan" userId="S::sduncan@openboxsoftware.com::c1d0992b-0ec5-443a-8c6c-87e1361e2b1d" providerId="AD" clId="Web-{893C83BB-6C1A-951F-D6CD-EB545E791565}" dt="2023-06-01T22:12:32.195" v="159" actId="1076"/>
          <ac:spMkLst>
            <pc:docMk/>
            <pc:sldMk cId="397898859" sldId="553"/>
            <ac:spMk id="53" creationId="{C043370A-ED14-0F55-3CAC-502635B9B8B5}"/>
          </ac:spMkLst>
        </pc:spChg>
        <pc:spChg chg="mod">
          <ac:chgData name="Sam Duncan" userId="S::sduncan@openboxsoftware.com::c1d0992b-0ec5-443a-8c6c-87e1361e2b1d" providerId="AD" clId="Web-{893C83BB-6C1A-951F-D6CD-EB545E791565}" dt="2023-06-01T22:12:26.820" v="158" actId="1076"/>
          <ac:spMkLst>
            <pc:docMk/>
            <pc:sldMk cId="397898859" sldId="553"/>
            <ac:spMk id="55" creationId="{6F2B6CED-DE1C-969A-F9C7-5D24A242A53F}"/>
          </ac:spMkLst>
        </pc:spChg>
        <pc:spChg chg="mod">
          <ac:chgData name="Sam Duncan" userId="S::sduncan@openboxsoftware.com::c1d0992b-0ec5-443a-8c6c-87e1361e2b1d" providerId="AD" clId="Web-{893C83BB-6C1A-951F-D6CD-EB545E791565}" dt="2023-06-01T22:12:23.226" v="157" actId="1076"/>
          <ac:spMkLst>
            <pc:docMk/>
            <pc:sldMk cId="397898859" sldId="553"/>
            <ac:spMk id="56" creationId="{D713C29B-8DE4-4D63-0D33-76BEA45A9001}"/>
          </ac:spMkLst>
        </pc:spChg>
        <pc:spChg chg="mod">
          <ac:chgData name="Sam Duncan" userId="S::sduncan@openboxsoftware.com::c1d0992b-0ec5-443a-8c6c-87e1361e2b1d" providerId="AD" clId="Web-{893C83BB-6C1A-951F-D6CD-EB545E791565}" dt="2023-06-01T22:11:49.522" v="153" actId="1076"/>
          <ac:spMkLst>
            <pc:docMk/>
            <pc:sldMk cId="397898859" sldId="553"/>
            <ac:spMk id="57" creationId="{E089C718-875F-3462-5E26-D86A2E48BA53}"/>
          </ac:spMkLst>
        </pc:spChg>
      </pc:sldChg>
      <pc:sldChg chg="addSp delSp modSp add del replId">
        <pc:chgData name="Sam Duncan" userId="S::sduncan@openboxsoftware.com::c1d0992b-0ec5-443a-8c6c-87e1361e2b1d" providerId="AD" clId="Web-{893C83BB-6C1A-951F-D6CD-EB545E791565}" dt="2023-06-01T19:17:03.714" v="92"/>
        <pc:sldMkLst>
          <pc:docMk/>
          <pc:sldMk cId="1409108105" sldId="555"/>
        </pc:sldMkLst>
        <pc:spChg chg="add mod">
          <ac:chgData name="Sam Duncan" userId="S::sduncan@openboxsoftware.com::c1d0992b-0ec5-443a-8c6c-87e1361e2b1d" providerId="AD" clId="Web-{893C83BB-6C1A-951F-D6CD-EB545E791565}" dt="2023-06-01T15:23:22.372" v="32" actId="14100"/>
          <ac:spMkLst>
            <pc:docMk/>
            <pc:sldMk cId="1409108105" sldId="555"/>
            <ac:spMk id="2" creationId="{F26FF360-EBB3-E615-F903-DB13075F0A66}"/>
          </ac:spMkLst>
        </pc:spChg>
        <pc:spChg chg="mod">
          <ac:chgData name="Sam Duncan" userId="S::sduncan@openboxsoftware.com::c1d0992b-0ec5-443a-8c6c-87e1361e2b1d" providerId="AD" clId="Web-{893C83BB-6C1A-951F-D6CD-EB545E791565}" dt="2023-06-01T15:21:43.041" v="16" actId="20577"/>
          <ac:spMkLst>
            <pc:docMk/>
            <pc:sldMk cId="1409108105" sldId="555"/>
            <ac:spMk id="3" creationId="{C3855533-CC1A-4D2B-9878-FC0D6C53A67A}"/>
          </ac:spMkLst>
        </pc:spChg>
        <pc:spChg chg="add mod">
          <ac:chgData name="Sam Duncan" userId="S::sduncan@openboxsoftware.com::c1d0992b-0ec5-443a-8c6c-87e1361e2b1d" providerId="AD" clId="Web-{893C83BB-6C1A-951F-D6CD-EB545E791565}" dt="2023-06-01T15:23:57.967" v="41" actId="14100"/>
          <ac:spMkLst>
            <pc:docMk/>
            <pc:sldMk cId="1409108105" sldId="555"/>
            <ac:spMk id="4" creationId="{C040712A-540A-A21E-A849-6CB1AFFB3886}"/>
          </ac:spMkLst>
        </pc:spChg>
        <pc:spChg chg="del">
          <ac:chgData name="Sam Duncan" userId="S::sduncan@openboxsoftware.com::c1d0992b-0ec5-443a-8c6c-87e1361e2b1d" providerId="AD" clId="Web-{893C83BB-6C1A-951F-D6CD-EB545E791565}" dt="2023-06-01T15:21:47.229" v="29"/>
          <ac:spMkLst>
            <pc:docMk/>
            <pc:sldMk cId="1409108105" sldId="555"/>
            <ac:spMk id="12" creationId="{2EB7780C-0256-6704-FFAC-33AD558AC5CE}"/>
          </ac:spMkLst>
        </pc:spChg>
        <pc:spChg chg="del">
          <ac:chgData name="Sam Duncan" userId="S::sduncan@openboxsoftware.com::c1d0992b-0ec5-443a-8c6c-87e1361e2b1d" providerId="AD" clId="Web-{893C83BB-6C1A-951F-D6CD-EB545E791565}" dt="2023-06-01T15:21:47.229" v="28"/>
          <ac:spMkLst>
            <pc:docMk/>
            <pc:sldMk cId="1409108105" sldId="555"/>
            <ac:spMk id="13" creationId="{B455EB5F-165E-3027-69FE-4F84DC3F8AF1}"/>
          </ac:spMkLst>
        </pc:spChg>
        <pc:spChg chg="del">
          <ac:chgData name="Sam Duncan" userId="S::sduncan@openboxsoftware.com::c1d0992b-0ec5-443a-8c6c-87e1361e2b1d" providerId="AD" clId="Web-{893C83BB-6C1A-951F-D6CD-EB545E791565}" dt="2023-06-01T15:21:47.229" v="27"/>
          <ac:spMkLst>
            <pc:docMk/>
            <pc:sldMk cId="1409108105" sldId="555"/>
            <ac:spMk id="14" creationId="{95D59647-705D-B9AC-D297-E13BC4C51DB7}"/>
          </ac:spMkLst>
        </pc:spChg>
        <pc:spChg chg="del">
          <ac:chgData name="Sam Duncan" userId="S::sduncan@openboxsoftware.com::c1d0992b-0ec5-443a-8c6c-87e1361e2b1d" providerId="AD" clId="Web-{893C83BB-6C1A-951F-D6CD-EB545E791565}" dt="2023-06-01T15:21:47.229" v="25"/>
          <ac:spMkLst>
            <pc:docMk/>
            <pc:sldMk cId="1409108105" sldId="555"/>
            <ac:spMk id="18" creationId="{D9B47A07-F401-9482-58A8-9680B9E8B16B}"/>
          </ac:spMkLst>
        </pc:spChg>
        <pc:spChg chg="del">
          <ac:chgData name="Sam Duncan" userId="S::sduncan@openboxsoftware.com::c1d0992b-0ec5-443a-8c6c-87e1361e2b1d" providerId="AD" clId="Web-{893C83BB-6C1A-951F-D6CD-EB545E791565}" dt="2023-06-01T15:21:47.229" v="24"/>
          <ac:spMkLst>
            <pc:docMk/>
            <pc:sldMk cId="1409108105" sldId="555"/>
            <ac:spMk id="19" creationId="{1E85399F-2F1E-B337-93C2-7865A24F41C0}"/>
          </ac:spMkLst>
        </pc:spChg>
        <pc:spChg chg="del">
          <ac:chgData name="Sam Duncan" userId="S::sduncan@openboxsoftware.com::c1d0992b-0ec5-443a-8c6c-87e1361e2b1d" providerId="AD" clId="Web-{893C83BB-6C1A-951F-D6CD-EB545E791565}" dt="2023-06-01T15:21:47.229" v="23"/>
          <ac:spMkLst>
            <pc:docMk/>
            <pc:sldMk cId="1409108105" sldId="555"/>
            <ac:spMk id="20" creationId="{91BC4F5C-B14D-0011-B5C6-BFBF269D84D9}"/>
          </ac:spMkLst>
        </pc:spChg>
        <pc:spChg chg="del">
          <ac:chgData name="Sam Duncan" userId="S::sduncan@openboxsoftware.com::c1d0992b-0ec5-443a-8c6c-87e1361e2b1d" providerId="AD" clId="Web-{893C83BB-6C1A-951F-D6CD-EB545E791565}" dt="2023-06-01T15:21:47.213" v="20"/>
          <ac:spMkLst>
            <pc:docMk/>
            <pc:sldMk cId="1409108105" sldId="555"/>
            <ac:spMk id="23" creationId="{F92A9EBF-09EB-9F32-1B1E-EBE9B6738CA9}"/>
          </ac:spMkLst>
        </pc:spChg>
        <pc:spChg chg="del">
          <ac:chgData name="Sam Duncan" userId="S::sduncan@openboxsoftware.com::c1d0992b-0ec5-443a-8c6c-87e1361e2b1d" providerId="AD" clId="Web-{893C83BB-6C1A-951F-D6CD-EB545E791565}" dt="2023-06-01T15:21:47.213" v="19"/>
          <ac:spMkLst>
            <pc:docMk/>
            <pc:sldMk cId="1409108105" sldId="555"/>
            <ac:spMk id="28" creationId="{87D1CE84-016D-34F8-A1EC-85D00E6FE765}"/>
          </ac:spMkLst>
        </pc:spChg>
        <pc:spChg chg="del">
          <ac:chgData name="Sam Duncan" userId="S::sduncan@openboxsoftware.com::c1d0992b-0ec5-443a-8c6c-87e1361e2b1d" providerId="AD" clId="Web-{893C83BB-6C1A-951F-D6CD-EB545E791565}" dt="2023-06-01T15:21:47.213" v="18"/>
          <ac:spMkLst>
            <pc:docMk/>
            <pc:sldMk cId="1409108105" sldId="555"/>
            <ac:spMk id="29" creationId="{9A70F75C-B220-5A8B-4BAE-28EC46DB917C}"/>
          </ac:spMkLst>
        </pc:spChg>
        <pc:spChg chg="del">
          <ac:chgData name="Sam Duncan" userId="S::sduncan@openboxsoftware.com::c1d0992b-0ec5-443a-8c6c-87e1361e2b1d" providerId="AD" clId="Web-{893C83BB-6C1A-951F-D6CD-EB545E791565}" dt="2023-06-01T15:21:47.213" v="17"/>
          <ac:spMkLst>
            <pc:docMk/>
            <pc:sldMk cId="1409108105" sldId="555"/>
            <ac:spMk id="32" creationId="{2A4F39AF-CCF1-C622-A3D6-BB7320535619}"/>
          </ac:spMkLst>
        </pc:spChg>
        <pc:spChg chg="mod">
          <ac:chgData name="Sam Duncan" userId="S::sduncan@openboxsoftware.com::c1d0992b-0ec5-443a-8c6c-87e1361e2b1d" providerId="AD" clId="Web-{893C83BB-6C1A-951F-D6CD-EB545E791565}" dt="2023-06-01T15:55:13.054" v="91" actId="20577"/>
          <ac:spMkLst>
            <pc:docMk/>
            <pc:sldMk cId="1409108105" sldId="555"/>
            <ac:spMk id="34" creationId="{CE6BDE70-8B29-4198-837D-0523A3A7ABFC}"/>
          </ac:spMkLst>
        </pc:spChg>
        <pc:spChg chg="mod">
          <ac:chgData name="Sam Duncan" userId="S::sduncan@openboxsoftware.com::c1d0992b-0ec5-443a-8c6c-87e1361e2b1d" providerId="AD" clId="Web-{893C83BB-6C1A-951F-D6CD-EB545E791565}" dt="2023-06-01T15:42:51.908" v="80" actId="20577"/>
          <ac:spMkLst>
            <pc:docMk/>
            <pc:sldMk cId="1409108105" sldId="555"/>
            <ac:spMk id="55" creationId="{8243D717-A6BD-4DF8-B015-A0E2FF43F29A}"/>
          </ac:spMkLst>
        </pc:spChg>
        <pc:spChg chg="mod">
          <ac:chgData name="Sam Duncan" userId="S::sduncan@openboxsoftware.com::c1d0992b-0ec5-443a-8c6c-87e1361e2b1d" providerId="AD" clId="Web-{893C83BB-6C1A-951F-D6CD-EB545E791565}" dt="2023-06-01T15:48:46.652" v="88" actId="20577"/>
          <ac:spMkLst>
            <pc:docMk/>
            <pc:sldMk cId="1409108105" sldId="555"/>
            <ac:spMk id="72" creationId="{B4E33628-6F48-2092-9ACF-A67D69DAFC2B}"/>
          </ac:spMkLst>
        </pc:spChg>
        <pc:picChg chg="del">
          <ac:chgData name="Sam Duncan" userId="S::sduncan@openboxsoftware.com::c1d0992b-0ec5-443a-8c6c-87e1361e2b1d" providerId="AD" clId="Web-{893C83BB-6C1A-951F-D6CD-EB545E791565}" dt="2023-06-01T15:21:47.229" v="26"/>
          <ac:picMkLst>
            <pc:docMk/>
            <pc:sldMk cId="1409108105" sldId="555"/>
            <ac:picMk id="17" creationId="{D186A352-4B5A-A88C-C7D5-792A12AAB194}"/>
          </ac:picMkLst>
        </pc:picChg>
        <pc:picChg chg="del">
          <ac:chgData name="Sam Duncan" userId="S::sduncan@openboxsoftware.com::c1d0992b-0ec5-443a-8c6c-87e1361e2b1d" providerId="AD" clId="Web-{893C83BB-6C1A-951F-D6CD-EB545E791565}" dt="2023-06-01T15:21:47.229" v="22"/>
          <ac:picMkLst>
            <pc:docMk/>
            <pc:sldMk cId="1409108105" sldId="555"/>
            <ac:picMk id="21" creationId="{2334BAB8-91A0-B396-8AA6-A2F82E01157E}"/>
          </ac:picMkLst>
        </pc:picChg>
        <pc:picChg chg="del">
          <ac:chgData name="Sam Duncan" userId="S::sduncan@openboxsoftware.com::c1d0992b-0ec5-443a-8c6c-87e1361e2b1d" providerId="AD" clId="Web-{893C83BB-6C1A-951F-D6CD-EB545E791565}" dt="2023-06-01T15:21:47.213" v="21"/>
          <ac:picMkLst>
            <pc:docMk/>
            <pc:sldMk cId="1409108105" sldId="555"/>
            <ac:picMk id="22" creationId="{16981510-8D22-FC8B-40C8-64DDF75A3C26}"/>
          </ac:picMkLst>
        </pc:picChg>
      </pc:sldChg>
    </pc:docChg>
  </pc:docChgLst>
  <pc:docChgLst>
    <pc:chgData name="Sam Duncan" userId="c1d0992b-0ec5-443a-8c6c-87e1361e2b1d" providerId="ADAL" clId="{256B50B0-9A10-0B40-A0FD-C03A1003BF8E}"/>
    <pc:docChg chg="undo custSel addSld modSld sldOrd">
      <pc:chgData name="Sam Duncan" userId="c1d0992b-0ec5-443a-8c6c-87e1361e2b1d" providerId="ADAL" clId="{256B50B0-9A10-0B40-A0FD-C03A1003BF8E}" dt="2023-06-05T15:00:36.849" v="1491" actId="20577"/>
      <pc:docMkLst>
        <pc:docMk/>
      </pc:docMkLst>
      <pc:sldChg chg="modSp mod ord">
        <pc:chgData name="Sam Duncan" userId="c1d0992b-0ec5-443a-8c6c-87e1361e2b1d" providerId="ADAL" clId="{256B50B0-9A10-0B40-A0FD-C03A1003BF8E}" dt="2023-06-05T12:17:28.335" v="306" actId="20577"/>
        <pc:sldMkLst>
          <pc:docMk/>
          <pc:sldMk cId="131517736" sldId="381"/>
        </pc:sldMkLst>
        <pc:spChg chg="mod">
          <ac:chgData name="Sam Duncan" userId="c1d0992b-0ec5-443a-8c6c-87e1361e2b1d" providerId="ADAL" clId="{256B50B0-9A10-0B40-A0FD-C03A1003BF8E}" dt="2023-06-05T12:17:28.335" v="306" actId="20577"/>
          <ac:spMkLst>
            <pc:docMk/>
            <pc:sldMk cId="131517736" sldId="381"/>
            <ac:spMk id="7" creationId="{1C87C501-E33B-4C79-9659-C4B32C2525B6}"/>
          </ac:spMkLst>
        </pc:spChg>
      </pc:sldChg>
      <pc:sldChg chg="modSp mod modNotesTx">
        <pc:chgData name="Sam Duncan" userId="c1d0992b-0ec5-443a-8c6c-87e1361e2b1d" providerId="ADAL" clId="{256B50B0-9A10-0B40-A0FD-C03A1003BF8E}" dt="2023-06-05T13:08:56.368" v="756" actId="20577"/>
        <pc:sldMkLst>
          <pc:docMk/>
          <pc:sldMk cId="3075885343" sldId="468"/>
        </pc:sldMkLst>
        <pc:spChg chg="mod">
          <ac:chgData name="Sam Duncan" userId="c1d0992b-0ec5-443a-8c6c-87e1361e2b1d" providerId="ADAL" clId="{256B50B0-9A10-0B40-A0FD-C03A1003BF8E}" dt="2023-06-05T13:07:53.557" v="686" actId="20577"/>
          <ac:spMkLst>
            <pc:docMk/>
            <pc:sldMk cId="3075885343" sldId="468"/>
            <ac:spMk id="3" creationId="{C3855533-CC1A-4D2B-9878-FC0D6C53A67A}"/>
          </ac:spMkLst>
        </pc:spChg>
        <pc:spChg chg="mod">
          <ac:chgData name="Sam Duncan" userId="c1d0992b-0ec5-443a-8c6c-87e1361e2b1d" providerId="ADAL" clId="{256B50B0-9A10-0B40-A0FD-C03A1003BF8E}" dt="2023-06-05T13:08:41.364" v="689" actId="20577"/>
          <ac:spMkLst>
            <pc:docMk/>
            <pc:sldMk cId="3075885343" sldId="468"/>
            <ac:spMk id="53" creationId="{693D04F3-B70C-4B4E-9A0B-ABCD147D57BA}"/>
          </ac:spMkLst>
        </pc:spChg>
      </pc:sldChg>
      <pc:sldChg chg="modNotesTx">
        <pc:chgData name="Sam Duncan" userId="c1d0992b-0ec5-443a-8c6c-87e1361e2b1d" providerId="ADAL" clId="{256B50B0-9A10-0B40-A0FD-C03A1003BF8E}" dt="2023-06-05T12:41:17.755" v="675" actId="20577"/>
        <pc:sldMkLst>
          <pc:docMk/>
          <pc:sldMk cId="1884266530" sldId="539"/>
        </pc:sldMkLst>
      </pc:sldChg>
      <pc:sldChg chg="delSp modSp mod modNotesTx">
        <pc:chgData name="Sam Duncan" userId="c1d0992b-0ec5-443a-8c6c-87e1361e2b1d" providerId="ADAL" clId="{256B50B0-9A10-0B40-A0FD-C03A1003BF8E}" dt="2023-06-05T15:00:36.849" v="1491" actId="20577"/>
        <pc:sldMkLst>
          <pc:docMk/>
          <pc:sldMk cId="397898859" sldId="553"/>
        </pc:sldMkLst>
        <pc:spChg chg="mod">
          <ac:chgData name="Sam Duncan" userId="c1d0992b-0ec5-443a-8c6c-87e1361e2b1d" providerId="ADAL" clId="{256B50B0-9A10-0B40-A0FD-C03A1003BF8E}" dt="2023-06-05T12:10:19.537" v="1" actId="1076"/>
          <ac:spMkLst>
            <pc:docMk/>
            <pc:sldMk cId="397898859" sldId="553"/>
            <ac:spMk id="20" creationId="{8617A52A-6C2A-0F95-03E2-3AC3094E6460}"/>
          </ac:spMkLst>
        </pc:spChg>
        <pc:spChg chg="del">
          <ac:chgData name="Sam Duncan" userId="c1d0992b-0ec5-443a-8c6c-87e1361e2b1d" providerId="ADAL" clId="{256B50B0-9A10-0B40-A0FD-C03A1003BF8E}" dt="2023-06-05T12:26:53.330" v="307" actId="478"/>
          <ac:spMkLst>
            <pc:docMk/>
            <pc:sldMk cId="397898859" sldId="553"/>
            <ac:spMk id="27" creationId="{DDAC5046-AF3A-B498-26B0-9C820AC21D36}"/>
          </ac:spMkLst>
        </pc:spChg>
        <pc:spChg chg="mod">
          <ac:chgData name="Sam Duncan" userId="c1d0992b-0ec5-443a-8c6c-87e1361e2b1d" providerId="ADAL" clId="{256B50B0-9A10-0B40-A0FD-C03A1003BF8E}" dt="2023-06-05T12:28:29.624" v="316" actId="20577"/>
          <ac:spMkLst>
            <pc:docMk/>
            <pc:sldMk cId="397898859" sldId="553"/>
            <ac:spMk id="53" creationId="{C043370A-ED14-0F55-3CAC-502635B9B8B5}"/>
          </ac:spMkLst>
        </pc:spChg>
        <pc:spChg chg="mod">
          <ac:chgData name="Sam Duncan" userId="c1d0992b-0ec5-443a-8c6c-87e1361e2b1d" providerId="ADAL" clId="{256B50B0-9A10-0B40-A0FD-C03A1003BF8E}" dt="2023-06-05T12:28:41.320" v="317" actId="1076"/>
          <ac:spMkLst>
            <pc:docMk/>
            <pc:sldMk cId="397898859" sldId="553"/>
            <ac:spMk id="55" creationId="{6F2B6CED-DE1C-969A-F9C7-5D24A242A53F}"/>
          </ac:spMkLst>
        </pc:spChg>
      </pc:sldChg>
      <pc:sldChg chg="modSp new mod">
        <pc:chgData name="Sam Duncan" userId="c1d0992b-0ec5-443a-8c6c-87e1361e2b1d" providerId="ADAL" clId="{256B50B0-9A10-0B40-A0FD-C03A1003BF8E}" dt="2023-06-05T12:16:35.621" v="238" actId="20577"/>
        <pc:sldMkLst>
          <pc:docMk/>
          <pc:sldMk cId="390204888" sldId="555"/>
        </pc:sldMkLst>
        <pc:spChg chg="mod">
          <ac:chgData name="Sam Duncan" userId="c1d0992b-0ec5-443a-8c6c-87e1361e2b1d" providerId="ADAL" clId="{256B50B0-9A10-0B40-A0FD-C03A1003BF8E}" dt="2023-06-05T12:16:35.621" v="238" actId="20577"/>
          <ac:spMkLst>
            <pc:docMk/>
            <pc:sldMk cId="390204888" sldId="555"/>
            <ac:spMk id="2" creationId="{BAB015C4-96AB-6576-A084-DCB3616BD203}"/>
          </ac:spMkLst>
        </pc:spChg>
      </pc:sldChg>
    </pc:docChg>
  </pc:docChgLst>
  <pc:docChgLst>
    <pc:chgData name="Sam Duncan" userId="S::sduncan@openboxsoftware.com::c1d0992b-0ec5-443a-8c6c-87e1361e2b1d" providerId="AD" clId="Web-{7E1C64A3-4C68-448D-6A32-89C5C3F6C0CA}"/>
    <pc:docChg chg="addSld modSld sldOrd">
      <pc:chgData name="Sam Duncan" userId="S::sduncan@openboxsoftware.com::c1d0992b-0ec5-443a-8c6c-87e1361e2b1d" providerId="AD" clId="Web-{7E1C64A3-4C68-448D-6A32-89C5C3F6C0CA}" dt="2023-06-01T04:36:27.171" v="984" actId="20577"/>
      <pc:docMkLst>
        <pc:docMk/>
      </pc:docMkLst>
      <pc:sldChg chg="modSp">
        <pc:chgData name="Sam Duncan" userId="S::sduncan@openboxsoftware.com::c1d0992b-0ec5-443a-8c6c-87e1361e2b1d" providerId="AD" clId="Web-{7E1C64A3-4C68-448D-6A32-89C5C3F6C0CA}" dt="2023-06-01T04:36:27.171" v="984" actId="20577"/>
        <pc:sldMkLst>
          <pc:docMk/>
          <pc:sldMk cId="2318602496" sldId="476"/>
        </pc:sldMkLst>
        <pc:spChg chg="mod">
          <ac:chgData name="Sam Duncan" userId="S::sduncan@openboxsoftware.com::c1d0992b-0ec5-443a-8c6c-87e1361e2b1d" providerId="AD" clId="Web-{7E1C64A3-4C68-448D-6A32-89C5C3F6C0CA}" dt="2023-06-01T04:36:27.171" v="984" actId="20577"/>
          <ac:spMkLst>
            <pc:docMk/>
            <pc:sldMk cId="2318602496" sldId="476"/>
            <ac:spMk id="3" creationId="{3B054777-B34E-4D95-879B-E6E4AA81F951}"/>
          </ac:spMkLst>
        </pc:spChg>
        <pc:spChg chg="mod">
          <ac:chgData name="Sam Duncan" userId="S::sduncan@openboxsoftware.com::c1d0992b-0ec5-443a-8c6c-87e1361e2b1d" providerId="AD" clId="Web-{7E1C64A3-4C68-448D-6A32-89C5C3F6C0CA}" dt="2023-06-01T04:32:05.616" v="943" actId="1076"/>
          <ac:spMkLst>
            <pc:docMk/>
            <pc:sldMk cId="2318602496" sldId="476"/>
            <ac:spMk id="9" creationId="{4FB42231-749F-2D2A-EE77-5CDA80203C59}"/>
          </ac:spMkLst>
        </pc:spChg>
        <pc:spChg chg="mod">
          <ac:chgData name="Sam Duncan" userId="S::sduncan@openboxsoftware.com::c1d0992b-0ec5-443a-8c6c-87e1361e2b1d" providerId="AD" clId="Web-{7E1C64A3-4C68-448D-6A32-89C5C3F6C0CA}" dt="2023-06-01T04:32:05.631" v="944" actId="1076"/>
          <ac:spMkLst>
            <pc:docMk/>
            <pc:sldMk cId="2318602496" sldId="476"/>
            <ac:spMk id="10" creationId="{C1B2C729-80E3-D407-B643-7405582FEC0B}"/>
          </ac:spMkLst>
        </pc:spChg>
        <pc:spChg chg="mod">
          <ac:chgData name="Sam Duncan" userId="S::sduncan@openboxsoftware.com::c1d0992b-0ec5-443a-8c6c-87e1361e2b1d" providerId="AD" clId="Web-{7E1C64A3-4C68-448D-6A32-89C5C3F6C0CA}" dt="2023-06-01T04:32:05.647" v="945" actId="1076"/>
          <ac:spMkLst>
            <pc:docMk/>
            <pc:sldMk cId="2318602496" sldId="476"/>
            <ac:spMk id="11" creationId="{C4448468-7C05-FF41-5A96-4AE0B424E0C0}"/>
          </ac:spMkLst>
        </pc:spChg>
        <pc:spChg chg="mod">
          <ac:chgData name="Sam Duncan" userId="S::sduncan@openboxsoftware.com::c1d0992b-0ec5-443a-8c6c-87e1361e2b1d" providerId="AD" clId="Web-{7E1C64A3-4C68-448D-6A32-89C5C3F6C0CA}" dt="2023-06-01T04:32:05.662" v="946" actId="1076"/>
          <ac:spMkLst>
            <pc:docMk/>
            <pc:sldMk cId="2318602496" sldId="476"/>
            <ac:spMk id="12" creationId="{D375E772-2950-7C56-6363-C79B467D1DDE}"/>
          </ac:spMkLst>
        </pc:spChg>
        <pc:spChg chg="mod">
          <ac:chgData name="Sam Duncan" userId="S::sduncan@openboxsoftware.com::c1d0992b-0ec5-443a-8c6c-87e1361e2b1d" providerId="AD" clId="Web-{7E1C64A3-4C68-448D-6A32-89C5C3F6C0CA}" dt="2023-06-01T04:32:05.662" v="947" actId="1076"/>
          <ac:spMkLst>
            <pc:docMk/>
            <pc:sldMk cId="2318602496" sldId="476"/>
            <ac:spMk id="13" creationId="{57482CB0-42FE-A6D3-6772-665314FE1356}"/>
          </ac:spMkLst>
        </pc:spChg>
        <pc:spChg chg="mod">
          <ac:chgData name="Sam Duncan" userId="S::sduncan@openboxsoftware.com::c1d0992b-0ec5-443a-8c6c-87e1361e2b1d" providerId="AD" clId="Web-{7E1C64A3-4C68-448D-6A32-89C5C3F6C0CA}" dt="2023-06-01T04:32:05.678" v="948" actId="1076"/>
          <ac:spMkLst>
            <pc:docMk/>
            <pc:sldMk cId="2318602496" sldId="476"/>
            <ac:spMk id="14" creationId="{02D4AD81-E5B7-7AE2-1E74-5E614B93D91A}"/>
          </ac:spMkLst>
        </pc:spChg>
        <pc:spChg chg="mod">
          <ac:chgData name="Sam Duncan" userId="S::sduncan@openboxsoftware.com::c1d0992b-0ec5-443a-8c6c-87e1361e2b1d" providerId="AD" clId="Web-{7E1C64A3-4C68-448D-6A32-89C5C3F6C0CA}" dt="2023-06-01T04:32:05.694" v="949" actId="1076"/>
          <ac:spMkLst>
            <pc:docMk/>
            <pc:sldMk cId="2318602496" sldId="476"/>
            <ac:spMk id="15" creationId="{08BADEA8-64FE-4F62-C373-3AB5D342435C}"/>
          </ac:spMkLst>
        </pc:spChg>
        <pc:spChg chg="mod">
          <ac:chgData name="Sam Duncan" userId="S::sduncan@openboxsoftware.com::c1d0992b-0ec5-443a-8c6c-87e1361e2b1d" providerId="AD" clId="Web-{7E1C64A3-4C68-448D-6A32-89C5C3F6C0CA}" dt="2023-06-01T04:32:05.709" v="950" actId="1076"/>
          <ac:spMkLst>
            <pc:docMk/>
            <pc:sldMk cId="2318602496" sldId="476"/>
            <ac:spMk id="17" creationId="{D10DCDE9-DAB5-462B-2D80-CD9D3C6EDDE7}"/>
          </ac:spMkLst>
        </pc:spChg>
      </pc:sldChg>
      <pc:sldChg chg="addSp delSp modSp">
        <pc:chgData name="Sam Duncan" userId="S::sduncan@openboxsoftware.com::c1d0992b-0ec5-443a-8c6c-87e1361e2b1d" providerId="AD" clId="Web-{7E1C64A3-4C68-448D-6A32-89C5C3F6C0CA}" dt="2023-06-01T03:59:36.070" v="363" actId="20577"/>
        <pc:sldMkLst>
          <pc:docMk/>
          <pc:sldMk cId="1884266530" sldId="539"/>
        </pc:sldMkLst>
        <pc:spChg chg="add del mod">
          <ac:chgData name="Sam Duncan" userId="S::sduncan@openboxsoftware.com::c1d0992b-0ec5-443a-8c6c-87e1361e2b1d" providerId="AD" clId="Web-{7E1C64A3-4C68-448D-6A32-89C5C3F6C0CA}" dt="2023-06-01T03:40:58.894" v="36"/>
          <ac:spMkLst>
            <pc:docMk/>
            <pc:sldMk cId="1884266530" sldId="539"/>
            <ac:spMk id="5" creationId="{3FD587F8-A8A5-EAAE-1095-D439B85781BA}"/>
          </ac:spMkLst>
        </pc:spChg>
        <pc:spChg chg="add mod">
          <ac:chgData name="Sam Duncan" userId="S::sduncan@openboxsoftware.com::c1d0992b-0ec5-443a-8c6c-87e1361e2b1d" providerId="AD" clId="Web-{7E1C64A3-4C68-448D-6A32-89C5C3F6C0CA}" dt="2023-06-01T03:59:36.070" v="363" actId="20577"/>
          <ac:spMkLst>
            <pc:docMk/>
            <pc:sldMk cId="1884266530" sldId="539"/>
            <ac:spMk id="8" creationId="{74B6D8BD-5889-7B2F-22EF-E2A7DB352D93}"/>
          </ac:spMkLst>
        </pc:spChg>
        <pc:picChg chg="add del mod">
          <ac:chgData name="Sam Duncan" userId="S::sduncan@openboxsoftware.com::c1d0992b-0ec5-443a-8c6c-87e1361e2b1d" providerId="AD" clId="Web-{7E1C64A3-4C68-448D-6A32-89C5C3F6C0CA}" dt="2023-06-01T03:43:14.398" v="38"/>
          <ac:picMkLst>
            <pc:docMk/>
            <pc:sldMk cId="1884266530" sldId="539"/>
            <ac:picMk id="4" creationId="{67EFEDAA-A384-745F-85D1-8F1C0DB3D34B}"/>
          </ac:picMkLst>
        </pc:picChg>
        <pc:picChg chg="add mod">
          <ac:chgData name="Sam Duncan" userId="S::sduncan@openboxsoftware.com::c1d0992b-0ec5-443a-8c6c-87e1361e2b1d" providerId="AD" clId="Web-{7E1C64A3-4C68-448D-6A32-89C5C3F6C0CA}" dt="2023-06-01T03:43:26.039" v="42" actId="14100"/>
          <ac:picMkLst>
            <pc:docMk/>
            <pc:sldMk cId="1884266530" sldId="539"/>
            <ac:picMk id="6" creationId="{C4A91876-A80E-B968-BBD4-AA9D1FAE06E4}"/>
          </ac:picMkLst>
        </pc:picChg>
      </pc:sldChg>
      <pc:sldChg chg="addSp modSp">
        <pc:chgData name="Sam Duncan" userId="S::sduncan@openboxsoftware.com::c1d0992b-0ec5-443a-8c6c-87e1361e2b1d" providerId="AD" clId="Web-{7E1C64A3-4C68-448D-6A32-89C5C3F6C0CA}" dt="2023-06-01T04:05:44.659" v="481" actId="20577"/>
        <pc:sldMkLst>
          <pc:docMk/>
          <pc:sldMk cId="3765263956" sldId="540"/>
        </pc:sldMkLst>
        <pc:spChg chg="add mod">
          <ac:chgData name="Sam Duncan" userId="S::sduncan@openboxsoftware.com::c1d0992b-0ec5-443a-8c6c-87e1361e2b1d" providerId="AD" clId="Web-{7E1C64A3-4C68-448D-6A32-89C5C3F6C0CA}" dt="2023-06-01T04:05:44.659" v="481" actId="20577"/>
          <ac:spMkLst>
            <pc:docMk/>
            <pc:sldMk cId="3765263956" sldId="540"/>
            <ac:spMk id="7" creationId="{CDB72FD9-9F1B-6D9D-0938-97FA70C41EC3}"/>
          </ac:spMkLst>
        </pc:spChg>
        <pc:spChg chg="add mod">
          <ac:chgData name="Sam Duncan" userId="S::sduncan@openboxsoftware.com::c1d0992b-0ec5-443a-8c6c-87e1361e2b1d" providerId="AD" clId="Web-{7E1C64A3-4C68-448D-6A32-89C5C3F6C0CA}" dt="2023-06-01T03:59:54.914" v="372" actId="20577"/>
          <ac:spMkLst>
            <pc:docMk/>
            <pc:sldMk cId="3765263956" sldId="540"/>
            <ac:spMk id="8" creationId="{97EA23F7-720C-0DC0-2C6A-938D330A8745}"/>
          </ac:spMkLst>
        </pc:spChg>
        <pc:picChg chg="add mod">
          <ac:chgData name="Sam Duncan" userId="S::sduncan@openboxsoftware.com::c1d0992b-0ec5-443a-8c6c-87e1361e2b1d" providerId="AD" clId="Web-{7E1C64A3-4C68-448D-6A32-89C5C3F6C0CA}" dt="2023-06-01T03:54:47.154" v="65" actId="1076"/>
          <ac:picMkLst>
            <pc:docMk/>
            <pc:sldMk cId="3765263956" sldId="540"/>
            <ac:picMk id="3" creationId="{8BCF0021-D7C0-1ECD-E5B4-A19202D4AF6A}"/>
          </ac:picMkLst>
        </pc:picChg>
        <pc:picChg chg="mod">
          <ac:chgData name="Sam Duncan" userId="S::sduncan@openboxsoftware.com::c1d0992b-0ec5-443a-8c6c-87e1361e2b1d" providerId="AD" clId="Web-{7E1C64A3-4C68-448D-6A32-89C5C3F6C0CA}" dt="2023-06-01T03:54:26.919" v="58" actId="1076"/>
          <ac:picMkLst>
            <pc:docMk/>
            <pc:sldMk cId="3765263956" sldId="540"/>
            <ac:picMk id="4" creationId="{11AECA08-4E01-9B2D-115B-77B531906F72}"/>
          </ac:picMkLst>
        </pc:picChg>
        <pc:picChg chg="add mod">
          <ac:chgData name="Sam Duncan" userId="S::sduncan@openboxsoftware.com::c1d0992b-0ec5-443a-8c6c-87e1361e2b1d" providerId="AD" clId="Web-{7E1C64A3-4C68-448D-6A32-89C5C3F6C0CA}" dt="2023-06-01T03:54:42.873" v="64" actId="1076"/>
          <ac:picMkLst>
            <pc:docMk/>
            <pc:sldMk cId="3765263956" sldId="540"/>
            <ac:picMk id="5" creationId="{484AF80B-5776-50E1-70B8-66DE401AFDA8}"/>
          </ac:picMkLst>
        </pc:picChg>
        <pc:picChg chg="add mod ord">
          <ac:chgData name="Sam Duncan" userId="S::sduncan@openboxsoftware.com::c1d0992b-0ec5-443a-8c6c-87e1361e2b1d" providerId="AD" clId="Web-{7E1C64A3-4C68-448D-6A32-89C5C3F6C0CA}" dt="2023-06-01T03:54:33.341" v="61"/>
          <ac:picMkLst>
            <pc:docMk/>
            <pc:sldMk cId="3765263956" sldId="540"/>
            <ac:picMk id="6" creationId="{18A16BB2-43CB-4796-9068-83397958ABD0}"/>
          </ac:picMkLst>
        </pc:picChg>
      </pc:sldChg>
      <pc:sldChg chg="addSp modSp">
        <pc:chgData name="Sam Duncan" userId="S::sduncan@openboxsoftware.com::c1d0992b-0ec5-443a-8c6c-87e1361e2b1d" providerId="AD" clId="Web-{7E1C64A3-4C68-448D-6A32-89C5C3F6C0CA}" dt="2023-06-01T03:56:51.799" v="174" actId="1076"/>
        <pc:sldMkLst>
          <pc:docMk/>
          <pc:sldMk cId="3990333599" sldId="541"/>
        </pc:sldMkLst>
        <pc:spChg chg="add mod">
          <ac:chgData name="Sam Duncan" userId="S::sduncan@openboxsoftware.com::c1d0992b-0ec5-443a-8c6c-87e1361e2b1d" providerId="AD" clId="Web-{7E1C64A3-4C68-448D-6A32-89C5C3F6C0CA}" dt="2023-06-01T03:56:51.799" v="174" actId="1076"/>
          <ac:spMkLst>
            <pc:docMk/>
            <pc:sldMk cId="3990333599" sldId="541"/>
            <ac:spMk id="6" creationId="{8459CB2C-2D3B-6215-3331-5985456E8A79}"/>
          </ac:spMkLst>
        </pc:spChg>
        <pc:picChg chg="add mod">
          <ac:chgData name="Sam Duncan" userId="S::sduncan@openboxsoftware.com::c1d0992b-0ec5-443a-8c6c-87e1361e2b1d" providerId="AD" clId="Web-{7E1C64A3-4C68-448D-6A32-89C5C3F6C0CA}" dt="2023-06-01T03:43:55.509" v="44" actId="14100"/>
          <ac:picMkLst>
            <pc:docMk/>
            <pc:sldMk cId="3990333599" sldId="541"/>
            <ac:picMk id="4" creationId="{69C42D0B-3DBB-9AD7-3673-53E0554D5AF6}"/>
          </ac:picMkLst>
        </pc:picChg>
      </pc:sldChg>
      <pc:sldChg chg="addSp delSp modSp add ord replId">
        <pc:chgData name="Sam Duncan" userId="S::sduncan@openboxsoftware.com::c1d0992b-0ec5-443a-8c6c-87e1361e2b1d" providerId="AD" clId="Web-{7E1C64A3-4C68-448D-6A32-89C5C3F6C0CA}" dt="2023-06-01T03:57:23.097" v="206" actId="14100"/>
        <pc:sldMkLst>
          <pc:docMk/>
          <pc:sldMk cId="3029045207" sldId="548"/>
        </pc:sldMkLst>
        <pc:spChg chg="add mod">
          <ac:chgData name="Sam Duncan" userId="S::sduncan@openboxsoftware.com::c1d0992b-0ec5-443a-8c6c-87e1361e2b1d" providerId="AD" clId="Web-{7E1C64A3-4C68-448D-6A32-89C5C3F6C0CA}" dt="2023-06-01T03:57:23.097" v="206" actId="14100"/>
          <ac:spMkLst>
            <pc:docMk/>
            <pc:sldMk cId="3029045207" sldId="548"/>
            <ac:spMk id="7" creationId="{3EE69141-1B42-6627-64B2-C1C3884968DE}"/>
          </ac:spMkLst>
        </pc:spChg>
        <pc:picChg chg="del">
          <ac:chgData name="Sam Duncan" userId="S::sduncan@openboxsoftware.com::c1d0992b-0ec5-443a-8c6c-87e1361e2b1d" providerId="AD" clId="Web-{7E1C64A3-4C68-448D-6A32-89C5C3F6C0CA}" dt="2023-06-01T03:39:10.156" v="11"/>
          <ac:picMkLst>
            <pc:docMk/>
            <pc:sldMk cId="3029045207" sldId="548"/>
            <ac:picMk id="4" creationId="{69C42D0B-3DBB-9AD7-3673-53E0554D5AF6}"/>
          </ac:picMkLst>
        </pc:picChg>
        <pc:picChg chg="add mod">
          <ac:chgData name="Sam Duncan" userId="S::sduncan@openboxsoftware.com::c1d0992b-0ec5-443a-8c6c-87e1361e2b1d" providerId="AD" clId="Web-{7E1C64A3-4C68-448D-6A32-89C5C3F6C0CA}" dt="2023-06-01T03:39:22.375" v="15" actId="14100"/>
          <ac:picMkLst>
            <pc:docMk/>
            <pc:sldMk cId="3029045207" sldId="548"/>
            <ac:picMk id="5" creationId="{D252ADFF-A07F-FA50-4D7C-263658AA407A}"/>
          </ac:picMkLst>
        </pc:picChg>
      </pc:sldChg>
      <pc:sldChg chg="addSp modSp add replId">
        <pc:chgData name="Sam Duncan" userId="S::sduncan@openboxsoftware.com::c1d0992b-0ec5-443a-8c6c-87e1361e2b1d" providerId="AD" clId="Web-{7E1C64A3-4C68-448D-6A32-89C5C3F6C0CA}" dt="2023-06-01T03:59:14.335" v="328" actId="14100"/>
        <pc:sldMkLst>
          <pc:docMk/>
          <pc:sldMk cId="1818151557" sldId="549"/>
        </pc:sldMkLst>
        <pc:spChg chg="add mod">
          <ac:chgData name="Sam Duncan" userId="S::sduncan@openboxsoftware.com::c1d0992b-0ec5-443a-8c6c-87e1361e2b1d" providerId="AD" clId="Web-{7E1C64A3-4C68-448D-6A32-89C5C3F6C0CA}" dt="2023-06-01T03:58:23.489" v="260" actId="20577"/>
          <ac:spMkLst>
            <pc:docMk/>
            <pc:sldMk cId="1818151557" sldId="549"/>
            <ac:spMk id="6" creationId="{1EAA7861-2728-8C23-AC94-9527FBB4C22D}"/>
          </ac:spMkLst>
        </pc:spChg>
        <pc:spChg chg="add mod">
          <ac:chgData name="Sam Duncan" userId="S::sduncan@openboxsoftware.com::c1d0992b-0ec5-443a-8c6c-87e1361e2b1d" providerId="AD" clId="Web-{7E1C64A3-4C68-448D-6A32-89C5C3F6C0CA}" dt="2023-06-01T03:59:14.335" v="328" actId="14100"/>
          <ac:spMkLst>
            <pc:docMk/>
            <pc:sldMk cId="1818151557" sldId="549"/>
            <ac:spMk id="7" creationId="{625C1FD9-E12A-B437-6136-80B218D46CF7}"/>
          </ac:spMkLst>
        </pc:spChg>
      </pc:sldChg>
      <pc:sldChg chg="addSp delSp modSp add replId">
        <pc:chgData name="Sam Duncan" userId="S::sduncan@openboxsoftware.com::c1d0992b-0ec5-443a-8c6c-87e1361e2b1d" providerId="AD" clId="Web-{7E1C64A3-4C68-448D-6A32-89C5C3F6C0CA}" dt="2023-06-01T04:03:55.172" v="466" actId="20577"/>
        <pc:sldMkLst>
          <pc:docMk/>
          <pc:sldMk cId="1911653905" sldId="550"/>
        </pc:sldMkLst>
        <pc:spChg chg="mod">
          <ac:chgData name="Sam Duncan" userId="S::sduncan@openboxsoftware.com::c1d0992b-0ec5-443a-8c6c-87e1361e2b1d" providerId="AD" clId="Web-{7E1C64A3-4C68-448D-6A32-89C5C3F6C0CA}" dt="2023-06-01T04:03:55.172" v="466" actId="20577"/>
          <ac:spMkLst>
            <pc:docMk/>
            <pc:sldMk cId="1911653905" sldId="550"/>
            <ac:spMk id="6" creationId="{8459CB2C-2D3B-6215-3331-5985456E8A79}"/>
          </ac:spMkLst>
        </pc:spChg>
        <pc:picChg chg="del">
          <ac:chgData name="Sam Duncan" userId="S::sduncan@openboxsoftware.com::c1d0992b-0ec5-443a-8c6c-87e1361e2b1d" providerId="AD" clId="Web-{7E1C64A3-4C68-448D-6A32-89C5C3F6C0CA}" dt="2023-06-01T04:01:45.199" v="382"/>
          <ac:picMkLst>
            <pc:docMk/>
            <pc:sldMk cId="1911653905" sldId="550"/>
            <ac:picMk id="4" creationId="{69C42D0B-3DBB-9AD7-3673-53E0554D5AF6}"/>
          </ac:picMkLst>
        </pc:picChg>
        <pc:picChg chg="add mod ord">
          <ac:chgData name="Sam Duncan" userId="S::sduncan@openboxsoftware.com::c1d0992b-0ec5-443a-8c6c-87e1361e2b1d" providerId="AD" clId="Web-{7E1C64A3-4C68-448D-6A32-89C5C3F6C0CA}" dt="2023-06-01T04:02:07.543" v="388"/>
          <ac:picMkLst>
            <pc:docMk/>
            <pc:sldMk cId="1911653905" sldId="550"/>
            <ac:picMk id="5" creationId="{9711DBF7-D99F-24DB-66A9-C7213FE6B227}"/>
          </ac:picMkLst>
        </pc:picChg>
      </pc:sldChg>
    </pc:docChg>
  </pc:docChgLst>
  <pc:docChgLst>
    <pc:chgData name="Sam Duncan" userId="S::sduncan@openboxsoftware.com::c1d0992b-0ec5-443a-8c6c-87e1361e2b1d" providerId="AD" clId="Web-{E17B8402-DF49-5A71-04A8-1F095A44877F}"/>
    <pc:docChg chg="mod">
      <pc:chgData name="Sam Duncan" userId="S::sduncan@openboxsoftware.com::c1d0992b-0ec5-443a-8c6c-87e1361e2b1d" providerId="AD" clId="Web-{E17B8402-DF49-5A71-04A8-1F095A44877F}" dt="2023-06-01T14:21:23.063" v="2"/>
      <pc:docMkLst>
        <pc:docMk/>
      </pc:docMkLst>
      <pc:sldChg chg="addCm">
        <pc:chgData name="Sam Duncan" userId="S::sduncan@openboxsoftware.com::c1d0992b-0ec5-443a-8c6c-87e1361e2b1d" providerId="AD" clId="Web-{E17B8402-DF49-5A71-04A8-1F095A44877F}" dt="2023-06-01T14:21:23.063" v="2"/>
        <pc:sldMkLst>
          <pc:docMk/>
          <pc:sldMk cId="2318602496" sldId="476"/>
        </pc:sldMkLst>
      </pc:sldChg>
      <pc:sldChg chg="addCm">
        <pc:chgData name="Sam Duncan" userId="S::sduncan@openboxsoftware.com::c1d0992b-0ec5-443a-8c6c-87e1361e2b1d" providerId="AD" clId="Web-{E17B8402-DF49-5A71-04A8-1F095A44877F}" dt="2023-06-01T14:18:24.714" v="1"/>
        <pc:sldMkLst>
          <pc:docMk/>
          <pc:sldMk cId="1870263832" sldId="5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ZA"/>
          </a:p>
        </p:txBody>
      </p:sp>
      <p:sp>
        <p:nvSpPr>
          <p:cNvPr id="3" name="Date Placeholder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CD264CFB-D406-4BF8-864F-084ED09EF3D7}" type="datetimeFigureOut">
              <a:rPr lang="en-ZA" smtClean="0"/>
              <a:t>2024/10/18</a:t>
            </a:fld>
            <a:endParaRPr lang="en-ZA"/>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en-ZA"/>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ZA"/>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515D45E1-659B-485D-B959-27B168964D11}" type="slidenum">
              <a:rPr lang="en-ZA" smtClean="0"/>
              <a:t>‹#›</a:t>
            </a:fld>
            <a:endParaRPr lang="en-ZA"/>
          </a:p>
        </p:txBody>
      </p:sp>
    </p:spTree>
    <p:extLst>
      <p:ext uri="{BB962C8B-B14F-4D97-AF65-F5344CB8AC3E}">
        <p14:creationId xmlns:p14="http://schemas.microsoft.com/office/powerpoint/2010/main" val="690091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5"/>
          </p:nvPr>
        </p:nvSpPr>
        <p:spPr/>
        <p:txBody>
          <a:bodyPr/>
          <a:lstStyle/>
          <a:p>
            <a:fld id="{515D45E1-659B-485D-B959-27B168964D11}" type="slidenum">
              <a:rPr lang="en-ZA" smtClean="0"/>
              <a:t>2</a:t>
            </a:fld>
            <a:endParaRPr lang="en-ZA"/>
          </a:p>
        </p:txBody>
      </p:sp>
    </p:spTree>
    <p:extLst>
      <p:ext uri="{BB962C8B-B14F-4D97-AF65-F5344CB8AC3E}">
        <p14:creationId xmlns:p14="http://schemas.microsoft.com/office/powerpoint/2010/main" val="1110743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5"/>
          </p:nvPr>
        </p:nvSpPr>
        <p:spPr/>
        <p:txBody>
          <a:bodyPr/>
          <a:lstStyle/>
          <a:p>
            <a:fld id="{515D45E1-659B-485D-B959-27B168964D11}" type="slidenum">
              <a:rPr lang="en-ZA" smtClean="0"/>
              <a:t>3</a:t>
            </a:fld>
            <a:endParaRPr lang="en-ZA"/>
          </a:p>
        </p:txBody>
      </p:sp>
    </p:spTree>
    <p:extLst>
      <p:ext uri="{BB962C8B-B14F-4D97-AF65-F5344CB8AC3E}">
        <p14:creationId xmlns:p14="http://schemas.microsoft.com/office/powerpoint/2010/main" val="693421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15D45E1-659B-485D-B959-27B168964D11}" type="slidenum">
              <a:rPr lang="en-ZA" smtClean="0"/>
              <a:t>6</a:t>
            </a:fld>
            <a:endParaRPr lang="en-ZA"/>
          </a:p>
        </p:txBody>
      </p:sp>
    </p:spTree>
    <p:extLst>
      <p:ext uri="{BB962C8B-B14F-4D97-AF65-F5344CB8AC3E}">
        <p14:creationId xmlns:p14="http://schemas.microsoft.com/office/powerpoint/2010/main" val="1819544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1"/>
              <a:t>Release 1</a:t>
            </a:r>
          </a:p>
          <a:p>
            <a:r>
              <a:rPr lang="en-ZA" b="0"/>
              <a:t>This is at the current point in time, likely to change as the project progresses.  But it is put together based on the process we’ve designed with Scott and Jacob and is tied to the demo we’ve built to showcase the hypothesized design with phases and tasks. i.e. we are not just grouping random development items, we are choosing the “stripe” of functionality required to cover the void process end-to-end.  </a:t>
            </a:r>
          </a:p>
          <a:p>
            <a:endParaRPr lang="en-ZA" b="0"/>
          </a:p>
          <a:p>
            <a:r>
              <a:rPr lang="en-US" b="1"/>
              <a:t>Release 1 requirements:</a:t>
            </a:r>
          </a:p>
          <a:p>
            <a:r>
              <a:rPr lang="en-US"/>
              <a:t>No additional licenses (assuming all actors already have licenses)</a:t>
            </a:r>
          </a:p>
          <a:p>
            <a:r>
              <a:rPr lang="en-US"/>
              <a:t>No new integrations</a:t>
            </a:r>
          </a:p>
          <a:p>
            <a:r>
              <a:rPr lang="en-US"/>
              <a:t>No migration of historical data</a:t>
            </a:r>
          </a:p>
          <a:p>
            <a:r>
              <a:rPr lang="en-US"/>
              <a:t>Data/file volumes may require archival strategy in the future</a:t>
            </a:r>
          </a:p>
          <a:p>
            <a:endParaRPr lang="en-ZA" b="0"/>
          </a:p>
          <a:p>
            <a:endParaRPr lang="en-ZA" b="0"/>
          </a:p>
          <a:p>
            <a:r>
              <a:rPr lang="en-ZA" b="1"/>
              <a:t>Items outside of void process</a:t>
            </a:r>
          </a:p>
          <a:p>
            <a:r>
              <a:rPr lang="en-ZA"/>
              <a:t>Building out renewal </a:t>
            </a:r>
            <a:r>
              <a:rPr lang="en-ZA" err="1"/>
              <a:t>functionalty</a:t>
            </a:r>
            <a:r>
              <a:rPr lang="en-ZA"/>
              <a:t> to be integrated with voids &amp; tenancies</a:t>
            </a:r>
          </a:p>
          <a:p>
            <a:r>
              <a:rPr lang="en-ZA"/>
              <a:t>Move In workflow</a:t>
            </a:r>
          </a:p>
          <a:p>
            <a:r>
              <a:rPr lang="en-ZA"/>
              <a:t>Pricing playbook</a:t>
            </a:r>
          </a:p>
          <a:p>
            <a:r>
              <a:rPr lang="en-ZA"/>
              <a:t>Tenant arrears in Salesforce</a:t>
            </a:r>
          </a:p>
          <a:p>
            <a:r>
              <a:rPr lang="en-ZA"/>
              <a:t>Complaints register</a:t>
            </a:r>
          </a:p>
          <a:p>
            <a:r>
              <a:rPr lang="en-ZA"/>
              <a:t>Minimising double entry in Hive</a:t>
            </a:r>
          </a:p>
          <a:p>
            <a:endParaRPr lang="en-ZA"/>
          </a:p>
          <a:p>
            <a:r>
              <a:rPr lang="en-ZA"/>
              <a:t>We have sprint 1 ready to go, we are ready to go in July </a:t>
            </a:r>
          </a:p>
        </p:txBody>
      </p:sp>
      <p:sp>
        <p:nvSpPr>
          <p:cNvPr id="4" name="Slide Number Placeholder 3"/>
          <p:cNvSpPr>
            <a:spLocks noGrp="1"/>
          </p:cNvSpPr>
          <p:nvPr>
            <p:ph type="sldNum" sz="quarter" idx="5"/>
          </p:nvPr>
        </p:nvSpPr>
        <p:spPr/>
        <p:txBody>
          <a:bodyPr/>
          <a:lstStyle/>
          <a:p>
            <a:fld id="{515D45E1-659B-485D-B959-27B168964D11}" type="slidenum">
              <a:rPr lang="en-ZA" smtClean="0"/>
              <a:t>9</a:t>
            </a:fld>
            <a:endParaRPr lang="en-ZA"/>
          </a:p>
        </p:txBody>
      </p:sp>
    </p:spTree>
    <p:extLst>
      <p:ext uri="{BB962C8B-B14F-4D97-AF65-F5344CB8AC3E}">
        <p14:creationId xmlns:p14="http://schemas.microsoft.com/office/powerpoint/2010/main" val="1083921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5"/>
          </p:nvPr>
        </p:nvSpPr>
        <p:spPr/>
        <p:txBody>
          <a:bodyPr/>
          <a:lstStyle/>
          <a:p>
            <a:fld id="{515D45E1-659B-485D-B959-27B168964D11}" type="slidenum">
              <a:rPr lang="en-ZA" smtClean="0"/>
              <a:t>10</a:t>
            </a:fld>
            <a:endParaRPr lang="en-ZA"/>
          </a:p>
        </p:txBody>
      </p:sp>
    </p:spTree>
    <p:extLst>
      <p:ext uri="{BB962C8B-B14F-4D97-AF65-F5344CB8AC3E}">
        <p14:creationId xmlns:p14="http://schemas.microsoft.com/office/powerpoint/2010/main" val="2649966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a:t>All figures are forecasted as at current business asks</a:t>
            </a:r>
          </a:p>
        </p:txBody>
      </p:sp>
      <p:sp>
        <p:nvSpPr>
          <p:cNvPr id="4" name="Slide Number Placeholder 3"/>
          <p:cNvSpPr>
            <a:spLocks noGrp="1"/>
          </p:cNvSpPr>
          <p:nvPr>
            <p:ph type="sldNum" sz="quarter" idx="5"/>
          </p:nvPr>
        </p:nvSpPr>
        <p:spPr/>
        <p:txBody>
          <a:bodyPr/>
          <a:lstStyle/>
          <a:p>
            <a:fld id="{34094135-D45E-499E-939E-01F4B6430191}" type="slidenum">
              <a:rPr lang="en-US" smtClean="0"/>
              <a:t>11</a:t>
            </a:fld>
            <a:endParaRPr lang="en-US"/>
          </a:p>
        </p:txBody>
      </p:sp>
    </p:spTree>
    <p:extLst>
      <p:ext uri="{BB962C8B-B14F-4D97-AF65-F5344CB8AC3E}">
        <p14:creationId xmlns:p14="http://schemas.microsoft.com/office/powerpoint/2010/main" val="3346589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a:solidFill>
                  <a:schemeClr val="tx1">
                    <a:lumMod val="65000"/>
                    <a:lumOff val="35000"/>
                  </a:schemeClr>
                </a:solidFill>
              </a:rPr>
              <a:t>An agile delivery approach </a:t>
            </a:r>
            <a:r>
              <a:rPr lang="en-ZA" sz="1200">
                <a:solidFill>
                  <a:schemeClr val="tx1">
                    <a:lumMod val="65000"/>
                    <a:lumOff val="35000"/>
                  </a:schemeClr>
                </a:solidFill>
              </a:rPr>
              <a:t>allows early delivery of outcomes &amp; provides flexibility to adjust for opportunities or issues uncovered during the project.</a:t>
            </a:r>
          </a:p>
          <a:p>
            <a:pPr marL="171450" indent="-171450">
              <a:buFont typeface="Arial" panose="020B0604020202020204" pitchFamily="34" charset="0"/>
              <a:buChar char="•"/>
            </a:pPr>
            <a:r>
              <a:rPr lang="en-US" sz="1200">
                <a:solidFill>
                  <a:schemeClr val="tx1">
                    <a:lumMod val="65000"/>
                    <a:lumOff val="35000"/>
                  </a:schemeClr>
                </a:solidFill>
              </a:rPr>
              <a:t>A living backlog will track outcomes to be delivered &amp; relative priority. This will evolve as we collaborate towards </a:t>
            </a:r>
            <a:r>
              <a:rPr lang="en-GB" sz="1200">
                <a:solidFill>
                  <a:schemeClr val="tx1">
                    <a:lumMod val="65000"/>
                    <a:lumOff val="35000"/>
                  </a:schemeClr>
                </a:solidFill>
              </a:rPr>
              <a:t>maximising</a:t>
            </a:r>
            <a:r>
              <a:rPr lang="en-US" sz="1200">
                <a:solidFill>
                  <a:schemeClr val="tx1">
                    <a:lumMod val="65000"/>
                    <a:lumOff val="35000"/>
                  </a:schemeClr>
                </a:solidFill>
              </a:rPr>
              <a:t> value delivered.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200">
                <a:solidFill>
                  <a:schemeClr val="tx1">
                    <a:lumMod val="65000"/>
                    <a:lumOff val="35000"/>
                  </a:schemeClr>
                </a:solidFill>
              </a:rPr>
              <a:t>The delivery team will meet Grainger representatives every 3 weeks to demonstrate the outcomes delivered in the past 3-week period &amp; plan which outcomes will be worked on in the next 3-week period.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200">
                <a:solidFill>
                  <a:schemeClr val="tx1">
                    <a:lumMod val="65000"/>
                    <a:lumOff val="35000"/>
                  </a:schemeClr>
                </a:solidFill>
              </a:rPr>
              <a:t>Feedback will be incorporated into the backlog and updated forecasts will be communicated.</a:t>
            </a:r>
            <a:endParaRPr lang="en-ZA" sz="1200"/>
          </a:p>
          <a:p>
            <a:pPr marL="0" lvl="0" indent="0">
              <a:buFont typeface="Arial" panose="020B0604020202020204" pitchFamily="34" charset="0"/>
              <a:buNone/>
            </a:pPr>
            <a:endParaRPr lang="en-ZA"/>
          </a:p>
        </p:txBody>
      </p:sp>
      <p:sp>
        <p:nvSpPr>
          <p:cNvPr id="4" name="Slide Number Placeholder 3"/>
          <p:cNvSpPr>
            <a:spLocks noGrp="1"/>
          </p:cNvSpPr>
          <p:nvPr>
            <p:ph type="sldNum" sz="quarter" idx="5"/>
          </p:nvPr>
        </p:nvSpPr>
        <p:spPr/>
        <p:txBody>
          <a:bodyPr/>
          <a:lstStyle/>
          <a:p>
            <a:fld id="{34094135-D45E-499E-939E-01F4B6430191}" type="slidenum">
              <a:rPr lang="en-US" smtClean="0"/>
              <a:t>12</a:t>
            </a:fld>
            <a:endParaRPr lang="en-US"/>
          </a:p>
        </p:txBody>
      </p:sp>
    </p:spTree>
    <p:extLst>
      <p:ext uri="{BB962C8B-B14F-4D97-AF65-F5344CB8AC3E}">
        <p14:creationId xmlns:p14="http://schemas.microsoft.com/office/powerpoint/2010/main" val="3116082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5"/>
          </p:nvPr>
        </p:nvSpPr>
        <p:spPr/>
        <p:txBody>
          <a:bodyPr/>
          <a:lstStyle/>
          <a:p>
            <a:pPr defTabSz="495376">
              <a:defRPr/>
            </a:pPr>
            <a:fld id="{0B4164EC-5D26-427D-BDAE-7B7CE0A2A0C2}" type="slidenum">
              <a:rPr lang="en-ZA">
                <a:solidFill>
                  <a:prstClr val="black"/>
                </a:solidFill>
                <a:latin typeface="Calibri" panose="020F0502020204030204"/>
              </a:rPr>
              <a:pPr defTabSz="495376">
                <a:defRPr/>
              </a:pPr>
              <a:t>13</a:t>
            </a:fld>
            <a:endParaRPr lang="en-ZA">
              <a:solidFill>
                <a:prstClr val="black"/>
              </a:solidFill>
              <a:latin typeface="Calibri" panose="020F0502020204030204"/>
            </a:endParaRPr>
          </a:p>
        </p:txBody>
      </p:sp>
    </p:spTree>
    <p:extLst>
      <p:ext uri="{BB962C8B-B14F-4D97-AF65-F5344CB8AC3E}">
        <p14:creationId xmlns:p14="http://schemas.microsoft.com/office/powerpoint/2010/main" val="2490286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No Skyline">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chemeClr val="accent1"/>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3691943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o Skyline No Subheading">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5" y="975038"/>
            <a:ext cx="1422400" cy="161925"/>
          </a:xfrm>
          <a:prstGeom prst="rect">
            <a:avLst/>
          </a:prstGeom>
        </p:spPr>
      </p:pic>
    </p:spTree>
    <p:extLst>
      <p:ext uri="{BB962C8B-B14F-4D97-AF65-F5344CB8AC3E}">
        <p14:creationId xmlns:p14="http://schemas.microsoft.com/office/powerpoint/2010/main" val="3860535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ontent Page">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chemeClr val="accent1"/>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1429939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External Content 2">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5" y="975038"/>
            <a:ext cx="1422400" cy="161925"/>
          </a:xfrm>
          <a:prstGeom prst="rect">
            <a:avLst/>
          </a:prstGeom>
        </p:spPr>
      </p:pic>
    </p:spTree>
    <p:extLst>
      <p:ext uri="{BB962C8B-B14F-4D97-AF65-F5344CB8AC3E}">
        <p14:creationId xmlns:p14="http://schemas.microsoft.com/office/powerpoint/2010/main" val="657822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External Content">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493999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0A8EC68-FA28-440E-B08D-F8892DE0C69B}"/>
              </a:ext>
            </a:extLst>
          </p:cNvPr>
          <p:cNvSpPr>
            <a:spLocks noGrp="1"/>
          </p:cNvSpPr>
          <p:nvPr>
            <p:ph type="ctrTitle"/>
          </p:nvPr>
        </p:nvSpPr>
        <p:spPr>
          <a:xfrm>
            <a:off x="883920" y="2493819"/>
            <a:ext cx="10424160" cy="1032770"/>
          </a:xfrm>
        </p:spPr>
        <p:txBody>
          <a:bodyPr anchor="b"/>
          <a:lstStyle>
            <a:lvl1pPr algn="ctr">
              <a:defRPr sz="6000">
                <a:solidFill>
                  <a:srgbClr val="999999"/>
                </a:solidFill>
                <a:latin typeface="Proxima Nova Lt" panose="02000506030000020004" pitchFamily="50" charset="0"/>
              </a:defRPr>
            </a:lvl1pPr>
          </a:lstStyle>
          <a:p>
            <a:r>
              <a:rPr lang="en-US"/>
              <a:t>Click to edit Master title style</a:t>
            </a:r>
            <a:endParaRPr lang="en-ZA"/>
          </a:p>
        </p:txBody>
      </p:sp>
      <p:sp>
        <p:nvSpPr>
          <p:cNvPr id="4" name="Subtitle 2">
            <a:extLst>
              <a:ext uri="{FF2B5EF4-FFF2-40B4-BE49-F238E27FC236}">
                <a16:creationId xmlns:a16="http://schemas.microsoft.com/office/drawing/2014/main" id="{91A641CB-25B6-46DF-B429-231029DEF862}"/>
              </a:ext>
            </a:extLst>
          </p:cNvPr>
          <p:cNvSpPr>
            <a:spLocks noGrp="1"/>
          </p:cNvSpPr>
          <p:nvPr>
            <p:ph type="subTitle" idx="1"/>
          </p:nvPr>
        </p:nvSpPr>
        <p:spPr>
          <a:xfrm>
            <a:off x="1524000" y="3602037"/>
            <a:ext cx="9144000" cy="604203"/>
          </a:xfrm>
        </p:spPr>
        <p:txBody>
          <a:bodyPr/>
          <a:lstStyle>
            <a:lvl1pPr marL="0" indent="0" algn="ctr">
              <a:buNone/>
              <a:defRPr sz="2400">
                <a:solidFill>
                  <a:srgbClr val="999999"/>
                </a:solidFill>
                <a:latin typeface="Proxima Nova Lt" panose="02000506030000020004"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Tree>
    <p:extLst>
      <p:ext uri="{BB962C8B-B14F-4D97-AF65-F5344CB8AC3E}">
        <p14:creationId xmlns:p14="http://schemas.microsoft.com/office/powerpoint/2010/main" val="3049074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2460624" y="2939040"/>
            <a:ext cx="7270751" cy="489960"/>
          </a:xfrm>
          <a:prstGeom prst="rect">
            <a:avLst/>
          </a:prstGeom>
        </p:spPr>
        <p:txBody>
          <a:bodyPr/>
          <a:lstStyle>
            <a:lvl1pPr marL="0" indent="0" algn="ctr">
              <a:buNone/>
              <a:defRPr sz="2400">
                <a:solidFill>
                  <a:srgbClr val="999999"/>
                </a:solidFill>
                <a:latin typeface="Proxima Nova Lt" panose="02000506030000020004" pitchFamily="50" charset="0"/>
              </a:defRPr>
            </a:lvl1pPr>
          </a:lstStyle>
          <a:p>
            <a:pPr lvl="0"/>
            <a:r>
              <a:rPr lang="en-US"/>
              <a:t>Edit Master text styles</a:t>
            </a:r>
          </a:p>
        </p:txBody>
      </p:sp>
    </p:spTree>
    <p:extLst>
      <p:ext uri="{BB962C8B-B14F-4D97-AF65-F5344CB8AC3E}">
        <p14:creationId xmlns:p14="http://schemas.microsoft.com/office/powerpoint/2010/main" val="171954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External Content">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rgbClr val="ADADAD"/>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2508819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Page">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chemeClr val="accent1"/>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987436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age No Subheading">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967268"/>
            <a:ext cx="1422400" cy="161925"/>
          </a:xfrm>
          <a:prstGeom prst="rect">
            <a:avLst/>
          </a:prstGeom>
        </p:spPr>
      </p:pic>
    </p:spTree>
    <p:extLst>
      <p:ext uri="{BB962C8B-B14F-4D97-AF65-F5344CB8AC3E}">
        <p14:creationId xmlns:p14="http://schemas.microsoft.com/office/powerpoint/2010/main" val="4141441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External Content 2">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rgbClr val="999999"/>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5" y="975038"/>
            <a:ext cx="1422400" cy="161925"/>
          </a:xfrm>
          <a:prstGeom prst="rect">
            <a:avLst/>
          </a:prstGeom>
        </p:spPr>
      </p:pic>
    </p:spTree>
    <p:extLst>
      <p:ext uri="{BB962C8B-B14F-4D97-AF65-F5344CB8AC3E}">
        <p14:creationId xmlns:p14="http://schemas.microsoft.com/office/powerpoint/2010/main" val="26967890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1.jpeg"/><Relationship Id="rId5" Type="http://schemas.openxmlformats.org/officeDocument/2006/relationships/image" Target="../media/image3.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3.png"/><Relationship Id="rId5" Type="http://schemas.openxmlformats.org/officeDocument/2006/relationships/image" Target="../media/image1.jpeg"/><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spTree>
    <p:extLst>
      <p:ext uri="{BB962C8B-B14F-4D97-AF65-F5344CB8AC3E}">
        <p14:creationId xmlns:p14="http://schemas.microsoft.com/office/powerpoint/2010/main" val="1960164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73" r:id="rId4"/>
    <p:sldLayoutId id="214748367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732416"/>
            <a:ext cx="12192000" cy="3125585"/>
          </a:xfrm>
          <a:prstGeom prst="rect">
            <a:avLst/>
          </a:prstGeom>
        </p:spPr>
      </p:pic>
      <p:pic>
        <p:nvPicPr>
          <p:cNvPr id="3" name="Picture 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8930" y="1105593"/>
            <a:ext cx="3534140" cy="1150362"/>
          </a:xfrm>
          <a:prstGeom prst="rect">
            <a:avLst/>
          </a:prstGeom>
        </p:spPr>
      </p:pic>
    </p:spTree>
    <p:extLst>
      <p:ext uri="{BB962C8B-B14F-4D97-AF65-F5344CB8AC3E}">
        <p14:creationId xmlns:p14="http://schemas.microsoft.com/office/powerpoint/2010/main" val="3222845768"/>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pic>
        <p:nvPicPr>
          <p:cNvPr id="4" name="Picture 3">
            <a:extLst>
              <a:ext uri="{FF2B5EF4-FFF2-40B4-BE49-F238E27FC236}">
                <a16:creationId xmlns:a16="http://schemas.microsoft.com/office/drawing/2014/main" id="{C349DD86-B84C-42A5-8D81-9D0A1C1F941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3732416"/>
            <a:ext cx="12192000" cy="3125585"/>
          </a:xfrm>
          <a:prstGeom prst="rect">
            <a:avLst/>
          </a:prstGeom>
        </p:spPr>
      </p:pic>
      <p:sp>
        <p:nvSpPr>
          <p:cNvPr id="5" name="Rectangle 4">
            <a:extLst>
              <a:ext uri="{FF2B5EF4-FFF2-40B4-BE49-F238E27FC236}">
                <a16:creationId xmlns:a16="http://schemas.microsoft.com/office/drawing/2014/main" id="{FF5568AF-2C93-464D-B6A5-A6987190E1DF}"/>
              </a:ext>
            </a:extLst>
          </p:cNvPr>
          <p:cNvSpPr/>
          <p:nvPr userDrawn="1"/>
        </p:nvSpPr>
        <p:spPr>
          <a:xfrm>
            <a:off x="0" y="831272"/>
            <a:ext cx="12192000" cy="6026728"/>
          </a:xfrm>
          <a:prstGeom prst="rect">
            <a:avLst/>
          </a:prstGeom>
          <a:gradFill flip="none" rotWithShape="1">
            <a:gsLst>
              <a:gs pos="0">
                <a:schemeClr val="bg1"/>
              </a:gs>
              <a:gs pos="65000">
                <a:srgbClr val="FFFFFF"/>
              </a:gs>
              <a:gs pos="83000">
                <a:srgbClr val="FFFFFF">
                  <a:alpha val="82000"/>
                </a:srgbClr>
              </a:gs>
              <a:gs pos="100000">
                <a:srgbClr val="C7D5ED">
                  <a:alpha val="0"/>
                </a:srgbClr>
              </a:gs>
            </a:gsLst>
            <a:lin ang="5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5477655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notesSlide" Target="../notesSlides/notesSlide6.xml"/><Relationship Id="rId16" Type="http://schemas.openxmlformats.org/officeDocument/2006/relationships/image" Target="../media/image22.svg"/><Relationship Id="rId1" Type="http://schemas.openxmlformats.org/officeDocument/2006/relationships/slideLayout" Target="../slideLayouts/slideLayout11.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sv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268CD-6A91-46D5-9F2E-D63140C574C1}"/>
              </a:ext>
            </a:extLst>
          </p:cNvPr>
          <p:cNvSpPr>
            <a:spLocks noGrp="1"/>
          </p:cNvSpPr>
          <p:nvPr>
            <p:ph type="ctrTitle"/>
          </p:nvPr>
        </p:nvSpPr>
        <p:spPr/>
        <p:txBody>
          <a:bodyPr lIns="91440" tIns="45720" rIns="91440" bIns="45720" anchor="b"/>
          <a:lstStyle/>
          <a:p>
            <a:r>
              <a:rPr lang="en-US" sz="5400" dirty="0">
                <a:latin typeface="Proxima Nova Lt"/>
              </a:rPr>
              <a:t>Grainger</a:t>
            </a:r>
            <a:endParaRPr lang="en-US" sz="5400" dirty="0"/>
          </a:p>
        </p:txBody>
      </p:sp>
      <p:sp>
        <p:nvSpPr>
          <p:cNvPr id="3" name="Subtitle 2">
            <a:extLst>
              <a:ext uri="{FF2B5EF4-FFF2-40B4-BE49-F238E27FC236}">
                <a16:creationId xmlns:a16="http://schemas.microsoft.com/office/drawing/2014/main" id="{CCE055E0-7725-4859-9475-AA12EAB230DD}"/>
              </a:ext>
            </a:extLst>
          </p:cNvPr>
          <p:cNvSpPr>
            <a:spLocks noGrp="1"/>
          </p:cNvSpPr>
          <p:nvPr>
            <p:ph type="subTitle" idx="1"/>
          </p:nvPr>
        </p:nvSpPr>
        <p:spPr/>
        <p:txBody>
          <a:bodyPr lIns="91440" tIns="45720" rIns="91440" bIns="45720" anchor="t"/>
          <a:lstStyle/>
          <a:p>
            <a:r>
              <a:rPr lang="en-ZA" sz="2800" dirty="0">
                <a:latin typeface="Proxima Nova Lt"/>
              </a:rPr>
              <a:t>Void Management</a:t>
            </a:r>
            <a:endParaRPr lang="en-US" sz="2800" dirty="0"/>
          </a:p>
        </p:txBody>
      </p:sp>
    </p:spTree>
    <p:extLst>
      <p:ext uri="{BB962C8B-B14F-4D97-AF65-F5344CB8AC3E}">
        <p14:creationId xmlns:p14="http://schemas.microsoft.com/office/powerpoint/2010/main" val="1372506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379C49-E761-45BA-84B7-AC2E88444F78}"/>
              </a:ext>
            </a:extLst>
          </p:cNvPr>
          <p:cNvSpPr>
            <a:spLocks noGrp="1"/>
          </p:cNvSpPr>
          <p:nvPr>
            <p:ph type="body" sz="quarter" idx="11"/>
          </p:nvPr>
        </p:nvSpPr>
        <p:spPr/>
        <p:txBody>
          <a:bodyPr lIns="91440" tIns="45720" rIns="91440" bIns="45720" anchor="ctr"/>
          <a:lstStyle/>
          <a:p>
            <a:r>
              <a:rPr lang="en-US">
                <a:latin typeface="Proxima Nova Lt"/>
              </a:rPr>
              <a:t>Overview</a:t>
            </a:r>
            <a:endParaRPr lang="en-US"/>
          </a:p>
        </p:txBody>
      </p:sp>
      <p:sp>
        <p:nvSpPr>
          <p:cNvPr id="3" name="TextBox 2">
            <a:extLst>
              <a:ext uri="{FF2B5EF4-FFF2-40B4-BE49-F238E27FC236}">
                <a16:creationId xmlns:a16="http://schemas.microsoft.com/office/drawing/2014/main" id="{6A4C8B68-D38B-4693-92B0-05A9FCDD4793}"/>
              </a:ext>
            </a:extLst>
          </p:cNvPr>
          <p:cNvSpPr txBox="1"/>
          <p:nvPr/>
        </p:nvSpPr>
        <p:spPr>
          <a:xfrm>
            <a:off x="940445" y="1359542"/>
            <a:ext cx="9632305" cy="2492990"/>
          </a:xfrm>
          <a:prstGeom prst="rect">
            <a:avLst/>
          </a:prstGeom>
          <a:noFill/>
        </p:spPr>
        <p:txBody>
          <a:bodyPr wrap="square" lIns="91440" tIns="45720" rIns="91440" bIns="45720" rtlCol="0" anchor="t">
            <a:spAutoFit/>
          </a:bodyPr>
          <a:lstStyle/>
          <a:p>
            <a:pPr algn="just"/>
            <a:r>
              <a:rPr lang="en-ZA" dirty="0">
                <a:solidFill>
                  <a:schemeClr val="tx1">
                    <a:lumMod val="65000"/>
                    <a:lumOff val="35000"/>
                  </a:schemeClr>
                </a:solidFill>
              </a:rPr>
              <a:t>As part of the larger Connect platform, Grainger PLC has successfully implemented Salesforce to manage the Lead-to-Lease process. This has transformed both internal operations and the customer journey. Grainger PLC are now looking to leverage Salesforce to realise similar benefits for the Void Management process.</a:t>
            </a:r>
          </a:p>
          <a:p>
            <a:pPr algn="l"/>
            <a:endParaRPr lang="en-ZA" dirty="0">
              <a:solidFill>
                <a:schemeClr val="tx1">
                  <a:lumMod val="65000"/>
                  <a:lumOff val="35000"/>
                </a:schemeClr>
              </a:solidFill>
            </a:endParaRPr>
          </a:p>
          <a:p>
            <a:pPr algn="just"/>
            <a:r>
              <a:rPr lang="en-ZA" dirty="0">
                <a:solidFill>
                  <a:schemeClr val="tx1">
                    <a:lumMod val="65000"/>
                    <a:lumOff val="35000"/>
                  </a:schemeClr>
                </a:solidFill>
              </a:rPr>
              <a:t>Grainger PLC have engaged with Open Box to design a future-state Void Management process that can be implemented in their existing Salesforce org and aligns with Salesforce features and best practices.</a:t>
            </a:r>
          </a:p>
          <a:p>
            <a:pPr algn="l"/>
            <a:endParaRPr lang="en-ZA" sz="1200" b="0" i="0" dirty="0">
              <a:solidFill>
                <a:schemeClr val="bg2"/>
              </a:solidFill>
              <a:effectLst/>
            </a:endParaRPr>
          </a:p>
        </p:txBody>
      </p:sp>
      <p:sp>
        <p:nvSpPr>
          <p:cNvPr id="4" name="Flowchart: Connector 3">
            <a:extLst>
              <a:ext uri="{FF2B5EF4-FFF2-40B4-BE49-F238E27FC236}">
                <a16:creationId xmlns:a16="http://schemas.microsoft.com/office/drawing/2014/main" id="{0348DD45-DBA9-F80A-22BD-0DEFC2E01095}"/>
              </a:ext>
            </a:extLst>
          </p:cNvPr>
          <p:cNvSpPr/>
          <p:nvPr/>
        </p:nvSpPr>
        <p:spPr>
          <a:xfrm>
            <a:off x="736320" y="4509483"/>
            <a:ext cx="1671559" cy="1586789"/>
          </a:xfrm>
          <a:prstGeom prst="flowChartConnector">
            <a:avLst/>
          </a:prstGeom>
          <a:solidFill>
            <a:schemeClr val="bg2">
              <a:lumMod val="60000"/>
              <a:lumOff val="40000"/>
            </a:schemeClr>
          </a:solidFill>
          <a:ln>
            <a:solidFill>
              <a:schemeClr val="bg1"/>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ZA" sz="1400"/>
          </a:p>
        </p:txBody>
      </p:sp>
      <p:sp>
        <p:nvSpPr>
          <p:cNvPr id="5" name="Flowchart: Connector 4">
            <a:extLst>
              <a:ext uri="{FF2B5EF4-FFF2-40B4-BE49-F238E27FC236}">
                <a16:creationId xmlns:a16="http://schemas.microsoft.com/office/drawing/2014/main" id="{7DFE27AE-FEB6-1DD7-CFE0-19E33DD4B3DC}"/>
              </a:ext>
            </a:extLst>
          </p:cNvPr>
          <p:cNvSpPr/>
          <p:nvPr/>
        </p:nvSpPr>
        <p:spPr>
          <a:xfrm>
            <a:off x="2304104" y="4509483"/>
            <a:ext cx="1671559" cy="1586789"/>
          </a:xfrm>
          <a:prstGeom prst="flowChartConnector">
            <a:avLst/>
          </a:prstGeom>
          <a:solidFill>
            <a:schemeClr val="bg2">
              <a:lumMod val="60000"/>
              <a:lumOff val="40000"/>
            </a:schemeClr>
          </a:solidFill>
          <a:ln>
            <a:solidFill>
              <a:schemeClr val="bg1"/>
            </a:solidFill>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a:t>No Visibility into Team Activity</a:t>
            </a:r>
          </a:p>
        </p:txBody>
      </p:sp>
      <p:sp>
        <p:nvSpPr>
          <p:cNvPr id="6" name="Flowchart: Connector 5">
            <a:extLst>
              <a:ext uri="{FF2B5EF4-FFF2-40B4-BE49-F238E27FC236}">
                <a16:creationId xmlns:a16="http://schemas.microsoft.com/office/drawing/2014/main" id="{9A8CAFFF-E6CD-6CC5-0BF6-DCEE1F101A81}"/>
              </a:ext>
            </a:extLst>
          </p:cNvPr>
          <p:cNvSpPr/>
          <p:nvPr/>
        </p:nvSpPr>
        <p:spPr>
          <a:xfrm>
            <a:off x="3871888" y="4509483"/>
            <a:ext cx="1671559" cy="1586789"/>
          </a:xfrm>
          <a:prstGeom prst="flowChartConnector">
            <a:avLst/>
          </a:prstGeom>
          <a:solidFill>
            <a:schemeClr val="bg2">
              <a:lumMod val="60000"/>
              <a:lumOff val="40000"/>
            </a:schemeClr>
          </a:solidFill>
          <a:ln>
            <a:solidFill>
              <a:schemeClr val="bg1"/>
            </a:solidFill>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a:cs typeface="Segoe UI"/>
              </a:rPr>
              <a:t>Limited Performance Metrics</a:t>
            </a:r>
            <a:endParaRPr lang="en-ZA" sz="1400">
              <a:cs typeface="Segoe UI"/>
            </a:endParaRPr>
          </a:p>
        </p:txBody>
      </p:sp>
      <p:sp>
        <p:nvSpPr>
          <p:cNvPr id="7" name="Flowchart: Connector 6">
            <a:extLst>
              <a:ext uri="{FF2B5EF4-FFF2-40B4-BE49-F238E27FC236}">
                <a16:creationId xmlns:a16="http://schemas.microsoft.com/office/drawing/2014/main" id="{3EC72500-7FB3-C60E-1CBA-3F227B012828}"/>
              </a:ext>
            </a:extLst>
          </p:cNvPr>
          <p:cNvSpPr/>
          <p:nvPr/>
        </p:nvSpPr>
        <p:spPr>
          <a:xfrm>
            <a:off x="5439672" y="4509483"/>
            <a:ext cx="1671559" cy="1586789"/>
          </a:xfrm>
          <a:prstGeom prst="flowChartConnector">
            <a:avLst/>
          </a:prstGeom>
          <a:solidFill>
            <a:schemeClr val="bg2">
              <a:lumMod val="60000"/>
              <a:lumOff val="40000"/>
            </a:schemeClr>
          </a:solidFill>
          <a:ln>
            <a:solidFill>
              <a:schemeClr val="bg1"/>
            </a:solidFill>
          </a:ln>
        </p:spPr>
        <p:style>
          <a:lnRef idx="3">
            <a:schemeClr val="lt1"/>
          </a:lnRef>
          <a:fillRef idx="1">
            <a:schemeClr val="accent6"/>
          </a:fillRef>
          <a:effectRef idx="1">
            <a:schemeClr val="accent6"/>
          </a:effectRef>
          <a:fontRef idx="minor">
            <a:schemeClr val="lt1"/>
          </a:fontRef>
        </p:style>
        <p:txBody>
          <a:bodyPr rtlCol="0" anchor="ctr"/>
          <a:lstStyle/>
          <a:p>
            <a:pPr algn="ctr">
              <a:defRPr/>
            </a:pPr>
            <a:r>
              <a:rPr lang="en-US" sz="1400"/>
              <a:t>Lack of  Ownership</a:t>
            </a:r>
            <a:endParaRPr lang="en-ZA" sz="1400"/>
          </a:p>
        </p:txBody>
      </p:sp>
      <p:sp>
        <p:nvSpPr>
          <p:cNvPr id="8" name="Flowchart: Connector 7">
            <a:extLst>
              <a:ext uri="{FF2B5EF4-FFF2-40B4-BE49-F238E27FC236}">
                <a16:creationId xmlns:a16="http://schemas.microsoft.com/office/drawing/2014/main" id="{5480A8C9-6CDD-5825-44B1-1960C1722FE7}"/>
              </a:ext>
            </a:extLst>
          </p:cNvPr>
          <p:cNvSpPr/>
          <p:nvPr/>
        </p:nvSpPr>
        <p:spPr>
          <a:xfrm>
            <a:off x="7007456" y="4509483"/>
            <a:ext cx="1671559" cy="1586789"/>
          </a:xfrm>
          <a:prstGeom prst="flowChartConnector">
            <a:avLst/>
          </a:prstGeom>
          <a:solidFill>
            <a:schemeClr val="bg2">
              <a:lumMod val="60000"/>
              <a:lumOff val="40000"/>
            </a:schemeClr>
          </a:solidFill>
          <a:ln>
            <a:solidFill>
              <a:schemeClr val="bg1"/>
            </a:solidFill>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a:t>Many Teams  &amp; Systems Involved</a:t>
            </a:r>
            <a:endParaRPr lang="en-ZA" sz="1400"/>
          </a:p>
        </p:txBody>
      </p:sp>
      <p:sp>
        <p:nvSpPr>
          <p:cNvPr id="9" name="Flowchart: Connector 8">
            <a:extLst>
              <a:ext uri="{FF2B5EF4-FFF2-40B4-BE49-F238E27FC236}">
                <a16:creationId xmlns:a16="http://schemas.microsoft.com/office/drawing/2014/main" id="{6CCEF7D8-1780-9E24-A9D9-10F08F967AAB}"/>
              </a:ext>
            </a:extLst>
          </p:cNvPr>
          <p:cNvSpPr/>
          <p:nvPr/>
        </p:nvSpPr>
        <p:spPr>
          <a:xfrm>
            <a:off x="8575240" y="4509483"/>
            <a:ext cx="1671559" cy="1586789"/>
          </a:xfrm>
          <a:prstGeom prst="flowChartConnector">
            <a:avLst/>
          </a:prstGeom>
          <a:solidFill>
            <a:schemeClr val="bg2">
              <a:lumMod val="60000"/>
              <a:lumOff val="40000"/>
            </a:schemeClr>
          </a:solidFill>
          <a:ln>
            <a:solidFill>
              <a:schemeClr val="bg1"/>
            </a:solidFill>
          </a:ln>
        </p:spPr>
        <p:style>
          <a:lnRef idx="3">
            <a:schemeClr val="lt1"/>
          </a:lnRef>
          <a:fillRef idx="1">
            <a:schemeClr val="accent6"/>
          </a:fillRef>
          <a:effectRef idx="1">
            <a:schemeClr val="accent6"/>
          </a:effectRef>
          <a:fontRef idx="minor">
            <a:schemeClr val="lt1"/>
          </a:fontRef>
        </p:style>
        <p:txBody>
          <a:bodyPr rtlCol="0" anchor="ctr"/>
          <a:lstStyle/>
          <a:p>
            <a:pPr algn="ctr">
              <a:defRPr/>
            </a:pPr>
            <a:r>
              <a:rPr lang="en-US" sz="1400"/>
              <a:t>No Visibility into Comms over Email</a:t>
            </a:r>
            <a:endParaRPr lang="en-ZA" sz="1400"/>
          </a:p>
        </p:txBody>
      </p:sp>
      <p:sp>
        <p:nvSpPr>
          <p:cNvPr id="10" name="Flowchart: Connector 9">
            <a:extLst>
              <a:ext uri="{FF2B5EF4-FFF2-40B4-BE49-F238E27FC236}">
                <a16:creationId xmlns:a16="http://schemas.microsoft.com/office/drawing/2014/main" id="{FD395B12-889B-D089-C70A-24BF05D41A80}"/>
              </a:ext>
            </a:extLst>
          </p:cNvPr>
          <p:cNvSpPr/>
          <p:nvPr/>
        </p:nvSpPr>
        <p:spPr>
          <a:xfrm>
            <a:off x="10143024" y="4509483"/>
            <a:ext cx="1671559" cy="1586789"/>
          </a:xfrm>
          <a:prstGeom prst="flowChartConnector">
            <a:avLst/>
          </a:prstGeom>
          <a:solidFill>
            <a:schemeClr val="bg2">
              <a:lumMod val="60000"/>
              <a:lumOff val="40000"/>
            </a:schemeClr>
          </a:solidFill>
          <a:ln>
            <a:solidFill>
              <a:schemeClr val="bg1"/>
            </a:solidFill>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a:cs typeface="Segoe UI"/>
              </a:rPr>
              <a:t>Limited System Integration</a:t>
            </a:r>
            <a:endParaRPr lang="en-ZA" sz="1400">
              <a:cs typeface="Segoe UI"/>
            </a:endParaRPr>
          </a:p>
        </p:txBody>
      </p:sp>
      <p:sp>
        <p:nvSpPr>
          <p:cNvPr id="11" name="TextBox 10">
            <a:extLst>
              <a:ext uri="{FF2B5EF4-FFF2-40B4-BE49-F238E27FC236}">
                <a16:creationId xmlns:a16="http://schemas.microsoft.com/office/drawing/2014/main" id="{4B9ED457-D98F-5C53-8D40-801EAC1A4EEE}"/>
              </a:ext>
            </a:extLst>
          </p:cNvPr>
          <p:cNvSpPr txBox="1"/>
          <p:nvPr/>
        </p:nvSpPr>
        <p:spPr>
          <a:xfrm>
            <a:off x="727845" y="4933687"/>
            <a:ext cx="1671559" cy="738664"/>
          </a:xfrm>
          <a:prstGeom prst="rect">
            <a:avLst/>
          </a:prstGeom>
          <a:noFill/>
        </p:spPr>
        <p:txBody>
          <a:bodyPr wrap="square" rtlCol="0">
            <a:spAutoFit/>
          </a:bodyPr>
          <a:lstStyle/>
          <a:p>
            <a:pPr algn="ctr"/>
            <a:r>
              <a:rPr lang="en-US" sz="1400">
                <a:solidFill>
                  <a:schemeClr val="bg1"/>
                </a:solidFill>
              </a:rPr>
              <a:t>Process Inefficiencies &amp; Variations</a:t>
            </a:r>
            <a:endParaRPr lang="en-ZA" sz="1400">
              <a:solidFill>
                <a:schemeClr val="bg1"/>
              </a:solidFill>
            </a:endParaRPr>
          </a:p>
        </p:txBody>
      </p:sp>
      <p:sp>
        <p:nvSpPr>
          <p:cNvPr id="12" name="TextBox 11">
            <a:extLst>
              <a:ext uri="{FF2B5EF4-FFF2-40B4-BE49-F238E27FC236}">
                <a16:creationId xmlns:a16="http://schemas.microsoft.com/office/drawing/2014/main" id="{345EF1F2-18C7-287F-35F8-09BE3D6DD299}"/>
              </a:ext>
            </a:extLst>
          </p:cNvPr>
          <p:cNvSpPr txBox="1"/>
          <p:nvPr/>
        </p:nvSpPr>
        <p:spPr>
          <a:xfrm>
            <a:off x="847640" y="4012216"/>
            <a:ext cx="10855622" cy="369332"/>
          </a:xfrm>
          <a:prstGeom prst="rect">
            <a:avLst/>
          </a:prstGeom>
          <a:noFill/>
        </p:spPr>
        <p:txBody>
          <a:bodyPr wrap="square" lIns="91440" tIns="45720" rIns="91440" bIns="45720" rtlCol="0" anchor="t">
            <a:spAutoFit/>
          </a:bodyPr>
          <a:lstStyle/>
          <a:p>
            <a:r>
              <a:rPr lang="en-US" b="1">
                <a:solidFill>
                  <a:schemeClr val="accent6"/>
                </a:solidFill>
              </a:rPr>
              <a:t>Current Challenges with the Void Process:</a:t>
            </a:r>
            <a:endParaRPr lang="en-ZA">
              <a:solidFill>
                <a:schemeClr val="bg2"/>
              </a:solidFill>
            </a:endParaRPr>
          </a:p>
        </p:txBody>
      </p:sp>
    </p:spTree>
    <p:extLst>
      <p:ext uri="{BB962C8B-B14F-4D97-AF65-F5344CB8AC3E}">
        <p14:creationId xmlns:p14="http://schemas.microsoft.com/office/powerpoint/2010/main" val="2184076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379C49-E761-45BA-84B7-AC2E88444F78}"/>
              </a:ext>
            </a:extLst>
          </p:cNvPr>
          <p:cNvSpPr>
            <a:spLocks noGrp="1"/>
          </p:cNvSpPr>
          <p:nvPr>
            <p:ph type="body" sz="quarter" idx="11"/>
          </p:nvPr>
        </p:nvSpPr>
        <p:spPr/>
        <p:txBody>
          <a:bodyPr lIns="91440" tIns="45720" rIns="91440" bIns="45720" anchor="ctr"/>
          <a:lstStyle/>
          <a:p>
            <a:r>
              <a:rPr lang="en-US">
                <a:latin typeface="Proxima Nova Lt"/>
              </a:rPr>
              <a:t>Business Drivers</a:t>
            </a:r>
            <a:endParaRPr lang="en-US"/>
          </a:p>
        </p:txBody>
      </p:sp>
      <p:sp>
        <p:nvSpPr>
          <p:cNvPr id="3" name="TextBox 2">
            <a:extLst>
              <a:ext uri="{FF2B5EF4-FFF2-40B4-BE49-F238E27FC236}">
                <a16:creationId xmlns:a16="http://schemas.microsoft.com/office/drawing/2014/main" id="{3B054777-B34E-4D95-879B-E6E4AA81F951}"/>
              </a:ext>
            </a:extLst>
          </p:cNvPr>
          <p:cNvSpPr txBox="1"/>
          <p:nvPr/>
        </p:nvSpPr>
        <p:spPr>
          <a:xfrm>
            <a:off x="865323" y="1358022"/>
            <a:ext cx="10602777" cy="3970318"/>
          </a:xfrm>
          <a:prstGeom prst="rect">
            <a:avLst/>
          </a:prstGeom>
          <a:noFill/>
        </p:spPr>
        <p:txBody>
          <a:bodyPr wrap="square" lIns="91440" tIns="45720" rIns="91440" bIns="45720" rtlCol="0" anchor="t">
            <a:spAutoFit/>
          </a:bodyPr>
          <a:lstStyle/>
          <a:p>
            <a:pPr marL="285750" indent="-285750">
              <a:buFont typeface="Arial"/>
              <a:buChar char="•"/>
            </a:pPr>
            <a:r>
              <a:rPr lang="en-US" dirty="0">
                <a:solidFill>
                  <a:schemeClr val="tx1">
                    <a:lumMod val="65000"/>
                    <a:lumOff val="35000"/>
                  </a:schemeClr>
                </a:solidFill>
              </a:rPr>
              <a:t>Grainger are planning on significant expansion, looking double their number of letting homes in the next 3-4 years. </a:t>
            </a:r>
          </a:p>
          <a:p>
            <a:pPr marL="285750" indent="-285750">
              <a:buFont typeface="Arial"/>
              <a:buChar char="•"/>
            </a:pPr>
            <a:endParaRPr lang="en-US" dirty="0">
              <a:solidFill>
                <a:schemeClr val="tx1">
                  <a:lumMod val="65000"/>
                  <a:lumOff val="35000"/>
                </a:schemeClr>
              </a:solidFill>
            </a:endParaRPr>
          </a:p>
          <a:p>
            <a:pPr marL="285750" indent="-285750">
              <a:buFont typeface="Arial"/>
              <a:buChar char="•"/>
            </a:pPr>
            <a:r>
              <a:rPr lang="en-US" dirty="0">
                <a:solidFill>
                  <a:schemeClr val="tx1">
                    <a:lumMod val="65000"/>
                    <a:lumOff val="35000"/>
                  </a:schemeClr>
                </a:solidFill>
              </a:rPr>
              <a:t>The current systems and processes used in void management are not scalable to support this.</a:t>
            </a:r>
          </a:p>
          <a:p>
            <a:pPr marL="285750" indent="-285750">
              <a:buFont typeface="Arial"/>
              <a:buChar char="•"/>
            </a:pPr>
            <a:endParaRPr lang="en-US" dirty="0">
              <a:solidFill>
                <a:schemeClr val="tx1">
                  <a:lumMod val="65000"/>
                  <a:lumOff val="35000"/>
                </a:schemeClr>
              </a:solidFill>
            </a:endParaRPr>
          </a:p>
          <a:p>
            <a:pPr marL="285750" indent="-285750">
              <a:buFont typeface="Arial"/>
              <a:buChar char="•"/>
            </a:pPr>
            <a:r>
              <a:rPr lang="en-US" dirty="0">
                <a:solidFill>
                  <a:schemeClr val="tx1">
                    <a:lumMod val="65000"/>
                    <a:lumOff val="35000"/>
                  </a:schemeClr>
                </a:solidFill>
              </a:rPr>
              <a:t>Leveraging the existing Salesforce platform and user licenses will help to:</a:t>
            </a:r>
          </a:p>
          <a:p>
            <a:pPr marL="742950" lvl="1" indent="-285750">
              <a:buFont typeface="Arial"/>
              <a:buChar char="•"/>
            </a:pPr>
            <a:r>
              <a:rPr lang="en-US" dirty="0">
                <a:solidFill>
                  <a:schemeClr val="tx1">
                    <a:lumMod val="65000"/>
                    <a:lumOff val="35000"/>
                  </a:schemeClr>
                </a:solidFill>
              </a:rPr>
              <a:t>Improve speed &amp; efficiency</a:t>
            </a:r>
          </a:p>
          <a:p>
            <a:pPr marL="742950" lvl="1" indent="-285750">
              <a:buFont typeface="Arial"/>
              <a:buChar char="•"/>
            </a:pPr>
            <a:r>
              <a:rPr lang="en-US" dirty="0">
                <a:solidFill>
                  <a:schemeClr val="tx1">
                    <a:lumMod val="65000"/>
                    <a:lumOff val="35000"/>
                  </a:schemeClr>
                </a:solidFill>
              </a:rPr>
              <a:t>Reduce errors</a:t>
            </a:r>
          </a:p>
          <a:p>
            <a:pPr marL="742950" lvl="1" indent="-285750">
              <a:buFont typeface="Arial"/>
              <a:buChar char="•"/>
            </a:pPr>
            <a:r>
              <a:rPr lang="en-US" dirty="0">
                <a:solidFill>
                  <a:schemeClr val="tx1">
                    <a:lumMod val="65000"/>
                    <a:lumOff val="35000"/>
                  </a:schemeClr>
                </a:solidFill>
              </a:rPr>
              <a:t>Allow the business to scale operations without necessitating a linear increase in employee headcount</a:t>
            </a:r>
          </a:p>
          <a:p>
            <a:pPr marL="742950" lvl="1" indent="-285750">
              <a:buFont typeface="Arial"/>
              <a:buChar char="•"/>
            </a:pPr>
            <a:r>
              <a:rPr lang="en-US" dirty="0">
                <a:solidFill>
                  <a:schemeClr val="tx1">
                    <a:lumMod val="65000"/>
                    <a:lumOff val="35000"/>
                  </a:schemeClr>
                </a:solidFill>
              </a:rPr>
              <a:t>Minimize the time that units remain vacant</a:t>
            </a:r>
          </a:p>
          <a:p>
            <a:pPr marL="742950" lvl="1" indent="-285750">
              <a:buFont typeface="Arial"/>
              <a:buChar char="•"/>
            </a:pPr>
            <a:r>
              <a:rPr lang="en-ZA" dirty="0">
                <a:solidFill>
                  <a:schemeClr val="tx1">
                    <a:lumMod val="65000"/>
                    <a:lumOff val="35000"/>
                  </a:schemeClr>
                </a:solidFill>
              </a:rPr>
              <a:t>Improve customer satisfaction - reduce the risk of not cancelling direct debits or returning deposits on time &amp; create a single view of customer</a:t>
            </a:r>
          </a:p>
          <a:p>
            <a:endParaRPr lang="en-US" dirty="0">
              <a:solidFill>
                <a:schemeClr val="tx1">
                  <a:lumMod val="65000"/>
                  <a:lumOff val="35000"/>
                </a:schemeClr>
              </a:solidFill>
            </a:endParaRPr>
          </a:p>
        </p:txBody>
      </p:sp>
    </p:spTree>
    <p:extLst>
      <p:ext uri="{BB962C8B-B14F-4D97-AF65-F5344CB8AC3E}">
        <p14:creationId xmlns:p14="http://schemas.microsoft.com/office/powerpoint/2010/main" val="2318602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25DD5A3-E906-487B-ACF4-459BA0EB9764}"/>
              </a:ext>
            </a:extLst>
          </p:cNvPr>
          <p:cNvSpPr>
            <a:spLocks noGrp="1"/>
          </p:cNvSpPr>
          <p:nvPr>
            <p:ph type="body" sz="quarter" idx="11"/>
          </p:nvPr>
        </p:nvSpPr>
        <p:spPr/>
        <p:txBody>
          <a:bodyPr/>
          <a:lstStyle/>
          <a:p>
            <a:r>
              <a:rPr lang="en-US" dirty="0"/>
              <a:t>Vision and Objectives</a:t>
            </a:r>
            <a:endParaRPr lang="en-ZA" dirty="0"/>
          </a:p>
        </p:txBody>
      </p:sp>
      <p:sp>
        <p:nvSpPr>
          <p:cNvPr id="73" name="Text Placeholder 1">
            <a:extLst>
              <a:ext uri="{FF2B5EF4-FFF2-40B4-BE49-F238E27FC236}">
                <a16:creationId xmlns:a16="http://schemas.microsoft.com/office/drawing/2014/main" id="{8C7B80B6-F8E0-40E3-ABF8-8318C79424FE}"/>
              </a:ext>
            </a:extLst>
          </p:cNvPr>
          <p:cNvSpPr txBox="1">
            <a:spLocks/>
          </p:cNvSpPr>
          <p:nvPr/>
        </p:nvSpPr>
        <p:spPr>
          <a:xfrm>
            <a:off x="940445" y="1352743"/>
            <a:ext cx="10442902" cy="18300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1" i="0" u="none" strike="noStrike" kern="1200" cap="none" spc="0" normalizeH="0" baseline="0" noProof="0" dirty="0">
                <a:ln>
                  <a:noFill/>
                </a:ln>
                <a:solidFill>
                  <a:srgbClr val="BCD727"/>
                </a:solidFill>
                <a:effectLst/>
                <a:uLnTx/>
                <a:uFillTx/>
                <a:latin typeface="Proxima Nova Lt" panose="02000506030000020004" pitchFamily="50" charset="0"/>
                <a:ea typeface="+mn-ea"/>
                <a:cs typeface="+mn-cs"/>
              </a:rPr>
              <a:t>Project Vision : </a:t>
            </a:r>
          </a:p>
          <a:p>
            <a:pPr marL="0" marR="0" lvl="0" indent="0" defTabSz="914400" rtl="0" eaLnBrk="1" fontAlgn="auto" latinLnBrk="0" hangingPunct="1">
              <a:lnSpc>
                <a:spcPct val="90000"/>
              </a:lnSpc>
              <a:spcBef>
                <a:spcPts val="1000"/>
              </a:spcBef>
              <a:spcAft>
                <a:spcPts val="0"/>
              </a:spcAft>
              <a:buClrTx/>
              <a:buSzTx/>
              <a:buNone/>
              <a:tabLst/>
              <a:defRPr/>
            </a:pPr>
            <a:r>
              <a:rPr lang="en-US" sz="2000" dirty="0">
                <a:solidFill>
                  <a:schemeClr val="tx1">
                    <a:lumMod val="65000"/>
                    <a:lumOff val="35000"/>
                  </a:schemeClr>
                </a:solidFill>
              </a:rPr>
              <a:t>A centralized, standardized void workflow that tracks the end-to-end void progress, minimizes delays, and provides visibility into upcoming work, expected timelines &amp; responsibilities.</a:t>
            </a:r>
            <a:r>
              <a:rPr lang="en-ZA" sz="2000" dirty="0">
                <a:solidFill>
                  <a:schemeClr val="tx1">
                    <a:lumMod val="65000"/>
                    <a:lumOff val="35000"/>
                  </a:schemeClr>
                </a:solidFill>
              </a:rPr>
              <a:t> </a:t>
            </a:r>
          </a:p>
          <a:p>
            <a:pPr marL="0" marR="0" lvl="0" indent="0" algn="l" defTabSz="914400" rtl="0" eaLnBrk="1" fontAlgn="auto" latinLnBrk="0" hangingPunct="1">
              <a:lnSpc>
                <a:spcPct val="90000"/>
              </a:lnSpc>
              <a:spcBef>
                <a:spcPts val="1000"/>
              </a:spcBef>
              <a:spcAft>
                <a:spcPts val="0"/>
              </a:spcAft>
              <a:buClrTx/>
              <a:buSzTx/>
              <a:buNone/>
              <a:tabLst/>
              <a:defRPr/>
            </a:pPr>
            <a:r>
              <a:rPr lang="en-ZA" sz="2000" dirty="0">
                <a:solidFill>
                  <a:schemeClr val="tx1">
                    <a:lumMod val="65000"/>
                    <a:lumOff val="35000"/>
                  </a:schemeClr>
                </a:solidFill>
              </a:rPr>
              <a:t>The solution will be delivered in increments, providing tangible business value on a regular basis.</a:t>
            </a:r>
          </a:p>
        </p:txBody>
      </p:sp>
      <p:sp>
        <p:nvSpPr>
          <p:cNvPr id="30" name="Flowchart: Connector 29">
            <a:extLst>
              <a:ext uri="{FF2B5EF4-FFF2-40B4-BE49-F238E27FC236}">
                <a16:creationId xmlns:a16="http://schemas.microsoft.com/office/drawing/2014/main" id="{89C0F108-7514-4D42-A17E-BA2EADD56C7C}"/>
              </a:ext>
            </a:extLst>
          </p:cNvPr>
          <p:cNvSpPr/>
          <p:nvPr/>
        </p:nvSpPr>
        <p:spPr>
          <a:xfrm>
            <a:off x="739446" y="3969630"/>
            <a:ext cx="1671559" cy="1586789"/>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a:t>Measure Targets, Timeframes &amp; KPIs</a:t>
            </a:r>
            <a:endParaRPr lang="en-ZA" sz="1400"/>
          </a:p>
        </p:txBody>
      </p:sp>
      <p:sp>
        <p:nvSpPr>
          <p:cNvPr id="31" name="Flowchart: Connector 30">
            <a:extLst>
              <a:ext uri="{FF2B5EF4-FFF2-40B4-BE49-F238E27FC236}">
                <a16:creationId xmlns:a16="http://schemas.microsoft.com/office/drawing/2014/main" id="{3AF94861-60E5-4EEB-9D82-034AF301D936}"/>
              </a:ext>
            </a:extLst>
          </p:cNvPr>
          <p:cNvSpPr/>
          <p:nvPr/>
        </p:nvSpPr>
        <p:spPr>
          <a:xfrm>
            <a:off x="2307230" y="3969630"/>
            <a:ext cx="1671559" cy="1586789"/>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a:t>Visibility into Progress, Delays &amp; Forecasted Completion</a:t>
            </a:r>
          </a:p>
        </p:txBody>
      </p:sp>
      <p:sp>
        <p:nvSpPr>
          <p:cNvPr id="32" name="Flowchart: Connector 31">
            <a:extLst>
              <a:ext uri="{FF2B5EF4-FFF2-40B4-BE49-F238E27FC236}">
                <a16:creationId xmlns:a16="http://schemas.microsoft.com/office/drawing/2014/main" id="{C7708346-8824-40A2-A2EA-C3576E08B61B}"/>
              </a:ext>
            </a:extLst>
          </p:cNvPr>
          <p:cNvSpPr/>
          <p:nvPr/>
        </p:nvSpPr>
        <p:spPr>
          <a:xfrm>
            <a:off x="3875014" y="3969630"/>
            <a:ext cx="1671559" cy="1586789"/>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a:t>Visibility into Team Workload</a:t>
            </a:r>
            <a:endParaRPr lang="en-ZA" sz="1400"/>
          </a:p>
        </p:txBody>
      </p:sp>
      <p:sp>
        <p:nvSpPr>
          <p:cNvPr id="36" name="Text Placeholder 1">
            <a:extLst>
              <a:ext uri="{FF2B5EF4-FFF2-40B4-BE49-F238E27FC236}">
                <a16:creationId xmlns:a16="http://schemas.microsoft.com/office/drawing/2014/main" id="{BE8B4CEC-8EFE-472A-973D-A215A8C46158}"/>
              </a:ext>
            </a:extLst>
          </p:cNvPr>
          <p:cNvSpPr txBox="1">
            <a:spLocks/>
          </p:cNvSpPr>
          <p:nvPr/>
        </p:nvSpPr>
        <p:spPr>
          <a:xfrm>
            <a:off x="940444" y="3353685"/>
            <a:ext cx="10943745" cy="4518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1" i="0" u="none" strike="noStrike" kern="1200" cap="none" spc="0" normalizeH="0" baseline="0" noProof="0">
                <a:ln>
                  <a:noFill/>
                </a:ln>
                <a:solidFill>
                  <a:srgbClr val="BCD727"/>
                </a:solidFill>
                <a:effectLst/>
                <a:uLnTx/>
                <a:uFillTx/>
                <a:latin typeface="Proxima Nova Lt" panose="02000506030000020004" pitchFamily="50" charset="0"/>
                <a:ea typeface="+mn-ea"/>
                <a:cs typeface="+mn-cs"/>
              </a:rPr>
              <a:t>Key Objectives : </a:t>
            </a:r>
          </a:p>
        </p:txBody>
      </p:sp>
      <p:sp>
        <p:nvSpPr>
          <p:cNvPr id="3" name="Flowchart: Connector 2">
            <a:extLst>
              <a:ext uri="{FF2B5EF4-FFF2-40B4-BE49-F238E27FC236}">
                <a16:creationId xmlns:a16="http://schemas.microsoft.com/office/drawing/2014/main" id="{39469DCF-EE36-6081-95B9-ABA1A0B01417}"/>
              </a:ext>
            </a:extLst>
          </p:cNvPr>
          <p:cNvSpPr/>
          <p:nvPr/>
        </p:nvSpPr>
        <p:spPr>
          <a:xfrm>
            <a:off x="5442798" y="3969630"/>
            <a:ext cx="1671559" cy="1586789"/>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defRPr/>
            </a:pPr>
            <a:endParaRPr lang="en-GB" sz="1350"/>
          </a:p>
        </p:txBody>
      </p:sp>
      <p:sp>
        <p:nvSpPr>
          <p:cNvPr id="33" name="Flowchart: Connector 32">
            <a:extLst>
              <a:ext uri="{FF2B5EF4-FFF2-40B4-BE49-F238E27FC236}">
                <a16:creationId xmlns:a16="http://schemas.microsoft.com/office/drawing/2014/main" id="{EBD0486B-1B71-4E7C-B7FE-3C3B4B7F06C9}"/>
              </a:ext>
            </a:extLst>
          </p:cNvPr>
          <p:cNvSpPr/>
          <p:nvPr/>
        </p:nvSpPr>
        <p:spPr>
          <a:xfrm>
            <a:off x="7010582" y="3969630"/>
            <a:ext cx="1671559" cy="1586789"/>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defRPr/>
            </a:pPr>
            <a:r>
              <a:rPr lang="en-GB" sz="1400"/>
              <a:t>Standardise Process while Allowing for Flexibility</a:t>
            </a:r>
          </a:p>
        </p:txBody>
      </p:sp>
      <p:sp>
        <p:nvSpPr>
          <p:cNvPr id="2" name="Flowchart: Connector 1">
            <a:extLst>
              <a:ext uri="{FF2B5EF4-FFF2-40B4-BE49-F238E27FC236}">
                <a16:creationId xmlns:a16="http://schemas.microsoft.com/office/drawing/2014/main" id="{407A71B3-13B5-1029-449B-0CCE72FC0F7D}"/>
              </a:ext>
            </a:extLst>
          </p:cNvPr>
          <p:cNvSpPr/>
          <p:nvPr/>
        </p:nvSpPr>
        <p:spPr>
          <a:xfrm>
            <a:off x="8578366" y="3969630"/>
            <a:ext cx="1671559" cy="1586789"/>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defRPr/>
            </a:pPr>
            <a:r>
              <a:rPr lang="en-GB" sz="1400"/>
              <a:t>Automate Notifications to Internal Teams</a:t>
            </a:r>
          </a:p>
        </p:txBody>
      </p:sp>
      <p:sp>
        <p:nvSpPr>
          <p:cNvPr id="34" name="Flowchart: Connector 33">
            <a:extLst>
              <a:ext uri="{FF2B5EF4-FFF2-40B4-BE49-F238E27FC236}">
                <a16:creationId xmlns:a16="http://schemas.microsoft.com/office/drawing/2014/main" id="{E3E4FAEC-5C16-4612-9ABC-043630BFFCCE}"/>
              </a:ext>
            </a:extLst>
          </p:cNvPr>
          <p:cNvSpPr/>
          <p:nvPr/>
        </p:nvSpPr>
        <p:spPr>
          <a:xfrm>
            <a:off x="10146150" y="3969630"/>
            <a:ext cx="1671559" cy="1586789"/>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a:solidFill>
                  <a:schemeClr val="bg1"/>
                </a:solidFill>
              </a:rPr>
              <a:t>Move Towards Single View of Customer &amp; Property</a:t>
            </a:r>
            <a:endParaRPr lang="en-ZA" sz="1400">
              <a:solidFill>
                <a:schemeClr val="bg1"/>
              </a:solidFill>
            </a:endParaRPr>
          </a:p>
        </p:txBody>
      </p:sp>
      <p:sp>
        <p:nvSpPr>
          <p:cNvPr id="4" name="TextBox 3">
            <a:extLst>
              <a:ext uri="{FF2B5EF4-FFF2-40B4-BE49-F238E27FC236}">
                <a16:creationId xmlns:a16="http://schemas.microsoft.com/office/drawing/2014/main" id="{AC15D726-90FB-41D6-7E83-F515FD131D5D}"/>
              </a:ext>
            </a:extLst>
          </p:cNvPr>
          <p:cNvSpPr txBox="1"/>
          <p:nvPr/>
        </p:nvSpPr>
        <p:spPr>
          <a:xfrm>
            <a:off x="5442798" y="4519671"/>
            <a:ext cx="1671559" cy="475655"/>
          </a:xfrm>
          <a:prstGeom prst="rect">
            <a:avLst/>
          </a:prstGeom>
          <a:noFill/>
        </p:spPr>
        <p:txBody>
          <a:bodyPr wrap="square" rtlCol="0">
            <a:spAutoFit/>
          </a:bodyPr>
          <a:lstStyle/>
          <a:p>
            <a:pPr marR="0" lvl="0" indent="0" algn="ctr" fontAlgn="auto">
              <a:lnSpc>
                <a:spcPct val="100000"/>
              </a:lnSpc>
              <a:spcBef>
                <a:spcPts val="0"/>
              </a:spcBef>
              <a:spcAft>
                <a:spcPts val="0"/>
              </a:spcAft>
              <a:buClrTx/>
              <a:buSzTx/>
              <a:buFontTx/>
              <a:buNone/>
              <a:tabLst/>
              <a:defRPr/>
            </a:pPr>
            <a:r>
              <a:rPr lang="en-GB" sz="1400">
                <a:solidFill>
                  <a:schemeClr val="bg1"/>
                </a:solidFill>
              </a:rPr>
              <a:t>Clear Responsibility</a:t>
            </a:r>
          </a:p>
        </p:txBody>
      </p:sp>
    </p:spTree>
    <p:extLst>
      <p:ext uri="{BB962C8B-B14F-4D97-AF65-F5344CB8AC3E}">
        <p14:creationId xmlns:p14="http://schemas.microsoft.com/office/powerpoint/2010/main" val="419252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F060A0-A02A-C863-69B6-83C2C129863A}"/>
              </a:ext>
            </a:extLst>
          </p:cNvPr>
          <p:cNvSpPr>
            <a:spLocks noGrp="1"/>
          </p:cNvSpPr>
          <p:nvPr>
            <p:ph type="body" sz="quarter" idx="11"/>
          </p:nvPr>
        </p:nvSpPr>
        <p:spPr/>
        <p:txBody>
          <a:bodyPr/>
          <a:lstStyle/>
          <a:p>
            <a:r>
              <a:rPr lang="en-US"/>
              <a:t>Context Diagram</a:t>
            </a:r>
            <a:endParaRPr lang="en-ZA"/>
          </a:p>
        </p:txBody>
      </p:sp>
    </p:spTree>
    <p:extLst>
      <p:ext uri="{BB962C8B-B14F-4D97-AF65-F5344CB8AC3E}">
        <p14:creationId xmlns:p14="http://schemas.microsoft.com/office/powerpoint/2010/main" val="1328899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F060A0-A02A-C863-69B6-83C2C129863A}"/>
              </a:ext>
            </a:extLst>
          </p:cNvPr>
          <p:cNvSpPr>
            <a:spLocks noGrp="1"/>
          </p:cNvSpPr>
          <p:nvPr>
            <p:ph type="body" sz="quarter" idx="11"/>
          </p:nvPr>
        </p:nvSpPr>
        <p:spPr/>
        <p:txBody>
          <a:bodyPr/>
          <a:lstStyle/>
          <a:p>
            <a:r>
              <a:rPr lang="en-US">
                <a:latin typeface="Proxima Nova Lt"/>
              </a:rPr>
              <a:t>Proof of Concept</a:t>
            </a:r>
            <a:endParaRPr lang="en-US"/>
          </a:p>
        </p:txBody>
      </p:sp>
      <p:pic>
        <p:nvPicPr>
          <p:cNvPr id="3" name="Picture 2">
            <a:extLst>
              <a:ext uri="{FF2B5EF4-FFF2-40B4-BE49-F238E27FC236}">
                <a16:creationId xmlns:a16="http://schemas.microsoft.com/office/drawing/2014/main" id="{0D42F2C6-8DF3-5288-9116-22D8CE5D50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7775" y="1298376"/>
            <a:ext cx="8958299" cy="5193323"/>
          </a:xfrm>
          <a:prstGeom prst="rect">
            <a:avLst/>
          </a:prstGeom>
        </p:spPr>
      </p:pic>
      <p:pic>
        <p:nvPicPr>
          <p:cNvPr id="6" name="Picture 6" descr="Graphical user interface, text&#10;&#10;Description automatically generated">
            <a:extLst>
              <a:ext uri="{FF2B5EF4-FFF2-40B4-BE49-F238E27FC236}">
                <a16:creationId xmlns:a16="http://schemas.microsoft.com/office/drawing/2014/main" id="{C4A91876-A80E-B968-BBD4-AA9D1FAE06E4}"/>
              </a:ext>
            </a:extLst>
          </p:cNvPr>
          <p:cNvPicPr>
            <a:picLocks noChangeAspect="1"/>
          </p:cNvPicPr>
          <p:nvPr/>
        </p:nvPicPr>
        <p:blipFill>
          <a:blip r:embed="rId4"/>
          <a:stretch>
            <a:fillRect/>
          </a:stretch>
        </p:blipFill>
        <p:spPr>
          <a:xfrm>
            <a:off x="2470417" y="1607330"/>
            <a:ext cx="6815737" cy="4283675"/>
          </a:xfrm>
          <a:prstGeom prst="rect">
            <a:avLst/>
          </a:prstGeom>
        </p:spPr>
      </p:pic>
      <p:sp>
        <p:nvSpPr>
          <p:cNvPr id="8" name="Speech Bubble: Rectangle with Corners Rounded 7">
            <a:extLst>
              <a:ext uri="{FF2B5EF4-FFF2-40B4-BE49-F238E27FC236}">
                <a16:creationId xmlns:a16="http://schemas.microsoft.com/office/drawing/2014/main" id="{74B6D8BD-5889-7B2F-22EF-E2A7DB352D93}"/>
              </a:ext>
            </a:extLst>
          </p:cNvPr>
          <p:cNvSpPr/>
          <p:nvPr/>
        </p:nvSpPr>
        <p:spPr>
          <a:xfrm>
            <a:off x="9362063" y="2652985"/>
            <a:ext cx="1988022" cy="1096182"/>
          </a:xfrm>
          <a:prstGeom prst="wedgeRoundRectCallout">
            <a:avLst>
              <a:gd name="adj1" fmla="val -81847"/>
              <a:gd name="adj2" fmla="val 35768"/>
              <a:gd name="adj3" fmla="val 16667"/>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t>Initiate a new void from the relevant Tenancy</a:t>
            </a:r>
            <a:endParaRPr lang="en-US" sz="1600" dirty="0"/>
          </a:p>
        </p:txBody>
      </p:sp>
    </p:spTree>
    <p:extLst>
      <p:ext uri="{BB962C8B-B14F-4D97-AF65-F5344CB8AC3E}">
        <p14:creationId xmlns:p14="http://schemas.microsoft.com/office/powerpoint/2010/main" val="1884266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F060A0-A02A-C863-69B6-83C2C129863A}"/>
              </a:ext>
            </a:extLst>
          </p:cNvPr>
          <p:cNvSpPr>
            <a:spLocks noGrp="1"/>
          </p:cNvSpPr>
          <p:nvPr>
            <p:ph type="body" sz="quarter" idx="11"/>
          </p:nvPr>
        </p:nvSpPr>
        <p:spPr/>
        <p:txBody>
          <a:bodyPr/>
          <a:lstStyle/>
          <a:p>
            <a:r>
              <a:rPr lang="en-US">
                <a:latin typeface="Proxima Nova Lt"/>
              </a:rPr>
              <a:t>Proof of Concept</a:t>
            </a:r>
            <a:endParaRPr lang="en-US"/>
          </a:p>
        </p:txBody>
      </p:sp>
      <p:pic>
        <p:nvPicPr>
          <p:cNvPr id="3" name="Picture 2">
            <a:extLst>
              <a:ext uri="{FF2B5EF4-FFF2-40B4-BE49-F238E27FC236}">
                <a16:creationId xmlns:a16="http://schemas.microsoft.com/office/drawing/2014/main" id="{0D42F2C6-8DF3-5288-9116-22D8CE5D50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5767" y="1298376"/>
            <a:ext cx="8958299" cy="5193323"/>
          </a:xfrm>
          <a:prstGeom prst="rect">
            <a:avLst/>
          </a:prstGeom>
        </p:spPr>
      </p:pic>
      <p:pic>
        <p:nvPicPr>
          <p:cNvPr id="4" name="Picture 4" descr="Graphical user interface, application&#10;&#10;Description automatically generated">
            <a:extLst>
              <a:ext uri="{FF2B5EF4-FFF2-40B4-BE49-F238E27FC236}">
                <a16:creationId xmlns:a16="http://schemas.microsoft.com/office/drawing/2014/main" id="{67EFEDAA-A384-745F-85D1-8F1C0DB3D34B}"/>
              </a:ext>
            </a:extLst>
          </p:cNvPr>
          <p:cNvPicPr>
            <a:picLocks noChangeAspect="1"/>
          </p:cNvPicPr>
          <p:nvPr/>
        </p:nvPicPr>
        <p:blipFill>
          <a:blip r:embed="rId3"/>
          <a:stretch>
            <a:fillRect/>
          </a:stretch>
        </p:blipFill>
        <p:spPr>
          <a:xfrm>
            <a:off x="2527560" y="1630896"/>
            <a:ext cx="6768204" cy="4230816"/>
          </a:xfrm>
          <a:prstGeom prst="rect">
            <a:avLst/>
          </a:prstGeom>
        </p:spPr>
      </p:pic>
      <p:sp>
        <p:nvSpPr>
          <p:cNvPr id="5" name="Speech Bubble: Rectangle with Corners Rounded 4">
            <a:extLst>
              <a:ext uri="{FF2B5EF4-FFF2-40B4-BE49-F238E27FC236}">
                <a16:creationId xmlns:a16="http://schemas.microsoft.com/office/drawing/2014/main" id="{C93AEE2D-35EA-0E5C-3AA6-6A842E767E71}"/>
              </a:ext>
            </a:extLst>
          </p:cNvPr>
          <p:cNvSpPr/>
          <p:nvPr/>
        </p:nvSpPr>
        <p:spPr>
          <a:xfrm>
            <a:off x="9489639" y="2780522"/>
            <a:ext cx="1732870" cy="1622077"/>
          </a:xfrm>
          <a:prstGeom prst="wedgeRoundRectCallout">
            <a:avLst>
              <a:gd name="adj1" fmla="val -70001"/>
              <a:gd name="adj2" fmla="val 31226"/>
              <a:gd name="adj3" fmla="val 16667"/>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ZA" sz="1600" dirty="0"/>
              <a:t>Tasks created with due dates based on void start &amp; future vacant date</a:t>
            </a:r>
          </a:p>
        </p:txBody>
      </p:sp>
      <p:sp>
        <p:nvSpPr>
          <p:cNvPr id="8" name="Speech Bubble: Rectangle with Corners Rounded 7">
            <a:extLst>
              <a:ext uri="{FF2B5EF4-FFF2-40B4-BE49-F238E27FC236}">
                <a16:creationId xmlns:a16="http://schemas.microsoft.com/office/drawing/2014/main" id="{5BFEF408-6425-F487-37FC-4EFAEB37104E}"/>
              </a:ext>
            </a:extLst>
          </p:cNvPr>
          <p:cNvSpPr/>
          <p:nvPr/>
        </p:nvSpPr>
        <p:spPr>
          <a:xfrm>
            <a:off x="545543" y="1516937"/>
            <a:ext cx="1688366" cy="2140664"/>
          </a:xfrm>
          <a:prstGeom prst="wedgeRoundRectCallout">
            <a:avLst>
              <a:gd name="adj1" fmla="val 67993"/>
              <a:gd name="adj2" fmla="val -23176"/>
              <a:gd name="adj3" fmla="val 16667"/>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ZA" sz="1600" dirty="0"/>
              <a:t>Void record creates single source of truth for collaboration &amp; tracking of all void activities</a:t>
            </a:r>
          </a:p>
        </p:txBody>
      </p:sp>
    </p:spTree>
    <p:extLst>
      <p:ext uri="{BB962C8B-B14F-4D97-AF65-F5344CB8AC3E}">
        <p14:creationId xmlns:p14="http://schemas.microsoft.com/office/powerpoint/2010/main" val="1818151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F060A0-A02A-C863-69B6-83C2C129863A}"/>
              </a:ext>
            </a:extLst>
          </p:cNvPr>
          <p:cNvSpPr>
            <a:spLocks noGrp="1"/>
          </p:cNvSpPr>
          <p:nvPr>
            <p:ph type="body" sz="quarter" idx="11"/>
          </p:nvPr>
        </p:nvSpPr>
        <p:spPr/>
        <p:txBody>
          <a:bodyPr/>
          <a:lstStyle/>
          <a:p>
            <a:r>
              <a:rPr lang="en-US"/>
              <a:t>Proposed Data Model</a:t>
            </a:r>
            <a:endParaRPr lang="en-ZA"/>
          </a:p>
        </p:txBody>
      </p:sp>
      <p:pic>
        <p:nvPicPr>
          <p:cNvPr id="6" name="Picture 5">
            <a:extLst>
              <a:ext uri="{FF2B5EF4-FFF2-40B4-BE49-F238E27FC236}">
                <a16:creationId xmlns:a16="http://schemas.microsoft.com/office/drawing/2014/main" id="{F34D7D12-4D97-92E7-6C0B-B263C2A13A7B}"/>
              </a:ext>
            </a:extLst>
          </p:cNvPr>
          <p:cNvPicPr>
            <a:picLocks noChangeAspect="1"/>
          </p:cNvPicPr>
          <p:nvPr/>
        </p:nvPicPr>
        <p:blipFill>
          <a:blip r:embed="rId2"/>
          <a:stretch>
            <a:fillRect/>
          </a:stretch>
        </p:blipFill>
        <p:spPr>
          <a:xfrm>
            <a:off x="1401320" y="558265"/>
            <a:ext cx="10088036" cy="6206656"/>
          </a:xfrm>
          <a:prstGeom prst="rect">
            <a:avLst/>
          </a:prstGeom>
        </p:spPr>
      </p:pic>
    </p:spTree>
    <p:extLst>
      <p:ext uri="{BB962C8B-B14F-4D97-AF65-F5344CB8AC3E}">
        <p14:creationId xmlns:p14="http://schemas.microsoft.com/office/powerpoint/2010/main" val="1471194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F060A0-A02A-C863-69B6-83C2C129863A}"/>
              </a:ext>
            </a:extLst>
          </p:cNvPr>
          <p:cNvSpPr>
            <a:spLocks noGrp="1"/>
          </p:cNvSpPr>
          <p:nvPr>
            <p:ph type="body" sz="quarter" idx="11"/>
          </p:nvPr>
        </p:nvSpPr>
        <p:spPr/>
        <p:txBody>
          <a:bodyPr/>
          <a:lstStyle/>
          <a:p>
            <a:r>
              <a:rPr lang="en-US">
                <a:latin typeface="Proxima Nova Lt"/>
              </a:rPr>
              <a:t>Proposed Roadmap</a:t>
            </a:r>
            <a:endParaRPr lang="en-US">
              <a:highlight>
                <a:srgbClr val="00FF00"/>
              </a:highlight>
            </a:endParaRPr>
          </a:p>
        </p:txBody>
      </p:sp>
      <p:sp>
        <p:nvSpPr>
          <p:cNvPr id="7" name="Arrow: Chevron 6">
            <a:extLst>
              <a:ext uri="{FF2B5EF4-FFF2-40B4-BE49-F238E27FC236}">
                <a16:creationId xmlns:a16="http://schemas.microsoft.com/office/drawing/2014/main" id="{718D3215-D6BD-81CB-78E2-69DE158B2876}"/>
              </a:ext>
            </a:extLst>
          </p:cNvPr>
          <p:cNvSpPr/>
          <p:nvPr/>
        </p:nvSpPr>
        <p:spPr>
          <a:xfrm>
            <a:off x="879970" y="1303507"/>
            <a:ext cx="4268101" cy="514989"/>
          </a:xfrm>
          <a:prstGeom prst="chevron">
            <a:avLst>
              <a:gd name="adj" fmla="val 26234"/>
            </a:avLst>
          </a:prstGeom>
          <a:solidFill>
            <a:schemeClr val="bg2">
              <a:lumMod val="50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a:solidFill>
                <a:schemeClr val="tx2">
                  <a:lumMod val="75000"/>
                </a:schemeClr>
              </a:solidFill>
            </a:endParaRPr>
          </a:p>
        </p:txBody>
      </p:sp>
      <p:sp>
        <p:nvSpPr>
          <p:cNvPr id="8" name="TextBox 3">
            <a:extLst>
              <a:ext uri="{FF2B5EF4-FFF2-40B4-BE49-F238E27FC236}">
                <a16:creationId xmlns:a16="http://schemas.microsoft.com/office/drawing/2014/main" id="{156263D0-620E-4E73-2196-AD897E424051}"/>
              </a:ext>
            </a:extLst>
          </p:cNvPr>
          <p:cNvSpPr txBox="1"/>
          <p:nvPr/>
        </p:nvSpPr>
        <p:spPr>
          <a:xfrm>
            <a:off x="879969" y="1376335"/>
            <a:ext cx="3769371" cy="369332"/>
          </a:xfrm>
          <a:prstGeom prst="rect">
            <a:avLst/>
          </a:prstGeom>
          <a:noFill/>
          <a:ln>
            <a:noFill/>
          </a:ln>
        </p:spPr>
        <p:txBody>
          <a:bodyPr wrap="square"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solidFill>
                  <a:schemeClr val="bg1"/>
                </a:solidFill>
                <a:latin typeface="Proxima Nova Lt"/>
              </a:rPr>
              <a:t>Release 1</a:t>
            </a:r>
            <a:endParaRPr lang="en-US">
              <a:solidFill>
                <a:schemeClr val="bg1"/>
              </a:solidFill>
              <a:latin typeface="Proxima Nova Lt" panose="02000506030000020004" pitchFamily="50" charset="0"/>
            </a:endParaRPr>
          </a:p>
        </p:txBody>
      </p:sp>
      <p:sp>
        <p:nvSpPr>
          <p:cNvPr id="9" name="Arrow: Chevron 8">
            <a:extLst>
              <a:ext uri="{FF2B5EF4-FFF2-40B4-BE49-F238E27FC236}">
                <a16:creationId xmlns:a16="http://schemas.microsoft.com/office/drawing/2014/main" id="{1CF6DCA2-EB34-E6A1-9D7C-B3AEB21CDD67}"/>
              </a:ext>
            </a:extLst>
          </p:cNvPr>
          <p:cNvSpPr/>
          <p:nvPr/>
        </p:nvSpPr>
        <p:spPr>
          <a:xfrm>
            <a:off x="5093270" y="1303507"/>
            <a:ext cx="6734142" cy="514989"/>
          </a:xfrm>
          <a:prstGeom prst="chevron">
            <a:avLst>
              <a:gd name="adj" fmla="val 26234"/>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solidFill>
                <a:schemeClr val="tx2">
                  <a:lumMod val="40000"/>
                  <a:lumOff val="60000"/>
                </a:schemeClr>
              </a:solidFill>
            </a:endParaRPr>
          </a:p>
        </p:txBody>
      </p:sp>
      <p:sp>
        <p:nvSpPr>
          <p:cNvPr id="10" name="TextBox 3">
            <a:extLst>
              <a:ext uri="{FF2B5EF4-FFF2-40B4-BE49-F238E27FC236}">
                <a16:creationId xmlns:a16="http://schemas.microsoft.com/office/drawing/2014/main" id="{F4409ADA-057A-AAC1-2DAB-2CBE76D77F08}"/>
              </a:ext>
            </a:extLst>
          </p:cNvPr>
          <p:cNvSpPr txBox="1"/>
          <p:nvPr/>
        </p:nvSpPr>
        <p:spPr>
          <a:xfrm>
            <a:off x="5178763" y="1376335"/>
            <a:ext cx="5960020" cy="369332"/>
          </a:xfrm>
          <a:prstGeom prst="rect">
            <a:avLst/>
          </a:prstGeom>
          <a:noFill/>
          <a:ln>
            <a:noFill/>
          </a:ln>
        </p:spPr>
        <p:txBody>
          <a:bodyPr wrap="square"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solidFill>
                  <a:schemeClr val="bg1"/>
                </a:solidFill>
                <a:latin typeface="Proxima Nova Lt"/>
              </a:rPr>
              <a:t>Future</a:t>
            </a:r>
            <a:endParaRPr lang="en-US">
              <a:solidFill>
                <a:schemeClr val="bg1"/>
              </a:solidFill>
              <a:latin typeface="Proxima Nova Lt" panose="02000506030000020004" pitchFamily="50" charset="0"/>
            </a:endParaRPr>
          </a:p>
        </p:txBody>
      </p:sp>
      <p:sp>
        <p:nvSpPr>
          <p:cNvPr id="16" name="Rectangle 15">
            <a:extLst>
              <a:ext uri="{FF2B5EF4-FFF2-40B4-BE49-F238E27FC236}">
                <a16:creationId xmlns:a16="http://schemas.microsoft.com/office/drawing/2014/main" id="{45AE3948-F3B5-0B08-2432-3B797380AFEA}"/>
              </a:ext>
            </a:extLst>
          </p:cNvPr>
          <p:cNvSpPr/>
          <p:nvPr/>
        </p:nvSpPr>
        <p:spPr>
          <a:xfrm>
            <a:off x="879969" y="1898560"/>
            <a:ext cx="4143426" cy="341384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17" name="Text Placeholder 3">
            <a:extLst>
              <a:ext uri="{FF2B5EF4-FFF2-40B4-BE49-F238E27FC236}">
                <a16:creationId xmlns:a16="http://schemas.microsoft.com/office/drawing/2014/main" id="{DB6BC475-499C-C01E-DDEE-36D97BD7C548}"/>
              </a:ext>
            </a:extLst>
          </p:cNvPr>
          <p:cNvSpPr txBox="1">
            <a:spLocks/>
          </p:cNvSpPr>
          <p:nvPr/>
        </p:nvSpPr>
        <p:spPr>
          <a:xfrm>
            <a:off x="979961" y="2009598"/>
            <a:ext cx="3918931" cy="3038948"/>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ZA" sz="1200">
                <a:solidFill>
                  <a:schemeClr val="bg2"/>
                </a:solidFill>
                <a:latin typeface="Proxima Nova Lt"/>
              </a:rPr>
              <a:t>Create &amp; Complete End-to-End Void Workflow</a:t>
            </a:r>
          </a:p>
          <a:p>
            <a:pPr>
              <a:buClr>
                <a:schemeClr val="accent6"/>
              </a:buClr>
            </a:pPr>
            <a:r>
              <a:rPr lang="en-ZA" sz="1200">
                <a:solidFill>
                  <a:schemeClr val="bg2"/>
                </a:solidFill>
                <a:latin typeface="Proxima Nova Lt"/>
              </a:rPr>
              <a:t>Calculating &amp; </a:t>
            </a:r>
            <a:r>
              <a:rPr lang="en-US" sz="1200">
                <a:solidFill>
                  <a:schemeClr val="bg2"/>
                </a:solidFill>
                <a:latin typeface="Proxima Nova Lt"/>
              </a:rPr>
              <a:t>Revising Estimated Timelines</a:t>
            </a:r>
          </a:p>
          <a:p>
            <a:pPr>
              <a:buClr>
                <a:schemeClr val="accent6"/>
              </a:buClr>
            </a:pPr>
            <a:r>
              <a:rPr lang="en-ZA" sz="1200">
                <a:solidFill>
                  <a:schemeClr val="bg2"/>
                </a:solidFill>
                <a:latin typeface="Proxima Nova Lt"/>
              </a:rPr>
              <a:t>Update Salesforce Unit </a:t>
            </a:r>
          </a:p>
          <a:p>
            <a:pPr>
              <a:buClr>
                <a:schemeClr val="accent6"/>
              </a:buClr>
            </a:pPr>
            <a:r>
              <a:rPr lang="en-ZA" sz="1200">
                <a:solidFill>
                  <a:schemeClr val="bg2"/>
                </a:solidFill>
                <a:latin typeface="Proxima Nova Lt"/>
              </a:rPr>
              <a:t>User/Team Task Lists</a:t>
            </a:r>
          </a:p>
          <a:p>
            <a:pPr>
              <a:buClr>
                <a:schemeClr val="accent6"/>
              </a:buClr>
            </a:pPr>
            <a:r>
              <a:rPr lang="en-ZA" sz="1200">
                <a:solidFill>
                  <a:schemeClr val="bg2"/>
                </a:solidFill>
                <a:latin typeface="Proxima Nova Lt"/>
              </a:rPr>
              <a:t>Dashboards - KPIs &amp; Voids Behind Schedule</a:t>
            </a:r>
          </a:p>
          <a:p>
            <a:pPr>
              <a:buClr>
                <a:schemeClr val="accent6"/>
              </a:buClr>
            </a:pPr>
            <a:r>
              <a:rPr lang="en-ZA" sz="1200">
                <a:solidFill>
                  <a:schemeClr val="bg2"/>
                </a:solidFill>
                <a:latin typeface="Proxima Nova Lt"/>
              </a:rPr>
              <a:t>See Voids by Unit &amp; Building</a:t>
            </a:r>
          </a:p>
          <a:p>
            <a:pPr>
              <a:buClr>
                <a:schemeClr val="accent6"/>
              </a:buClr>
            </a:pPr>
            <a:r>
              <a:rPr lang="en-ZA" sz="1200">
                <a:solidFill>
                  <a:schemeClr val="bg2"/>
                </a:solidFill>
                <a:latin typeface="Proxima Nova Lt"/>
              </a:rPr>
              <a:t>Property Calendar of Onsite Void Tasks</a:t>
            </a:r>
          </a:p>
          <a:p>
            <a:pPr>
              <a:buClr>
                <a:schemeClr val="accent6"/>
              </a:buClr>
            </a:pPr>
            <a:r>
              <a:rPr lang="en-ZA" sz="1200">
                <a:solidFill>
                  <a:schemeClr val="bg2"/>
                </a:solidFill>
                <a:latin typeface="Proxima Nova Lt"/>
              </a:rPr>
              <a:t>Upload Void Documents </a:t>
            </a:r>
            <a:endParaRPr lang="en-ZA" sz="1200">
              <a:solidFill>
                <a:schemeClr val="bg2"/>
              </a:solidFill>
              <a:latin typeface="Proxima Nova Lt" panose="02000506030000020004" pitchFamily="50" charset="0"/>
            </a:endParaRPr>
          </a:p>
          <a:p>
            <a:pPr>
              <a:buClr>
                <a:schemeClr val="accent6"/>
              </a:buClr>
            </a:pPr>
            <a:r>
              <a:rPr lang="en-ZA" sz="1200">
                <a:solidFill>
                  <a:schemeClr val="bg2"/>
                </a:solidFill>
                <a:latin typeface="Proxima Nova Lt"/>
              </a:rPr>
              <a:t>Audit History</a:t>
            </a:r>
          </a:p>
          <a:p>
            <a:pPr>
              <a:buClr>
                <a:schemeClr val="accent6"/>
              </a:buClr>
            </a:pPr>
            <a:r>
              <a:rPr lang="en-ZA" sz="1200">
                <a:solidFill>
                  <a:schemeClr val="bg2"/>
                </a:solidFill>
                <a:ea typeface="+mn-lt"/>
                <a:cs typeface="+mn-lt"/>
              </a:rPr>
              <a:t>Replace Internal Notification Emails</a:t>
            </a:r>
            <a:endParaRPr lang="en-ZA" sz="1200">
              <a:solidFill>
                <a:schemeClr val="bg2"/>
              </a:solidFill>
              <a:latin typeface="Proxima Nova Lt" panose="02000506030000020004" pitchFamily="50" charset="0"/>
            </a:endParaRPr>
          </a:p>
          <a:p>
            <a:pPr>
              <a:buClr>
                <a:schemeClr val="accent6"/>
              </a:buClr>
            </a:pPr>
            <a:endParaRPr lang="en-ZA" sz="1200">
              <a:solidFill>
                <a:schemeClr val="bg2"/>
              </a:solidFill>
              <a:latin typeface="Proxima Nova Lt" panose="02000506030000020004" pitchFamily="50" charset="0"/>
            </a:endParaRPr>
          </a:p>
          <a:p>
            <a:pPr>
              <a:buClr>
                <a:schemeClr val="accent6"/>
              </a:buClr>
            </a:pPr>
            <a:endParaRPr lang="en-ZA" sz="1200">
              <a:solidFill>
                <a:schemeClr val="bg2"/>
              </a:solidFill>
              <a:latin typeface="Proxima Nova Lt" panose="02000506030000020004" pitchFamily="50" charset="0"/>
            </a:endParaRPr>
          </a:p>
          <a:p>
            <a:pPr>
              <a:buClr>
                <a:schemeClr val="accent6"/>
              </a:buClr>
            </a:pPr>
            <a:endParaRPr lang="en-US" sz="1200">
              <a:solidFill>
                <a:schemeClr val="bg2"/>
              </a:solidFill>
              <a:latin typeface="Proxima Nova Lt" panose="02000506030000020004" pitchFamily="50" charset="0"/>
            </a:endParaRPr>
          </a:p>
        </p:txBody>
      </p:sp>
      <p:sp>
        <p:nvSpPr>
          <p:cNvPr id="20" name="Rectangle 19">
            <a:extLst>
              <a:ext uri="{FF2B5EF4-FFF2-40B4-BE49-F238E27FC236}">
                <a16:creationId xmlns:a16="http://schemas.microsoft.com/office/drawing/2014/main" id="{8617A52A-6C2A-0F95-03E2-3AC3094E6460}"/>
              </a:ext>
            </a:extLst>
          </p:cNvPr>
          <p:cNvSpPr/>
          <p:nvPr/>
        </p:nvSpPr>
        <p:spPr>
          <a:xfrm>
            <a:off x="5089108" y="1898560"/>
            <a:ext cx="6614137" cy="341384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grpSp>
        <p:nvGrpSpPr>
          <p:cNvPr id="26" name="Group 25">
            <a:extLst>
              <a:ext uri="{FF2B5EF4-FFF2-40B4-BE49-F238E27FC236}">
                <a16:creationId xmlns:a16="http://schemas.microsoft.com/office/drawing/2014/main" id="{A5428702-4D44-52DF-E5E3-25F40AAB0B66}"/>
              </a:ext>
            </a:extLst>
          </p:cNvPr>
          <p:cNvGrpSpPr/>
          <p:nvPr/>
        </p:nvGrpSpPr>
        <p:grpSpPr>
          <a:xfrm>
            <a:off x="682516" y="5397162"/>
            <a:ext cx="4433665" cy="901738"/>
            <a:chOff x="683966" y="5645260"/>
            <a:chExt cx="4433665" cy="901738"/>
          </a:xfrm>
        </p:grpSpPr>
        <p:cxnSp>
          <p:nvCxnSpPr>
            <p:cNvPr id="42" name="Straight Connector 41" title="q lines">
              <a:extLst>
                <a:ext uri="{FF2B5EF4-FFF2-40B4-BE49-F238E27FC236}">
                  <a16:creationId xmlns:a16="http://schemas.microsoft.com/office/drawing/2014/main" id="{8E890C09-58D3-2A57-C65B-A55B04120205}"/>
                </a:ext>
              </a:extLst>
            </p:cNvPr>
            <p:cNvCxnSpPr>
              <a:cxnSpLocks/>
            </p:cNvCxnSpPr>
            <p:nvPr/>
          </p:nvCxnSpPr>
          <p:spPr>
            <a:xfrm>
              <a:off x="967839" y="5871644"/>
              <a:ext cx="0" cy="26971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46" name="Straight Connector 45" title="q lines">
              <a:extLst>
                <a:ext uri="{FF2B5EF4-FFF2-40B4-BE49-F238E27FC236}">
                  <a16:creationId xmlns:a16="http://schemas.microsoft.com/office/drawing/2014/main" id="{B6AF21F3-86EC-3DC9-0528-0F86AAE6A7B6}"/>
                </a:ext>
              </a:extLst>
            </p:cNvPr>
            <p:cNvCxnSpPr>
              <a:cxnSpLocks/>
            </p:cNvCxnSpPr>
            <p:nvPr/>
          </p:nvCxnSpPr>
          <p:spPr>
            <a:xfrm>
              <a:off x="4898892" y="5871353"/>
              <a:ext cx="0" cy="26971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39" name="Rectangle: Rounded Corners 38" title="Year Bar">
              <a:extLst>
                <a:ext uri="{FF2B5EF4-FFF2-40B4-BE49-F238E27FC236}">
                  <a16:creationId xmlns:a16="http://schemas.microsoft.com/office/drawing/2014/main" id="{AA6AF43A-C2A7-5B65-63F0-E8EAFBEDDFCC}"/>
                </a:ext>
              </a:extLst>
            </p:cNvPr>
            <p:cNvSpPr/>
            <p:nvPr/>
          </p:nvSpPr>
          <p:spPr>
            <a:xfrm>
              <a:off x="879971" y="5652550"/>
              <a:ext cx="4109148" cy="243602"/>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1" name="Oval 40">
              <a:extLst>
                <a:ext uri="{FF2B5EF4-FFF2-40B4-BE49-F238E27FC236}">
                  <a16:creationId xmlns:a16="http://schemas.microsoft.com/office/drawing/2014/main" id="{31FD65C7-16C4-7FCF-30E9-E7C4357DDA47}"/>
                </a:ext>
              </a:extLst>
            </p:cNvPr>
            <p:cNvSpPr/>
            <p:nvPr/>
          </p:nvSpPr>
          <p:spPr>
            <a:xfrm>
              <a:off x="753450" y="6129705"/>
              <a:ext cx="438296" cy="41729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3" name="TextBox 42">
              <a:extLst>
                <a:ext uri="{FF2B5EF4-FFF2-40B4-BE49-F238E27FC236}">
                  <a16:creationId xmlns:a16="http://schemas.microsoft.com/office/drawing/2014/main" id="{FBAE4AF7-9355-5309-A3AC-B1181A3575A6}"/>
                </a:ext>
              </a:extLst>
            </p:cNvPr>
            <p:cNvSpPr txBox="1"/>
            <p:nvPr/>
          </p:nvSpPr>
          <p:spPr>
            <a:xfrm>
              <a:off x="786464" y="6222521"/>
              <a:ext cx="369792" cy="234715"/>
            </a:xfrm>
            <a:prstGeom prst="rect">
              <a:avLst/>
            </a:prstGeom>
            <a:noFill/>
          </p:spPr>
          <p:txBody>
            <a:bodyPr wrap="square" lIns="0" tIns="0" rIns="0" bIns="0" rtlCol="0" anchor="ctr">
              <a:noAutofit/>
            </a:bodyPr>
            <a:lstStyle/>
            <a:p>
              <a:pPr algn="ctr"/>
              <a:r>
                <a:rPr lang="en-US" sz="1050" b="1">
                  <a:solidFill>
                    <a:schemeClr val="bg1"/>
                  </a:solidFill>
                </a:rPr>
                <a:t>1 </a:t>
              </a:r>
            </a:p>
            <a:p>
              <a:pPr algn="ctr"/>
              <a:r>
                <a:rPr lang="en-US" sz="1050" b="1">
                  <a:solidFill>
                    <a:schemeClr val="bg1"/>
                  </a:solidFill>
                </a:rPr>
                <a:t>July</a:t>
              </a:r>
              <a:endParaRPr lang="en-US" sz="1050">
                <a:solidFill>
                  <a:schemeClr val="bg1"/>
                </a:solidFill>
              </a:endParaRPr>
            </a:p>
          </p:txBody>
        </p:sp>
        <p:sp>
          <p:nvSpPr>
            <p:cNvPr id="45" name="Oval 44">
              <a:extLst>
                <a:ext uri="{FF2B5EF4-FFF2-40B4-BE49-F238E27FC236}">
                  <a16:creationId xmlns:a16="http://schemas.microsoft.com/office/drawing/2014/main" id="{75759DC9-8266-AD86-9BB1-B85A21B6CA49}"/>
                </a:ext>
              </a:extLst>
            </p:cNvPr>
            <p:cNvSpPr/>
            <p:nvPr/>
          </p:nvSpPr>
          <p:spPr>
            <a:xfrm>
              <a:off x="4679335" y="6129414"/>
              <a:ext cx="438296" cy="41729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7" name="TextBox 46">
              <a:extLst>
                <a:ext uri="{FF2B5EF4-FFF2-40B4-BE49-F238E27FC236}">
                  <a16:creationId xmlns:a16="http://schemas.microsoft.com/office/drawing/2014/main" id="{033FAF69-8F51-789F-54D7-ABA4608DC42F}"/>
                </a:ext>
              </a:extLst>
            </p:cNvPr>
            <p:cNvSpPr txBox="1"/>
            <p:nvPr/>
          </p:nvSpPr>
          <p:spPr>
            <a:xfrm>
              <a:off x="4705106" y="6209530"/>
              <a:ext cx="369792" cy="234715"/>
            </a:xfrm>
            <a:prstGeom prst="rect">
              <a:avLst/>
            </a:prstGeom>
            <a:noFill/>
          </p:spPr>
          <p:txBody>
            <a:bodyPr wrap="square" lIns="0" tIns="0" rIns="0" bIns="0" rtlCol="0" anchor="ctr">
              <a:noAutofit/>
            </a:bodyPr>
            <a:lstStyle/>
            <a:p>
              <a:pPr algn="ctr"/>
              <a:r>
                <a:rPr lang="en-US" sz="1050" b="1">
                  <a:solidFill>
                    <a:schemeClr val="bg1"/>
                  </a:solidFill>
                </a:rPr>
                <a:t>30 Sept</a:t>
              </a:r>
              <a:endParaRPr lang="en-US" sz="1050">
                <a:solidFill>
                  <a:schemeClr val="bg1"/>
                </a:solidFill>
              </a:endParaRPr>
            </a:p>
          </p:txBody>
        </p:sp>
        <p:sp>
          <p:nvSpPr>
            <p:cNvPr id="38" name="TextBox 37">
              <a:extLst>
                <a:ext uri="{FF2B5EF4-FFF2-40B4-BE49-F238E27FC236}">
                  <a16:creationId xmlns:a16="http://schemas.microsoft.com/office/drawing/2014/main" id="{253704D0-4710-4704-7E8A-81B690F3430D}"/>
                </a:ext>
              </a:extLst>
            </p:cNvPr>
            <p:cNvSpPr txBox="1"/>
            <p:nvPr/>
          </p:nvSpPr>
          <p:spPr>
            <a:xfrm>
              <a:off x="683966" y="5645260"/>
              <a:ext cx="974146" cy="250892"/>
            </a:xfrm>
            <a:prstGeom prst="rect">
              <a:avLst/>
            </a:prstGeom>
            <a:noFill/>
          </p:spPr>
          <p:txBody>
            <a:bodyPr wrap="square" lIns="0" tIns="0" rIns="0" bIns="0" rtlCol="0" anchor="ctr">
              <a:noAutofit/>
            </a:bodyPr>
            <a:lstStyle/>
            <a:p>
              <a:pPr algn="ctr"/>
              <a:r>
                <a:rPr lang="en-US" sz="1050" b="1">
                  <a:solidFill>
                    <a:schemeClr val="tx1">
                      <a:lumMod val="75000"/>
                      <a:lumOff val="25000"/>
                    </a:schemeClr>
                  </a:solidFill>
                </a:rPr>
                <a:t>2023</a:t>
              </a:r>
            </a:p>
          </p:txBody>
        </p:sp>
      </p:grpSp>
      <p:sp>
        <p:nvSpPr>
          <p:cNvPr id="28" name="Text Placeholder 3">
            <a:extLst>
              <a:ext uri="{FF2B5EF4-FFF2-40B4-BE49-F238E27FC236}">
                <a16:creationId xmlns:a16="http://schemas.microsoft.com/office/drawing/2014/main" id="{AD75713B-AC68-34F5-26E3-165AF1C5C8B8}"/>
              </a:ext>
            </a:extLst>
          </p:cNvPr>
          <p:cNvSpPr txBox="1">
            <a:spLocks/>
          </p:cNvSpPr>
          <p:nvPr/>
        </p:nvSpPr>
        <p:spPr>
          <a:xfrm>
            <a:off x="5145610" y="2009597"/>
            <a:ext cx="1983268" cy="34159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sz="1200">
                <a:solidFill>
                  <a:schemeClr val="bg2"/>
                </a:solidFill>
                <a:latin typeface="Proxima Nova Lt" panose="02000506030000020004" pitchFamily="50" charset="0"/>
              </a:rPr>
              <a:t>Qube Integration</a:t>
            </a:r>
          </a:p>
        </p:txBody>
      </p:sp>
      <p:sp>
        <p:nvSpPr>
          <p:cNvPr id="30" name="Text Placeholder 3">
            <a:extLst>
              <a:ext uri="{FF2B5EF4-FFF2-40B4-BE49-F238E27FC236}">
                <a16:creationId xmlns:a16="http://schemas.microsoft.com/office/drawing/2014/main" id="{7E4FC7BA-C918-1818-4AD2-D96CE5DAE04D}"/>
              </a:ext>
            </a:extLst>
          </p:cNvPr>
          <p:cNvSpPr txBox="1">
            <a:spLocks/>
          </p:cNvSpPr>
          <p:nvPr/>
        </p:nvSpPr>
        <p:spPr>
          <a:xfrm>
            <a:off x="10065939" y="2010323"/>
            <a:ext cx="1472868" cy="253455"/>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sz="1200">
                <a:solidFill>
                  <a:schemeClr val="bg2"/>
                </a:solidFill>
                <a:latin typeface="Proxima Nova Lt" panose="02000506030000020004" pitchFamily="50" charset="0"/>
              </a:rPr>
              <a:t>FSI Integration</a:t>
            </a:r>
          </a:p>
        </p:txBody>
      </p:sp>
      <p:sp>
        <p:nvSpPr>
          <p:cNvPr id="31" name="Text Placeholder 3">
            <a:extLst>
              <a:ext uri="{FF2B5EF4-FFF2-40B4-BE49-F238E27FC236}">
                <a16:creationId xmlns:a16="http://schemas.microsoft.com/office/drawing/2014/main" id="{A041720D-D1CF-CC9C-EA29-B28418AEC325}"/>
              </a:ext>
            </a:extLst>
          </p:cNvPr>
          <p:cNvSpPr txBox="1">
            <a:spLocks/>
          </p:cNvSpPr>
          <p:nvPr/>
        </p:nvSpPr>
        <p:spPr>
          <a:xfrm>
            <a:off x="9453174" y="2424185"/>
            <a:ext cx="2066404" cy="495301"/>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sz="1200">
                <a:solidFill>
                  <a:schemeClr val="bg2"/>
                </a:solidFill>
                <a:latin typeface="Proxima Nova Lt" panose="02000506030000020004" pitchFamily="50" charset="0"/>
              </a:rPr>
              <a:t>Advanced </a:t>
            </a:r>
            <a:r>
              <a:rPr lang="en-ZA" sz="1200">
                <a:solidFill>
                  <a:schemeClr val="bg2"/>
                </a:solidFill>
                <a:latin typeface="Proxima Nova Lt" panose="02000506030000020004" pitchFamily="50" charset="0"/>
              </a:rPr>
              <a:t>Dashboards</a:t>
            </a:r>
            <a:r>
              <a:rPr lang="en-US" sz="1200">
                <a:solidFill>
                  <a:schemeClr val="bg2"/>
                </a:solidFill>
                <a:latin typeface="Proxima Nova Lt" panose="02000506030000020004" pitchFamily="50" charset="0"/>
              </a:rPr>
              <a:t> (Trends &amp; Comparisons)</a:t>
            </a:r>
          </a:p>
        </p:txBody>
      </p:sp>
      <p:sp>
        <p:nvSpPr>
          <p:cNvPr id="32" name="Text Placeholder 3">
            <a:extLst>
              <a:ext uri="{FF2B5EF4-FFF2-40B4-BE49-F238E27FC236}">
                <a16:creationId xmlns:a16="http://schemas.microsoft.com/office/drawing/2014/main" id="{670AAF48-8307-2248-B9C3-2D5880E81A3E}"/>
              </a:ext>
            </a:extLst>
          </p:cNvPr>
          <p:cNvSpPr txBox="1">
            <a:spLocks/>
          </p:cNvSpPr>
          <p:nvPr/>
        </p:nvSpPr>
        <p:spPr>
          <a:xfrm>
            <a:off x="8657189" y="4104019"/>
            <a:ext cx="2237892" cy="614075"/>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sz="1200">
                <a:solidFill>
                  <a:schemeClr val="bg2"/>
                </a:solidFill>
                <a:latin typeface="Proxima Nova Lt" panose="02000506030000020004" pitchFamily="50" charset="0"/>
              </a:rPr>
              <a:t>Customizing Turnaround Times, Non-Working Days</a:t>
            </a:r>
            <a:endParaRPr lang="en-ZA" sz="1200">
              <a:solidFill>
                <a:schemeClr val="bg2"/>
              </a:solidFill>
              <a:latin typeface="Proxima Nova Lt" panose="02000506030000020004" pitchFamily="50" charset="0"/>
            </a:endParaRPr>
          </a:p>
          <a:p>
            <a:pPr marL="0" indent="0">
              <a:buClr>
                <a:schemeClr val="accent6"/>
              </a:buClr>
              <a:buNone/>
            </a:pPr>
            <a:endParaRPr lang="en-US" sz="1200">
              <a:solidFill>
                <a:schemeClr val="bg2"/>
              </a:solidFill>
              <a:latin typeface="Proxima Nova Lt" panose="02000506030000020004" pitchFamily="50" charset="0"/>
            </a:endParaRPr>
          </a:p>
        </p:txBody>
      </p:sp>
      <p:sp>
        <p:nvSpPr>
          <p:cNvPr id="35" name="Text Placeholder 3">
            <a:extLst>
              <a:ext uri="{FF2B5EF4-FFF2-40B4-BE49-F238E27FC236}">
                <a16:creationId xmlns:a16="http://schemas.microsoft.com/office/drawing/2014/main" id="{4EB4B1AB-FE42-B2F8-DED9-274295773230}"/>
              </a:ext>
            </a:extLst>
          </p:cNvPr>
          <p:cNvSpPr txBox="1">
            <a:spLocks/>
          </p:cNvSpPr>
          <p:nvPr/>
        </p:nvSpPr>
        <p:spPr>
          <a:xfrm>
            <a:off x="5441780" y="2401997"/>
            <a:ext cx="2376215" cy="655442"/>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ZA" sz="1200">
                <a:solidFill>
                  <a:schemeClr val="bg2"/>
                </a:solidFill>
                <a:latin typeface="Proxima Nova Lt" panose="02000506030000020004" pitchFamily="50" charset="0"/>
              </a:rPr>
              <a:t>Enhanced Property Calendar (Include Viewings &amp; Other  Building Activity)</a:t>
            </a:r>
          </a:p>
          <a:p>
            <a:pPr>
              <a:buClr>
                <a:schemeClr val="accent6"/>
              </a:buClr>
            </a:pPr>
            <a:endParaRPr lang="en-US" sz="1200">
              <a:solidFill>
                <a:schemeClr val="bg2"/>
              </a:solidFill>
              <a:latin typeface="Proxima Nova Lt" panose="02000506030000020004" pitchFamily="50" charset="0"/>
            </a:endParaRPr>
          </a:p>
        </p:txBody>
      </p:sp>
      <p:sp>
        <p:nvSpPr>
          <p:cNvPr id="36" name="Text Placeholder 3">
            <a:extLst>
              <a:ext uri="{FF2B5EF4-FFF2-40B4-BE49-F238E27FC236}">
                <a16:creationId xmlns:a16="http://schemas.microsoft.com/office/drawing/2014/main" id="{23DEB2E8-8B1F-5017-734F-2D156CE8E9AC}"/>
              </a:ext>
            </a:extLst>
          </p:cNvPr>
          <p:cNvSpPr txBox="1">
            <a:spLocks/>
          </p:cNvSpPr>
          <p:nvPr/>
        </p:nvSpPr>
        <p:spPr>
          <a:xfrm>
            <a:off x="7799894" y="2773948"/>
            <a:ext cx="1920346" cy="495301"/>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sz="1200">
                <a:solidFill>
                  <a:schemeClr val="bg2"/>
                </a:solidFill>
                <a:latin typeface="Proxima Nova Lt" panose="02000506030000020004" pitchFamily="50" charset="0"/>
              </a:rPr>
              <a:t>Online Tenant Instructions (DRI)</a:t>
            </a:r>
          </a:p>
        </p:txBody>
      </p:sp>
      <p:sp>
        <p:nvSpPr>
          <p:cNvPr id="37" name="Text Placeholder 3">
            <a:extLst>
              <a:ext uri="{FF2B5EF4-FFF2-40B4-BE49-F238E27FC236}">
                <a16:creationId xmlns:a16="http://schemas.microsoft.com/office/drawing/2014/main" id="{A0A58607-7298-CDD5-CEB4-F02BF30DB6BC}"/>
              </a:ext>
            </a:extLst>
          </p:cNvPr>
          <p:cNvSpPr txBox="1">
            <a:spLocks/>
          </p:cNvSpPr>
          <p:nvPr/>
        </p:nvSpPr>
        <p:spPr>
          <a:xfrm>
            <a:off x="5968262" y="4191289"/>
            <a:ext cx="2321232" cy="495301"/>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sz="1200">
                <a:solidFill>
                  <a:schemeClr val="bg2"/>
                </a:solidFill>
                <a:latin typeface="Proxima Nova Lt"/>
              </a:rPr>
              <a:t>Automated Emails to Tenants (Move In &amp; Move Out)</a:t>
            </a:r>
            <a:endParaRPr lang="en-US" sz="1200">
              <a:solidFill>
                <a:schemeClr val="bg2"/>
              </a:solidFill>
              <a:latin typeface="Proxima Nova Lt" panose="02000506030000020004" pitchFamily="50" charset="0"/>
            </a:endParaRPr>
          </a:p>
        </p:txBody>
      </p:sp>
      <p:sp>
        <p:nvSpPr>
          <p:cNvPr id="52" name="Text Placeholder 3">
            <a:extLst>
              <a:ext uri="{FF2B5EF4-FFF2-40B4-BE49-F238E27FC236}">
                <a16:creationId xmlns:a16="http://schemas.microsoft.com/office/drawing/2014/main" id="{8C21CCE3-D27D-AA22-6F67-3923FA62B391}"/>
              </a:ext>
            </a:extLst>
          </p:cNvPr>
          <p:cNvSpPr txBox="1">
            <a:spLocks/>
          </p:cNvSpPr>
          <p:nvPr/>
        </p:nvSpPr>
        <p:spPr>
          <a:xfrm>
            <a:off x="8080057" y="2049944"/>
            <a:ext cx="1034702" cy="283057"/>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ZA" sz="1200">
                <a:solidFill>
                  <a:schemeClr val="bg2"/>
                </a:solidFill>
                <a:latin typeface="Proxima Nova Lt" panose="02000506030000020004" pitchFamily="50" charset="0"/>
              </a:rPr>
              <a:t>EPCs</a:t>
            </a:r>
          </a:p>
          <a:p>
            <a:pPr>
              <a:buClr>
                <a:schemeClr val="accent6"/>
              </a:buClr>
            </a:pPr>
            <a:endParaRPr lang="en-US" sz="1200">
              <a:solidFill>
                <a:schemeClr val="bg2"/>
              </a:solidFill>
              <a:latin typeface="Proxima Nova Lt" panose="02000506030000020004" pitchFamily="50" charset="0"/>
            </a:endParaRPr>
          </a:p>
          <a:p>
            <a:pPr>
              <a:buClr>
                <a:schemeClr val="accent6"/>
              </a:buClr>
            </a:pPr>
            <a:endParaRPr lang="en-US" sz="1200">
              <a:solidFill>
                <a:schemeClr val="bg2"/>
              </a:solidFill>
              <a:latin typeface="Proxima Nova Lt" panose="02000506030000020004" pitchFamily="50" charset="0"/>
            </a:endParaRPr>
          </a:p>
        </p:txBody>
      </p:sp>
      <p:sp>
        <p:nvSpPr>
          <p:cNvPr id="53" name="Text Placeholder 3">
            <a:extLst>
              <a:ext uri="{FF2B5EF4-FFF2-40B4-BE49-F238E27FC236}">
                <a16:creationId xmlns:a16="http://schemas.microsoft.com/office/drawing/2014/main" id="{C043370A-ED14-0F55-3CAC-502635B9B8B5}"/>
              </a:ext>
            </a:extLst>
          </p:cNvPr>
          <p:cNvSpPr txBox="1">
            <a:spLocks/>
          </p:cNvSpPr>
          <p:nvPr/>
        </p:nvSpPr>
        <p:spPr>
          <a:xfrm>
            <a:off x="5163304" y="3147331"/>
            <a:ext cx="3277541" cy="885434"/>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ZA" sz="1200">
                <a:solidFill>
                  <a:schemeClr val="bg2"/>
                </a:solidFill>
                <a:latin typeface="Proxima Nova Lt" panose="02000506030000020004" pitchFamily="50" charset="0"/>
              </a:rPr>
              <a:t>Additional Void Workflows </a:t>
            </a:r>
            <a:br>
              <a:rPr lang="en-ZA" sz="1200">
                <a:solidFill>
                  <a:srgbClr val="6E7878"/>
                </a:solidFill>
              </a:rPr>
            </a:br>
            <a:r>
              <a:rPr lang="en-ZA" sz="1200">
                <a:solidFill>
                  <a:srgbClr val="6E7878"/>
                </a:solidFill>
              </a:rPr>
              <a:t>(Tenant Already </a:t>
            </a:r>
            <a:r>
              <a:rPr lang="en-ZA" sz="1200">
                <a:solidFill>
                  <a:schemeClr val="bg2"/>
                </a:solidFill>
                <a:latin typeface="Proxima Nova Lt" panose="02000506030000020004" pitchFamily="50" charset="0"/>
              </a:rPr>
              <a:t>Vacated</a:t>
            </a:r>
            <a:r>
              <a:rPr lang="en-ZA" sz="1200">
                <a:solidFill>
                  <a:srgbClr val="6E7878"/>
                </a:solidFill>
              </a:rPr>
              <a:t>, </a:t>
            </a:r>
            <a:br>
              <a:rPr lang="en-ZA" sz="1200">
                <a:solidFill>
                  <a:srgbClr val="6E7878"/>
                </a:solidFill>
              </a:rPr>
            </a:br>
            <a:r>
              <a:rPr lang="en-ZA" sz="1200">
                <a:solidFill>
                  <a:srgbClr val="6E7878"/>
                </a:solidFill>
              </a:rPr>
              <a:t>Give Notice to Vacate</a:t>
            </a:r>
            <a:r>
              <a:rPr lang="en-ZA" sz="1200">
                <a:solidFill>
                  <a:schemeClr val="bg2"/>
                </a:solidFill>
                <a:latin typeface="Proxima Nova Lt" panose="02000506030000020004" pitchFamily="50" charset="0"/>
              </a:rPr>
              <a:t>, </a:t>
            </a:r>
            <a:br>
              <a:rPr lang="en-ZA" sz="1200">
                <a:solidFill>
                  <a:schemeClr val="bg2"/>
                </a:solidFill>
                <a:latin typeface="Proxima Nova Lt" panose="02000506030000020004" pitchFamily="50" charset="0"/>
              </a:rPr>
            </a:br>
            <a:r>
              <a:rPr lang="en-ZA" sz="1200">
                <a:solidFill>
                  <a:schemeClr val="bg2"/>
                </a:solidFill>
                <a:latin typeface="Proxima Nova Lt" panose="02000506030000020004" pitchFamily="50" charset="0"/>
              </a:rPr>
              <a:t>Garage &amp; Parking Bay Voids, </a:t>
            </a:r>
            <a:br>
              <a:rPr lang="en-ZA" sz="1200">
                <a:solidFill>
                  <a:schemeClr val="bg2"/>
                </a:solidFill>
                <a:latin typeface="Proxima Nova Lt" panose="02000506030000020004" pitchFamily="50" charset="0"/>
              </a:rPr>
            </a:br>
            <a:r>
              <a:rPr lang="en-ZA" sz="1200">
                <a:solidFill>
                  <a:schemeClr val="bg2"/>
                </a:solidFill>
                <a:latin typeface="Proxima Nova Lt" panose="02000506030000020004" pitchFamily="50" charset="0"/>
              </a:rPr>
              <a:t>Tenant Rescinds NTQ, Custom Tasks)</a:t>
            </a:r>
            <a:endParaRPr lang="en-US" sz="1200">
              <a:solidFill>
                <a:schemeClr val="bg2"/>
              </a:solidFill>
              <a:latin typeface="Proxima Nova Lt" panose="02000506030000020004" pitchFamily="50" charset="0"/>
            </a:endParaRPr>
          </a:p>
        </p:txBody>
      </p:sp>
      <p:sp>
        <p:nvSpPr>
          <p:cNvPr id="55" name="Text Placeholder 3">
            <a:extLst>
              <a:ext uri="{FF2B5EF4-FFF2-40B4-BE49-F238E27FC236}">
                <a16:creationId xmlns:a16="http://schemas.microsoft.com/office/drawing/2014/main" id="{6F2B6CED-DE1C-969A-F9C7-5D24A242A53F}"/>
              </a:ext>
            </a:extLst>
          </p:cNvPr>
          <p:cNvSpPr txBox="1">
            <a:spLocks/>
          </p:cNvSpPr>
          <p:nvPr/>
        </p:nvSpPr>
        <p:spPr>
          <a:xfrm>
            <a:off x="8205328" y="4732292"/>
            <a:ext cx="1709484" cy="625819"/>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ZA" sz="1200">
                <a:solidFill>
                  <a:schemeClr val="bg2"/>
                </a:solidFill>
                <a:latin typeface="Proxima Nova Lt" panose="02000506030000020004" pitchFamily="50" charset="0"/>
              </a:rPr>
              <a:t>Auto Assign Tasks to Individuals</a:t>
            </a:r>
          </a:p>
          <a:p>
            <a:pPr>
              <a:buClr>
                <a:schemeClr val="accent6"/>
              </a:buClr>
            </a:pPr>
            <a:endParaRPr lang="en-US" sz="1200">
              <a:solidFill>
                <a:schemeClr val="bg2"/>
              </a:solidFill>
              <a:latin typeface="Proxima Nova Lt" panose="02000506030000020004" pitchFamily="50" charset="0"/>
            </a:endParaRPr>
          </a:p>
          <a:p>
            <a:pPr marL="0" indent="0">
              <a:buClr>
                <a:schemeClr val="accent6"/>
              </a:buClr>
              <a:buNone/>
            </a:pPr>
            <a:endParaRPr lang="en-US" sz="1200">
              <a:solidFill>
                <a:schemeClr val="bg2"/>
              </a:solidFill>
              <a:latin typeface="Proxima Nova Lt" panose="02000506030000020004" pitchFamily="50" charset="0"/>
            </a:endParaRPr>
          </a:p>
          <a:p>
            <a:pPr>
              <a:buClr>
                <a:schemeClr val="accent6"/>
              </a:buClr>
            </a:pPr>
            <a:endParaRPr lang="en-US" sz="1200">
              <a:solidFill>
                <a:schemeClr val="bg2"/>
              </a:solidFill>
              <a:latin typeface="Proxima Nova Lt" panose="02000506030000020004" pitchFamily="50" charset="0"/>
            </a:endParaRPr>
          </a:p>
        </p:txBody>
      </p:sp>
      <p:sp>
        <p:nvSpPr>
          <p:cNvPr id="56" name="Text Placeholder 3">
            <a:extLst>
              <a:ext uri="{FF2B5EF4-FFF2-40B4-BE49-F238E27FC236}">
                <a16:creationId xmlns:a16="http://schemas.microsoft.com/office/drawing/2014/main" id="{D713C29B-8DE4-4D63-0D33-76BEA45A9001}"/>
              </a:ext>
            </a:extLst>
          </p:cNvPr>
          <p:cNvSpPr txBox="1">
            <a:spLocks/>
          </p:cNvSpPr>
          <p:nvPr/>
        </p:nvSpPr>
        <p:spPr>
          <a:xfrm>
            <a:off x="9642991" y="3266379"/>
            <a:ext cx="1920345" cy="625819"/>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sz="1200">
                <a:solidFill>
                  <a:schemeClr val="bg2"/>
                </a:solidFill>
                <a:latin typeface="Proxima Nova Lt" panose="02000506030000020004" pitchFamily="50" charset="0"/>
              </a:rPr>
              <a:t>Additional Task Details (Refurb, PVI Checklist, Detailed Works)</a:t>
            </a:r>
          </a:p>
          <a:p>
            <a:pPr>
              <a:buClr>
                <a:schemeClr val="accent6"/>
              </a:buClr>
            </a:pPr>
            <a:endParaRPr lang="en-US" sz="1200">
              <a:solidFill>
                <a:schemeClr val="bg2"/>
              </a:solidFill>
              <a:latin typeface="Proxima Nova Lt" panose="02000506030000020004" pitchFamily="50" charset="0"/>
            </a:endParaRPr>
          </a:p>
        </p:txBody>
      </p:sp>
      <p:sp>
        <p:nvSpPr>
          <p:cNvPr id="57" name="Text Placeholder 3">
            <a:extLst>
              <a:ext uri="{FF2B5EF4-FFF2-40B4-BE49-F238E27FC236}">
                <a16:creationId xmlns:a16="http://schemas.microsoft.com/office/drawing/2014/main" id="{E089C718-875F-3462-5E26-D86A2E48BA53}"/>
              </a:ext>
            </a:extLst>
          </p:cNvPr>
          <p:cNvSpPr txBox="1">
            <a:spLocks/>
          </p:cNvSpPr>
          <p:nvPr/>
        </p:nvSpPr>
        <p:spPr>
          <a:xfrm>
            <a:off x="8205328" y="3376398"/>
            <a:ext cx="1514912" cy="324594"/>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6"/>
              </a:buClr>
            </a:pPr>
            <a:r>
              <a:rPr lang="en-US" sz="1200">
                <a:solidFill>
                  <a:schemeClr val="bg2"/>
                </a:solidFill>
                <a:latin typeface="Proxima Nova Lt" panose="02000506030000020004" pitchFamily="50" charset="0"/>
              </a:rPr>
              <a:t>Incorporate Delays</a:t>
            </a:r>
          </a:p>
          <a:p>
            <a:pPr marL="0" indent="0">
              <a:buClr>
                <a:schemeClr val="accent6"/>
              </a:buClr>
              <a:buNone/>
            </a:pPr>
            <a:endParaRPr lang="en-US" sz="1200">
              <a:solidFill>
                <a:schemeClr val="bg2"/>
              </a:solidFill>
              <a:latin typeface="Proxima Nova Lt" panose="02000506030000020004" pitchFamily="50" charset="0"/>
            </a:endParaRPr>
          </a:p>
          <a:p>
            <a:pPr>
              <a:buClr>
                <a:schemeClr val="accent6"/>
              </a:buClr>
            </a:pPr>
            <a:endParaRPr lang="en-US" sz="1200">
              <a:solidFill>
                <a:schemeClr val="bg2"/>
              </a:solidFill>
              <a:latin typeface="Proxima Nova Lt" panose="02000506030000020004" pitchFamily="50" charset="0"/>
            </a:endParaRPr>
          </a:p>
        </p:txBody>
      </p:sp>
      <p:sp>
        <p:nvSpPr>
          <p:cNvPr id="3" name="TextBox 2">
            <a:extLst>
              <a:ext uri="{FF2B5EF4-FFF2-40B4-BE49-F238E27FC236}">
                <a16:creationId xmlns:a16="http://schemas.microsoft.com/office/drawing/2014/main" id="{9AE4A42D-D2C4-C66C-7AAB-9E6E6AB278B5}"/>
              </a:ext>
            </a:extLst>
          </p:cNvPr>
          <p:cNvSpPr txBox="1"/>
          <p:nvPr/>
        </p:nvSpPr>
        <p:spPr>
          <a:xfrm>
            <a:off x="5230169" y="4732292"/>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Clr>
                <a:schemeClr val="accent6"/>
              </a:buClr>
              <a:buFont typeface="Arial" panose="020B0604020202020204" pitchFamily="34" charset="0"/>
              <a:buChar char="•"/>
            </a:pPr>
            <a:r>
              <a:rPr lang="en-ZA" sz="1200">
                <a:solidFill>
                  <a:srgbClr val="6E7878"/>
                </a:solidFill>
              </a:rPr>
              <a:t>Void Variations - Unit Sale, Relet, </a:t>
            </a:r>
            <a:r>
              <a:rPr lang="en-GB" sz="1200">
                <a:solidFill>
                  <a:srgbClr val="6E7878"/>
                </a:solidFill>
              </a:rPr>
              <a:t>​</a:t>
            </a:r>
            <a:br>
              <a:rPr lang="en-GB" sz="1200"/>
            </a:br>
            <a:r>
              <a:rPr lang="en-ZA" sz="1200">
                <a:solidFill>
                  <a:srgbClr val="6E7878"/>
                </a:solidFill>
              </a:rPr>
              <a:t>Clean vs </a:t>
            </a:r>
            <a:r>
              <a:rPr lang="fr-FR" sz="1200">
                <a:solidFill>
                  <a:srgbClr val="6E7878"/>
                </a:solidFill>
              </a:rPr>
              <a:t>Refurb vs Refresh </a:t>
            </a:r>
            <a:endParaRPr lang="en-GB"/>
          </a:p>
        </p:txBody>
      </p:sp>
    </p:spTree>
    <p:extLst>
      <p:ext uri="{BB962C8B-B14F-4D97-AF65-F5344CB8AC3E}">
        <p14:creationId xmlns:p14="http://schemas.microsoft.com/office/powerpoint/2010/main" val="397898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21447D-088F-46A4-8BB0-1AFA0CC45434}"/>
              </a:ext>
            </a:extLst>
          </p:cNvPr>
          <p:cNvSpPr>
            <a:spLocks noGrp="1"/>
          </p:cNvSpPr>
          <p:nvPr>
            <p:ph type="body" sz="quarter" idx="11"/>
          </p:nvPr>
        </p:nvSpPr>
        <p:spPr/>
        <p:txBody>
          <a:bodyPr lIns="91440" tIns="45720" rIns="91440" bIns="45720" anchor="ctr"/>
          <a:lstStyle/>
          <a:p>
            <a:r>
              <a:rPr lang="en-US">
                <a:latin typeface="Proxima Nova Lt"/>
              </a:rPr>
              <a:t>Release 1 Forecast </a:t>
            </a:r>
            <a:endParaRPr lang="en-ZA"/>
          </a:p>
        </p:txBody>
      </p:sp>
      <p:sp>
        <p:nvSpPr>
          <p:cNvPr id="7" name="Text Placeholder 6">
            <a:extLst>
              <a:ext uri="{FF2B5EF4-FFF2-40B4-BE49-F238E27FC236}">
                <a16:creationId xmlns:a16="http://schemas.microsoft.com/office/drawing/2014/main" id="{E12318EA-30EC-419A-B76B-52E2A98112E4}"/>
              </a:ext>
            </a:extLst>
          </p:cNvPr>
          <p:cNvSpPr>
            <a:spLocks noGrp="1"/>
          </p:cNvSpPr>
          <p:nvPr>
            <p:ph type="body" sz="quarter" idx="4294967295"/>
          </p:nvPr>
        </p:nvSpPr>
        <p:spPr>
          <a:xfrm>
            <a:off x="940445" y="1084005"/>
            <a:ext cx="10872787" cy="395288"/>
          </a:xfrm>
          <a:prstGeom prst="rect">
            <a:avLst/>
          </a:prstGeom>
        </p:spPr>
        <p:txBody>
          <a:bodyPr/>
          <a:lstStyle/>
          <a:p>
            <a:r>
              <a:rPr lang="en-US" sz="2000"/>
              <a:t>Likely: 4 sprints = 12 weeks</a:t>
            </a:r>
            <a:endParaRPr lang="en-ZA" sz="2000"/>
          </a:p>
        </p:txBody>
      </p:sp>
      <p:pic>
        <p:nvPicPr>
          <p:cNvPr id="3" name="Picture 3" descr="Chart, line chart&#10;&#10;Description automatically generated">
            <a:extLst>
              <a:ext uri="{FF2B5EF4-FFF2-40B4-BE49-F238E27FC236}">
                <a16:creationId xmlns:a16="http://schemas.microsoft.com/office/drawing/2014/main" id="{BE48C304-FEA3-D44B-962E-A4AFC4033EB7}"/>
              </a:ext>
            </a:extLst>
          </p:cNvPr>
          <p:cNvPicPr>
            <a:picLocks noChangeAspect="1"/>
          </p:cNvPicPr>
          <p:nvPr/>
        </p:nvPicPr>
        <p:blipFill>
          <a:blip r:embed="rId3"/>
          <a:stretch>
            <a:fillRect/>
          </a:stretch>
        </p:blipFill>
        <p:spPr>
          <a:xfrm>
            <a:off x="2228196" y="1621653"/>
            <a:ext cx="8023538" cy="4639974"/>
          </a:xfrm>
          <a:prstGeom prst="rect">
            <a:avLst/>
          </a:prstGeom>
        </p:spPr>
      </p:pic>
    </p:spTree>
    <p:extLst>
      <p:ext uri="{BB962C8B-B14F-4D97-AF65-F5344CB8AC3E}">
        <p14:creationId xmlns:p14="http://schemas.microsoft.com/office/powerpoint/2010/main" val="2946320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A5BE81CA-F9DF-4924-8A50-73936BC872E7}"/>
              </a:ext>
            </a:extLst>
          </p:cNvPr>
          <p:cNvSpPr/>
          <p:nvPr/>
        </p:nvSpPr>
        <p:spPr>
          <a:xfrm>
            <a:off x="951427" y="3656650"/>
            <a:ext cx="3551207" cy="2454784"/>
          </a:xfrm>
          <a:prstGeom prst="rect">
            <a:avLst/>
          </a:prstGeom>
          <a:solidFill>
            <a:schemeClr val="bg1"/>
          </a:soli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2EB7780C-0256-6704-FFAC-33AD558AC5CE}"/>
              </a:ext>
            </a:extLst>
          </p:cNvPr>
          <p:cNvSpPr/>
          <p:nvPr/>
        </p:nvSpPr>
        <p:spPr>
          <a:xfrm>
            <a:off x="5305060" y="1881082"/>
            <a:ext cx="2706630" cy="3053943"/>
          </a:xfrm>
          <a:prstGeom prst="roundRect">
            <a:avLst>
              <a:gd name="adj" fmla="val 261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highlight>
                <a:srgbClr val="FFFF00"/>
              </a:highlight>
            </a:endParaRPr>
          </a:p>
        </p:txBody>
      </p:sp>
      <p:sp>
        <p:nvSpPr>
          <p:cNvPr id="33" name="Rectangle 32">
            <a:extLst>
              <a:ext uri="{FF2B5EF4-FFF2-40B4-BE49-F238E27FC236}">
                <a16:creationId xmlns:a16="http://schemas.microsoft.com/office/drawing/2014/main" id="{D486188C-5D6B-0BE6-FD99-6362215BA5D9}"/>
              </a:ext>
            </a:extLst>
          </p:cNvPr>
          <p:cNvSpPr/>
          <p:nvPr/>
        </p:nvSpPr>
        <p:spPr>
          <a:xfrm>
            <a:off x="951812" y="1410569"/>
            <a:ext cx="3551208" cy="1958068"/>
          </a:xfrm>
          <a:prstGeom prst="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C3855533-CC1A-4D2B-9878-FC0D6C53A67A}"/>
              </a:ext>
            </a:extLst>
          </p:cNvPr>
          <p:cNvSpPr>
            <a:spLocks noGrp="1"/>
          </p:cNvSpPr>
          <p:nvPr>
            <p:ph type="body" sz="quarter" idx="11"/>
          </p:nvPr>
        </p:nvSpPr>
        <p:spPr>
          <a:xfrm>
            <a:off x="962083" y="356926"/>
            <a:ext cx="8621692" cy="575344"/>
          </a:xfrm>
        </p:spPr>
        <p:txBody>
          <a:bodyPr/>
          <a:lstStyle/>
          <a:p>
            <a:r>
              <a:rPr lang="en-GB"/>
              <a:t>Project Team &amp; Forecasted Costs</a:t>
            </a:r>
          </a:p>
        </p:txBody>
      </p:sp>
      <p:sp>
        <p:nvSpPr>
          <p:cNvPr id="24" name="Text Placeholder 5">
            <a:extLst>
              <a:ext uri="{FF2B5EF4-FFF2-40B4-BE49-F238E27FC236}">
                <a16:creationId xmlns:a16="http://schemas.microsoft.com/office/drawing/2014/main" id="{9DB6902C-A3E2-452F-9D3C-87060177A9BE}"/>
              </a:ext>
            </a:extLst>
          </p:cNvPr>
          <p:cNvSpPr txBox="1">
            <a:spLocks/>
          </p:cNvSpPr>
          <p:nvPr/>
        </p:nvSpPr>
        <p:spPr>
          <a:xfrm>
            <a:off x="2069635" y="1678808"/>
            <a:ext cx="2154394" cy="1705529"/>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a:solidFill>
                  <a:srgbClr val="7F7F7F"/>
                </a:solidFill>
                <a:latin typeface="Proxima Nova Rg"/>
              </a:rPr>
              <a:t>Salesforce Architect</a:t>
            </a:r>
          </a:p>
          <a:p>
            <a:pPr marL="0" indent="0">
              <a:buNone/>
            </a:pPr>
            <a:r>
              <a:rPr lang="en-GB" sz="1400">
                <a:solidFill>
                  <a:srgbClr val="7F7F7F"/>
                </a:solidFill>
                <a:latin typeface="Proxima Nova Rg"/>
              </a:rPr>
              <a:t>Business Analyst</a:t>
            </a:r>
          </a:p>
          <a:p>
            <a:pPr marL="0" indent="0">
              <a:buNone/>
            </a:pPr>
            <a:r>
              <a:rPr lang="en-GB" sz="1400">
                <a:solidFill>
                  <a:srgbClr val="7F7F7F"/>
                </a:solidFill>
                <a:latin typeface="Proxima Nova Rg"/>
              </a:rPr>
              <a:t>Developers</a:t>
            </a:r>
          </a:p>
          <a:p>
            <a:pPr marL="0" indent="0">
              <a:buNone/>
            </a:pPr>
            <a:r>
              <a:rPr lang="en-GB" sz="1400">
                <a:solidFill>
                  <a:srgbClr val="7F7F7F"/>
                </a:solidFill>
                <a:latin typeface="Proxima Nova Rg"/>
              </a:rPr>
              <a:t>Quality Assurance</a:t>
            </a:r>
          </a:p>
          <a:p>
            <a:pPr marL="0" indent="0">
              <a:buNone/>
            </a:pPr>
            <a:r>
              <a:rPr lang="en-GB" sz="1400">
                <a:solidFill>
                  <a:srgbClr val="7F7F7F"/>
                </a:solidFill>
                <a:latin typeface="Proxima Nova Rg"/>
              </a:rPr>
              <a:t>Project Manager</a:t>
            </a:r>
          </a:p>
        </p:txBody>
      </p:sp>
      <p:sp>
        <p:nvSpPr>
          <p:cNvPr id="30" name="Text Placeholder 5">
            <a:extLst>
              <a:ext uri="{FF2B5EF4-FFF2-40B4-BE49-F238E27FC236}">
                <a16:creationId xmlns:a16="http://schemas.microsoft.com/office/drawing/2014/main" id="{6323B6EE-FEE9-4276-AA71-41F27C374F85}"/>
              </a:ext>
            </a:extLst>
          </p:cNvPr>
          <p:cNvSpPr txBox="1">
            <a:spLocks/>
          </p:cNvSpPr>
          <p:nvPr/>
        </p:nvSpPr>
        <p:spPr>
          <a:xfrm>
            <a:off x="2069635" y="3826292"/>
            <a:ext cx="2672034" cy="32778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a:solidFill>
                  <a:srgbClr val="7F7F7F"/>
                </a:solidFill>
                <a:latin typeface="Proxima Nova Rg"/>
              </a:rPr>
              <a:t>Product Owner</a:t>
            </a:r>
            <a:br>
              <a:rPr lang="en-GB" sz="1400">
                <a:solidFill>
                  <a:srgbClr val="7F7F7F"/>
                </a:solidFill>
                <a:latin typeface="Proxima Nova Rg"/>
              </a:rPr>
            </a:br>
            <a:r>
              <a:rPr lang="en-GB" sz="1400">
                <a:solidFill>
                  <a:srgbClr val="7F7F7F"/>
                </a:solidFill>
                <a:latin typeface="Proxima Nova Rg"/>
              </a:rPr>
              <a:t> </a:t>
            </a:r>
            <a:r>
              <a:rPr lang="en-GB" sz="1200">
                <a:solidFill>
                  <a:srgbClr val="7F7F7F"/>
                </a:solidFill>
                <a:latin typeface="Proxima Nova Rg"/>
              </a:rPr>
              <a:t>- Main point of contact</a:t>
            </a:r>
          </a:p>
        </p:txBody>
      </p:sp>
      <p:pic>
        <p:nvPicPr>
          <p:cNvPr id="31" name="Graphic 30" descr="User">
            <a:extLst>
              <a:ext uri="{FF2B5EF4-FFF2-40B4-BE49-F238E27FC236}">
                <a16:creationId xmlns:a16="http://schemas.microsoft.com/office/drawing/2014/main" id="{29BA2FFC-A92B-4156-8BA3-529C3C9460E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6453" y="3827003"/>
            <a:ext cx="523384" cy="523384"/>
          </a:xfrm>
          <a:prstGeom prst="rect">
            <a:avLst/>
          </a:prstGeom>
        </p:spPr>
      </p:pic>
      <p:sp>
        <p:nvSpPr>
          <p:cNvPr id="34" name="Text Placeholder 5">
            <a:extLst>
              <a:ext uri="{FF2B5EF4-FFF2-40B4-BE49-F238E27FC236}">
                <a16:creationId xmlns:a16="http://schemas.microsoft.com/office/drawing/2014/main" id="{CE6BDE70-8B29-4198-837D-0523A3A7ABFC}"/>
              </a:ext>
            </a:extLst>
          </p:cNvPr>
          <p:cNvSpPr txBox="1">
            <a:spLocks/>
          </p:cNvSpPr>
          <p:nvPr/>
        </p:nvSpPr>
        <p:spPr>
          <a:xfrm>
            <a:off x="2069635" y="4559580"/>
            <a:ext cx="2432999" cy="1320001"/>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a:solidFill>
                  <a:srgbClr val="7F7F7F"/>
                </a:solidFill>
                <a:latin typeface="Proxima Nova Rg"/>
              </a:rPr>
              <a:t>Subject Matter Experts</a:t>
            </a:r>
            <a:br>
              <a:rPr lang="en-GB" sz="1400">
                <a:solidFill>
                  <a:srgbClr val="7F7F7F"/>
                </a:solidFill>
                <a:latin typeface="Proxima Nova Rg"/>
              </a:rPr>
            </a:br>
            <a:r>
              <a:rPr lang="en-GB" sz="1400">
                <a:solidFill>
                  <a:srgbClr val="7F7F7F"/>
                </a:solidFill>
                <a:latin typeface="Proxima Nova Rg"/>
              </a:rPr>
              <a:t>Project Sponsor</a:t>
            </a:r>
            <a:br>
              <a:rPr lang="en-GB" sz="1400">
                <a:solidFill>
                  <a:srgbClr val="7F7F7F"/>
                </a:solidFill>
                <a:latin typeface="Proxima Nova Rg"/>
              </a:rPr>
            </a:br>
            <a:r>
              <a:rPr lang="en-GB" sz="1400">
                <a:solidFill>
                  <a:srgbClr val="7F7F7F"/>
                </a:solidFill>
                <a:latin typeface="Proxima Nova Rg"/>
              </a:rPr>
              <a:t> - </a:t>
            </a:r>
            <a:r>
              <a:rPr lang="en-GB" sz="1200">
                <a:solidFill>
                  <a:srgbClr val="7F7F7F"/>
                </a:solidFill>
                <a:latin typeface="Proxima Nova Rg"/>
              </a:rPr>
              <a:t>Involved in Demos &amp; UAT</a:t>
            </a:r>
          </a:p>
          <a:p>
            <a:pPr>
              <a:buFontTx/>
              <a:buChar char="-"/>
            </a:pPr>
            <a:endParaRPr lang="en-GB" sz="400">
              <a:solidFill>
                <a:srgbClr val="7F7F7F"/>
              </a:solidFill>
              <a:latin typeface="Proxima Nova Rg"/>
            </a:endParaRPr>
          </a:p>
          <a:p>
            <a:pPr marL="0" indent="0">
              <a:buNone/>
            </a:pPr>
            <a:r>
              <a:rPr lang="en-GB" sz="1400">
                <a:solidFill>
                  <a:srgbClr val="7F7F7F"/>
                </a:solidFill>
                <a:latin typeface="Proxima Nova Rg"/>
              </a:rPr>
              <a:t>Change Management &amp; </a:t>
            </a:r>
            <a:br>
              <a:rPr lang="en-GB" sz="1400">
                <a:solidFill>
                  <a:srgbClr val="7F7F7F"/>
                </a:solidFill>
                <a:latin typeface="Proxima Nova Rg"/>
              </a:rPr>
            </a:br>
            <a:r>
              <a:rPr lang="en-GB" sz="1400">
                <a:solidFill>
                  <a:srgbClr val="7F7F7F"/>
                </a:solidFill>
                <a:latin typeface="Proxima Nova Rg"/>
              </a:rPr>
              <a:t>End User Training Specialist</a:t>
            </a:r>
          </a:p>
        </p:txBody>
      </p:sp>
      <p:sp>
        <p:nvSpPr>
          <p:cNvPr id="43" name="Text Placeholder 5">
            <a:extLst>
              <a:ext uri="{FF2B5EF4-FFF2-40B4-BE49-F238E27FC236}">
                <a16:creationId xmlns:a16="http://schemas.microsoft.com/office/drawing/2014/main" id="{37DDABF1-AEEA-419D-9155-AC064EACA051}"/>
              </a:ext>
            </a:extLst>
          </p:cNvPr>
          <p:cNvSpPr txBox="1">
            <a:spLocks/>
          </p:cNvSpPr>
          <p:nvPr/>
        </p:nvSpPr>
        <p:spPr>
          <a:xfrm>
            <a:off x="1175545" y="3492756"/>
            <a:ext cx="2185347" cy="327788"/>
          </a:xfrm>
          <a:prstGeom prst="rect">
            <a:avLst/>
          </a:prstGeom>
          <a:solidFill>
            <a:schemeClr val="bg1"/>
          </a:solidFill>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200" cap="all">
                <a:solidFill>
                  <a:srgbClr val="7F7F7F"/>
                </a:solidFill>
                <a:latin typeface="Proxima Nova Lt" panose="02000506030000020004" pitchFamily="50" charset="0"/>
              </a:rPr>
              <a:t>GRAINGER Delivery Team</a:t>
            </a:r>
          </a:p>
        </p:txBody>
      </p:sp>
      <p:pic>
        <p:nvPicPr>
          <p:cNvPr id="35" name="Graphic 34" descr="Users">
            <a:extLst>
              <a:ext uri="{FF2B5EF4-FFF2-40B4-BE49-F238E27FC236}">
                <a16:creationId xmlns:a16="http://schemas.microsoft.com/office/drawing/2014/main" id="{37AA1FBD-E128-46CC-811B-2BDA988EBB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1532" y="4531214"/>
            <a:ext cx="733227" cy="733227"/>
          </a:xfrm>
          <a:prstGeom prst="rect">
            <a:avLst/>
          </a:prstGeom>
        </p:spPr>
      </p:pic>
      <p:sp>
        <p:nvSpPr>
          <p:cNvPr id="53" name="Text Placeholder 3">
            <a:extLst>
              <a:ext uri="{FF2B5EF4-FFF2-40B4-BE49-F238E27FC236}">
                <a16:creationId xmlns:a16="http://schemas.microsoft.com/office/drawing/2014/main" id="{693D04F3-B70C-4B4E-9A0B-ABCD147D57BA}"/>
              </a:ext>
            </a:extLst>
          </p:cNvPr>
          <p:cNvSpPr txBox="1">
            <a:spLocks/>
          </p:cNvSpPr>
          <p:nvPr/>
        </p:nvSpPr>
        <p:spPr>
          <a:xfrm>
            <a:off x="5792613" y="2352653"/>
            <a:ext cx="1298469" cy="561079"/>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3600">
                <a:solidFill>
                  <a:schemeClr val="accent6"/>
                </a:solidFill>
                <a:highlight>
                  <a:srgbClr val="FFFF00"/>
                </a:highlight>
                <a:latin typeface="Proxima Nova Rg" panose="02000506030000020004" pitchFamily="50" charset="0"/>
              </a:rPr>
              <a:t>520</a:t>
            </a:r>
          </a:p>
        </p:txBody>
      </p:sp>
      <p:sp>
        <p:nvSpPr>
          <p:cNvPr id="55" name="Text Placeholder 3">
            <a:extLst>
              <a:ext uri="{FF2B5EF4-FFF2-40B4-BE49-F238E27FC236}">
                <a16:creationId xmlns:a16="http://schemas.microsoft.com/office/drawing/2014/main" id="{8243D717-A6BD-4DF8-B015-A0E2FF43F29A}"/>
              </a:ext>
            </a:extLst>
          </p:cNvPr>
          <p:cNvSpPr txBox="1">
            <a:spLocks/>
          </p:cNvSpPr>
          <p:nvPr/>
        </p:nvSpPr>
        <p:spPr>
          <a:xfrm>
            <a:off x="5792613" y="2865100"/>
            <a:ext cx="1639637" cy="19166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400">
                <a:solidFill>
                  <a:schemeClr val="tx1">
                    <a:lumMod val="65000"/>
                    <a:lumOff val="35000"/>
                  </a:schemeClr>
                </a:solidFill>
                <a:latin typeface="Proxima Nova Lt" panose="02000506030000020004" pitchFamily="50" charset="0"/>
              </a:rPr>
              <a:t>hours / month</a:t>
            </a:r>
          </a:p>
        </p:txBody>
      </p:sp>
      <p:sp>
        <p:nvSpPr>
          <p:cNvPr id="41" name="Text Placeholder 5">
            <a:extLst>
              <a:ext uri="{FF2B5EF4-FFF2-40B4-BE49-F238E27FC236}">
                <a16:creationId xmlns:a16="http://schemas.microsoft.com/office/drawing/2014/main" id="{E6646699-D72F-4385-B08F-78ADC17CA36A}"/>
              </a:ext>
            </a:extLst>
          </p:cNvPr>
          <p:cNvSpPr txBox="1">
            <a:spLocks/>
          </p:cNvSpPr>
          <p:nvPr/>
        </p:nvSpPr>
        <p:spPr>
          <a:xfrm>
            <a:off x="1175545" y="1272884"/>
            <a:ext cx="2073054" cy="327788"/>
          </a:xfrm>
          <a:prstGeom prst="rect">
            <a:avLst/>
          </a:prstGeom>
          <a:solidFill>
            <a:schemeClr val="bg1"/>
          </a:solidFill>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200" cap="all">
                <a:solidFill>
                  <a:srgbClr val="7F7F7F"/>
                </a:solidFill>
                <a:latin typeface="Proxima Nova Lt" panose="02000506030000020004" pitchFamily="50" charset="0"/>
              </a:rPr>
              <a:t>Open Box Delivery Team</a:t>
            </a:r>
          </a:p>
        </p:txBody>
      </p:sp>
      <p:sp>
        <p:nvSpPr>
          <p:cNvPr id="18" name="Oval 17">
            <a:extLst>
              <a:ext uri="{FF2B5EF4-FFF2-40B4-BE49-F238E27FC236}">
                <a16:creationId xmlns:a16="http://schemas.microsoft.com/office/drawing/2014/main" id="{D9B47A07-F401-9482-58A8-9680B9E8B16B}"/>
              </a:ext>
            </a:extLst>
          </p:cNvPr>
          <p:cNvSpPr/>
          <p:nvPr/>
        </p:nvSpPr>
        <p:spPr>
          <a:xfrm>
            <a:off x="5045652" y="3555084"/>
            <a:ext cx="648000" cy="648000"/>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Graphic 21" descr="Label">
            <a:extLst>
              <a:ext uri="{FF2B5EF4-FFF2-40B4-BE49-F238E27FC236}">
                <a16:creationId xmlns:a16="http://schemas.microsoft.com/office/drawing/2014/main" id="{16981510-8D22-FC8B-40C8-64DDF75A3C2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26549" y="3555083"/>
            <a:ext cx="686207" cy="686207"/>
          </a:xfrm>
          <a:prstGeom prst="rect">
            <a:avLst/>
          </a:prstGeom>
        </p:spPr>
      </p:pic>
      <p:sp>
        <p:nvSpPr>
          <p:cNvPr id="23" name="Text Placeholder 3">
            <a:extLst>
              <a:ext uri="{FF2B5EF4-FFF2-40B4-BE49-F238E27FC236}">
                <a16:creationId xmlns:a16="http://schemas.microsoft.com/office/drawing/2014/main" id="{F92A9EBF-09EB-9F32-1B1E-EBE9B6738CA9}"/>
              </a:ext>
            </a:extLst>
          </p:cNvPr>
          <p:cNvSpPr txBox="1">
            <a:spLocks/>
          </p:cNvSpPr>
          <p:nvPr/>
        </p:nvSpPr>
        <p:spPr>
          <a:xfrm>
            <a:off x="5792613" y="4017160"/>
            <a:ext cx="1610875" cy="364557"/>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400">
                <a:solidFill>
                  <a:schemeClr val="tx1">
                    <a:lumMod val="65000"/>
                    <a:lumOff val="35000"/>
                  </a:schemeClr>
                </a:solidFill>
                <a:latin typeface="Proxima Nova Lt" panose="02000506030000020004" pitchFamily="50" charset="0"/>
              </a:rPr>
              <a:t>monthly cost</a:t>
            </a:r>
          </a:p>
        </p:txBody>
      </p:sp>
      <p:sp>
        <p:nvSpPr>
          <p:cNvPr id="28" name="Text Placeholder 3">
            <a:extLst>
              <a:ext uri="{FF2B5EF4-FFF2-40B4-BE49-F238E27FC236}">
                <a16:creationId xmlns:a16="http://schemas.microsoft.com/office/drawing/2014/main" id="{87D1CE84-016D-34F8-A1EC-85D00E6FE765}"/>
              </a:ext>
            </a:extLst>
          </p:cNvPr>
          <p:cNvSpPr txBox="1">
            <a:spLocks/>
          </p:cNvSpPr>
          <p:nvPr/>
        </p:nvSpPr>
        <p:spPr>
          <a:xfrm>
            <a:off x="5792613" y="3564132"/>
            <a:ext cx="1981770" cy="56327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3600">
                <a:solidFill>
                  <a:schemeClr val="accent6"/>
                </a:solidFill>
                <a:highlight>
                  <a:srgbClr val="FFFF00"/>
                </a:highlight>
                <a:latin typeface="Proxima Nova Rg" panose="02000506030000020004" pitchFamily="50" charset="0"/>
              </a:rPr>
              <a:t>£46 735</a:t>
            </a:r>
          </a:p>
        </p:txBody>
      </p:sp>
      <p:sp>
        <p:nvSpPr>
          <p:cNvPr id="37" name="Rectangle: Rounded Corners 36">
            <a:extLst>
              <a:ext uri="{FF2B5EF4-FFF2-40B4-BE49-F238E27FC236}">
                <a16:creationId xmlns:a16="http://schemas.microsoft.com/office/drawing/2014/main" id="{94094AFA-2559-156F-2E9D-97DA1DA71A5F}"/>
              </a:ext>
            </a:extLst>
          </p:cNvPr>
          <p:cNvSpPr/>
          <p:nvPr/>
        </p:nvSpPr>
        <p:spPr>
          <a:xfrm>
            <a:off x="8673467" y="1881082"/>
            <a:ext cx="2706630" cy="3064095"/>
          </a:xfrm>
          <a:prstGeom prst="roundRect">
            <a:avLst>
              <a:gd name="adj" fmla="val 261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Oval 47">
            <a:extLst>
              <a:ext uri="{FF2B5EF4-FFF2-40B4-BE49-F238E27FC236}">
                <a16:creationId xmlns:a16="http://schemas.microsoft.com/office/drawing/2014/main" id="{BD7AB968-0C5F-BF5C-A538-E592F56C54B3}"/>
              </a:ext>
            </a:extLst>
          </p:cNvPr>
          <p:cNvSpPr/>
          <p:nvPr/>
        </p:nvSpPr>
        <p:spPr>
          <a:xfrm>
            <a:off x="8412091" y="3078676"/>
            <a:ext cx="648000" cy="648000"/>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6" name="Graphic 55" descr="Flip calendar">
            <a:extLst>
              <a:ext uri="{FF2B5EF4-FFF2-40B4-BE49-F238E27FC236}">
                <a16:creationId xmlns:a16="http://schemas.microsoft.com/office/drawing/2014/main" id="{A6CA9D04-90BE-3A0E-227A-978D4EC92D4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86032" y="3142785"/>
            <a:ext cx="500119" cy="500119"/>
          </a:xfrm>
          <a:prstGeom prst="rect">
            <a:avLst/>
          </a:prstGeom>
        </p:spPr>
      </p:pic>
      <p:sp>
        <p:nvSpPr>
          <p:cNvPr id="57" name="Oval 56">
            <a:extLst>
              <a:ext uri="{FF2B5EF4-FFF2-40B4-BE49-F238E27FC236}">
                <a16:creationId xmlns:a16="http://schemas.microsoft.com/office/drawing/2014/main" id="{73D8ED19-737E-7E80-2F35-6F123337C2F1}"/>
              </a:ext>
            </a:extLst>
          </p:cNvPr>
          <p:cNvSpPr/>
          <p:nvPr/>
        </p:nvSpPr>
        <p:spPr>
          <a:xfrm>
            <a:off x="8412091" y="4006057"/>
            <a:ext cx="648000" cy="648000"/>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Text Placeholder 3">
            <a:extLst>
              <a:ext uri="{FF2B5EF4-FFF2-40B4-BE49-F238E27FC236}">
                <a16:creationId xmlns:a16="http://schemas.microsoft.com/office/drawing/2014/main" id="{E4E5C346-6F70-D8D9-3D37-CA4DEC767981}"/>
              </a:ext>
            </a:extLst>
          </p:cNvPr>
          <p:cNvSpPr txBox="1">
            <a:spLocks/>
          </p:cNvSpPr>
          <p:nvPr/>
        </p:nvSpPr>
        <p:spPr>
          <a:xfrm>
            <a:off x="9140268" y="3519900"/>
            <a:ext cx="1619728" cy="460584"/>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400">
                <a:solidFill>
                  <a:schemeClr val="tx1">
                    <a:lumMod val="65000"/>
                    <a:lumOff val="35000"/>
                  </a:schemeClr>
                </a:solidFill>
                <a:latin typeface="Proxima Nova Lt" panose="02000506030000020004" pitchFamily="50" charset="0"/>
              </a:rPr>
              <a:t>duration</a:t>
            </a:r>
          </a:p>
        </p:txBody>
      </p:sp>
      <p:sp>
        <p:nvSpPr>
          <p:cNvPr id="62" name="Text Placeholder 3">
            <a:extLst>
              <a:ext uri="{FF2B5EF4-FFF2-40B4-BE49-F238E27FC236}">
                <a16:creationId xmlns:a16="http://schemas.microsoft.com/office/drawing/2014/main" id="{377A4F28-4925-04E0-3257-87EE552EAC1A}"/>
              </a:ext>
            </a:extLst>
          </p:cNvPr>
          <p:cNvSpPr txBox="1">
            <a:spLocks/>
          </p:cNvSpPr>
          <p:nvPr/>
        </p:nvSpPr>
        <p:spPr>
          <a:xfrm>
            <a:off x="9140268" y="3021183"/>
            <a:ext cx="1585137" cy="648001"/>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4000">
                <a:solidFill>
                  <a:schemeClr val="accent6"/>
                </a:solidFill>
                <a:highlight>
                  <a:srgbClr val="FFFF00"/>
                </a:highlight>
                <a:latin typeface="Proxima Nova Rg" panose="02000506030000020004" pitchFamily="50" charset="0"/>
              </a:rPr>
              <a:t>3 </a:t>
            </a:r>
            <a:r>
              <a:rPr lang="en-US" sz="2400">
                <a:solidFill>
                  <a:schemeClr val="accent6"/>
                </a:solidFill>
                <a:highlight>
                  <a:srgbClr val="FFFF00"/>
                </a:highlight>
                <a:latin typeface="Proxima Nova Rg" panose="02000506030000020004" pitchFamily="50" charset="0"/>
              </a:rPr>
              <a:t>months</a:t>
            </a:r>
            <a:endParaRPr lang="en-US" sz="4000">
              <a:solidFill>
                <a:schemeClr val="accent6"/>
              </a:solidFill>
              <a:highlight>
                <a:srgbClr val="FFFF00"/>
              </a:highlight>
              <a:latin typeface="Proxima Nova Rg" panose="02000506030000020004" pitchFamily="50" charset="0"/>
            </a:endParaRPr>
          </a:p>
        </p:txBody>
      </p:sp>
      <p:pic>
        <p:nvPicPr>
          <p:cNvPr id="70" name="Graphic 69" descr="Label">
            <a:extLst>
              <a:ext uri="{FF2B5EF4-FFF2-40B4-BE49-F238E27FC236}">
                <a16:creationId xmlns:a16="http://schemas.microsoft.com/office/drawing/2014/main" id="{B7BC510E-F3BE-047C-7873-3D2A2A03A89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92988" y="4006056"/>
            <a:ext cx="686207" cy="686207"/>
          </a:xfrm>
          <a:prstGeom prst="rect">
            <a:avLst/>
          </a:prstGeom>
        </p:spPr>
      </p:pic>
      <p:sp>
        <p:nvSpPr>
          <p:cNvPr id="71" name="Text Placeholder 3">
            <a:extLst>
              <a:ext uri="{FF2B5EF4-FFF2-40B4-BE49-F238E27FC236}">
                <a16:creationId xmlns:a16="http://schemas.microsoft.com/office/drawing/2014/main" id="{9DEF793B-4E81-348D-001E-B8CAE06E3219}"/>
              </a:ext>
            </a:extLst>
          </p:cNvPr>
          <p:cNvSpPr txBox="1">
            <a:spLocks/>
          </p:cNvSpPr>
          <p:nvPr/>
        </p:nvSpPr>
        <p:spPr>
          <a:xfrm>
            <a:off x="9140268" y="4442733"/>
            <a:ext cx="947962" cy="364557"/>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400">
                <a:solidFill>
                  <a:schemeClr val="tx1">
                    <a:lumMod val="65000"/>
                    <a:lumOff val="35000"/>
                  </a:schemeClr>
                </a:solidFill>
                <a:latin typeface="Proxima Nova Lt" panose="02000506030000020004" pitchFamily="50" charset="0"/>
              </a:rPr>
              <a:t>total cost</a:t>
            </a:r>
          </a:p>
        </p:txBody>
      </p:sp>
      <p:sp>
        <p:nvSpPr>
          <p:cNvPr id="72" name="Text Placeholder 3">
            <a:extLst>
              <a:ext uri="{FF2B5EF4-FFF2-40B4-BE49-F238E27FC236}">
                <a16:creationId xmlns:a16="http://schemas.microsoft.com/office/drawing/2014/main" id="{B4E33628-6F48-2092-9ACF-A67D69DAFC2B}"/>
              </a:ext>
            </a:extLst>
          </p:cNvPr>
          <p:cNvSpPr txBox="1">
            <a:spLocks/>
          </p:cNvSpPr>
          <p:nvPr/>
        </p:nvSpPr>
        <p:spPr>
          <a:xfrm>
            <a:off x="9140268" y="4002405"/>
            <a:ext cx="2110175" cy="563278"/>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3600">
                <a:solidFill>
                  <a:schemeClr val="accent6"/>
                </a:solidFill>
                <a:highlight>
                  <a:srgbClr val="FFFF00"/>
                </a:highlight>
                <a:latin typeface="Proxima Nova Rg" panose="02000506030000020004" pitchFamily="50" charset="0"/>
              </a:rPr>
              <a:t>£140 205</a:t>
            </a:r>
          </a:p>
        </p:txBody>
      </p:sp>
      <p:sp>
        <p:nvSpPr>
          <p:cNvPr id="2" name="Rectangle: Rounded Corners 1">
            <a:extLst>
              <a:ext uri="{FF2B5EF4-FFF2-40B4-BE49-F238E27FC236}">
                <a16:creationId xmlns:a16="http://schemas.microsoft.com/office/drawing/2014/main" id="{AEFB7BD2-0199-A885-D5CE-1D77CCB9D647}"/>
              </a:ext>
            </a:extLst>
          </p:cNvPr>
          <p:cNvSpPr/>
          <p:nvPr/>
        </p:nvSpPr>
        <p:spPr>
          <a:xfrm>
            <a:off x="5305060" y="1400408"/>
            <a:ext cx="2706630" cy="399904"/>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atin typeface="Proxima Nova Rg" panose="02000506030000020004" pitchFamily="50" charset="0"/>
              </a:rPr>
              <a:t>1 Month</a:t>
            </a:r>
          </a:p>
        </p:txBody>
      </p:sp>
      <p:sp>
        <p:nvSpPr>
          <p:cNvPr id="8" name="Oval 7">
            <a:extLst>
              <a:ext uri="{FF2B5EF4-FFF2-40B4-BE49-F238E27FC236}">
                <a16:creationId xmlns:a16="http://schemas.microsoft.com/office/drawing/2014/main" id="{895DE33D-83BA-B7E4-F4AA-895E924E54A1}"/>
              </a:ext>
            </a:extLst>
          </p:cNvPr>
          <p:cNvSpPr/>
          <p:nvPr/>
        </p:nvSpPr>
        <p:spPr>
          <a:xfrm>
            <a:off x="8412091" y="2146597"/>
            <a:ext cx="648000" cy="648000"/>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descr="Hourglass">
            <a:extLst>
              <a:ext uri="{FF2B5EF4-FFF2-40B4-BE49-F238E27FC236}">
                <a16:creationId xmlns:a16="http://schemas.microsoft.com/office/drawing/2014/main" id="{080A1182-2963-0F4F-A83C-E3F4593F836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500890" y="2234876"/>
            <a:ext cx="470402" cy="470402"/>
          </a:xfrm>
          <a:prstGeom prst="rect">
            <a:avLst/>
          </a:prstGeom>
        </p:spPr>
      </p:pic>
      <p:sp>
        <p:nvSpPr>
          <p:cNvPr id="10" name="Text Placeholder 3">
            <a:extLst>
              <a:ext uri="{FF2B5EF4-FFF2-40B4-BE49-F238E27FC236}">
                <a16:creationId xmlns:a16="http://schemas.microsoft.com/office/drawing/2014/main" id="{A6BF02EC-2EC6-D458-2E7F-0C3997DC81BF}"/>
              </a:ext>
            </a:extLst>
          </p:cNvPr>
          <p:cNvSpPr txBox="1">
            <a:spLocks/>
          </p:cNvSpPr>
          <p:nvPr/>
        </p:nvSpPr>
        <p:spPr>
          <a:xfrm>
            <a:off x="9140268" y="2622128"/>
            <a:ext cx="1619728" cy="460584"/>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400">
                <a:solidFill>
                  <a:schemeClr val="tx1">
                    <a:lumMod val="65000"/>
                    <a:lumOff val="35000"/>
                  </a:schemeClr>
                </a:solidFill>
                <a:latin typeface="Proxima Nova Lt" panose="02000506030000020004" pitchFamily="50" charset="0"/>
              </a:rPr>
              <a:t>effort</a:t>
            </a:r>
          </a:p>
        </p:txBody>
      </p:sp>
      <p:sp>
        <p:nvSpPr>
          <p:cNvPr id="11" name="Text Placeholder 3">
            <a:extLst>
              <a:ext uri="{FF2B5EF4-FFF2-40B4-BE49-F238E27FC236}">
                <a16:creationId xmlns:a16="http://schemas.microsoft.com/office/drawing/2014/main" id="{1059C6AD-C812-85D9-2A11-01DEB7F0894A}"/>
              </a:ext>
            </a:extLst>
          </p:cNvPr>
          <p:cNvSpPr txBox="1">
            <a:spLocks/>
          </p:cNvSpPr>
          <p:nvPr/>
        </p:nvSpPr>
        <p:spPr>
          <a:xfrm>
            <a:off x="9140268" y="2110711"/>
            <a:ext cx="1585137" cy="648001"/>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4000" dirty="0">
                <a:solidFill>
                  <a:schemeClr val="accent6"/>
                </a:solidFill>
                <a:highlight>
                  <a:srgbClr val="FFFF00"/>
                </a:highlight>
                <a:latin typeface="Proxima Nova Rg" panose="02000506030000020004" pitchFamily="50" charset="0"/>
              </a:rPr>
              <a:t>4 </a:t>
            </a:r>
            <a:r>
              <a:rPr lang="en-US" sz="2400" dirty="0">
                <a:solidFill>
                  <a:schemeClr val="accent6"/>
                </a:solidFill>
                <a:highlight>
                  <a:srgbClr val="FFFF00"/>
                </a:highlight>
                <a:latin typeface="Proxima Nova Rg" panose="02000506030000020004" pitchFamily="50" charset="0"/>
              </a:rPr>
              <a:t>sprints</a:t>
            </a:r>
            <a:endParaRPr lang="en-US" sz="4000" dirty="0">
              <a:solidFill>
                <a:schemeClr val="accent6"/>
              </a:solidFill>
              <a:highlight>
                <a:srgbClr val="FFFF00"/>
              </a:highlight>
              <a:latin typeface="Proxima Nova Rg" panose="02000506030000020004" pitchFamily="50" charset="0"/>
            </a:endParaRPr>
          </a:p>
        </p:txBody>
      </p:sp>
      <p:sp>
        <p:nvSpPr>
          <p:cNvPr id="15" name="Rectangle: Rounded Corners 14">
            <a:extLst>
              <a:ext uri="{FF2B5EF4-FFF2-40B4-BE49-F238E27FC236}">
                <a16:creationId xmlns:a16="http://schemas.microsoft.com/office/drawing/2014/main" id="{ED83E17E-F9B1-26F1-25FA-3C79A7124019}"/>
              </a:ext>
            </a:extLst>
          </p:cNvPr>
          <p:cNvSpPr/>
          <p:nvPr/>
        </p:nvSpPr>
        <p:spPr>
          <a:xfrm>
            <a:off x="8673467" y="1400408"/>
            <a:ext cx="2706630" cy="399904"/>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atin typeface="Proxima Nova Rg" panose="02000506030000020004" pitchFamily="50" charset="0"/>
              </a:rPr>
              <a:t>Release 1</a:t>
            </a:r>
          </a:p>
        </p:txBody>
      </p:sp>
      <p:pic>
        <p:nvPicPr>
          <p:cNvPr id="36" name="Graphic 35" descr="Users">
            <a:extLst>
              <a:ext uri="{FF2B5EF4-FFF2-40B4-BE49-F238E27FC236}">
                <a16:creationId xmlns:a16="http://schemas.microsoft.com/office/drawing/2014/main" id="{201B6CBD-3D38-40F2-F647-73E8B08C1C2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51532" y="1824325"/>
            <a:ext cx="733227" cy="733227"/>
          </a:xfrm>
          <a:prstGeom prst="rect">
            <a:avLst/>
          </a:prstGeom>
        </p:spPr>
      </p:pic>
      <p:sp>
        <p:nvSpPr>
          <p:cNvPr id="40" name="Oval 39">
            <a:extLst>
              <a:ext uri="{FF2B5EF4-FFF2-40B4-BE49-F238E27FC236}">
                <a16:creationId xmlns:a16="http://schemas.microsoft.com/office/drawing/2014/main" id="{1A193BC2-27B6-4AE5-8F91-CC26A69104E7}"/>
              </a:ext>
            </a:extLst>
          </p:cNvPr>
          <p:cNvSpPr/>
          <p:nvPr/>
        </p:nvSpPr>
        <p:spPr>
          <a:xfrm>
            <a:off x="5045652" y="2361462"/>
            <a:ext cx="648000" cy="648000"/>
          </a:xfrm>
          <a:prstGeom prst="ellipse">
            <a:avLst/>
          </a:prstGeom>
          <a:solidFill>
            <a:schemeClr val="bg1"/>
          </a:solid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4" name="Graphic 43" descr="Clock">
            <a:extLst>
              <a:ext uri="{FF2B5EF4-FFF2-40B4-BE49-F238E27FC236}">
                <a16:creationId xmlns:a16="http://schemas.microsoft.com/office/drawing/2014/main" id="{AFF46319-6E2D-6008-2BB0-87452534240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081980" y="2390753"/>
            <a:ext cx="575344" cy="575344"/>
          </a:xfrm>
          <a:prstGeom prst="rect">
            <a:avLst/>
          </a:prstGeom>
        </p:spPr>
      </p:pic>
      <p:pic>
        <p:nvPicPr>
          <p:cNvPr id="45" name="Graphic 44" descr="User">
            <a:extLst>
              <a:ext uri="{FF2B5EF4-FFF2-40B4-BE49-F238E27FC236}">
                <a16:creationId xmlns:a16="http://schemas.microsoft.com/office/drawing/2014/main" id="{DF6E112B-66E0-D9CF-4350-DA3ACEEFD11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6453" y="5445268"/>
            <a:ext cx="523384" cy="523384"/>
          </a:xfrm>
          <a:prstGeom prst="rect">
            <a:avLst/>
          </a:prstGeom>
        </p:spPr>
      </p:pic>
    </p:spTree>
    <p:extLst>
      <p:ext uri="{BB962C8B-B14F-4D97-AF65-F5344CB8AC3E}">
        <p14:creationId xmlns:p14="http://schemas.microsoft.com/office/powerpoint/2010/main" val="3075885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790587-6989-46CB-8CB9-AAA58DEDB5B1}"/>
              </a:ext>
            </a:extLst>
          </p:cNvPr>
          <p:cNvSpPr>
            <a:spLocks noGrp="1"/>
          </p:cNvSpPr>
          <p:nvPr>
            <p:ph type="body" sz="quarter" idx="12"/>
          </p:nvPr>
        </p:nvSpPr>
        <p:spPr>
          <a:xfrm>
            <a:off x="940444" y="1012789"/>
            <a:ext cx="10872776" cy="395872"/>
          </a:xfrm>
        </p:spPr>
        <p:txBody>
          <a:bodyPr/>
          <a:lstStyle/>
          <a:p>
            <a:r>
              <a:rPr lang="en-GB">
                <a:solidFill>
                  <a:schemeClr val="bg2"/>
                </a:solidFill>
              </a:rPr>
              <a:t>Iterative delivery is achieved through a series of 3-week sprints </a:t>
            </a:r>
          </a:p>
        </p:txBody>
      </p:sp>
      <p:sp>
        <p:nvSpPr>
          <p:cNvPr id="3" name="Text Placeholder 2">
            <a:extLst>
              <a:ext uri="{FF2B5EF4-FFF2-40B4-BE49-F238E27FC236}">
                <a16:creationId xmlns:a16="http://schemas.microsoft.com/office/drawing/2014/main" id="{1A94A419-D1D2-43CD-98AF-85762651A062}"/>
              </a:ext>
            </a:extLst>
          </p:cNvPr>
          <p:cNvSpPr>
            <a:spLocks noGrp="1"/>
          </p:cNvSpPr>
          <p:nvPr>
            <p:ph type="body" sz="quarter" idx="11"/>
          </p:nvPr>
        </p:nvSpPr>
        <p:spPr/>
        <p:txBody>
          <a:bodyPr/>
          <a:lstStyle/>
          <a:p>
            <a:r>
              <a:rPr lang="en-US">
                <a:solidFill>
                  <a:schemeClr val="bg2"/>
                </a:solidFill>
                <a:latin typeface="Proxima Nova Lt"/>
              </a:rPr>
              <a:t>Agile Delivery Approach</a:t>
            </a:r>
            <a:r>
              <a:rPr lang="en-US">
                <a:highlight>
                  <a:srgbClr val="00FF00"/>
                </a:highlight>
              </a:rPr>
              <a:t> </a:t>
            </a:r>
            <a:endParaRPr lang="en-ZA">
              <a:solidFill>
                <a:schemeClr val="bg2"/>
              </a:solidFill>
              <a:latin typeface="Proxima Nova Lt"/>
            </a:endParaRPr>
          </a:p>
        </p:txBody>
      </p:sp>
      <p:pic>
        <p:nvPicPr>
          <p:cNvPr id="16" name="Picture 15">
            <a:extLst>
              <a:ext uri="{FF2B5EF4-FFF2-40B4-BE49-F238E27FC236}">
                <a16:creationId xmlns:a16="http://schemas.microsoft.com/office/drawing/2014/main" id="{5B5D439B-C459-4999-B045-39D9034C38CD}"/>
              </a:ext>
            </a:extLst>
          </p:cNvPr>
          <p:cNvPicPr>
            <a:picLocks noChangeAspect="1"/>
          </p:cNvPicPr>
          <p:nvPr/>
        </p:nvPicPr>
        <p:blipFill>
          <a:blip r:embed="rId3"/>
          <a:stretch>
            <a:fillRect/>
          </a:stretch>
        </p:blipFill>
        <p:spPr>
          <a:xfrm>
            <a:off x="709678" y="3192813"/>
            <a:ext cx="709612" cy="1225694"/>
          </a:xfrm>
          <a:prstGeom prst="rect">
            <a:avLst/>
          </a:prstGeom>
        </p:spPr>
      </p:pic>
      <p:sp>
        <p:nvSpPr>
          <p:cNvPr id="17" name="Text Placeholder 5">
            <a:extLst>
              <a:ext uri="{FF2B5EF4-FFF2-40B4-BE49-F238E27FC236}">
                <a16:creationId xmlns:a16="http://schemas.microsoft.com/office/drawing/2014/main" id="{ED6E9740-9518-4AB5-B888-14F3FAEA6880}"/>
              </a:ext>
            </a:extLst>
          </p:cNvPr>
          <p:cNvSpPr txBox="1">
            <a:spLocks/>
          </p:cNvSpPr>
          <p:nvPr/>
        </p:nvSpPr>
        <p:spPr>
          <a:xfrm>
            <a:off x="402076" y="4572528"/>
            <a:ext cx="1372019"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400">
                <a:solidFill>
                  <a:srgbClr val="7F7F7F"/>
                </a:solidFill>
                <a:latin typeface="Proxima Nova Lt" panose="02000506030000020004" pitchFamily="50" charset="0"/>
              </a:rPr>
              <a:t>Product Backlog</a:t>
            </a:r>
          </a:p>
        </p:txBody>
      </p:sp>
      <p:sp>
        <p:nvSpPr>
          <p:cNvPr id="19" name="Text Placeholder 5">
            <a:extLst>
              <a:ext uri="{FF2B5EF4-FFF2-40B4-BE49-F238E27FC236}">
                <a16:creationId xmlns:a16="http://schemas.microsoft.com/office/drawing/2014/main" id="{65A8AD60-32D0-4DDD-A28F-503A4429E4EC}"/>
              </a:ext>
            </a:extLst>
          </p:cNvPr>
          <p:cNvSpPr txBox="1">
            <a:spLocks/>
          </p:cNvSpPr>
          <p:nvPr/>
        </p:nvSpPr>
        <p:spPr>
          <a:xfrm>
            <a:off x="3537385" y="1799594"/>
            <a:ext cx="2085267"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400">
                <a:solidFill>
                  <a:srgbClr val="7F7F7F"/>
                </a:solidFill>
                <a:latin typeface="Proxima Nova Lt" panose="02000506030000020004" pitchFamily="50" charset="0"/>
              </a:rPr>
              <a:t>Process Improvement</a:t>
            </a:r>
          </a:p>
        </p:txBody>
      </p:sp>
      <p:sp>
        <p:nvSpPr>
          <p:cNvPr id="20" name="Rectangle: Rounded Corners 19">
            <a:extLst>
              <a:ext uri="{FF2B5EF4-FFF2-40B4-BE49-F238E27FC236}">
                <a16:creationId xmlns:a16="http://schemas.microsoft.com/office/drawing/2014/main" id="{3E4B34F2-68D6-42EE-AEA0-453D7A40A0FF}"/>
              </a:ext>
            </a:extLst>
          </p:cNvPr>
          <p:cNvSpPr/>
          <p:nvPr/>
        </p:nvSpPr>
        <p:spPr>
          <a:xfrm>
            <a:off x="1815613" y="3464971"/>
            <a:ext cx="1152525" cy="708575"/>
          </a:xfrm>
          <a:prstGeom prst="roundRect">
            <a:avLst/>
          </a:prstGeom>
          <a:solidFill>
            <a:srgbClr val="256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Sprint Planning</a:t>
            </a:r>
          </a:p>
        </p:txBody>
      </p:sp>
      <p:sp>
        <p:nvSpPr>
          <p:cNvPr id="22" name="Rectangle: Rounded Corners 21">
            <a:extLst>
              <a:ext uri="{FF2B5EF4-FFF2-40B4-BE49-F238E27FC236}">
                <a16:creationId xmlns:a16="http://schemas.microsoft.com/office/drawing/2014/main" id="{D524A69E-BCF4-4F1F-B9C3-76515BBD28B6}"/>
              </a:ext>
            </a:extLst>
          </p:cNvPr>
          <p:cNvSpPr/>
          <p:nvPr/>
        </p:nvSpPr>
        <p:spPr>
          <a:xfrm>
            <a:off x="7547153" y="3430196"/>
            <a:ext cx="1076325" cy="708575"/>
          </a:xfrm>
          <a:prstGeom prst="roundRect">
            <a:avLst/>
          </a:prstGeom>
          <a:solidFill>
            <a:srgbClr val="256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Sprint Demo</a:t>
            </a:r>
          </a:p>
        </p:txBody>
      </p:sp>
      <p:pic>
        <p:nvPicPr>
          <p:cNvPr id="24" name="Graphic 23" descr="Box trolley">
            <a:extLst>
              <a:ext uri="{FF2B5EF4-FFF2-40B4-BE49-F238E27FC236}">
                <a16:creationId xmlns:a16="http://schemas.microsoft.com/office/drawing/2014/main" id="{119B55CE-E75D-4827-95CD-07A8A57306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43077" y="3140569"/>
            <a:ext cx="914400" cy="914400"/>
          </a:xfrm>
          <a:prstGeom prst="rect">
            <a:avLst/>
          </a:prstGeom>
        </p:spPr>
      </p:pic>
      <p:sp>
        <p:nvSpPr>
          <p:cNvPr id="25" name="Text Placeholder 5">
            <a:extLst>
              <a:ext uri="{FF2B5EF4-FFF2-40B4-BE49-F238E27FC236}">
                <a16:creationId xmlns:a16="http://schemas.microsoft.com/office/drawing/2014/main" id="{DE81E5E6-F323-4627-8D46-9DA9215332BE}"/>
              </a:ext>
            </a:extLst>
          </p:cNvPr>
          <p:cNvSpPr txBox="1">
            <a:spLocks/>
          </p:cNvSpPr>
          <p:nvPr/>
        </p:nvSpPr>
        <p:spPr>
          <a:xfrm>
            <a:off x="8811688" y="4186216"/>
            <a:ext cx="1372019"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400">
                <a:solidFill>
                  <a:srgbClr val="7F7F7F"/>
                </a:solidFill>
                <a:latin typeface="Proxima Nova Lt" panose="02000506030000020004" pitchFamily="50" charset="0"/>
              </a:rPr>
              <a:t>Product Increment</a:t>
            </a:r>
          </a:p>
        </p:txBody>
      </p:sp>
      <p:sp>
        <p:nvSpPr>
          <p:cNvPr id="36" name="Rectangle: Rounded Corners 35">
            <a:extLst>
              <a:ext uri="{FF2B5EF4-FFF2-40B4-BE49-F238E27FC236}">
                <a16:creationId xmlns:a16="http://schemas.microsoft.com/office/drawing/2014/main" id="{3AFCAE5F-808F-4A12-958B-5E40907C1789}"/>
              </a:ext>
            </a:extLst>
          </p:cNvPr>
          <p:cNvSpPr/>
          <p:nvPr/>
        </p:nvSpPr>
        <p:spPr>
          <a:xfrm>
            <a:off x="5406500" y="5497802"/>
            <a:ext cx="3558979" cy="519993"/>
          </a:xfrm>
          <a:prstGeom prst="roundRect">
            <a:avLst/>
          </a:prstGeom>
          <a:solidFill>
            <a:srgbClr val="256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Backlog Refinement</a:t>
            </a:r>
          </a:p>
        </p:txBody>
      </p:sp>
      <p:sp>
        <p:nvSpPr>
          <p:cNvPr id="39" name="Rectangle: Rounded Corners 38">
            <a:extLst>
              <a:ext uri="{FF2B5EF4-FFF2-40B4-BE49-F238E27FC236}">
                <a16:creationId xmlns:a16="http://schemas.microsoft.com/office/drawing/2014/main" id="{D4BA9FCA-B768-4488-BBD9-A5FDF12FBE27}"/>
              </a:ext>
            </a:extLst>
          </p:cNvPr>
          <p:cNvSpPr/>
          <p:nvPr/>
        </p:nvSpPr>
        <p:spPr>
          <a:xfrm>
            <a:off x="10277477" y="3404055"/>
            <a:ext cx="1204845" cy="782161"/>
          </a:xfrm>
          <a:prstGeom prst="roundRect">
            <a:avLst/>
          </a:prstGeom>
          <a:solidFill>
            <a:srgbClr val="65B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Testing</a:t>
            </a:r>
          </a:p>
        </p:txBody>
      </p:sp>
      <p:sp>
        <p:nvSpPr>
          <p:cNvPr id="40" name="Rectangle: Rounded Corners 39">
            <a:extLst>
              <a:ext uri="{FF2B5EF4-FFF2-40B4-BE49-F238E27FC236}">
                <a16:creationId xmlns:a16="http://schemas.microsoft.com/office/drawing/2014/main" id="{A6A7B1CE-674B-4322-ABC3-AEA4F422BFEA}"/>
              </a:ext>
            </a:extLst>
          </p:cNvPr>
          <p:cNvSpPr/>
          <p:nvPr/>
        </p:nvSpPr>
        <p:spPr>
          <a:xfrm>
            <a:off x="7197139" y="1836660"/>
            <a:ext cx="1688599" cy="708575"/>
          </a:xfrm>
          <a:prstGeom prst="roundRect">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Sprint Retrospective</a:t>
            </a:r>
          </a:p>
        </p:txBody>
      </p:sp>
      <p:pic>
        <p:nvPicPr>
          <p:cNvPr id="44" name="Graphic 43" descr="List">
            <a:extLst>
              <a:ext uri="{FF2B5EF4-FFF2-40B4-BE49-F238E27FC236}">
                <a16:creationId xmlns:a16="http://schemas.microsoft.com/office/drawing/2014/main" id="{D902B8A4-9445-447D-A491-77598825036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58448" y="3363919"/>
            <a:ext cx="914400" cy="914400"/>
          </a:xfrm>
          <a:prstGeom prst="rect">
            <a:avLst/>
          </a:prstGeom>
        </p:spPr>
      </p:pic>
      <p:sp>
        <p:nvSpPr>
          <p:cNvPr id="45" name="Text Placeholder 5">
            <a:extLst>
              <a:ext uri="{FF2B5EF4-FFF2-40B4-BE49-F238E27FC236}">
                <a16:creationId xmlns:a16="http://schemas.microsoft.com/office/drawing/2014/main" id="{0CC90467-B3A7-41C5-8045-8839C0087B40}"/>
              </a:ext>
            </a:extLst>
          </p:cNvPr>
          <p:cNvSpPr txBox="1">
            <a:spLocks/>
          </p:cNvSpPr>
          <p:nvPr/>
        </p:nvSpPr>
        <p:spPr>
          <a:xfrm>
            <a:off x="3128046" y="4392420"/>
            <a:ext cx="1175204"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400">
                <a:solidFill>
                  <a:srgbClr val="7F7F7F"/>
                </a:solidFill>
                <a:latin typeface="Proxima Nova Lt" panose="02000506030000020004" pitchFamily="50" charset="0"/>
              </a:rPr>
              <a:t>Sprint Backlog</a:t>
            </a:r>
          </a:p>
        </p:txBody>
      </p:sp>
      <p:grpSp>
        <p:nvGrpSpPr>
          <p:cNvPr id="47" name="Group 46">
            <a:extLst>
              <a:ext uri="{FF2B5EF4-FFF2-40B4-BE49-F238E27FC236}">
                <a16:creationId xmlns:a16="http://schemas.microsoft.com/office/drawing/2014/main" id="{76C58FC6-618C-4AE6-AF3B-8AC582905BA3}"/>
              </a:ext>
            </a:extLst>
          </p:cNvPr>
          <p:cNvGrpSpPr/>
          <p:nvPr/>
        </p:nvGrpSpPr>
        <p:grpSpPr>
          <a:xfrm>
            <a:off x="3861778" y="2605832"/>
            <a:ext cx="3355358" cy="2605015"/>
            <a:chOff x="3861778" y="2521853"/>
            <a:chExt cx="3355358" cy="2605015"/>
          </a:xfrm>
        </p:grpSpPr>
        <p:grpSp>
          <p:nvGrpSpPr>
            <p:cNvPr id="30" name="Group 29">
              <a:extLst>
                <a:ext uri="{FF2B5EF4-FFF2-40B4-BE49-F238E27FC236}">
                  <a16:creationId xmlns:a16="http://schemas.microsoft.com/office/drawing/2014/main" id="{92CA3D99-AFB7-47B9-A00B-D4085CB3D95C}"/>
                </a:ext>
              </a:extLst>
            </p:cNvPr>
            <p:cNvGrpSpPr/>
            <p:nvPr/>
          </p:nvGrpSpPr>
          <p:grpSpPr>
            <a:xfrm>
              <a:off x="4506446" y="2606868"/>
              <a:ext cx="2520000" cy="2520000"/>
              <a:chOff x="4343400" y="1979740"/>
              <a:chExt cx="2160000" cy="2160000"/>
            </a:xfrm>
          </p:grpSpPr>
          <p:sp>
            <p:nvSpPr>
              <p:cNvPr id="28" name="Flowchart: Connector 27">
                <a:extLst>
                  <a:ext uri="{FF2B5EF4-FFF2-40B4-BE49-F238E27FC236}">
                    <a16:creationId xmlns:a16="http://schemas.microsoft.com/office/drawing/2014/main" id="{A4B0BDD9-7F3D-4E94-BCC5-E38A3738D875}"/>
                  </a:ext>
                </a:extLst>
              </p:cNvPr>
              <p:cNvSpPr/>
              <p:nvPr/>
            </p:nvSpPr>
            <p:spPr>
              <a:xfrm>
                <a:off x="4343400" y="1979740"/>
                <a:ext cx="2160000" cy="2160000"/>
              </a:xfrm>
              <a:prstGeom prst="flowChartConnector">
                <a:avLst/>
              </a:prstGeom>
              <a:gradFill flip="none" rotWithShape="1">
                <a:gsLst>
                  <a:gs pos="61000">
                    <a:srgbClr val="C9DB60"/>
                  </a:gs>
                  <a:gs pos="0">
                    <a:srgbClr val="F2F7D1"/>
                  </a:gs>
                  <a:gs pos="100000">
                    <a:srgbClr val="BCD727"/>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Flowchart: Connector 28">
                <a:extLst>
                  <a:ext uri="{FF2B5EF4-FFF2-40B4-BE49-F238E27FC236}">
                    <a16:creationId xmlns:a16="http://schemas.microsoft.com/office/drawing/2014/main" id="{D0D13029-7FCE-4659-9B86-CF1918B21B7D}"/>
                  </a:ext>
                </a:extLst>
              </p:cNvPr>
              <p:cNvSpPr/>
              <p:nvPr/>
            </p:nvSpPr>
            <p:spPr>
              <a:xfrm>
                <a:off x="4703400" y="2339740"/>
                <a:ext cx="1440000" cy="1440000"/>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solidFill>
                      <a:srgbClr val="7F7F7F"/>
                    </a:solidFill>
                    <a:latin typeface="Proxima Nova Lt" panose="02000506030000020004" pitchFamily="50" charset="0"/>
                  </a:rPr>
                  <a:t>3-week Sprint</a:t>
                </a:r>
              </a:p>
            </p:txBody>
          </p:sp>
        </p:grpSp>
        <p:sp>
          <p:nvSpPr>
            <p:cNvPr id="35" name="Oval 34">
              <a:extLst>
                <a:ext uri="{FF2B5EF4-FFF2-40B4-BE49-F238E27FC236}">
                  <a16:creationId xmlns:a16="http://schemas.microsoft.com/office/drawing/2014/main" id="{F393811B-BF49-452D-ADAC-5EA305ADAAFF}"/>
                </a:ext>
              </a:extLst>
            </p:cNvPr>
            <p:cNvSpPr/>
            <p:nvPr/>
          </p:nvSpPr>
          <p:spPr>
            <a:xfrm>
              <a:off x="4787302" y="2521853"/>
              <a:ext cx="481168" cy="457269"/>
            </a:xfrm>
            <a:prstGeom prst="ellipse">
              <a:avLst/>
            </a:prstGeom>
            <a:solidFill>
              <a:srgbClr val="256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 Placeholder 5">
              <a:extLst>
                <a:ext uri="{FF2B5EF4-FFF2-40B4-BE49-F238E27FC236}">
                  <a16:creationId xmlns:a16="http://schemas.microsoft.com/office/drawing/2014/main" id="{2DBD7E7B-F14E-48C8-9867-CD609923E0CB}"/>
                </a:ext>
              </a:extLst>
            </p:cNvPr>
            <p:cNvSpPr txBox="1">
              <a:spLocks/>
            </p:cNvSpPr>
            <p:nvPr/>
          </p:nvSpPr>
          <p:spPr>
            <a:xfrm>
              <a:off x="3861778" y="2750487"/>
              <a:ext cx="1042352"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400">
                  <a:solidFill>
                    <a:srgbClr val="7F7F7F"/>
                  </a:solidFill>
                  <a:latin typeface="Proxima Nova Lt" panose="02000506030000020004" pitchFamily="50" charset="0"/>
                </a:rPr>
                <a:t>Daily Stand-up</a:t>
              </a:r>
            </a:p>
          </p:txBody>
        </p:sp>
        <p:sp>
          <p:nvSpPr>
            <p:cNvPr id="46" name="Isosceles Triangle 45">
              <a:extLst>
                <a:ext uri="{FF2B5EF4-FFF2-40B4-BE49-F238E27FC236}">
                  <a16:creationId xmlns:a16="http://schemas.microsoft.com/office/drawing/2014/main" id="{2F9DEE2B-4757-4925-A013-03A8A30E0146}"/>
                </a:ext>
              </a:extLst>
            </p:cNvPr>
            <p:cNvSpPr/>
            <p:nvPr/>
          </p:nvSpPr>
          <p:spPr>
            <a:xfrm rot="206551">
              <a:off x="6432580" y="3543025"/>
              <a:ext cx="784556" cy="440106"/>
            </a:xfrm>
            <a:prstGeom prst="triangle">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8" name="Arrow: Right 47">
            <a:extLst>
              <a:ext uri="{FF2B5EF4-FFF2-40B4-BE49-F238E27FC236}">
                <a16:creationId xmlns:a16="http://schemas.microsoft.com/office/drawing/2014/main" id="{830D1F3D-D634-40D5-8F72-81BF2FC49DA1}"/>
              </a:ext>
            </a:extLst>
          </p:cNvPr>
          <p:cNvSpPr/>
          <p:nvPr/>
        </p:nvSpPr>
        <p:spPr>
          <a:xfrm>
            <a:off x="1427070" y="3618944"/>
            <a:ext cx="370693" cy="373431"/>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Arrow: Right 48">
            <a:extLst>
              <a:ext uri="{FF2B5EF4-FFF2-40B4-BE49-F238E27FC236}">
                <a16:creationId xmlns:a16="http://schemas.microsoft.com/office/drawing/2014/main" id="{D1778D04-2D06-4583-ABBF-ED976BBD4612}"/>
              </a:ext>
            </a:extLst>
          </p:cNvPr>
          <p:cNvSpPr/>
          <p:nvPr/>
        </p:nvSpPr>
        <p:spPr>
          <a:xfrm>
            <a:off x="3017445" y="3603845"/>
            <a:ext cx="370693" cy="373431"/>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Arrow: Right 49">
            <a:extLst>
              <a:ext uri="{FF2B5EF4-FFF2-40B4-BE49-F238E27FC236}">
                <a16:creationId xmlns:a16="http://schemas.microsoft.com/office/drawing/2014/main" id="{7D027D6F-5C6D-4E62-B7FE-94A41831FC06}"/>
              </a:ext>
            </a:extLst>
          </p:cNvPr>
          <p:cNvSpPr/>
          <p:nvPr/>
        </p:nvSpPr>
        <p:spPr>
          <a:xfrm>
            <a:off x="4078400" y="3597769"/>
            <a:ext cx="370693" cy="373431"/>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Arrow: Right 50">
            <a:extLst>
              <a:ext uri="{FF2B5EF4-FFF2-40B4-BE49-F238E27FC236}">
                <a16:creationId xmlns:a16="http://schemas.microsoft.com/office/drawing/2014/main" id="{0C68ED23-3705-438D-A362-2D7C3EBB5837}"/>
              </a:ext>
            </a:extLst>
          </p:cNvPr>
          <p:cNvSpPr/>
          <p:nvPr/>
        </p:nvSpPr>
        <p:spPr>
          <a:xfrm>
            <a:off x="7097625" y="3571145"/>
            <a:ext cx="370693" cy="373431"/>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Arrow: Right 53">
            <a:extLst>
              <a:ext uri="{FF2B5EF4-FFF2-40B4-BE49-F238E27FC236}">
                <a16:creationId xmlns:a16="http://schemas.microsoft.com/office/drawing/2014/main" id="{3B5E817C-2B6E-4D8F-8EFF-9057FDDF98F2}"/>
              </a:ext>
            </a:extLst>
          </p:cNvPr>
          <p:cNvSpPr/>
          <p:nvPr/>
        </p:nvSpPr>
        <p:spPr>
          <a:xfrm>
            <a:off x="8710656" y="3571144"/>
            <a:ext cx="370693" cy="373431"/>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Arrow: Right 54">
            <a:extLst>
              <a:ext uri="{FF2B5EF4-FFF2-40B4-BE49-F238E27FC236}">
                <a16:creationId xmlns:a16="http://schemas.microsoft.com/office/drawing/2014/main" id="{21D27733-94DD-44DF-8696-229A1DCD1CC2}"/>
              </a:ext>
            </a:extLst>
          </p:cNvPr>
          <p:cNvSpPr/>
          <p:nvPr/>
        </p:nvSpPr>
        <p:spPr>
          <a:xfrm>
            <a:off x="9857477" y="3560446"/>
            <a:ext cx="370693" cy="373431"/>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Arrow: Bent-Up 55">
            <a:extLst>
              <a:ext uri="{FF2B5EF4-FFF2-40B4-BE49-F238E27FC236}">
                <a16:creationId xmlns:a16="http://schemas.microsoft.com/office/drawing/2014/main" id="{309888BD-7DF1-40B2-8133-22CBCCBF8137}"/>
              </a:ext>
            </a:extLst>
          </p:cNvPr>
          <p:cNvSpPr/>
          <p:nvPr/>
        </p:nvSpPr>
        <p:spPr>
          <a:xfrm rot="16200000" flipH="1">
            <a:off x="9170678" y="4188991"/>
            <a:ext cx="1739477" cy="1918134"/>
          </a:xfrm>
          <a:prstGeom prst="bentUpArrow">
            <a:avLst>
              <a:gd name="adj1" fmla="val 11843"/>
              <a:gd name="adj2" fmla="val 12656"/>
              <a:gd name="adj3" fmla="val 1449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Arrow: Bent-Up 56">
            <a:extLst>
              <a:ext uri="{FF2B5EF4-FFF2-40B4-BE49-F238E27FC236}">
                <a16:creationId xmlns:a16="http://schemas.microsoft.com/office/drawing/2014/main" id="{8F7763C0-0A4D-4FD9-87C6-0CA52327D256}"/>
              </a:ext>
            </a:extLst>
          </p:cNvPr>
          <p:cNvSpPr/>
          <p:nvPr/>
        </p:nvSpPr>
        <p:spPr>
          <a:xfrm flipH="1">
            <a:off x="886654" y="4858471"/>
            <a:ext cx="4328026" cy="1037195"/>
          </a:xfrm>
          <a:prstGeom prst="bentUpArrow">
            <a:avLst>
              <a:gd name="adj1" fmla="val 19449"/>
              <a:gd name="adj2" fmla="val 17567"/>
              <a:gd name="adj3" fmla="val 1449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Arrow: Right 57">
            <a:extLst>
              <a:ext uri="{FF2B5EF4-FFF2-40B4-BE49-F238E27FC236}">
                <a16:creationId xmlns:a16="http://schemas.microsoft.com/office/drawing/2014/main" id="{1478A1E9-85A4-4873-974B-B8029426C8FE}"/>
              </a:ext>
            </a:extLst>
          </p:cNvPr>
          <p:cNvSpPr/>
          <p:nvPr/>
        </p:nvSpPr>
        <p:spPr>
          <a:xfrm rot="16200000">
            <a:off x="7689674" y="2798159"/>
            <a:ext cx="758086" cy="373431"/>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Arrow: Bent-Up 58">
            <a:extLst>
              <a:ext uri="{FF2B5EF4-FFF2-40B4-BE49-F238E27FC236}">
                <a16:creationId xmlns:a16="http://schemas.microsoft.com/office/drawing/2014/main" id="{AC37F25E-4E4B-4D4C-9673-5F8AAEB73D9F}"/>
              </a:ext>
            </a:extLst>
          </p:cNvPr>
          <p:cNvSpPr/>
          <p:nvPr/>
        </p:nvSpPr>
        <p:spPr>
          <a:xfrm flipH="1" flipV="1">
            <a:off x="2133597" y="2064953"/>
            <a:ext cx="4892845" cy="1225695"/>
          </a:xfrm>
          <a:prstGeom prst="bentUpArrow">
            <a:avLst>
              <a:gd name="adj1" fmla="val 14504"/>
              <a:gd name="adj2" fmla="val 17313"/>
              <a:gd name="adj3" fmla="val 2017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 name="Group 3">
            <a:extLst>
              <a:ext uri="{FF2B5EF4-FFF2-40B4-BE49-F238E27FC236}">
                <a16:creationId xmlns:a16="http://schemas.microsoft.com/office/drawing/2014/main" id="{899E3FA0-D02A-4DCD-BFCC-F99016983206}"/>
              </a:ext>
            </a:extLst>
          </p:cNvPr>
          <p:cNvGrpSpPr/>
          <p:nvPr/>
        </p:nvGrpSpPr>
        <p:grpSpPr>
          <a:xfrm>
            <a:off x="9914752" y="1788927"/>
            <a:ext cx="1656123" cy="914401"/>
            <a:chOff x="9857477" y="1483426"/>
            <a:chExt cx="1656123" cy="914401"/>
          </a:xfrm>
        </p:grpSpPr>
        <p:sp>
          <p:nvSpPr>
            <p:cNvPr id="60" name="Rectangle: Rounded Corners 59">
              <a:extLst>
                <a:ext uri="{FF2B5EF4-FFF2-40B4-BE49-F238E27FC236}">
                  <a16:creationId xmlns:a16="http://schemas.microsoft.com/office/drawing/2014/main" id="{E191825F-1BB4-465A-BC6C-EA9A3F1CEE91}"/>
                </a:ext>
              </a:extLst>
            </p:cNvPr>
            <p:cNvSpPr/>
            <p:nvPr/>
          </p:nvSpPr>
          <p:spPr>
            <a:xfrm>
              <a:off x="9918865" y="1526331"/>
              <a:ext cx="270724" cy="246332"/>
            </a:xfrm>
            <a:prstGeom prst="roundRect">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Text Placeholder 5">
              <a:extLst>
                <a:ext uri="{FF2B5EF4-FFF2-40B4-BE49-F238E27FC236}">
                  <a16:creationId xmlns:a16="http://schemas.microsoft.com/office/drawing/2014/main" id="{1E8C199C-6085-45E5-A23A-B8F6E9CF7677}"/>
                </a:ext>
              </a:extLst>
            </p:cNvPr>
            <p:cNvSpPr txBox="1">
              <a:spLocks/>
            </p:cNvSpPr>
            <p:nvPr/>
          </p:nvSpPr>
          <p:spPr>
            <a:xfrm>
              <a:off x="10210921" y="1581943"/>
              <a:ext cx="1302679" cy="198240"/>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050">
                  <a:solidFill>
                    <a:srgbClr val="7F7F7F"/>
                  </a:solidFill>
                  <a:latin typeface="Proxima Nova Lt" panose="02000506030000020004" pitchFamily="50" charset="0"/>
                </a:rPr>
                <a:t>Open Box Activity</a:t>
              </a:r>
            </a:p>
          </p:txBody>
        </p:sp>
        <p:sp>
          <p:nvSpPr>
            <p:cNvPr id="62" name="Rectangle: Rounded Corners 61">
              <a:extLst>
                <a:ext uri="{FF2B5EF4-FFF2-40B4-BE49-F238E27FC236}">
                  <a16:creationId xmlns:a16="http://schemas.microsoft.com/office/drawing/2014/main" id="{954C1D1F-3B33-40BC-9DCC-88F812F6FABF}"/>
                </a:ext>
              </a:extLst>
            </p:cNvPr>
            <p:cNvSpPr/>
            <p:nvPr/>
          </p:nvSpPr>
          <p:spPr>
            <a:xfrm>
              <a:off x="9918865" y="1822278"/>
              <a:ext cx="270724" cy="246332"/>
            </a:xfrm>
            <a:prstGeom prst="roundRect">
              <a:avLst/>
            </a:prstGeom>
            <a:solidFill>
              <a:srgbClr val="65BC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Text Placeholder 5">
              <a:extLst>
                <a:ext uri="{FF2B5EF4-FFF2-40B4-BE49-F238E27FC236}">
                  <a16:creationId xmlns:a16="http://schemas.microsoft.com/office/drawing/2014/main" id="{FAF62AAA-FAFF-478D-84C5-7E5559983323}"/>
                </a:ext>
              </a:extLst>
            </p:cNvPr>
            <p:cNvSpPr txBox="1">
              <a:spLocks/>
            </p:cNvSpPr>
            <p:nvPr/>
          </p:nvSpPr>
          <p:spPr>
            <a:xfrm>
              <a:off x="10210921" y="1877890"/>
              <a:ext cx="1302679" cy="190720"/>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050">
                  <a:solidFill>
                    <a:srgbClr val="7F7F7F"/>
                  </a:solidFill>
                  <a:latin typeface="Proxima Nova Lt" panose="02000506030000020004" pitchFamily="50" charset="0"/>
                </a:rPr>
                <a:t>Grainger Activity</a:t>
              </a:r>
            </a:p>
          </p:txBody>
        </p:sp>
        <p:sp>
          <p:nvSpPr>
            <p:cNvPr id="64" name="Rectangle: Rounded Corners 63">
              <a:extLst>
                <a:ext uri="{FF2B5EF4-FFF2-40B4-BE49-F238E27FC236}">
                  <a16:creationId xmlns:a16="http://schemas.microsoft.com/office/drawing/2014/main" id="{784674FE-A3E7-4043-B665-F25CA8D5E328}"/>
                </a:ext>
              </a:extLst>
            </p:cNvPr>
            <p:cNvSpPr/>
            <p:nvPr/>
          </p:nvSpPr>
          <p:spPr>
            <a:xfrm>
              <a:off x="9918865" y="2109081"/>
              <a:ext cx="270724" cy="246332"/>
            </a:xfrm>
            <a:prstGeom prst="roundRect">
              <a:avLst/>
            </a:prstGeom>
            <a:solidFill>
              <a:srgbClr val="256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Text Placeholder 5">
              <a:extLst>
                <a:ext uri="{FF2B5EF4-FFF2-40B4-BE49-F238E27FC236}">
                  <a16:creationId xmlns:a16="http://schemas.microsoft.com/office/drawing/2014/main" id="{33C5F501-FFCF-4D93-9B9E-3474D5E9E499}"/>
                </a:ext>
              </a:extLst>
            </p:cNvPr>
            <p:cNvSpPr txBox="1">
              <a:spLocks/>
            </p:cNvSpPr>
            <p:nvPr/>
          </p:nvSpPr>
          <p:spPr>
            <a:xfrm>
              <a:off x="10210921" y="2164693"/>
              <a:ext cx="1098955" cy="198240"/>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050">
                  <a:solidFill>
                    <a:srgbClr val="7F7F7F"/>
                  </a:solidFill>
                  <a:latin typeface="Proxima Nova Lt" panose="02000506030000020004" pitchFamily="50" charset="0"/>
                </a:rPr>
                <a:t>Joint Activity</a:t>
              </a:r>
            </a:p>
          </p:txBody>
        </p:sp>
        <p:sp>
          <p:nvSpPr>
            <p:cNvPr id="66" name="Rectangle 65">
              <a:extLst>
                <a:ext uri="{FF2B5EF4-FFF2-40B4-BE49-F238E27FC236}">
                  <a16:creationId xmlns:a16="http://schemas.microsoft.com/office/drawing/2014/main" id="{0BB4D593-BB94-4F12-AA8E-7FA4177AE2CE}"/>
                </a:ext>
              </a:extLst>
            </p:cNvPr>
            <p:cNvSpPr/>
            <p:nvPr/>
          </p:nvSpPr>
          <p:spPr>
            <a:xfrm>
              <a:off x="9857477" y="1483426"/>
              <a:ext cx="1571691" cy="914401"/>
            </a:xfrm>
            <a:prstGeom prst="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8" name="Arrow: Right 67">
            <a:extLst>
              <a:ext uri="{FF2B5EF4-FFF2-40B4-BE49-F238E27FC236}">
                <a16:creationId xmlns:a16="http://schemas.microsoft.com/office/drawing/2014/main" id="{72AE277F-ADCE-4C0F-BB83-D7274AD337BB}"/>
              </a:ext>
            </a:extLst>
          </p:cNvPr>
          <p:cNvSpPr/>
          <p:nvPr/>
        </p:nvSpPr>
        <p:spPr>
          <a:xfrm rot="5400000">
            <a:off x="7474975" y="4640380"/>
            <a:ext cx="1217425" cy="373431"/>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 Placeholder 5">
            <a:extLst>
              <a:ext uri="{FF2B5EF4-FFF2-40B4-BE49-F238E27FC236}">
                <a16:creationId xmlns:a16="http://schemas.microsoft.com/office/drawing/2014/main" id="{7DB9F6F4-A969-4044-933D-1F202F4DE512}"/>
              </a:ext>
            </a:extLst>
          </p:cNvPr>
          <p:cNvSpPr txBox="1">
            <a:spLocks/>
          </p:cNvSpPr>
          <p:nvPr/>
        </p:nvSpPr>
        <p:spPr>
          <a:xfrm>
            <a:off x="1349241" y="5435808"/>
            <a:ext cx="3099852"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400">
                <a:solidFill>
                  <a:srgbClr val="7F7F7F"/>
                </a:solidFill>
                <a:latin typeface="Proxima Nova Lt" panose="02000506030000020004" pitchFamily="50" charset="0"/>
              </a:rPr>
              <a:t>Backlog Refinement &amp; Prioritisation</a:t>
            </a:r>
          </a:p>
        </p:txBody>
      </p:sp>
      <p:sp>
        <p:nvSpPr>
          <p:cNvPr id="70" name="Text Placeholder 5">
            <a:extLst>
              <a:ext uri="{FF2B5EF4-FFF2-40B4-BE49-F238E27FC236}">
                <a16:creationId xmlns:a16="http://schemas.microsoft.com/office/drawing/2014/main" id="{065F97B9-366C-4BC9-924E-E59577D9261B}"/>
              </a:ext>
            </a:extLst>
          </p:cNvPr>
          <p:cNvSpPr txBox="1">
            <a:spLocks/>
          </p:cNvSpPr>
          <p:nvPr/>
        </p:nvSpPr>
        <p:spPr>
          <a:xfrm>
            <a:off x="9395256" y="5435808"/>
            <a:ext cx="1372019" cy="22923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400">
                <a:solidFill>
                  <a:srgbClr val="7F7F7F"/>
                </a:solidFill>
                <a:latin typeface="Proxima Nova Lt" panose="02000506030000020004" pitchFamily="50" charset="0"/>
              </a:rPr>
              <a:t>Feedback</a:t>
            </a:r>
          </a:p>
        </p:txBody>
      </p:sp>
    </p:spTree>
    <p:extLst>
      <p:ext uri="{BB962C8B-B14F-4D97-AF65-F5344CB8AC3E}">
        <p14:creationId xmlns:p14="http://schemas.microsoft.com/office/powerpoint/2010/main" val="1870263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76FE0B-444E-4DB9-84ED-BA36E3749E92}"/>
              </a:ext>
            </a:extLst>
          </p:cNvPr>
          <p:cNvSpPr>
            <a:spLocks noGrp="1"/>
          </p:cNvSpPr>
          <p:nvPr>
            <p:ph type="body" sz="quarter" idx="11"/>
          </p:nvPr>
        </p:nvSpPr>
        <p:spPr>
          <a:xfrm>
            <a:off x="940445" y="335128"/>
            <a:ext cx="8621692" cy="575344"/>
          </a:xfrm>
        </p:spPr>
        <p:txBody>
          <a:bodyPr/>
          <a:lstStyle/>
          <a:p>
            <a:r>
              <a:rPr lang="en-ZA"/>
              <a:t>Next Steps</a:t>
            </a:r>
            <a:endParaRPr lang="en-ZA">
              <a:highlight>
                <a:srgbClr val="00FF00"/>
              </a:highlight>
            </a:endParaRPr>
          </a:p>
        </p:txBody>
      </p:sp>
      <p:sp>
        <p:nvSpPr>
          <p:cNvPr id="7" name="TextBox 6">
            <a:extLst>
              <a:ext uri="{FF2B5EF4-FFF2-40B4-BE49-F238E27FC236}">
                <a16:creationId xmlns:a16="http://schemas.microsoft.com/office/drawing/2014/main" id="{1C87C501-E33B-4C79-9659-C4B32C2525B6}"/>
              </a:ext>
            </a:extLst>
          </p:cNvPr>
          <p:cNvSpPr txBox="1"/>
          <p:nvPr/>
        </p:nvSpPr>
        <p:spPr>
          <a:xfrm>
            <a:off x="940445" y="1394791"/>
            <a:ext cx="9627241" cy="1754326"/>
          </a:xfrm>
          <a:prstGeom prst="rect">
            <a:avLst/>
          </a:prstGeom>
          <a:noFill/>
        </p:spPr>
        <p:txBody>
          <a:bodyPr wrap="square" rtlCol="0">
            <a:spAutoFit/>
          </a:bodyPr>
          <a:lstStyle/>
          <a:p>
            <a:pPr marL="285750" indent="-285750">
              <a:buClr>
                <a:schemeClr val="accent6"/>
              </a:buClr>
              <a:buFont typeface="Arial" panose="020B0604020202020204" pitchFamily="34" charset="0"/>
              <a:buChar char="•"/>
            </a:pPr>
            <a:r>
              <a:rPr lang="en-US" dirty="0">
                <a:solidFill>
                  <a:schemeClr val="tx1">
                    <a:lumMod val="65000"/>
                    <a:lumOff val="35000"/>
                  </a:schemeClr>
                </a:solidFill>
              </a:rPr>
              <a:t>Grainger to confirm they would like to move forward</a:t>
            </a:r>
          </a:p>
          <a:p>
            <a:pPr marL="285750" indent="-285750">
              <a:buClr>
                <a:schemeClr val="accent6"/>
              </a:buClr>
              <a:buFont typeface="Arial" panose="020B0604020202020204" pitchFamily="34" charset="0"/>
              <a:buChar char="•"/>
            </a:pPr>
            <a:endParaRPr lang="en-US" dirty="0">
              <a:solidFill>
                <a:schemeClr val="tx1">
                  <a:lumMod val="65000"/>
                  <a:lumOff val="35000"/>
                </a:schemeClr>
              </a:solidFill>
            </a:endParaRPr>
          </a:p>
          <a:p>
            <a:pPr marL="285750" indent="-285750">
              <a:buClr>
                <a:schemeClr val="accent6"/>
              </a:buClr>
              <a:buFont typeface="Arial" panose="020B0604020202020204" pitchFamily="34" charset="0"/>
              <a:buChar char="•"/>
            </a:pPr>
            <a:r>
              <a:rPr lang="en-US" dirty="0">
                <a:solidFill>
                  <a:schemeClr val="tx1">
                    <a:lumMod val="65000"/>
                    <a:lumOff val="35000"/>
                  </a:schemeClr>
                </a:solidFill>
                <a:highlight>
                  <a:srgbClr val="FFFF00"/>
                </a:highlight>
              </a:rPr>
              <a:t>Open Box to deliver a Statement of Work for a 3-month engagement to deliver the first release of Void Management</a:t>
            </a:r>
          </a:p>
          <a:p>
            <a:pPr marL="285750" indent="-285750">
              <a:buClr>
                <a:schemeClr val="accent6"/>
              </a:buClr>
              <a:buFont typeface="Arial" panose="020B0604020202020204" pitchFamily="34" charset="0"/>
              <a:buChar char="•"/>
            </a:pPr>
            <a:endParaRPr lang="en-US" dirty="0">
              <a:solidFill>
                <a:schemeClr val="tx1">
                  <a:lumMod val="65000"/>
                  <a:lumOff val="35000"/>
                </a:schemeClr>
              </a:solidFill>
            </a:endParaRPr>
          </a:p>
          <a:p>
            <a:pPr marL="285750" indent="-285750">
              <a:buClr>
                <a:schemeClr val="accent6"/>
              </a:buClr>
              <a:buFont typeface="Arial" panose="020B0604020202020204" pitchFamily="34" charset="0"/>
              <a:buChar char="•"/>
            </a:pPr>
            <a:endParaRPr lang="en-ZA" dirty="0">
              <a:solidFill>
                <a:schemeClr val="tx1">
                  <a:lumMod val="65000"/>
                  <a:lumOff val="35000"/>
                </a:schemeClr>
              </a:solidFill>
            </a:endParaRPr>
          </a:p>
        </p:txBody>
      </p:sp>
    </p:spTree>
    <p:extLst>
      <p:ext uri="{BB962C8B-B14F-4D97-AF65-F5344CB8AC3E}">
        <p14:creationId xmlns:p14="http://schemas.microsoft.com/office/powerpoint/2010/main" val="131517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B015C4-96AB-6576-A084-DCB3616BD203}"/>
              </a:ext>
            </a:extLst>
          </p:cNvPr>
          <p:cNvSpPr>
            <a:spLocks noGrp="1"/>
          </p:cNvSpPr>
          <p:nvPr>
            <p:ph type="body" sz="quarter" idx="11"/>
          </p:nvPr>
        </p:nvSpPr>
        <p:spPr/>
        <p:txBody>
          <a:bodyPr/>
          <a:lstStyle/>
          <a:p>
            <a:r>
              <a:rPr lang="en-US"/>
              <a:t>Appendix</a:t>
            </a:r>
          </a:p>
        </p:txBody>
      </p:sp>
    </p:spTree>
    <p:extLst>
      <p:ext uri="{BB962C8B-B14F-4D97-AF65-F5344CB8AC3E}">
        <p14:creationId xmlns:p14="http://schemas.microsoft.com/office/powerpoint/2010/main" val="390204888"/>
      </p:ext>
    </p:extLst>
  </p:cSld>
  <p:clrMapOvr>
    <a:masterClrMapping/>
  </p:clrMapOvr>
</p:sld>
</file>

<file path=ppt/theme/theme1.xml><?xml version="1.0" encoding="utf-8"?>
<a:theme xmlns:a="http://schemas.openxmlformats.org/drawingml/2006/main" name="4. Blank Background">
  <a:themeElements>
    <a:clrScheme name="Open Box Colours">
      <a:dk1>
        <a:srgbClr val="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 Title Slides">
  <a:themeElements>
    <a:clrScheme name="Custom 5">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BCD72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neral Presentation Theme" id="{617D407F-0F1F-405D-A13B-BE7690CBDA2A}" vid="{44CD57B0-E653-4561-A953-0FF3EAB174B5}"/>
    </a:ext>
  </a:extLst>
</a:theme>
</file>

<file path=ppt/theme/theme3.xml><?xml version="1.0" encoding="utf-8"?>
<a:theme xmlns:a="http://schemas.openxmlformats.org/drawingml/2006/main" name="3. City Background">
  <a:themeElements>
    <a:clrScheme name="Open Box Colours">
      <a:dk1>
        <a:sysClr val="windowText" lastClr="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B4E123A7400DE24C83BA9D1BFCD12C10" ma:contentTypeVersion="3" ma:contentTypeDescription="A document associated with a project for a client." ma:contentTypeScope="" ma:versionID="9d6581bc5c99e8ea3938d4fa8ba888f5">
  <xsd:schema xmlns:xsd="http://www.w3.org/2001/XMLSchema" xmlns:xs="http://www.w3.org/2001/XMLSchema" xmlns:p="http://schemas.microsoft.com/office/2006/metadata/properties" xmlns:ns2="1ffbd5dc-7a64-4097-8396-87f6c90b212f" targetNamespace="http://schemas.microsoft.com/office/2006/metadata/properties" ma:root="true" ma:fieldsID="a0c1b2c62e26289b034b466cfffa7cd3"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Enterprise Solutions</TermName>
          <TermId xmlns="http://schemas.microsoft.com/office/infopath/2007/PartnerControls">08c57b01-67e8-4a4f-abc6-ffb3392ace7f</TermId>
        </TermInfo>
      </Terms>
    </nae5750f31d8428b9a1182bd8e59d390>
    <k6ebf865df8440b3a55c1aa81c9bae7c xmlns="1ffbd5dc-7a64-4097-8396-87f6c90b212f">
      <Terms xmlns="http://schemas.microsoft.com/office/infopath/2007/PartnerControls">
        <TermInfo xmlns="http://schemas.microsoft.com/office/infopath/2007/PartnerControls">
          <TermName xmlns="http://schemas.microsoft.com/office/infopath/2007/PartnerControls">Generic Project Document</TermName>
          <TermId xmlns="http://schemas.microsoft.com/office/infopath/2007/PartnerControls">258c2ed6-b93b-4ffe-8901-a23f2dc98ec9</TermId>
        </TermInfo>
      </Terms>
    </k6ebf865df8440b3a55c1aa81c9bae7c>
    <f0dc22cb723843c1bfbb2e8bcc9db6e4 xmlns="1ffbd5dc-7a64-4097-8396-87f6c90b212f">
      <Terms xmlns="http://schemas.microsoft.com/office/infopath/2007/PartnerControls"/>
    </f0dc22cb723843c1bfbb2e8bcc9db6e4>
    <TaxCatchAll xmlns="1ffbd5dc-7a64-4097-8396-87f6c90b212f">
      <Value>5</Value>
      <Value>4</Value>
      <Value>15</Value>
    </TaxCatchAll>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EIMS Africa</TermName>
          <TermId xmlns="http://schemas.microsoft.com/office/infopath/2007/PartnerControls">66f4f51f-5fef-42d3-a89d-2dbfc49bea79</TermId>
        </TermInfo>
      </Terms>
    </ica44df5449d49f98766f83f0bd254a7>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5676dd91-060c-4b71-810a-dbdca5582071" ContentTypeId="0x010100B16301FA1C2D5E4DB9305F31D037531D020703" PreviousValue="false"/>
</file>

<file path=customXml/itemProps1.xml><?xml version="1.0" encoding="utf-8"?>
<ds:datastoreItem xmlns:ds="http://schemas.openxmlformats.org/officeDocument/2006/customXml" ds:itemID="{F6764E32-302C-4AD5-BD81-095CC927E8F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fbd5dc-7a64-4097-8396-87f6c90b21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9F7644E-1652-45CD-9E11-AB0C58DA9226}">
  <ds:schemaRefs>
    <ds:schemaRef ds:uri="http://purl.org/dc/terms/"/>
    <ds:schemaRef ds:uri="http://purl.org/dc/dcmitype/"/>
    <ds:schemaRef ds:uri="http://www.w3.org/XML/1998/namespace"/>
    <ds:schemaRef ds:uri="http://schemas.microsoft.com/office/infopath/2007/PartnerControls"/>
    <ds:schemaRef ds:uri="1ffbd5dc-7a64-4097-8396-87f6c90b212f"/>
    <ds:schemaRef ds:uri="http://purl.org/dc/elements/1.1/"/>
    <ds:schemaRef ds:uri="http://schemas.microsoft.com/office/2006/documentManagement/types"/>
    <ds:schemaRef ds:uri="http://schemas.microsoft.com/office/2006/metadata/properties"/>
    <ds:schemaRef ds:uri="http://schemas.openxmlformats.org/package/2006/metadata/core-properties"/>
  </ds:schemaRefs>
</ds:datastoreItem>
</file>

<file path=customXml/itemProps3.xml><?xml version="1.0" encoding="utf-8"?>
<ds:datastoreItem xmlns:ds="http://schemas.openxmlformats.org/officeDocument/2006/customXml" ds:itemID="{91D1D260-4500-4907-A35F-66A4AA491955}">
  <ds:schemaRefs>
    <ds:schemaRef ds:uri="http://schemas.microsoft.com/sharepoint/v3/contenttype/forms"/>
  </ds:schemaRefs>
</ds:datastoreItem>
</file>

<file path=customXml/itemProps4.xml><?xml version="1.0" encoding="utf-8"?>
<ds:datastoreItem xmlns:ds="http://schemas.openxmlformats.org/officeDocument/2006/customXml" ds:itemID="{69945D57-A681-4F04-B298-89235A3AA8B5}">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otalTime>25</TotalTime>
  <Words>968</Words>
  <Application>Microsoft Office PowerPoint</Application>
  <PresentationFormat>Widescreen</PresentationFormat>
  <Paragraphs>157</Paragraphs>
  <Slides>14</Slides>
  <Notes>8</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14</vt:i4>
      </vt:variant>
    </vt:vector>
  </HeadingPairs>
  <TitlesOfParts>
    <vt:vector size="22" baseType="lpstr">
      <vt:lpstr>Arial</vt:lpstr>
      <vt:lpstr>Calibri</vt:lpstr>
      <vt:lpstr>Proxima Nova Lt</vt:lpstr>
      <vt:lpstr>Proxima Nova Rg</vt:lpstr>
      <vt:lpstr>Segoe UI</vt:lpstr>
      <vt:lpstr>4. Blank Background</vt:lpstr>
      <vt:lpstr>1. Title Slides</vt:lpstr>
      <vt:lpstr>3. City Background</vt:lpstr>
      <vt:lpstr>Grainger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 Mapping</dc:title>
  <dc:creator>Dominique Bolus</dc:creator>
  <cp:lastModifiedBy>Nikki Papenfus</cp:lastModifiedBy>
  <cp:revision>6</cp:revision>
  <cp:lastPrinted>2023-02-07T06:58:00Z</cp:lastPrinted>
  <dcterms:created xsi:type="dcterms:W3CDTF">2022-11-10T08:57:41Z</dcterms:created>
  <dcterms:modified xsi:type="dcterms:W3CDTF">2024-10-18T07:57:06Z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0x010100B16301FA1C2D5E4DB9305F31D037531D02070300B4E123A7400DE24C83BA9D1BFCD12C10</vt:lpwstr>
  </property>
  <property fmtid="{D5CDD505-2E9C-101B-9397-08002B2CF9AE}" pid="3" name="lcf76f155ced4ddcb4097134ff3c332f">
    <vt:lpwstr/>
  </property>
  <property fmtid="{D5CDD505-2E9C-101B-9397-08002B2CF9AE}" pid="4" name="Project Document Type">
    <vt:lpwstr>4;#Generic Project Document|258c2ed6-b93b-4ffe-8901-a23f2dc98ec9</vt:lpwstr>
  </property>
  <property fmtid="{D5CDD505-2E9C-101B-9397-08002B2CF9AE}" pid="5" name="MediaServiceImageTags">
    <vt:lpwstr/>
  </property>
  <property fmtid="{D5CDD505-2E9C-101B-9397-08002B2CF9AE}" pid="6" name="Client">
    <vt:lpwstr>15;#EIMS Africa|66f4f51f-5fef-42d3-a89d-2dbfc49bea79</vt:lpwstr>
  </property>
  <property fmtid="{D5CDD505-2E9C-101B-9397-08002B2CF9AE}" pid="7" name="Division">
    <vt:lpwstr>5;#Enterprise Solutions|08c57b01-67e8-4a4f-abc6-ffb3392ace7f</vt:lpwstr>
  </property>
  <property fmtid="{D5CDD505-2E9C-101B-9397-08002B2CF9AE}" pid="8" name="Client Project">
    <vt:lpwstr/>
  </property>
  <property fmtid="{D5CDD505-2E9C-101B-9397-08002B2CF9AE}" pid="9" name="SharedWithUsers">
    <vt:lpwstr>12;#Denzil Morrison;#21;#Andrew Pollock</vt:lpwstr>
  </property>
  <property fmtid="{D5CDD505-2E9C-101B-9397-08002B2CF9AE}" pid="10" name="Project_x0020_Document_x0020_Type">
    <vt:lpwstr>4;#Generic Project Document|258c2ed6-b93b-4ffe-8901-a23f2dc98ec9</vt:lpwstr>
  </property>
  <property fmtid="{D5CDD505-2E9C-101B-9397-08002B2CF9AE}" pid="11" name="Client_x0020_Project">
    <vt:lpwstr/>
  </property>
</Properties>
</file>