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  <p:sldMasterId id="2147483684" r:id="rId6"/>
    <p:sldMasterId id="2147483677" r:id="rId7"/>
    <p:sldMasterId id="2147483663" r:id="rId8"/>
    <p:sldMasterId id="2147483653" r:id="rId9"/>
    <p:sldMasterId id="2147483682" r:id="rId10"/>
  </p:sldMasterIdLst>
  <p:notesMasterIdLst>
    <p:notesMasterId r:id="rId25"/>
  </p:notesMasterIdLst>
  <p:sldIdLst>
    <p:sldId id="490" r:id="rId11"/>
    <p:sldId id="318" r:id="rId12"/>
    <p:sldId id="484" r:id="rId13"/>
    <p:sldId id="642" r:id="rId14"/>
    <p:sldId id="645" r:id="rId15"/>
    <p:sldId id="655" r:id="rId16"/>
    <p:sldId id="643" r:id="rId17"/>
    <p:sldId id="653" r:id="rId18"/>
    <p:sldId id="654" r:id="rId19"/>
    <p:sldId id="651" r:id="rId20"/>
    <p:sldId id="641" r:id="rId21"/>
    <p:sldId id="461" r:id="rId22"/>
    <p:sldId id="633" r:id="rId23"/>
    <p:sldId id="64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0D6411-7978-41C6-9982-043F23376546}">
          <p14:sldIdLst>
            <p14:sldId id="490"/>
            <p14:sldId id="318"/>
            <p14:sldId id="484"/>
            <p14:sldId id="642"/>
            <p14:sldId id="645"/>
            <p14:sldId id="655"/>
            <p14:sldId id="643"/>
            <p14:sldId id="653"/>
            <p14:sldId id="654"/>
            <p14:sldId id="651"/>
            <p14:sldId id="641"/>
            <p14:sldId id="461"/>
            <p14:sldId id="633"/>
            <p14:sldId id="644"/>
          </p14:sldIdLst>
        </p14:section>
        <p14:section name="Recycle Bin" id="{44FD4C45-270F-4052-BFA9-22F0D2BA643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55633-B58B-FA2B-F94C-72D860131590}" name="Craig Mackintosh" initials="CM" userId="S::cmackintosh@openboxsoftware.com::60563cfe-5481-48be-93e8-059b7c3b7ecd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F676EB76-A351-5D1A-90C7-82F15A7D79D3}" name="Handre Van Der Merwe" initials="HVDM" userId="S::hvandermerwe@openboxsoftware.com::cff7518e-6e24-4c87-9d41-565d39f45972" providerId="AD"/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727"/>
    <a:srgbClr val="B4B8B8"/>
    <a:srgbClr val="7F7F7F"/>
    <a:srgbClr val="999999"/>
    <a:srgbClr val="D9D9D9"/>
    <a:srgbClr val="DDEB91"/>
    <a:srgbClr val="D8D8D8"/>
    <a:srgbClr val="B07AA1"/>
    <a:srgbClr val="92D05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A56FD-0CBB-1E43-D489-7619F63A6D9D}" v="11" dt="2025-07-25T12:59:17.560"/>
    <p1510:client id="{59F6D921-627C-4087-BAE6-9D4A22028B76}" v="20" dt="2025-07-25T12:57:18.957"/>
    <p1510:client id="{641823FC-84B7-4E80-9076-802D68E2983F}" v="650" dt="2025-07-25T13:09:22.9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ki Papenfus" userId="S::npapenfus@openboxsoftware.com::2a405823-0c8b-419b-afb6-8159926c2e17" providerId="AD" clId="Web-{DD1E764C-C590-BF9F-F48E-2A5E02855088}"/>
    <pc:docChg chg="modSld">
      <pc:chgData name="Nikki Papenfus" userId="S::npapenfus@openboxsoftware.com::2a405823-0c8b-419b-afb6-8159926c2e17" providerId="AD" clId="Web-{DD1E764C-C590-BF9F-F48E-2A5E02855088}" dt="2025-06-02T09:32:22.522" v="13" actId="20577"/>
      <pc:docMkLst>
        <pc:docMk/>
      </pc:docMkLst>
      <pc:sldChg chg="modSp modCm">
        <pc:chgData name="Nikki Papenfus" userId="S::npapenfus@openboxsoftware.com::2a405823-0c8b-419b-afb6-8159926c2e17" providerId="AD" clId="Web-{DD1E764C-C590-BF9F-F48E-2A5E02855088}" dt="2025-06-02T09:32:22.522" v="13" actId="20577"/>
        <pc:sldMkLst>
          <pc:docMk/>
          <pc:sldMk cId="2929070353" sldId="645"/>
        </pc:sldMkLst>
        <pc:spChg chg="mod">
          <ac:chgData name="Nikki Papenfus" userId="S::npapenfus@openboxsoftware.com::2a405823-0c8b-419b-afb6-8159926c2e17" providerId="AD" clId="Web-{DD1E764C-C590-BF9F-F48E-2A5E02855088}" dt="2025-06-02T09:32:22.522" v="13" actId="20577"/>
          <ac:spMkLst>
            <pc:docMk/>
            <pc:sldMk cId="2929070353" sldId="645"/>
            <ac:spMk id="24" creationId="{34F6AA15-39EA-94B3-1382-B107091C969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S::npapenfus@openboxsoftware.com::2a405823-0c8b-419b-afb6-8159926c2e17" providerId="AD" clId="Web-{DD1E764C-C590-BF9F-F48E-2A5E02855088}" dt="2025-06-02T09:32:14.240" v="12" actId="20577"/>
              <pc2:cmMkLst xmlns:pc2="http://schemas.microsoft.com/office/powerpoint/2019/9/main/command">
                <pc:docMk/>
                <pc:sldMk cId="2929070353" sldId="645"/>
                <pc2:cmMk id="{71241AE9-F14E-8E46-8E2C-DDE8E8FD5153}"/>
              </pc2:cmMkLst>
            </pc226:cmChg>
          </p:ext>
        </pc:extLst>
      </pc:sldChg>
    </pc:docChg>
  </pc:docChgLst>
  <pc:docChgLst>
    <pc:chgData name="Nikki Papenfus" userId="2a405823-0c8b-419b-afb6-8159926c2e17" providerId="ADAL" clId="{641823FC-84B7-4E80-9076-802D68E2983F}"/>
    <pc:docChg chg="undo redo custSel addSld delSld modSld sldOrd modSection">
      <pc:chgData name="Nikki Papenfus" userId="2a405823-0c8b-419b-afb6-8159926c2e17" providerId="ADAL" clId="{641823FC-84B7-4E80-9076-802D68E2983F}" dt="2025-07-25T13:09:22.998" v="8524" actId="1035"/>
      <pc:docMkLst>
        <pc:docMk/>
      </pc:docMkLst>
      <pc:sldChg chg="modSp mod">
        <pc:chgData name="Nikki Papenfus" userId="2a405823-0c8b-419b-afb6-8159926c2e17" providerId="ADAL" clId="{641823FC-84B7-4E80-9076-802D68E2983F}" dt="2025-07-25T12:56:33.703" v="8438" actId="6549"/>
        <pc:sldMkLst>
          <pc:docMk/>
          <pc:sldMk cId="2898931480" sldId="318"/>
        </pc:sldMkLst>
        <pc:spChg chg="mod">
          <ac:chgData name="Nikki Papenfus" userId="2a405823-0c8b-419b-afb6-8159926c2e17" providerId="ADAL" clId="{641823FC-84B7-4E80-9076-802D68E2983F}" dt="2025-07-25T12:56:33.703" v="8438" actId="6549"/>
          <ac:spMkLst>
            <pc:docMk/>
            <pc:sldMk cId="2898931480" sldId="318"/>
            <ac:spMk id="2" creationId="{22755BA2-B953-4F06-9DC7-ACF132689491}"/>
          </ac:spMkLst>
        </pc:spChg>
      </pc:sldChg>
      <pc:sldChg chg="modSp mod modNotesTx">
        <pc:chgData name="Nikki Papenfus" userId="2a405823-0c8b-419b-afb6-8159926c2e17" providerId="ADAL" clId="{641823FC-84B7-4E80-9076-802D68E2983F}" dt="2025-07-23T11:05:38.092" v="7108" actId="6549"/>
        <pc:sldMkLst>
          <pc:docMk/>
          <pc:sldMk cId="324089379" sldId="484"/>
        </pc:sldMkLst>
        <pc:spChg chg="mod">
          <ac:chgData name="Nikki Papenfus" userId="2a405823-0c8b-419b-afb6-8159926c2e17" providerId="ADAL" clId="{641823FC-84B7-4E80-9076-802D68E2983F}" dt="2025-07-23T11:05:38.092" v="7108" actId="6549"/>
          <ac:spMkLst>
            <pc:docMk/>
            <pc:sldMk cId="324089379" sldId="484"/>
            <ac:spMk id="3" creationId="{326D388C-0F50-393A-A35D-62B7A499DA71}"/>
          </ac:spMkLst>
        </pc:spChg>
      </pc:sldChg>
      <pc:sldChg chg="modSp mod">
        <pc:chgData name="Nikki Papenfus" userId="2a405823-0c8b-419b-afb6-8159926c2e17" providerId="ADAL" clId="{641823FC-84B7-4E80-9076-802D68E2983F}" dt="2025-07-21T09:03:32.918" v="15" actId="20577"/>
        <pc:sldMkLst>
          <pc:docMk/>
          <pc:sldMk cId="81878455" sldId="490"/>
        </pc:sldMkLst>
        <pc:spChg chg="mod">
          <ac:chgData name="Nikki Papenfus" userId="2a405823-0c8b-419b-afb6-8159926c2e17" providerId="ADAL" clId="{641823FC-84B7-4E80-9076-802D68E2983F}" dt="2025-07-21T09:03:32.918" v="15" actId="20577"/>
          <ac:spMkLst>
            <pc:docMk/>
            <pc:sldMk cId="81878455" sldId="490"/>
            <ac:spMk id="4" creationId="{B6D0D0B7-8796-FD2A-2A4F-3F9EBD376A8F}"/>
          </ac:spMkLst>
        </pc:spChg>
      </pc:sldChg>
      <pc:sldChg chg="del">
        <pc:chgData name="Nikki Papenfus" userId="2a405823-0c8b-419b-afb6-8159926c2e17" providerId="ADAL" clId="{641823FC-84B7-4E80-9076-802D68E2983F}" dt="2025-07-21T09:04:01.491" v="19" actId="47"/>
        <pc:sldMkLst>
          <pc:docMk/>
          <pc:sldMk cId="2349799122" sldId="541"/>
        </pc:sldMkLst>
      </pc:sldChg>
      <pc:sldChg chg="del">
        <pc:chgData name="Nikki Papenfus" userId="2a405823-0c8b-419b-afb6-8159926c2e17" providerId="ADAL" clId="{641823FC-84B7-4E80-9076-802D68E2983F}" dt="2025-07-21T09:04:02.755" v="20" actId="47"/>
        <pc:sldMkLst>
          <pc:docMk/>
          <pc:sldMk cId="446020426" sldId="543"/>
        </pc:sldMkLst>
      </pc:sldChg>
      <pc:sldChg chg="del">
        <pc:chgData name="Nikki Papenfus" userId="2a405823-0c8b-419b-afb6-8159926c2e17" providerId="ADAL" clId="{641823FC-84B7-4E80-9076-802D68E2983F}" dt="2025-07-21T09:04:06.295" v="22" actId="47"/>
        <pc:sldMkLst>
          <pc:docMk/>
          <pc:sldMk cId="4122299942" sldId="544"/>
        </pc:sldMkLst>
      </pc:sldChg>
      <pc:sldChg chg="del">
        <pc:chgData name="Nikki Papenfus" userId="2a405823-0c8b-419b-afb6-8159926c2e17" providerId="ADAL" clId="{641823FC-84B7-4E80-9076-802D68E2983F}" dt="2025-07-21T09:04:03.827" v="21" actId="47"/>
        <pc:sldMkLst>
          <pc:docMk/>
          <pc:sldMk cId="2880941440" sldId="546"/>
        </pc:sldMkLst>
      </pc:sldChg>
      <pc:sldChg chg="del">
        <pc:chgData name="Nikki Papenfus" userId="2a405823-0c8b-419b-afb6-8159926c2e17" providerId="ADAL" clId="{641823FC-84B7-4E80-9076-802D68E2983F}" dt="2025-07-21T09:04:08.841" v="23" actId="47"/>
        <pc:sldMkLst>
          <pc:docMk/>
          <pc:sldMk cId="4154096100" sldId="547"/>
        </pc:sldMkLst>
      </pc:sldChg>
      <pc:sldChg chg="modSp mod modShow">
        <pc:chgData name="Nikki Papenfus" userId="2a405823-0c8b-419b-afb6-8159926c2e17" providerId="ADAL" clId="{641823FC-84B7-4E80-9076-802D68E2983F}" dt="2025-07-22T13:06:21.256" v="3760" actId="13926"/>
        <pc:sldMkLst>
          <pc:docMk/>
          <pc:sldMk cId="2370322981" sldId="633"/>
        </pc:sldMkLst>
        <pc:spChg chg="mod">
          <ac:chgData name="Nikki Papenfus" userId="2a405823-0c8b-419b-afb6-8159926c2e17" providerId="ADAL" clId="{641823FC-84B7-4E80-9076-802D68E2983F}" dt="2025-07-22T13:06:21.256" v="3760" actId="13926"/>
          <ac:spMkLst>
            <pc:docMk/>
            <pc:sldMk cId="2370322981" sldId="633"/>
            <ac:spMk id="6" creationId="{82399C00-BE04-8C05-7B4F-3619094F5CC3}"/>
          </ac:spMkLst>
        </pc:spChg>
      </pc:sldChg>
      <pc:sldChg chg="addSp modSp mod ord modShow">
        <pc:chgData name="Nikki Papenfus" userId="2a405823-0c8b-419b-afb6-8159926c2e17" providerId="ADAL" clId="{641823FC-84B7-4E80-9076-802D68E2983F}" dt="2025-07-23T11:27:31.394" v="7544" actId="14734"/>
        <pc:sldMkLst>
          <pc:docMk/>
          <pc:sldMk cId="3548848885" sldId="642"/>
        </pc:sldMkLst>
        <pc:spChg chg="mod">
          <ac:chgData name="Nikki Papenfus" userId="2a405823-0c8b-419b-afb6-8159926c2e17" providerId="ADAL" clId="{641823FC-84B7-4E80-9076-802D68E2983F}" dt="2025-07-22T14:41:25.254" v="5338"/>
          <ac:spMkLst>
            <pc:docMk/>
            <pc:sldMk cId="3548848885" sldId="642"/>
            <ac:spMk id="2" creationId="{2DA8FF5B-B915-CFA5-0BA6-D974D35C1738}"/>
          </ac:spMkLst>
        </pc:spChg>
        <pc:spChg chg="add mod">
          <ac:chgData name="Nikki Papenfus" userId="2a405823-0c8b-419b-afb6-8159926c2e17" providerId="ADAL" clId="{641823FC-84B7-4E80-9076-802D68E2983F}" dt="2025-07-22T14:33:40.551" v="5234"/>
          <ac:spMkLst>
            <pc:docMk/>
            <pc:sldMk cId="3548848885" sldId="642"/>
            <ac:spMk id="4" creationId="{5D8F9CFB-166B-885D-7ABD-E104CCE2802A}"/>
          </ac:spMkLst>
        </pc:spChg>
        <pc:graphicFrameChg chg="mod modGraphic">
          <ac:chgData name="Nikki Papenfus" userId="2a405823-0c8b-419b-afb6-8159926c2e17" providerId="ADAL" clId="{641823FC-84B7-4E80-9076-802D68E2983F}" dt="2025-07-23T11:27:31.394" v="7544" actId="14734"/>
          <ac:graphicFrameMkLst>
            <pc:docMk/>
            <pc:sldMk cId="3548848885" sldId="642"/>
            <ac:graphicFrameMk id="3" creationId="{21304606-3E80-917F-F782-EABCDC9F3153}"/>
          </ac:graphicFrameMkLst>
        </pc:graphicFrameChg>
      </pc:sldChg>
      <pc:sldChg chg="ord">
        <pc:chgData name="Nikki Papenfus" userId="2a405823-0c8b-419b-afb6-8159926c2e17" providerId="ADAL" clId="{641823FC-84B7-4E80-9076-802D68E2983F}" dt="2025-07-25T12:56:47.022" v="8442"/>
        <pc:sldMkLst>
          <pc:docMk/>
          <pc:sldMk cId="1834835535" sldId="643"/>
        </pc:sldMkLst>
      </pc:sldChg>
      <pc:sldChg chg="mod ord modShow">
        <pc:chgData name="Nikki Papenfus" userId="2a405823-0c8b-419b-afb6-8159926c2e17" providerId="ADAL" clId="{641823FC-84B7-4E80-9076-802D68E2983F}" dt="2025-07-22T13:06:14.233" v="3758"/>
        <pc:sldMkLst>
          <pc:docMk/>
          <pc:sldMk cId="2149106640" sldId="644"/>
        </pc:sldMkLst>
      </pc:sldChg>
      <pc:sldChg chg="modSp mod modShow">
        <pc:chgData name="Nikki Papenfus" userId="2a405823-0c8b-419b-afb6-8159926c2e17" providerId="ADAL" clId="{641823FC-84B7-4E80-9076-802D68E2983F}" dt="2025-07-25T06:32:44.122" v="7669" actId="14100"/>
        <pc:sldMkLst>
          <pc:docMk/>
          <pc:sldMk cId="2929070353" sldId="645"/>
        </pc:sldMkLst>
        <pc:spChg chg="mod">
          <ac:chgData name="Nikki Papenfus" userId="2a405823-0c8b-419b-afb6-8159926c2e17" providerId="ADAL" clId="{641823FC-84B7-4E80-9076-802D68E2983F}" dt="2025-07-22T14:19:06.884" v="5001" actId="20577"/>
          <ac:spMkLst>
            <pc:docMk/>
            <pc:sldMk cId="2929070353" sldId="645"/>
            <ac:spMk id="2" creationId="{D0D2B700-DAED-4383-0AED-8F3048D3743B}"/>
          </ac:spMkLst>
        </pc:spChg>
        <pc:spChg chg="mod">
          <ac:chgData name="Nikki Papenfus" userId="2a405823-0c8b-419b-afb6-8159926c2e17" providerId="ADAL" clId="{641823FC-84B7-4E80-9076-802D68E2983F}" dt="2025-07-25T06:32:44.122" v="7669" actId="14100"/>
          <ac:spMkLst>
            <pc:docMk/>
            <pc:sldMk cId="2929070353" sldId="645"/>
            <ac:spMk id="24" creationId="{34F6AA15-39EA-94B3-1382-B107091C969F}"/>
          </ac:spMkLst>
        </pc:spChg>
        <pc:spChg chg="mod">
          <ac:chgData name="Nikki Papenfus" userId="2a405823-0c8b-419b-afb6-8159926c2e17" providerId="ADAL" clId="{641823FC-84B7-4E80-9076-802D68E2983F}" dt="2025-07-23T11:08:31.453" v="7194" actId="20578"/>
          <ac:spMkLst>
            <pc:docMk/>
            <pc:sldMk cId="2929070353" sldId="645"/>
            <ac:spMk id="25" creationId="{2F4E6D03-68E4-A831-B2D6-3928C8ACDD51}"/>
          </ac:spMkLst>
        </pc:spChg>
      </pc:sldChg>
      <pc:sldChg chg="modSp mod">
        <pc:chgData name="Nikki Papenfus" userId="2a405823-0c8b-419b-afb6-8159926c2e17" providerId="ADAL" clId="{641823FC-84B7-4E80-9076-802D68E2983F}" dt="2025-07-22T14:36:51.378" v="5301" actId="13926"/>
        <pc:sldMkLst>
          <pc:docMk/>
          <pc:sldMk cId="1738082838" sldId="646"/>
        </pc:sldMkLst>
      </pc:sldChg>
      <pc:sldChg chg="addSp delSp modSp add del mod ord">
        <pc:chgData name="Nikki Papenfus" userId="2a405823-0c8b-419b-afb6-8159926c2e17" providerId="ADAL" clId="{641823FC-84B7-4E80-9076-802D68E2983F}" dt="2025-07-23T11:09:16.787" v="7195" actId="47"/>
        <pc:sldMkLst>
          <pc:docMk/>
          <pc:sldMk cId="3786678626" sldId="647"/>
        </pc:sldMkLst>
      </pc:sldChg>
      <pc:sldChg chg="addSp delSp modSp add del mod ord modShow">
        <pc:chgData name="Nikki Papenfus" userId="2a405823-0c8b-419b-afb6-8159926c2e17" providerId="ADAL" clId="{641823FC-84B7-4E80-9076-802D68E2983F}" dt="2025-07-21T11:30:40.209" v="2326" actId="47"/>
        <pc:sldMkLst>
          <pc:docMk/>
          <pc:sldMk cId="3810565501" sldId="648"/>
        </pc:sldMkLst>
      </pc:sldChg>
      <pc:sldChg chg="addSp delSp modSp add del mod modShow">
        <pc:chgData name="Nikki Papenfus" userId="2a405823-0c8b-419b-afb6-8159926c2e17" providerId="ADAL" clId="{641823FC-84B7-4E80-9076-802D68E2983F}" dt="2025-07-21T11:30:46.131" v="2327" actId="47"/>
        <pc:sldMkLst>
          <pc:docMk/>
          <pc:sldMk cId="3906400100" sldId="649"/>
        </pc:sldMkLst>
      </pc:sldChg>
      <pc:sldChg chg="delSp modSp add del mod modShow">
        <pc:chgData name="Nikki Papenfus" userId="2a405823-0c8b-419b-afb6-8159926c2e17" providerId="ADAL" clId="{641823FC-84B7-4E80-9076-802D68E2983F}" dt="2025-07-23T11:31:43.027" v="7578" actId="47"/>
        <pc:sldMkLst>
          <pc:docMk/>
          <pc:sldMk cId="774076763" sldId="650"/>
        </pc:sldMkLst>
      </pc:sldChg>
      <pc:sldChg chg="addSp delSp modSp add mod ord modNotesTx">
        <pc:chgData name="Nikki Papenfus" userId="2a405823-0c8b-419b-afb6-8159926c2e17" providerId="ADAL" clId="{641823FC-84B7-4E80-9076-802D68E2983F}" dt="2025-07-25T13:09:22.998" v="8524" actId="1035"/>
        <pc:sldMkLst>
          <pc:docMk/>
          <pc:sldMk cId="2985880115" sldId="651"/>
        </pc:sldMkLst>
        <pc:spChg chg="mod">
          <ac:chgData name="Nikki Papenfus" userId="2a405823-0c8b-419b-afb6-8159926c2e17" providerId="ADAL" clId="{641823FC-84B7-4E80-9076-802D68E2983F}" dt="2025-07-22T13:42:46.277" v="4274" actId="13926"/>
          <ac:spMkLst>
            <pc:docMk/>
            <pc:sldMk cId="2985880115" sldId="651"/>
            <ac:spMk id="2" creationId="{4D72FAC2-40C5-5671-3869-B7E3A0BFA0A6}"/>
          </ac:spMkLst>
        </pc:spChg>
        <pc:spChg chg="add del mod">
          <ac:chgData name="Nikki Papenfus" userId="2a405823-0c8b-419b-afb6-8159926c2e17" providerId="ADAL" clId="{641823FC-84B7-4E80-9076-802D68E2983F}" dt="2025-07-25T06:32:52.108" v="7671" actId="478"/>
          <ac:spMkLst>
            <pc:docMk/>
            <pc:sldMk cId="2985880115" sldId="651"/>
            <ac:spMk id="3" creationId="{EE90CCCD-05A8-B3DB-3F90-F7FFD2550037}"/>
          </ac:spMkLst>
        </pc:spChg>
        <pc:spChg chg="mod">
          <ac:chgData name="Nikki Papenfus" userId="2a405823-0c8b-419b-afb6-8159926c2e17" providerId="ADAL" clId="{641823FC-84B7-4E80-9076-802D68E2983F}" dt="2025-07-21T09:42:45.493" v="507" actId="207"/>
          <ac:spMkLst>
            <pc:docMk/>
            <pc:sldMk cId="2985880115" sldId="651"/>
            <ac:spMk id="5" creationId="{BBCEC3C2-BDE5-0A6A-9377-2A6A48EA395A}"/>
          </ac:spMkLst>
        </pc:spChg>
        <pc:spChg chg="mod">
          <ac:chgData name="Nikki Papenfus" userId="2a405823-0c8b-419b-afb6-8159926c2e17" providerId="ADAL" clId="{641823FC-84B7-4E80-9076-802D68E2983F}" dt="2025-07-25T07:08:14.323" v="8254" actId="207"/>
          <ac:spMkLst>
            <pc:docMk/>
            <pc:sldMk cId="2985880115" sldId="651"/>
            <ac:spMk id="6" creationId="{254B009A-1BBF-F5FA-672E-FCF4FA61854D}"/>
          </ac:spMkLst>
        </pc:spChg>
        <pc:spChg chg="mod">
          <ac:chgData name="Nikki Papenfus" userId="2a405823-0c8b-419b-afb6-8159926c2e17" providerId="ADAL" clId="{641823FC-84B7-4E80-9076-802D68E2983F}" dt="2025-07-21T09:43:04.819" v="509" actId="207"/>
          <ac:spMkLst>
            <pc:docMk/>
            <pc:sldMk cId="2985880115" sldId="651"/>
            <ac:spMk id="7" creationId="{26EADB51-2461-3EE3-89E8-B4E955C77B61}"/>
          </ac:spMkLst>
        </pc:spChg>
        <pc:spChg chg="mod">
          <ac:chgData name="Nikki Papenfus" userId="2a405823-0c8b-419b-afb6-8159926c2e17" providerId="ADAL" clId="{641823FC-84B7-4E80-9076-802D68E2983F}" dt="2025-07-25T07:08:24.083" v="8255" actId="207"/>
          <ac:spMkLst>
            <pc:docMk/>
            <pc:sldMk cId="2985880115" sldId="651"/>
            <ac:spMk id="8" creationId="{89007B9D-F0B0-7BD3-37BD-14A55F17E3DE}"/>
          </ac:spMkLst>
        </pc:spChg>
        <pc:spChg chg="mod">
          <ac:chgData name="Nikki Papenfus" userId="2a405823-0c8b-419b-afb6-8159926c2e17" providerId="ADAL" clId="{641823FC-84B7-4E80-9076-802D68E2983F}" dt="2025-07-21T09:42:55.301" v="508" actId="207"/>
          <ac:spMkLst>
            <pc:docMk/>
            <pc:sldMk cId="2985880115" sldId="651"/>
            <ac:spMk id="9" creationId="{823F6AF4-9758-2C99-7FF0-7B3AC5296DF6}"/>
          </ac:spMkLst>
        </pc:spChg>
        <pc:spChg chg="add mod">
          <ac:chgData name="Nikki Papenfus" userId="2a405823-0c8b-419b-afb6-8159926c2e17" providerId="ADAL" clId="{641823FC-84B7-4E80-9076-802D68E2983F}" dt="2025-07-25T13:09:22.998" v="8524" actId="1035"/>
          <ac:spMkLst>
            <pc:docMk/>
            <pc:sldMk cId="2985880115" sldId="651"/>
            <ac:spMk id="10" creationId="{71C46EED-6AF3-6E8D-A748-0FCE160C2DB5}"/>
          </ac:spMkLst>
        </pc:spChg>
        <pc:spChg chg="add mod">
          <ac:chgData name="Nikki Papenfus" userId="2a405823-0c8b-419b-afb6-8159926c2e17" providerId="ADAL" clId="{641823FC-84B7-4E80-9076-802D68E2983F}" dt="2025-07-25T12:51:28.878" v="8402" actId="6549"/>
          <ac:spMkLst>
            <pc:docMk/>
            <pc:sldMk cId="2985880115" sldId="651"/>
            <ac:spMk id="11" creationId="{8EB4963F-3EF1-7849-2E13-2BC520D7DF05}"/>
          </ac:spMkLst>
        </pc:spChg>
        <pc:spChg chg="add mod">
          <ac:chgData name="Nikki Papenfus" userId="2a405823-0c8b-419b-afb6-8159926c2e17" providerId="ADAL" clId="{641823FC-84B7-4E80-9076-802D68E2983F}" dt="2025-07-25T07:08:39.685" v="8258" actId="1076"/>
          <ac:spMkLst>
            <pc:docMk/>
            <pc:sldMk cId="2985880115" sldId="651"/>
            <ac:spMk id="13" creationId="{C699C4A0-BE75-8245-436D-DF61E25C18F9}"/>
          </ac:spMkLst>
        </pc:spChg>
        <pc:spChg chg="add mod">
          <ac:chgData name="Nikki Papenfus" userId="2a405823-0c8b-419b-afb6-8159926c2e17" providerId="ADAL" clId="{641823FC-84B7-4E80-9076-802D68E2983F}" dt="2025-07-25T07:21:46.535" v="8356" actId="1037"/>
          <ac:spMkLst>
            <pc:docMk/>
            <pc:sldMk cId="2985880115" sldId="651"/>
            <ac:spMk id="15" creationId="{342AA34A-CB65-2587-4A9E-10CD2D5D2578}"/>
          </ac:spMkLst>
        </pc:spChg>
        <pc:spChg chg="add mod">
          <ac:chgData name="Nikki Papenfus" userId="2a405823-0c8b-419b-afb6-8159926c2e17" providerId="ADAL" clId="{641823FC-84B7-4E80-9076-802D68E2983F}" dt="2025-07-25T07:21:42.019" v="8350" actId="1037"/>
          <ac:spMkLst>
            <pc:docMk/>
            <pc:sldMk cId="2985880115" sldId="651"/>
            <ac:spMk id="22" creationId="{33A2CA41-D8C0-3315-01F2-19D5E0EFEAE8}"/>
          </ac:spMkLst>
        </pc:spChg>
        <pc:spChg chg="add mod">
          <ac:chgData name="Nikki Papenfus" userId="2a405823-0c8b-419b-afb6-8159926c2e17" providerId="ADAL" clId="{641823FC-84B7-4E80-9076-802D68E2983F}" dt="2025-07-25T07:21:31.684" v="8322" actId="1037"/>
          <ac:spMkLst>
            <pc:docMk/>
            <pc:sldMk cId="2985880115" sldId="651"/>
            <ac:spMk id="23" creationId="{C47FFED2-3E98-4303-2558-6A30ADE8E4E8}"/>
          </ac:spMkLst>
        </pc:spChg>
        <pc:spChg chg="add mod">
          <ac:chgData name="Nikki Papenfus" userId="2a405823-0c8b-419b-afb6-8159926c2e17" providerId="ADAL" clId="{641823FC-84B7-4E80-9076-802D68E2983F}" dt="2025-07-25T07:21:28.393" v="8310" actId="1037"/>
          <ac:spMkLst>
            <pc:docMk/>
            <pc:sldMk cId="2985880115" sldId="651"/>
            <ac:spMk id="24" creationId="{8C31AA1E-2DE1-6BBC-BC32-F4DF10A9F3DC}"/>
          </ac:spMkLst>
        </pc:spChg>
        <pc:grpChg chg="add mod">
          <ac:chgData name="Nikki Papenfus" userId="2a405823-0c8b-419b-afb6-8159926c2e17" providerId="ADAL" clId="{641823FC-84B7-4E80-9076-802D68E2983F}" dt="2025-07-25T07:21:36.548" v="8334" actId="1037"/>
          <ac:grpSpMkLst>
            <pc:docMk/>
            <pc:sldMk cId="2985880115" sldId="651"/>
            <ac:grpSpMk id="4" creationId="{9E25D7F3-8E97-3AB3-41C1-D95D37F59E5B}"/>
          </ac:grpSpMkLst>
        </pc:grpChg>
        <pc:cxnChg chg="add mod">
          <ac:chgData name="Nikki Papenfus" userId="2a405823-0c8b-419b-afb6-8159926c2e17" providerId="ADAL" clId="{641823FC-84B7-4E80-9076-802D68E2983F}" dt="2025-07-25T07:13:54.991" v="8278" actId="1076"/>
          <ac:cxnSpMkLst>
            <pc:docMk/>
            <pc:sldMk cId="2985880115" sldId="651"/>
            <ac:cxnSpMk id="12" creationId="{CABAF083-CE26-C35B-43AD-BD80BB333059}"/>
          </ac:cxnSpMkLst>
        </pc:cxnChg>
        <pc:cxnChg chg="add del">
          <ac:chgData name="Nikki Papenfus" userId="2a405823-0c8b-419b-afb6-8159926c2e17" providerId="ADAL" clId="{641823FC-84B7-4E80-9076-802D68E2983F}" dt="2025-07-25T07:10:32.703" v="8266" actId="478"/>
          <ac:cxnSpMkLst>
            <pc:docMk/>
            <pc:sldMk cId="2985880115" sldId="651"/>
            <ac:cxnSpMk id="16" creationId="{B26C290C-6752-7C07-D9D7-8AD27CF9878B}"/>
          </ac:cxnSpMkLst>
        </pc:cxnChg>
      </pc:sldChg>
      <pc:sldChg chg="addSp delSp modSp add del mod ord modShow">
        <pc:chgData name="Nikki Papenfus" userId="2a405823-0c8b-419b-afb6-8159926c2e17" providerId="ADAL" clId="{641823FC-84B7-4E80-9076-802D68E2983F}" dt="2025-07-22T12:55:39.886" v="3732" actId="47"/>
        <pc:sldMkLst>
          <pc:docMk/>
          <pc:sldMk cId="1253787714" sldId="652"/>
        </pc:sldMkLst>
      </pc:sldChg>
      <pc:sldChg chg="addSp delSp modSp new mod">
        <pc:chgData name="Nikki Papenfus" userId="2a405823-0c8b-419b-afb6-8159926c2e17" providerId="ADAL" clId="{641823FC-84B7-4E80-9076-802D68E2983F}" dt="2025-07-22T14:54:51.682" v="5352" actId="1037"/>
        <pc:sldMkLst>
          <pc:docMk/>
          <pc:sldMk cId="332345986" sldId="653"/>
        </pc:sldMkLst>
        <pc:spChg chg="mod">
          <ac:chgData name="Nikki Papenfus" userId="2a405823-0c8b-419b-afb6-8159926c2e17" providerId="ADAL" clId="{641823FC-84B7-4E80-9076-802D68E2983F}" dt="2025-07-21T14:56:03.603" v="2747"/>
          <ac:spMkLst>
            <pc:docMk/>
            <pc:sldMk cId="332345986" sldId="653"/>
            <ac:spMk id="2" creationId="{C877D14D-DD00-FF81-3123-903274C14A6A}"/>
          </ac:spMkLst>
        </pc:spChg>
        <pc:spChg chg="mod">
          <ac:chgData name="Nikki Papenfus" userId="2a405823-0c8b-419b-afb6-8159926c2e17" providerId="ADAL" clId="{641823FC-84B7-4E80-9076-802D68E2983F}" dt="2025-07-22T14:52:17.835" v="5342" actId="12789"/>
          <ac:spMkLst>
            <pc:docMk/>
            <pc:sldMk cId="332345986" sldId="653"/>
            <ac:spMk id="3" creationId="{A246170F-A332-CA3D-FBCA-A31CBC5327E0}"/>
          </ac:spMkLst>
        </pc:spChg>
        <pc:spChg chg="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4" creationId="{14460377-39A0-C16B-C928-4819253699CD}"/>
          </ac:spMkLst>
        </pc:spChg>
        <pc:spChg chg="mod">
          <ac:chgData name="Nikki Papenfus" userId="2a405823-0c8b-419b-afb6-8159926c2e17" providerId="ADAL" clId="{641823FC-84B7-4E80-9076-802D68E2983F}" dt="2025-07-22T14:51:55.924" v="5340" actId="12789"/>
          <ac:spMkLst>
            <pc:docMk/>
            <pc:sldMk cId="332345986" sldId="653"/>
            <ac:spMk id="5" creationId="{5ED4276A-2FD4-92A3-DAD9-ECDB1498FAAE}"/>
          </ac:spMkLst>
        </pc:spChg>
        <pc:spChg chg="add 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6" creationId="{58A5221E-D7B5-557F-7782-4F1F7A49AA6B}"/>
          </ac:spMkLst>
        </pc:spChg>
        <pc:spChg chg="mod">
          <ac:chgData name="Nikki Papenfus" userId="2a405823-0c8b-419b-afb6-8159926c2e17" providerId="ADAL" clId="{641823FC-84B7-4E80-9076-802D68E2983F}" dt="2025-07-21T14:55:43.534" v="2743" actId="1036"/>
          <ac:spMkLst>
            <pc:docMk/>
            <pc:sldMk cId="332345986" sldId="653"/>
            <ac:spMk id="8" creationId="{521BC51F-755D-D255-EC61-6AB0C423A536}"/>
          </ac:spMkLst>
        </pc:spChg>
        <pc:spChg chg="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10" creationId="{C528775D-9EC4-9366-FB33-EAAB32F00E92}"/>
          </ac:spMkLst>
        </pc:spChg>
        <pc:spChg chg="add 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11" creationId="{B183EC1E-CBEB-46BC-C23D-7AC1B90AECC7}"/>
          </ac:spMkLst>
        </pc:spChg>
        <pc:spChg chg="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12" creationId="{188722D2-F067-0F79-BDBB-AD2A2E178B2C}"/>
          </ac:spMkLst>
        </pc:spChg>
        <pc:spChg chg="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13" creationId="{2EBD89CF-2265-D213-B216-C88F048EACEC}"/>
          </ac:spMkLst>
        </pc:spChg>
        <pc:spChg chg="add 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14" creationId="{2729EDDB-A870-508E-CC7D-81828C39229B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19" creationId="{774E4F12-C980-EA91-3969-9D3CC1FC0941}"/>
          </ac:spMkLst>
        </pc:spChg>
        <pc:spChg chg="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20" creationId="{60661809-8900-0F27-72F1-3C66E8970BAD}"/>
          </ac:spMkLst>
        </pc:spChg>
        <pc:spChg chg="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24" creationId="{7D054508-EE80-9A1E-4407-2CD07BAEB1B8}"/>
          </ac:spMkLst>
        </pc:spChg>
        <pc:spChg chg="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25" creationId="{664D43B9-60EB-AA26-306C-212A2307A0B7}"/>
          </ac:spMkLst>
        </pc:spChg>
        <pc:spChg chg="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26" creationId="{1778FFA0-49E2-5EDA-5218-905116DE6FF8}"/>
          </ac:spMkLst>
        </pc:spChg>
        <pc:spChg chg="add 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27" creationId="{04007022-DA3D-FA27-0E28-91629CE26F6E}"/>
          </ac:spMkLst>
        </pc:spChg>
        <pc:spChg chg="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28" creationId="{99D2728F-BE46-8956-CEE3-3A84511D1C36}"/>
          </ac:spMkLst>
        </pc:spChg>
        <pc:spChg chg="mod">
          <ac:chgData name="Nikki Papenfus" userId="2a405823-0c8b-419b-afb6-8159926c2e17" providerId="ADAL" clId="{641823FC-84B7-4E80-9076-802D68E2983F}" dt="2025-07-22T14:51:55.924" v="5340" actId="12789"/>
          <ac:spMkLst>
            <pc:docMk/>
            <pc:sldMk cId="332345986" sldId="653"/>
            <ac:spMk id="29" creationId="{BA6F84F3-0876-F233-2CAC-D4F52E75B7A6}"/>
          </ac:spMkLst>
        </pc:spChg>
        <pc:spChg chg="mod">
          <ac:chgData name="Nikki Papenfus" userId="2a405823-0c8b-419b-afb6-8159926c2e17" providerId="ADAL" clId="{641823FC-84B7-4E80-9076-802D68E2983F}" dt="2025-07-22T14:51:55.924" v="5340" actId="12789"/>
          <ac:spMkLst>
            <pc:docMk/>
            <pc:sldMk cId="332345986" sldId="653"/>
            <ac:spMk id="31" creationId="{B2F13E30-7B64-C10F-6C4C-3606E14ACAAD}"/>
          </ac:spMkLst>
        </pc:spChg>
        <pc:spChg chg="mod">
          <ac:chgData name="Nikki Papenfus" userId="2a405823-0c8b-419b-afb6-8159926c2e17" providerId="ADAL" clId="{641823FC-84B7-4E80-9076-802D68E2983F}" dt="2025-07-22T14:51:55.924" v="5340" actId="12789"/>
          <ac:spMkLst>
            <pc:docMk/>
            <pc:sldMk cId="332345986" sldId="653"/>
            <ac:spMk id="32" creationId="{FB146383-07B6-824A-A17A-A762CCF9C54A}"/>
          </ac:spMkLst>
        </pc:spChg>
        <pc:spChg chg="mod">
          <ac:chgData name="Nikki Papenfus" userId="2a405823-0c8b-419b-afb6-8159926c2e17" providerId="ADAL" clId="{641823FC-84B7-4E80-9076-802D68E2983F}" dt="2025-07-22T14:51:55.924" v="5340" actId="12789"/>
          <ac:spMkLst>
            <pc:docMk/>
            <pc:sldMk cId="332345986" sldId="653"/>
            <ac:spMk id="33" creationId="{E6017F73-0C31-9B85-4CEF-FD04678C44E5}"/>
          </ac:spMkLst>
        </pc:spChg>
        <pc:spChg chg="mod">
          <ac:chgData name="Nikki Papenfus" userId="2a405823-0c8b-419b-afb6-8159926c2e17" providerId="ADAL" clId="{641823FC-84B7-4E80-9076-802D68E2983F}" dt="2025-07-22T14:39:13.343" v="5313" actId="207"/>
          <ac:spMkLst>
            <pc:docMk/>
            <pc:sldMk cId="332345986" sldId="653"/>
            <ac:spMk id="34" creationId="{C38A1B6F-FAD3-EE5D-5846-1E287D55FBFB}"/>
          </ac:spMkLst>
        </pc:spChg>
        <pc:spChg chg="add mod">
          <ac:chgData name="Nikki Papenfus" userId="2a405823-0c8b-419b-afb6-8159926c2e17" providerId="ADAL" clId="{641823FC-84B7-4E80-9076-802D68E2983F}" dt="2025-07-22T14:52:17.835" v="5342" actId="12789"/>
          <ac:spMkLst>
            <pc:docMk/>
            <pc:sldMk cId="332345986" sldId="653"/>
            <ac:spMk id="38" creationId="{50AEC7B1-2352-BE45-38CD-6DCC34EF9B30}"/>
          </ac:spMkLst>
        </pc:spChg>
        <pc:spChg chg="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40" creationId="{EF1F1451-0EE8-A5E6-1CDE-086B8DF17CEE}"/>
          </ac:spMkLst>
        </pc:spChg>
        <pc:spChg chg="mod">
          <ac:chgData name="Nikki Papenfus" userId="2a405823-0c8b-419b-afb6-8159926c2e17" providerId="ADAL" clId="{641823FC-84B7-4E80-9076-802D68E2983F}" dt="2025-07-22T14:52:17.835" v="5342" actId="12789"/>
          <ac:spMkLst>
            <pc:docMk/>
            <pc:sldMk cId="332345986" sldId="653"/>
            <ac:spMk id="41" creationId="{A989E9C6-AFCF-AAD6-E485-6CA94E76B562}"/>
          </ac:spMkLst>
        </pc:spChg>
        <pc:spChg chg="mod">
          <ac:chgData name="Nikki Papenfus" userId="2a405823-0c8b-419b-afb6-8159926c2e17" providerId="ADAL" clId="{641823FC-84B7-4E80-9076-802D68E2983F}" dt="2025-07-22T14:52:17.835" v="5342" actId="12789"/>
          <ac:spMkLst>
            <pc:docMk/>
            <pc:sldMk cId="332345986" sldId="653"/>
            <ac:spMk id="42" creationId="{15016C32-EB23-17A9-C725-6D83A3174E42}"/>
          </ac:spMkLst>
        </pc:spChg>
        <pc:spChg chg="mod">
          <ac:chgData name="Nikki Papenfus" userId="2a405823-0c8b-419b-afb6-8159926c2e17" providerId="ADAL" clId="{641823FC-84B7-4E80-9076-802D68E2983F}" dt="2025-07-22T14:52:17.835" v="5342" actId="12789"/>
          <ac:spMkLst>
            <pc:docMk/>
            <pc:sldMk cId="332345986" sldId="653"/>
            <ac:spMk id="43" creationId="{EC876EF4-C062-8C0B-B399-B8C9CFD001AA}"/>
          </ac:spMkLst>
        </pc:spChg>
        <pc:spChg chg="mod">
          <ac:chgData name="Nikki Papenfus" userId="2a405823-0c8b-419b-afb6-8159926c2e17" providerId="ADAL" clId="{641823FC-84B7-4E80-9076-802D68E2983F}" dt="2025-07-22T14:52:51.090" v="5343" actId="20577"/>
          <ac:spMkLst>
            <pc:docMk/>
            <pc:sldMk cId="332345986" sldId="653"/>
            <ac:spMk id="49" creationId="{A61D5DBC-AAC7-AA1E-11F9-C7D02570DC76}"/>
          </ac:spMkLst>
        </pc:spChg>
        <pc:spChg chg="add 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50" creationId="{2A2D5316-117F-DCEC-F9A5-A07809F25612}"/>
          </ac:spMkLst>
        </pc:spChg>
        <pc:spChg chg="mod">
          <ac:chgData name="Nikki Papenfus" userId="2a405823-0c8b-419b-afb6-8159926c2e17" providerId="ADAL" clId="{641823FC-84B7-4E80-9076-802D68E2983F}" dt="2025-07-22T10:44:31.279" v="3710" actId="1038"/>
          <ac:spMkLst>
            <pc:docMk/>
            <pc:sldMk cId="332345986" sldId="653"/>
            <ac:spMk id="65" creationId="{F2F35552-6CB1-85BA-DC4F-21045FB6A0C3}"/>
          </ac:spMkLst>
        </pc:spChg>
        <pc:spChg chg="add mod">
          <ac:chgData name="Nikki Papenfus" userId="2a405823-0c8b-419b-afb6-8159926c2e17" providerId="ADAL" clId="{641823FC-84B7-4E80-9076-802D68E2983F}" dt="2025-07-22T14:51:55.924" v="5340" actId="12789"/>
          <ac:spMkLst>
            <pc:docMk/>
            <pc:sldMk cId="332345986" sldId="653"/>
            <ac:spMk id="71" creationId="{F2EB04F5-78AD-C11D-61C4-2E425B7B896A}"/>
          </ac:spMkLst>
        </pc:spChg>
        <pc:spChg chg="add mod">
          <ac:chgData name="Nikki Papenfus" userId="2a405823-0c8b-419b-afb6-8159926c2e17" providerId="ADAL" clId="{641823FC-84B7-4E80-9076-802D68E2983F}" dt="2025-07-22T14:51:47.305" v="5339" actId="12789"/>
          <ac:spMkLst>
            <pc:docMk/>
            <pc:sldMk cId="332345986" sldId="653"/>
            <ac:spMk id="72" creationId="{A3562D70-B914-61F7-DDEC-36A7742385C8}"/>
          </ac:spMkLst>
        </pc:spChg>
        <pc:spChg chg="add 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73" creationId="{2741FAF6-458C-CE26-0D98-91D2ED9ABFFE}"/>
          </ac:spMkLst>
        </pc:spChg>
        <pc:spChg chg="add mod">
          <ac:chgData name="Nikki Papenfus" userId="2a405823-0c8b-419b-afb6-8159926c2e17" providerId="ADAL" clId="{641823FC-84B7-4E80-9076-802D68E2983F}" dt="2025-07-22T14:52:17.835" v="5342" actId="12789"/>
          <ac:spMkLst>
            <pc:docMk/>
            <pc:sldMk cId="332345986" sldId="653"/>
            <ac:spMk id="74" creationId="{61CDA45E-3336-9198-4941-12CC8BAA5BAB}"/>
          </ac:spMkLst>
        </pc:spChg>
        <pc:spChg chg="add 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85" creationId="{977FC795-75C3-5A17-B706-743B7E21EF53}"/>
          </ac:spMkLst>
        </pc:spChg>
        <pc:spChg chg="add mod">
          <ac:chgData name="Nikki Papenfus" userId="2a405823-0c8b-419b-afb6-8159926c2e17" providerId="ADAL" clId="{641823FC-84B7-4E80-9076-802D68E2983F}" dt="2025-07-22T14:52:07.962" v="5341" actId="12789"/>
          <ac:spMkLst>
            <pc:docMk/>
            <pc:sldMk cId="332345986" sldId="653"/>
            <ac:spMk id="91" creationId="{A39C4459-F0E4-8DF1-DEA0-0BEE8715267B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93" creationId="{C72D8D0E-F9C4-65C4-CF2B-D1CEBDF7CC48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94" creationId="{ADA106EA-92AC-2379-BA3C-4A372D3FF7E0}"/>
          </ac:spMkLst>
        </pc:spChg>
        <pc:spChg chg="add mod">
          <ac:chgData name="Nikki Papenfus" userId="2a405823-0c8b-419b-afb6-8159926c2e17" providerId="ADAL" clId="{641823FC-84B7-4E80-9076-802D68E2983F}" dt="2025-07-22T10:44:07.910" v="3708" actId="207"/>
          <ac:spMkLst>
            <pc:docMk/>
            <pc:sldMk cId="332345986" sldId="653"/>
            <ac:spMk id="96" creationId="{C1F2B9B9-4823-3323-E1FE-6BB0794A0984}"/>
          </ac:spMkLst>
        </pc:spChg>
        <pc:spChg chg="add mod">
          <ac:chgData name="Nikki Papenfus" userId="2a405823-0c8b-419b-afb6-8159926c2e17" providerId="ADAL" clId="{641823FC-84B7-4E80-9076-802D68E2983F}" dt="2025-07-22T10:44:07.910" v="3708" actId="207"/>
          <ac:spMkLst>
            <pc:docMk/>
            <pc:sldMk cId="332345986" sldId="653"/>
            <ac:spMk id="97" creationId="{6A2E8E64-E8B2-314B-B26B-1871BE4AC5AC}"/>
          </ac:spMkLst>
        </pc:spChg>
        <pc:spChg chg="add mod">
          <ac:chgData name="Nikki Papenfus" userId="2a405823-0c8b-419b-afb6-8159926c2e17" providerId="ADAL" clId="{641823FC-84B7-4E80-9076-802D68E2983F}" dt="2025-07-22T10:44:07.910" v="3708" actId="207"/>
          <ac:spMkLst>
            <pc:docMk/>
            <pc:sldMk cId="332345986" sldId="653"/>
            <ac:spMk id="102" creationId="{B81DC074-32A9-99C5-1DA5-352FD190E9F6}"/>
          </ac:spMkLst>
        </pc:spChg>
        <pc:spChg chg="add mod">
          <ac:chgData name="Nikki Papenfus" userId="2a405823-0c8b-419b-afb6-8159926c2e17" providerId="ADAL" clId="{641823FC-84B7-4E80-9076-802D68E2983F}" dt="2025-07-22T10:44:07.910" v="3708" actId="207"/>
          <ac:spMkLst>
            <pc:docMk/>
            <pc:sldMk cId="332345986" sldId="653"/>
            <ac:spMk id="103" creationId="{6052A742-FCF2-08F0-5435-5949BCD2AFC1}"/>
          </ac:spMkLst>
        </pc:spChg>
        <pc:spChg chg="add mod">
          <ac:chgData name="Nikki Papenfus" userId="2a405823-0c8b-419b-afb6-8159926c2e17" providerId="ADAL" clId="{641823FC-84B7-4E80-9076-802D68E2983F}" dt="2025-07-22T10:44:07.910" v="3708" actId="207"/>
          <ac:spMkLst>
            <pc:docMk/>
            <pc:sldMk cId="332345986" sldId="653"/>
            <ac:spMk id="105" creationId="{05EDC367-5E1E-FC46-81B2-FE8393F6C9DB}"/>
          </ac:spMkLst>
        </pc:spChg>
        <pc:spChg chg="add mod">
          <ac:chgData name="Nikki Papenfus" userId="2a405823-0c8b-419b-afb6-8159926c2e17" providerId="ADAL" clId="{641823FC-84B7-4E80-9076-802D68E2983F}" dt="2025-07-22T10:44:07.910" v="3708" actId="207"/>
          <ac:spMkLst>
            <pc:docMk/>
            <pc:sldMk cId="332345986" sldId="653"/>
            <ac:spMk id="106" creationId="{94B035F5-9B73-2149-846D-21AD795E8578}"/>
          </ac:spMkLst>
        </pc:spChg>
        <pc:spChg chg="add mod">
          <ac:chgData name="Nikki Papenfus" userId="2a405823-0c8b-419b-afb6-8159926c2e17" providerId="ADAL" clId="{641823FC-84B7-4E80-9076-802D68E2983F}" dt="2025-07-22T14:54:51.682" v="5352" actId="1037"/>
          <ac:spMkLst>
            <pc:docMk/>
            <pc:sldMk cId="332345986" sldId="653"/>
            <ac:spMk id="108" creationId="{BC7F04BC-2F15-D56C-9C67-36AE9A841E7C}"/>
          </ac:spMkLst>
        </pc:spChg>
        <pc:spChg chg="add mod">
          <ac:chgData name="Nikki Papenfus" userId="2a405823-0c8b-419b-afb6-8159926c2e17" providerId="ADAL" clId="{641823FC-84B7-4E80-9076-802D68E2983F}" dt="2025-07-22T14:54:51.682" v="5352" actId="1037"/>
          <ac:spMkLst>
            <pc:docMk/>
            <pc:sldMk cId="332345986" sldId="653"/>
            <ac:spMk id="109" creationId="{A8B0F3DC-267E-7FB1-A14F-043BDCAFABDF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113" creationId="{5D054CB2-1647-AAF7-4BA7-270CA718DC55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114" creationId="{03EE8714-7ACF-1AB8-9AAC-1DEE31EEA322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116" creationId="{43D51E5D-AD91-5D19-C773-30D55E45EB8B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117" creationId="{6CA66BBC-D4E6-A1A6-5BC0-8B4299B17E13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119" creationId="{1D5A71B4-ABF9-6E89-2C48-4C0413958B81}"/>
          </ac:spMkLst>
        </pc:spChg>
        <pc:spChg chg="add mod">
          <ac:chgData name="Nikki Papenfus" userId="2a405823-0c8b-419b-afb6-8159926c2e17" providerId="ADAL" clId="{641823FC-84B7-4E80-9076-802D68E2983F}" dt="2025-07-22T10:44:01.896" v="3707" actId="207"/>
          <ac:spMkLst>
            <pc:docMk/>
            <pc:sldMk cId="332345986" sldId="653"/>
            <ac:spMk id="120" creationId="{EF1F4809-CDF6-08F0-1F94-DB4E7B68A88D}"/>
          </ac:spMkLst>
        </pc:spChg>
        <pc:spChg chg="add mod">
          <ac:chgData name="Nikki Papenfus" userId="2a405823-0c8b-419b-afb6-8159926c2e17" providerId="ADAL" clId="{641823FC-84B7-4E80-9076-802D68E2983F}" dt="2025-07-22T14:39:13.343" v="5313" actId="207"/>
          <ac:spMkLst>
            <pc:docMk/>
            <pc:sldMk cId="332345986" sldId="653"/>
            <ac:spMk id="122" creationId="{69CB2CB6-9742-B6CD-ECBE-9C709A1CF03B}"/>
          </ac:spMkLst>
        </pc:spChg>
        <pc:grpChg chg="add del mod ord">
          <ac:chgData name="Nikki Papenfus" userId="2a405823-0c8b-419b-afb6-8159926c2e17" providerId="ADAL" clId="{641823FC-84B7-4E80-9076-802D68E2983F}" dt="2025-07-22T10:26:55.106" v="3351" actId="14100"/>
          <ac:grpSpMkLst>
            <pc:docMk/>
            <pc:sldMk cId="332345986" sldId="653"/>
            <ac:grpSpMk id="66" creationId="{9CBABAB4-DEF4-B1D0-9CEF-D00F68E081BF}"/>
          </ac:grpSpMkLst>
        </pc:grpChg>
        <pc:picChg chg="mod">
          <ac:chgData name="Nikki Papenfus" userId="2a405823-0c8b-419b-afb6-8159926c2e17" providerId="ADAL" clId="{641823FC-84B7-4E80-9076-802D68E2983F}" dt="2025-07-21T14:59:37.232" v="2776" actId="1036"/>
          <ac:picMkLst>
            <pc:docMk/>
            <pc:sldMk cId="332345986" sldId="653"/>
            <ac:picMk id="52" creationId="{8BC2DA25-E53C-A6B6-422E-8E1E079C3C2A}"/>
          </ac:picMkLst>
        </pc:picChg>
        <pc:cxnChg chg="mod">
          <ac:chgData name="Nikki Papenfus" userId="2a405823-0c8b-419b-afb6-8159926c2e17" providerId="ADAL" clId="{641823FC-84B7-4E80-9076-802D68E2983F}" dt="2025-07-22T14:40:25.085" v="5323" actId="1038"/>
          <ac:cxnSpMkLst>
            <pc:docMk/>
            <pc:sldMk cId="332345986" sldId="653"/>
            <ac:cxnSpMk id="7" creationId="{D9E94DA0-FD63-5BF4-F542-13F84F33D2F5}"/>
          </ac:cxnSpMkLst>
        </pc:cxnChg>
        <pc:cxnChg chg="mod">
          <ac:chgData name="Nikki Papenfus" userId="2a405823-0c8b-419b-afb6-8159926c2e17" providerId="ADAL" clId="{641823FC-84B7-4E80-9076-802D68E2983F}" dt="2025-07-22T10:38:24.482" v="3678" actId="1037"/>
          <ac:cxnSpMkLst>
            <pc:docMk/>
            <pc:sldMk cId="332345986" sldId="653"/>
            <ac:cxnSpMk id="18" creationId="{8F2A6BC2-046A-D218-F221-9E26BC264C1B}"/>
          </ac:cxnSpMkLst>
        </pc:cxnChg>
        <pc:cxnChg chg="mod">
          <ac:chgData name="Nikki Papenfus" userId="2a405823-0c8b-419b-afb6-8159926c2e17" providerId="ADAL" clId="{641823FC-84B7-4E80-9076-802D68E2983F}" dt="2025-07-22T10:42:44.013" v="3703" actId="692"/>
          <ac:cxnSpMkLst>
            <pc:docMk/>
            <pc:sldMk cId="332345986" sldId="653"/>
            <ac:cxnSpMk id="64" creationId="{5560112F-2F62-530B-ED3C-D17F667F063C}"/>
          </ac:cxnSpMkLst>
        </pc:cxnChg>
        <pc:cxnChg chg="mod">
          <ac:chgData name="Nikki Papenfus" userId="2a405823-0c8b-419b-afb6-8159926c2e17" providerId="ADAL" clId="{641823FC-84B7-4E80-9076-802D68E2983F}" dt="2025-07-21T14:55:58.690" v="2746"/>
          <ac:cxnSpMkLst>
            <pc:docMk/>
            <pc:sldMk cId="332345986" sldId="653"/>
            <ac:cxnSpMk id="67" creationId="{1D863AAF-6C03-CF4A-1743-46B47A7976B9}"/>
          </ac:cxnSpMkLst>
        </pc:cxnChg>
        <pc:cxnChg chg="mod">
          <ac:chgData name="Nikki Papenfus" userId="2a405823-0c8b-419b-afb6-8159926c2e17" providerId="ADAL" clId="{641823FC-84B7-4E80-9076-802D68E2983F}" dt="2025-07-21T14:55:58.690" v="2746"/>
          <ac:cxnSpMkLst>
            <pc:docMk/>
            <pc:sldMk cId="332345986" sldId="653"/>
            <ac:cxnSpMk id="68" creationId="{079B0714-65B4-3DAD-C1BC-C25E241285A2}"/>
          </ac:cxnSpMkLst>
        </pc:cxnChg>
        <pc:cxnChg chg="mod">
          <ac:chgData name="Nikki Papenfus" userId="2a405823-0c8b-419b-afb6-8159926c2e17" providerId="ADAL" clId="{641823FC-84B7-4E80-9076-802D68E2983F}" dt="2025-07-21T14:55:58.690" v="2746"/>
          <ac:cxnSpMkLst>
            <pc:docMk/>
            <pc:sldMk cId="332345986" sldId="653"/>
            <ac:cxnSpMk id="69" creationId="{C2654514-0F9F-041F-82C2-4F24894D3DED}"/>
          </ac:cxnSpMkLst>
        </pc:cxnChg>
        <pc:cxnChg chg="mod">
          <ac:chgData name="Nikki Papenfus" userId="2a405823-0c8b-419b-afb6-8159926c2e17" providerId="ADAL" clId="{641823FC-84B7-4E80-9076-802D68E2983F}" dt="2025-07-21T14:55:58.690" v="2746"/>
          <ac:cxnSpMkLst>
            <pc:docMk/>
            <pc:sldMk cId="332345986" sldId="653"/>
            <ac:cxnSpMk id="70" creationId="{F95E3FEF-99A6-82DE-45C1-5E176E710790}"/>
          </ac:cxnSpMkLst>
        </pc:cxnChg>
        <pc:cxnChg chg="add mod">
          <ac:chgData name="Nikki Papenfus" userId="2a405823-0c8b-419b-afb6-8159926c2e17" providerId="ADAL" clId="{641823FC-84B7-4E80-9076-802D68E2983F}" dt="2025-07-22T10:20:19.053" v="3171" actId="1076"/>
          <ac:cxnSpMkLst>
            <pc:docMk/>
            <pc:sldMk cId="332345986" sldId="653"/>
            <ac:cxnSpMk id="92" creationId="{01A2528F-CB48-79C0-F0D0-058E1709F3E1}"/>
          </ac:cxnSpMkLst>
        </pc:cxnChg>
        <pc:cxnChg chg="add mod">
          <ac:chgData name="Nikki Papenfus" userId="2a405823-0c8b-419b-afb6-8159926c2e17" providerId="ADAL" clId="{641823FC-84B7-4E80-9076-802D68E2983F}" dt="2025-07-22T10:28:32.567" v="3434" actId="1037"/>
          <ac:cxnSpMkLst>
            <pc:docMk/>
            <pc:sldMk cId="332345986" sldId="653"/>
            <ac:cxnSpMk id="95" creationId="{22425428-E4F9-E179-AE27-DD6FF4153421}"/>
          </ac:cxnSpMkLst>
        </pc:cxnChg>
        <pc:cxnChg chg="add mod">
          <ac:chgData name="Nikki Papenfus" userId="2a405823-0c8b-419b-afb6-8159926c2e17" providerId="ADAL" clId="{641823FC-84B7-4E80-9076-802D68E2983F}" dt="2025-07-22T10:21:17.214" v="3197" actId="1038"/>
          <ac:cxnSpMkLst>
            <pc:docMk/>
            <pc:sldMk cId="332345986" sldId="653"/>
            <ac:cxnSpMk id="101" creationId="{62193C71-ACB4-BE2D-8F94-CB7BF46A94B9}"/>
          </ac:cxnSpMkLst>
        </pc:cxnChg>
        <pc:cxnChg chg="add mod">
          <ac:chgData name="Nikki Papenfus" userId="2a405823-0c8b-419b-afb6-8159926c2e17" providerId="ADAL" clId="{641823FC-84B7-4E80-9076-802D68E2983F}" dt="2025-07-22T10:21:31.291" v="3209" actId="1076"/>
          <ac:cxnSpMkLst>
            <pc:docMk/>
            <pc:sldMk cId="332345986" sldId="653"/>
            <ac:cxnSpMk id="104" creationId="{7CE6382B-BBE7-5384-BE9B-380F389D9597}"/>
          </ac:cxnSpMkLst>
        </pc:cxnChg>
        <pc:cxnChg chg="add mod">
          <ac:chgData name="Nikki Papenfus" userId="2a405823-0c8b-419b-afb6-8159926c2e17" providerId="ADAL" clId="{641823FC-84B7-4E80-9076-802D68E2983F}" dt="2025-07-22T14:54:51.682" v="5352" actId="1037"/>
          <ac:cxnSpMkLst>
            <pc:docMk/>
            <pc:sldMk cId="332345986" sldId="653"/>
            <ac:cxnSpMk id="107" creationId="{B2CB0105-105B-281C-E52D-47A2AEAC718F}"/>
          </ac:cxnSpMkLst>
        </pc:cxnChg>
        <pc:cxnChg chg="add mod">
          <ac:chgData name="Nikki Papenfus" userId="2a405823-0c8b-419b-afb6-8159926c2e17" providerId="ADAL" clId="{641823FC-84B7-4E80-9076-802D68E2983F}" dt="2025-07-22T10:37:48.842" v="3670" actId="1037"/>
          <ac:cxnSpMkLst>
            <pc:docMk/>
            <pc:sldMk cId="332345986" sldId="653"/>
            <ac:cxnSpMk id="112" creationId="{241E3160-DD2A-DA64-B423-91ED4B5DA87D}"/>
          </ac:cxnSpMkLst>
        </pc:cxnChg>
        <pc:cxnChg chg="add mod">
          <ac:chgData name="Nikki Papenfus" userId="2a405823-0c8b-419b-afb6-8159926c2e17" providerId="ADAL" clId="{641823FC-84B7-4E80-9076-802D68E2983F}" dt="2025-07-22T14:40:20.740" v="5321" actId="14100"/>
          <ac:cxnSpMkLst>
            <pc:docMk/>
            <pc:sldMk cId="332345986" sldId="653"/>
            <ac:cxnSpMk id="115" creationId="{A4DE4D5B-3959-965A-CDD3-8910F4D0EB7D}"/>
          </ac:cxnSpMkLst>
        </pc:cxnChg>
        <pc:cxnChg chg="add mod">
          <ac:chgData name="Nikki Papenfus" userId="2a405823-0c8b-419b-afb6-8159926c2e17" providerId="ADAL" clId="{641823FC-84B7-4E80-9076-802D68E2983F}" dt="2025-07-22T10:24:23.923" v="3300" actId="1035"/>
          <ac:cxnSpMkLst>
            <pc:docMk/>
            <pc:sldMk cId="332345986" sldId="653"/>
            <ac:cxnSpMk id="118" creationId="{602E9789-1A06-5303-9000-60ACF88D32A6}"/>
          </ac:cxnSpMkLst>
        </pc:cxnChg>
      </pc:sldChg>
      <pc:sldChg chg="modSp add del mod ord">
        <pc:chgData name="Nikki Papenfus" userId="2a405823-0c8b-419b-afb6-8159926c2e17" providerId="ADAL" clId="{641823FC-84B7-4E80-9076-802D68E2983F}" dt="2025-07-22T14:14:17.764" v="4964" actId="47"/>
        <pc:sldMkLst>
          <pc:docMk/>
          <pc:sldMk cId="2129603405" sldId="654"/>
        </pc:sldMkLst>
      </pc:sldChg>
      <pc:sldChg chg="addSp delSp modSp new mod modShow modNotesTx">
        <pc:chgData name="Nikki Papenfus" userId="2a405823-0c8b-419b-afb6-8159926c2e17" providerId="ADAL" clId="{641823FC-84B7-4E80-9076-802D68E2983F}" dt="2025-07-25T13:08:29.224" v="8515" actId="1076"/>
        <pc:sldMkLst>
          <pc:docMk/>
          <pc:sldMk cId="3187946572" sldId="654"/>
        </pc:sldMkLst>
        <pc:spChg chg="mod">
          <ac:chgData name="Nikki Papenfus" userId="2a405823-0c8b-419b-afb6-8159926c2e17" providerId="ADAL" clId="{641823FC-84B7-4E80-9076-802D68E2983F}" dt="2025-07-25T12:47:39.772" v="8364" actId="20577"/>
          <ac:spMkLst>
            <pc:docMk/>
            <pc:sldMk cId="3187946572" sldId="654"/>
            <ac:spMk id="2" creationId="{60226C6C-5F9B-25B2-CB25-89EE76C938BD}"/>
          </ac:spMkLst>
        </pc:spChg>
        <pc:spChg chg="add mod">
          <ac:chgData name="Nikki Papenfus" userId="2a405823-0c8b-419b-afb6-8159926c2e17" providerId="ADAL" clId="{641823FC-84B7-4E80-9076-802D68E2983F}" dt="2025-07-23T12:43:34.985" v="7650" actId="14100"/>
          <ac:spMkLst>
            <pc:docMk/>
            <pc:sldMk cId="3187946572" sldId="654"/>
            <ac:spMk id="4" creationId="{3E33DC9E-20D0-BB9F-D45A-9113966F80AB}"/>
          </ac:spMkLst>
        </pc:spChg>
        <pc:spChg chg="add mod ord">
          <ac:chgData name="Nikki Papenfus" userId="2a405823-0c8b-419b-afb6-8159926c2e17" providerId="ADAL" clId="{641823FC-84B7-4E80-9076-802D68E2983F}" dt="2025-07-23T10:47:31.614" v="6468" actId="207"/>
          <ac:spMkLst>
            <pc:docMk/>
            <pc:sldMk cId="3187946572" sldId="654"/>
            <ac:spMk id="36" creationId="{86B10E3B-CD82-42FB-234F-10E319A5EA3C}"/>
          </ac:spMkLst>
        </pc:spChg>
        <pc:spChg chg="add del mod ord">
          <ac:chgData name="Nikki Papenfus" userId="2a405823-0c8b-419b-afb6-8159926c2e17" providerId="ADAL" clId="{641823FC-84B7-4E80-9076-802D68E2983F}" dt="2025-07-23T10:42:10.303" v="6424" actId="164"/>
          <ac:spMkLst>
            <pc:docMk/>
            <pc:sldMk cId="3187946572" sldId="654"/>
            <ac:spMk id="37" creationId="{FECC1FEC-8B95-9C9E-F014-C8050E0AEFD9}"/>
          </ac:spMkLst>
        </pc:spChg>
        <pc:spChg chg="add mod">
          <ac:chgData name="Nikki Papenfus" userId="2a405823-0c8b-419b-afb6-8159926c2e17" providerId="ADAL" clId="{641823FC-84B7-4E80-9076-802D68E2983F}" dt="2025-07-25T12:57:23.634" v="8444" actId="122"/>
          <ac:spMkLst>
            <pc:docMk/>
            <pc:sldMk cId="3187946572" sldId="654"/>
            <ac:spMk id="1036" creationId="{D5E92986-9A52-D0A5-0E2A-36554BBA0782}"/>
          </ac:spMkLst>
        </pc:spChg>
        <pc:spChg chg="add mod">
          <ac:chgData name="Nikki Papenfus" userId="2a405823-0c8b-419b-afb6-8159926c2e17" providerId="ADAL" clId="{641823FC-84B7-4E80-9076-802D68E2983F}" dt="2025-07-23T10:49:00.686" v="6484" actId="164"/>
          <ac:spMkLst>
            <pc:docMk/>
            <pc:sldMk cId="3187946572" sldId="654"/>
            <ac:spMk id="1038" creationId="{EF0B7392-A04A-C638-32EE-BEDA67B632FB}"/>
          </ac:spMkLst>
        </pc:spChg>
        <pc:spChg chg="add mod">
          <ac:chgData name="Nikki Papenfus" userId="2a405823-0c8b-419b-afb6-8159926c2e17" providerId="ADAL" clId="{641823FC-84B7-4E80-9076-802D68E2983F}" dt="2025-07-23T10:49:08.040" v="6486" actId="164"/>
          <ac:spMkLst>
            <pc:docMk/>
            <pc:sldMk cId="3187946572" sldId="654"/>
            <ac:spMk id="1039" creationId="{BC7B221F-65CC-AD6B-F8CE-C7EE6556632F}"/>
          </ac:spMkLst>
        </pc:spChg>
        <pc:spChg chg="add mod topLvl">
          <ac:chgData name="Nikki Papenfus" userId="2a405823-0c8b-419b-afb6-8159926c2e17" providerId="ADAL" clId="{641823FC-84B7-4E80-9076-802D68E2983F}" dt="2025-07-25T13:07:52.412" v="8505" actId="1035"/>
          <ac:spMkLst>
            <pc:docMk/>
            <pc:sldMk cId="3187946572" sldId="654"/>
            <ac:spMk id="1041" creationId="{D468C1FE-CAAE-6D26-C99A-BAB61E38366A}"/>
          </ac:spMkLst>
        </pc:spChg>
        <pc:spChg chg="add mod">
          <ac:chgData name="Nikki Papenfus" userId="2a405823-0c8b-419b-afb6-8159926c2e17" providerId="ADAL" clId="{641823FC-84B7-4E80-9076-802D68E2983F}" dt="2025-07-25T13:07:35.107" v="8496" actId="20577"/>
          <ac:spMkLst>
            <pc:docMk/>
            <pc:sldMk cId="3187946572" sldId="654"/>
            <ac:spMk id="1043" creationId="{C59DEC03-61BB-557C-8583-7CA9C15DEF61}"/>
          </ac:spMkLst>
        </pc:spChg>
        <pc:spChg chg="add mod">
          <ac:chgData name="Nikki Papenfus" userId="2a405823-0c8b-419b-afb6-8159926c2e17" providerId="ADAL" clId="{641823FC-84B7-4E80-9076-802D68E2983F}" dt="2025-07-23T10:49:16.058" v="6488" actId="164"/>
          <ac:spMkLst>
            <pc:docMk/>
            <pc:sldMk cId="3187946572" sldId="654"/>
            <ac:spMk id="1044" creationId="{9F93DC30-96FB-BED6-F096-F7D9B0D93DB1}"/>
          </ac:spMkLst>
        </pc:spChg>
        <pc:spChg chg="add mod">
          <ac:chgData name="Nikki Papenfus" userId="2a405823-0c8b-419b-afb6-8159926c2e17" providerId="ADAL" clId="{641823FC-84B7-4E80-9076-802D68E2983F}" dt="2025-07-23T10:48:52.710" v="6482" actId="164"/>
          <ac:spMkLst>
            <pc:docMk/>
            <pc:sldMk cId="3187946572" sldId="654"/>
            <ac:spMk id="1045" creationId="{B6D1785A-15A8-822A-F5DA-56F68FFAA8FB}"/>
          </ac:spMkLst>
        </pc:spChg>
        <pc:spChg chg="add mod">
          <ac:chgData name="Nikki Papenfus" userId="2a405823-0c8b-419b-afb6-8159926c2e17" providerId="ADAL" clId="{641823FC-84B7-4E80-9076-802D68E2983F}" dt="2025-07-23T10:48:48.714" v="6481" actId="164"/>
          <ac:spMkLst>
            <pc:docMk/>
            <pc:sldMk cId="3187946572" sldId="654"/>
            <ac:spMk id="1046" creationId="{13B2E507-E9AB-A372-F94F-4C51170C6882}"/>
          </ac:spMkLst>
        </pc:spChg>
        <pc:spChg chg="add mod topLvl">
          <ac:chgData name="Nikki Papenfus" userId="2a405823-0c8b-419b-afb6-8159926c2e17" providerId="ADAL" clId="{641823FC-84B7-4E80-9076-802D68E2983F}" dt="2025-07-23T11:55:00.909" v="7635" actId="1038"/>
          <ac:spMkLst>
            <pc:docMk/>
            <pc:sldMk cId="3187946572" sldId="654"/>
            <ac:spMk id="1048" creationId="{06A6DD00-3205-D6F0-F1AA-73D5DB00AD45}"/>
          </ac:spMkLst>
        </pc:spChg>
        <pc:spChg chg="add mod">
          <ac:chgData name="Nikki Papenfus" userId="2a405823-0c8b-419b-afb6-8159926c2e17" providerId="ADAL" clId="{641823FC-84B7-4E80-9076-802D68E2983F}" dt="2025-07-23T10:55:24.869" v="6550" actId="207"/>
          <ac:spMkLst>
            <pc:docMk/>
            <pc:sldMk cId="3187946572" sldId="654"/>
            <ac:spMk id="1049" creationId="{0829BEA1-3704-1764-5626-A2079D2EA216}"/>
          </ac:spMkLst>
        </pc:spChg>
        <pc:spChg chg="add mod">
          <ac:chgData name="Nikki Papenfus" userId="2a405823-0c8b-419b-afb6-8159926c2e17" providerId="ADAL" clId="{641823FC-84B7-4E80-9076-802D68E2983F}" dt="2025-07-23T11:18:17.555" v="7381" actId="207"/>
          <ac:spMkLst>
            <pc:docMk/>
            <pc:sldMk cId="3187946572" sldId="654"/>
            <ac:spMk id="1050" creationId="{860F0A55-5487-8946-22AB-AF1F9FEF1603}"/>
          </ac:spMkLst>
        </pc:spChg>
        <pc:spChg chg="add mod">
          <ac:chgData name="Nikki Papenfus" userId="2a405823-0c8b-419b-afb6-8159926c2e17" providerId="ADAL" clId="{641823FC-84B7-4E80-9076-802D68E2983F}" dt="2025-07-23T11:02:55.063" v="7082" actId="207"/>
          <ac:spMkLst>
            <pc:docMk/>
            <pc:sldMk cId="3187946572" sldId="654"/>
            <ac:spMk id="1075" creationId="{48897905-3C18-5AC7-85B7-BB8A44F1F176}"/>
          </ac:spMkLst>
        </pc:spChg>
        <pc:spChg chg="add mod">
          <ac:chgData name="Nikki Papenfus" userId="2a405823-0c8b-419b-afb6-8159926c2e17" providerId="ADAL" clId="{641823FC-84B7-4E80-9076-802D68E2983F}" dt="2025-07-23T11:55:00.909" v="7635" actId="1038"/>
          <ac:spMkLst>
            <pc:docMk/>
            <pc:sldMk cId="3187946572" sldId="654"/>
            <ac:spMk id="1089" creationId="{B66C421F-A072-41D9-3421-98150872F13E}"/>
          </ac:spMkLst>
        </pc:spChg>
        <pc:grpChg chg="add mod">
          <ac:chgData name="Nikki Papenfus" userId="2a405823-0c8b-419b-afb6-8159926c2e17" providerId="ADAL" clId="{641823FC-84B7-4E80-9076-802D68E2983F}" dt="2025-07-25T13:07:10.574" v="8482" actId="1076"/>
          <ac:grpSpMkLst>
            <pc:docMk/>
            <pc:sldMk cId="3187946572" sldId="654"/>
            <ac:grpSpMk id="1076" creationId="{710597CE-81A9-E1B8-C3BF-DFDDE5127F30}"/>
          </ac:grpSpMkLst>
        </pc:grpChg>
        <pc:grpChg chg="add mod">
          <ac:chgData name="Nikki Papenfus" userId="2a405823-0c8b-419b-afb6-8159926c2e17" providerId="ADAL" clId="{641823FC-84B7-4E80-9076-802D68E2983F}" dt="2025-07-23T11:55:00.909" v="7635" actId="1038"/>
          <ac:grpSpMkLst>
            <pc:docMk/>
            <pc:sldMk cId="3187946572" sldId="654"/>
            <ac:grpSpMk id="1078" creationId="{C626CDDA-FAB6-AA58-0BE9-D9BEA48B881B}"/>
          </ac:grpSpMkLst>
        </pc:grpChg>
        <pc:grpChg chg="add mod">
          <ac:chgData name="Nikki Papenfus" userId="2a405823-0c8b-419b-afb6-8159926c2e17" providerId="ADAL" clId="{641823FC-84B7-4E80-9076-802D68E2983F}" dt="2025-07-23T11:55:00.909" v="7635" actId="1038"/>
          <ac:grpSpMkLst>
            <pc:docMk/>
            <pc:sldMk cId="3187946572" sldId="654"/>
            <ac:grpSpMk id="1079" creationId="{D4617F28-9F32-FBAC-CB8B-3E2D91127876}"/>
          </ac:grpSpMkLst>
        </pc:grpChg>
        <pc:grpChg chg="add mod">
          <ac:chgData name="Nikki Papenfus" userId="2a405823-0c8b-419b-afb6-8159926c2e17" providerId="ADAL" clId="{641823FC-84B7-4E80-9076-802D68E2983F}" dt="2025-07-23T11:55:00.909" v="7635" actId="1038"/>
          <ac:grpSpMkLst>
            <pc:docMk/>
            <pc:sldMk cId="3187946572" sldId="654"/>
            <ac:grpSpMk id="1080" creationId="{743C9428-92C0-525F-E02C-D2FCF1592F40}"/>
          </ac:grpSpMkLst>
        </pc:grpChg>
        <pc:grpChg chg="add mod">
          <ac:chgData name="Nikki Papenfus" userId="2a405823-0c8b-419b-afb6-8159926c2e17" providerId="ADAL" clId="{641823FC-84B7-4E80-9076-802D68E2983F}" dt="2025-07-23T11:30:07.473" v="7552" actId="1037"/>
          <ac:grpSpMkLst>
            <pc:docMk/>
            <pc:sldMk cId="3187946572" sldId="654"/>
            <ac:grpSpMk id="1081" creationId="{3E825201-5389-8C16-C7E4-6299FDA40B84}"/>
          </ac:grpSpMkLst>
        </pc:grpChg>
        <pc:grpChg chg="add del mod">
          <ac:chgData name="Nikki Papenfus" userId="2a405823-0c8b-419b-afb6-8159926c2e17" providerId="ADAL" clId="{641823FC-84B7-4E80-9076-802D68E2983F}" dt="2025-07-25T13:04:46.538" v="8461" actId="165"/>
          <ac:grpSpMkLst>
            <pc:docMk/>
            <pc:sldMk cId="3187946572" sldId="654"/>
            <ac:grpSpMk id="1082" creationId="{505BF482-A30A-3136-40DB-6CCC5302A8C9}"/>
          </ac:grpSpMkLst>
        </pc:grpChg>
        <pc:grpChg chg="add mod">
          <ac:chgData name="Nikki Papenfus" userId="2a405823-0c8b-419b-afb6-8159926c2e17" providerId="ADAL" clId="{641823FC-84B7-4E80-9076-802D68E2983F}" dt="2025-07-23T11:03:23.411" v="7088" actId="1035"/>
          <ac:grpSpMkLst>
            <pc:docMk/>
            <pc:sldMk cId="3187946572" sldId="654"/>
            <ac:grpSpMk id="1083" creationId="{82B92A68-95D9-E5D9-7CE7-66DA7C2749A5}"/>
          </ac:grpSpMkLst>
        </pc:grpChg>
        <pc:grpChg chg="add mod">
          <ac:chgData name="Nikki Papenfus" userId="2a405823-0c8b-419b-afb6-8159926c2e17" providerId="ADAL" clId="{641823FC-84B7-4E80-9076-802D68E2983F}" dt="2025-07-23T11:00:43.352" v="7040" actId="1035"/>
          <ac:grpSpMkLst>
            <pc:docMk/>
            <pc:sldMk cId="3187946572" sldId="654"/>
            <ac:grpSpMk id="1084" creationId="{44626250-F9B9-A2C0-88C6-BBCE4D64AB47}"/>
          </ac:grpSpMkLst>
        </pc:grpChg>
        <pc:grpChg chg="add mod">
          <ac:chgData name="Nikki Papenfus" userId="2a405823-0c8b-419b-afb6-8159926c2e17" providerId="ADAL" clId="{641823FC-84B7-4E80-9076-802D68E2983F}" dt="2025-07-23T12:42:23.829" v="7647" actId="1035"/>
          <ac:grpSpMkLst>
            <pc:docMk/>
            <pc:sldMk cId="3187946572" sldId="654"/>
            <ac:grpSpMk id="1085" creationId="{F45A920A-4ED5-67E3-3F0E-0D5B799B54BD}"/>
          </ac:grpSpMkLst>
        </pc:grpChg>
        <pc:grpChg chg="add mod">
          <ac:chgData name="Nikki Papenfus" userId="2a405823-0c8b-419b-afb6-8159926c2e17" providerId="ADAL" clId="{641823FC-84B7-4E80-9076-802D68E2983F}" dt="2025-07-25T13:08:02.067" v="8513" actId="1036"/>
          <ac:grpSpMkLst>
            <pc:docMk/>
            <pc:sldMk cId="3187946572" sldId="654"/>
            <ac:grpSpMk id="1086" creationId="{61840BAB-9E52-36B0-90B0-CD7049F21145}"/>
          </ac:grpSpMkLst>
        </pc:grpChg>
        <pc:grpChg chg="add mod">
          <ac:chgData name="Nikki Papenfus" userId="2a405823-0c8b-419b-afb6-8159926c2e17" providerId="ADAL" clId="{641823FC-84B7-4E80-9076-802D68E2983F}" dt="2025-07-25T13:07:48.383" v="8501" actId="1035"/>
          <ac:grpSpMkLst>
            <pc:docMk/>
            <pc:sldMk cId="3187946572" sldId="654"/>
            <ac:grpSpMk id="1087" creationId="{9EF6A50F-20FB-CCCB-D24F-CF9D45442C0F}"/>
          </ac:grpSpMkLst>
        </pc:grpChg>
        <pc:picChg chg="add mod">
          <ac:chgData name="Nikki Papenfus" userId="2a405823-0c8b-419b-afb6-8159926c2e17" providerId="ADAL" clId="{641823FC-84B7-4E80-9076-802D68E2983F}" dt="2025-07-25T13:08:28.097" v="8514" actId="1076"/>
          <ac:picMkLst>
            <pc:docMk/>
            <pc:sldMk cId="3187946572" sldId="654"/>
            <ac:picMk id="5" creationId="{852BE0C1-B41F-B036-2B9E-04F27D61A008}"/>
          </ac:picMkLst>
        </pc:picChg>
        <pc:picChg chg="add mod">
          <ac:chgData name="Nikki Papenfus" userId="2a405823-0c8b-419b-afb6-8159926c2e17" providerId="ADAL" clId="{641823FC-84B7-4E80-9076-802D68E2983F}" dt="2025-07-25T13:07:52.412" v="8505" actId="1035"/>
          <ac:picMkLst>
            <pc:docMk/>
            <pc:sldMk cId="3187946572" sldId="654"/>
            <ac:picMk id="6" creationId="{6517AF4B-5BA7-572B-B5FD-492B628F20A6}"/>
          </ac:picMkLst>
        </pc:picChg>
        <pc:picChg chg="add mod">
          <ac:chgData name="Nikki Papenfus" userId="2a405823-0c8b-419b-afb6-8159926c2e17" providerId="ADAL" clId="{641823FC-84B7-4E80-9076-802D68E2983F}" dt="2025-07-23T10:48:48.714" v="6481" actId="164"/>
          <ac:picMkLst>
            <pc:docMk/>
            <pc:sldMk cId="3187946572" sldId="654"/>
            <ac:picMk id="33" creationId="{295230D9-5AA3-E88F-A69E-2ED8DA4F93B0}"/>
          </ac:picMkLst>
        </pc:picChg>
        <pc:picChg chg="add mod">
          <ac:chgData name="Nikki Papenfus" userId="2a405823-0c8b-419b-afb6-8159926c2e17" providerId="ADAL" clId="{641823FC-84B7-4E80-9076-802D68E2983F}" dt="2025-07-23T10:55:27.159" v="6551" actId="207"/>
          <ac:picMkLst>
            <pc:docMk/>
            <pc:sldMk cId="3187946572" sldId="654"/>
            <ac:picMk id="43" creationId="{2EDECF2C-D2E7-9861-251C-834108D48517}"/>
          </ac:picMkLst>
        </pc:picChg>
        <pc:picChg chg="add mod">
          <ac:chgData name="Nikki Papenfus" userId="2a405823-0c8b-419b-afb6-8159926c2e17" providerId="ADAL" clId="{641823FC-84B7-4E80-9076-802D68E2983F}" dt="2025-07-23T10:49:19.342" v="6489" actId="164"/>
          <ac:picMkLst>
            <pc:docMk/>
            <pc:sldMk cId="3187946572" sldId="654"/>
            <ac:picMk id="45" creationId="{E337F740-BA8D-2F6B-4487-6B20456813D2}"/>
          </ac:picMkLst>
        </pc:picChg>
        <pc:picChg chg="add mod">
          <ac:chgData name="Nikki Papenfus" userId="2a405823-0c8b-419b-afb6-8159926c2e17" providerId="ADAL" clId="{641823FC-84B7-4E80-9076-802D68E2983F}" dt="2025-07-23T10:49:08.040" v="6486" actId="164"/>
          <ac:picMkLst>
            <pc:docMk/>
            <pc:sldMk cId="3187946572" sldId="654"/>
            <ac:picMk id="51" creationId="{96DFF9FB-A37E-EF3A-02F9-F176C4CBFB3C}"/>
          </ac:picMkLst>
        </pc:picChg>
        <pc:picChg chg="add mod">
          <ac:chgData name="Nikki Papenfus" userId="2a405823-0c8b-419b-afb6-8159926c2e17" providerId="ADAL" clId="{641823FC-84B7-4E80-9076-802D68E2983F}" dt="2025-07-23T11:02:54.563" v="7081" actId="207"/>
          <ac:picMkLst>
            <pc:docMk/>
            <pc:sldMk cId="3187946572" sldId="654"/>
            <ac:picMk id="53" creationId="{BC390FE2-76FD-CB6D-92F1-96B4690D4D03}"/>
          </ac:picMkLst>
        </pc:picChg>
        <pc:picChg chg="add mod">
          <ac:chgData name="Nikki Papenfus" userId="2a405823-0c8b-419b-afb6-8159926c2e17" providerId="ADAL" clId="{641823FC-84B7-4E80-9076-802D68E2983F}" dt="2025-07-23T12:40:27.761" v="7642" actId="1038"/>
          <ac:picMkLst>
            <pc:docMk/>
            <pc:sldMk cId="3187946572" sldId="654"/>
            <ac:picMk id="57" creationId="{86DB0EE5-6C76-9BA4-51F9-9E4A920FEDF3}"/>
          </ac:picMkLst>
        </pc:picChg>
        <pc:picChg chg="add mod topLvl">
          <ac:chgData name="Nikki Papenfus" userId="2a405823-0c8b-419b-afb6-8159926c2e17" providerId="ADAL" clId="{641823FC-84B7-4E80-9076-802D68E2983F}" dt="2025-07-25T13:08:29.224" v="8515" actId="1076"/>
          <ac:picMkLst>
            <pc:docMk/>
            <pc:sldMk cId="3187946572" sldId="654"/>
            <ac:picMk id="61" creationId="{6CF27E02-75F6-F6C7-B49A-57A4AE6AE62E}"/>
          </ac:picMkLst>
        </pc:picChg>
        <pc:picChg chg="add mod">
          <ac:chgData name="Nikki Papenfus" userId="2a405823-0c8b-419b-afb6-8159926c2e17" providerId="ADAL" clId="{641823FC-84B7-4E80-9076-802D68E2983F}" dt="2025-07-23T10:49:00.686" v="6484" actId="164"/>
          <ac:picMkLst>
            <pc:docMk/>
            <pc:sldMk cId="3187946572" sldId="654"/>
            <ac:picMk id="63" creationId="{340CE3DE-C075-9623-D1A8-4879F31F4BF8}"/>
          </ac:picMkLst>
        </pc:picChg>
        <pc:picChg chg="add mod ord modCrop">
          <ac:chgData name="Nikki Papenfus" userId="2a405823-0c8b-419b-afb6-8159926c2e17" providerId="ADAL" clId="{641823FC-84B7-4E80-9076-802D68E2983F}" dt="2025-07-23T11:55:00.909" v="7635" actId="1038"/>
          <ac:picMkLst>
            <pc:docMk/>
            <pc:sldMk cId="3187946572" sldId="654"/>
            <ac:picMk id="1032" creationId="{21235682-723D-F342-B885-2DB42AF326DA}"/>
          </ac:picMkLst>
        </pc:picChg>
        <pc:picChg chg="add del mod">
          <ac:chgData name="Nikki Papenfus" userId="2a405823-0c8b-419b-afb6-8159926c2e17" providerId="ADAL" clId="{641823FC-84B7-4E80-9076-802D68E2983F}" dt="2025-07-25T13:02:31.383" v="8446" actId="478"/>
          <ac:picMkLst>
            <pc:docMk/>
            <pc:sldMk cId="3187946572" sldId="654"/>
            <ac:picMk id="1035" creationId="{E7D8F3F3-CC13-8A6E-3E37-7AFC6F219863}"/>
          </ac:picMkLst>
        </pc:picChg>
        <pc:picChg chg="add mod">
          <ac:chgData name="Nikki Papenfus" userId="2a405823-0c8b-419b-afb6-8159926c2e17" providerId="ADAL" clId="{641823FC-84B7-4E80-9076-802D68E2983F}" dt="2025-07-23T10:48:52.710" v="6482" actId="164"/>
          <ac:picMkLst>
            <pc:docMk/>
            <pc:sldMk cId="3187946572" sldId="654"/>
            <ac:picMk id="1052" creationId="{45A1025F-8106-2698-2DBA-9212FA6C7328}"/>
          </ac:picMkLst>
        </pc:picChg>
        <pc:picChg chg="add mod">
          <ac:chgData name="Nikki Papenfus" userId="2a405823-0c8b-419b-afb6-8159926c2e17" providerId="ADAL" clId="{641823FC-84B7-4E80-9076-802D68E2983F}" dt="2025-07-23T10:55:21.702" v="6549" actId="207"/>
          <ac:picMkLst>
            <pc:docMk/>
            <pc:sldMk cId="3187946572" sldId="654"/>
            <ac:picMk id="1060" creationId="{5EE5C4E6-F84A-06C5-4158-ED419AC66E33}"/>
          </ac:picMkLst>
        </pc:picChg>
        <pc:picChg chg="add mod topLvl">
          <ac:chgData name="Nikki Papenfus" userId="2a405823-0c8b-419b-afb6-8159926c2e17" providerId="ADAL" clId="{641823FC-84B7-4E80-9076-802D68E2983F}" dt="2025-07-23T11:55:00.909" v="7635" actId="1038"/>
          <ac:picMkLst>
            <pc:docMk/>
            <pc:sldMk cId="3187946572" sldId="654"/>
            <ac:picMk id="1064" creationId="{229A4531-6B84-E4A0-9AF6-C5B9DB98FBFC}"/>
          </ac:picMkLst>
        </pc:picChg>
      </pc:sldChg>
      <pc:sldChg chg="new del">
        <pc:chgData name="Nikki Papenfus" userId="2a405823-0c8b-419b-afb6-8159926c2e17" providerId="ADAL" clId="{641823FC-84B7-4E80-9076-802D68E2983F}" dt="2025-07-22T12:55:38.310" v="3731" actId="47"/>
        <pc:sldMkLst>
          <pc:docMk/>
          <pc:sldMk cId="4263027961" sldId="654"/>
        </pc:sldMkLst>
      </pc:sldChg>
    </pc:docChg>
  </pc:docChgLst>
  <pc:docChgLst>
    <pc:chgData name="Shaun Barrett" userId="2e21295b-21c9-4734-b4c8-23b29a1a1ba3" providerId="ADAL" clId="{DE03B92C-F727-44AB-92F7-FFC98DB7FF61}"/>
    <pc:docChg chg="undo custSel addSld delSld modSld modSection">
      <pc:chgData name="Shaun Barrett" userId="2e21295b-21c9-4734-b4c8-23b29a1a1ba3" providerId="ADAL" clId="{DE03B92C-F727-44AB-92F7-FFC98DB7FF61}" dt="2025-06-03T14:45:02.854" v="172" actId="14100"/>
      <pc:docMkLst>
        <pc:docMk/>
      </pc:docMkLst>
      <pc:sldChg chg="del">
        <pc:chgData name="Shaun Barrett" userId="2e21295b-21c9-4734-b4c8-23b29a1a1ba3" providerId="ADAL" clId="{DE03B92C-F727-44AB-92F7-FFC98DB7FF61}" dt="2025-06-03T14:13:24.542" v="140" actId="2696"/>
        <pc:sldMkLst>
          <pc:docMk/>
          <pc:sldMk cId="3802296912" sldId="640"/>
        </pc:sldMkLst>
      </pc:sldChg>
      <pc:sldChg chg="addSp delSp modSp add mod">
        <pc:chgData name="Shaun Barrett" userId="2e21295b-21c9-4734-b4c8-23b29a1a1ba3" providerId="ADAL" clId="{DE03B92C-F727-44AB-92F7-FFC98DB7FF61}" dt="2025-06-03T14:45:02.854" v="172" actId="14100"/>
        <pc:sldMkLst>
          <pc:docMk/>
          <pc:sldMk cId="1738082838" sldId="646"/>
        </pc:sldMkLst>
        <pc:spChg chg="add mod">
          <ac:chgData name="Shaun Barrett" userId="2e21295b-21c9-4734-b4c8-23b29a1a1ba3" providerId="ADAL" clId="{DE03B92C-F727-44AB-92F7-FFC98DB7FF61}" dt="2025-06-03T14:45:02.854" v="172" actId="14100"/>
          <ac:spMkLst>
            <pc:docMk/>
            <pc:sldMk cId="1738082838" sldId="646"/>
            <ac:spMk id="9" creationId="{7ECAFAB9-5B2B-0673-3E35-44A4D12A9CB7}"/>
          </ac:spMkLst>
        </pc:spChg>
        <pc:spChg chg="add mod">
          <ac:chgData name="Shaun Barrett" userId="2e21295b-21c9-4734-b4c8-23b29a1a1ba3" providerId="ADAL" clId="{DE03B92C-F727-44AB-92F7-FFC98DB7FF61}" dt="2025-06-03T14:20:46.882" v="171" actId="14100"/>
          <ac:spMkLst>
            <pc:docMk/>
            <pc:sldMk cId="1738082838" sldId="646"/>
            <ac:spMk id="14" creationId="{AD64E11D-94E7-32D4-563A-A7ECCF00B426}"/>
          </ac:spMkLst>
        </pc:spChg>
        <pc:picChg chg="add mod ord">
          <ac:chgData name="Shaun Barrett" userId="2e21295b-21c9-4734-b4c8-23b29a1a1ba3" providerId="ADAL" clId="{DE03B92C-F727-44AB-92F7-FFC98DB7FF61}" dt="2025-06-03T14:10:59.617" v="137" actId="1076"/>
          <ac:picMkLst>
            <pc:docMk/>
            <pc:sldMk cId="1738082838" sldId="646"/>
            <ac:picMk id="5" creationId="{FA87948C-8C87-9A4A-C811-0169A5DC4133}"/>
          </ac:picMkLst>
        </pc:picChg>
      </pc:sldChg>
    </pc:docChg>
  </pc:docChgLst>
  <pc:docChgLst>
    <pc:chgData name="Shaun Barrett" userId="2e21295b-21c9-4734-b4c8-23b29a1a1ba3" providerId="ADAL" clId="{59F6D921-627C-4087-BAE6-9D4A22028B76}"/>
    <pc:docChg chg="undo redo custSel addSld delSld modSld modSection">
      <pc:chgData name="Shaun Barrett" userId="2e21295b-21c9-4734-b4c8-23b29a1a1ba3" providerId="ADAL" clId="{59F6D921-627C-4087-BAE6-9D4A22028B76}" dt="2025-07-25T12:57:18.957" v="56" actId="20577"/>
      <pc:docMkLst>
        <pc:docMk/>
      </pc:docMkLst>
      <pc:sldChg chg="modSp mod">
        <pc:chgData name="Shaun Barrett" userId="2e21295b-21c9-4734-b4c8-23b29a1a1ba3" providerId="ADAL" clId="{59F6D921-627C-4087-BAE6-9D4A22028B76}" dt="2025-07-25T12:57:18.957" v="56" actId="20577"/>
        <pc:sldMkLst>
          <pc:docMk/>
          <pc:sldMk cId="2898931480" sldId="318"/>
        </pc:sldMkLst>
        <pc:spChg chg="mod">
          <ac:chgData name="Shaun Barrett" userId="2e21295b-21c9-4734-b4c8-23b29a1a1ba3" providerId="ADAL" clId="{59F6D921-627C-4087-BAE6-9D4A22028B76}" dt="2025-07-25T12:57:18.957" v="56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add del">
        <pc:chgData name="Shaun Barrett" userId="2e21295b-21c9-4734-b4c8-23b29a1a1ba3" providerId="ADAL" clId="{59F6D921-627C-4087-BAE6-9D4A22028B76}" dt="2025-07-25T11:28:04.939" v="33" actId="2696"/>
        <pc:sldMkLst>
          <pc:docMk/>
          <pc:sldMk cId="1738082838" sldId="646"/>
        </pc:sldMkLst>
      </pc:sldChg>
      <pc:sldChg chg="modSp mod">
        <pc:chgData name="Shaun Barrett" userId="2e21295b-21c9-4734-b4c8-23b29a1a1ba3" providerId="ADAL" clId="{59F6D921-627C-4087-BAE6-9D4A22028B76}" dt="2025-07-25T12:48:14.203" v="48" actId="20577"/>
        <pc:sldMkLst>
          <pc:docMk/>
          <pc:sldMk cId="332345986" sldId="653"/>
        </pc:sldMkLst>
        <pc:spChg chg="mod">
          <ac:chgData name="Shaun Barrett" userId="2e21295b-21c9-4734-b4c8-23b29a1a1ba3" providerId="ADAL" clId="{59F6D921-627C-4087-BAE6-9D4A22028B76}" dt="2025-07-25T12:48:14.203" v="48" actId="20577"/>
          <ac:spMkLst>
            <pc:docMk/>
            <pc:sldMk cId="332345986" sldId="653"/>
            <ac:spMk id="51" creationId="{616D4712-C234-F03C-5062-1893AC2AF459}"/>
          </ac:spMkLst>
        </pc:spChg>
      </pc:sldChg>
      <pc:sldChg chg="addSp delSp modSp add mod">
        <pc:chgData name="Shaun Barrett" userId="2e21295b-21c9-4734-b4c8-23b29a1a1ba3" providerId="ADAL" clId="{59F6D921-627C-4087-BAE6-9D4A22028B76}" dt="2025-07-25T11:28:06.011" v="37" actId="1037"/>
        <pc:sldMkLst>
          <pc:docMk/>
          <pc:sldMk cId="2874135033" sldId="655"/>
        </pc:sldMkLst>
        <pc:spChg chg="add mod">
          <ac:chgData name="Shaun Barrett" userId="2e21295b-21c9-4734-b4c8-23b29a1a1ba3" providerId="ADAL" clId="{59F6D921-627C-4087-BAE6-9D4A22028B76}" dt="2025-07-25T11:28:06.011" v="37" actId="1037"/>
          <ac:spMkLst>
            <pc:docMk/>
            <pc:sldMk cId="2874135033" sldId="655"/>
            <ac:spMk id="8" creationId="{319D3AA9-4E69-8403-40CC-422C2717617D}"/>
          </ac:spMkLst>
        </pc:spChg>
        <pc:spChg chg="del mod">
          <ac:chgData name="Shaun Barrett" userId="2e21295b-21c9-4734-b4c8-23b29a1a1ba3" providerId="ADAL" clId="{59F6D921-627C-4087-BAE6-9D4A22028B76}" dt="2025-07-25T11:25:34.142" v="7" actId="478"/>
          <ac:spMkLst>
            <pc:docMk/>
            <pc:sldMk cId="2874135033" sldId="655"/>
            <ac:spMk id="9" creationId="{EAA9B132-9AC7-AE94-E3E2-FB7FCAD4A636}"/>
          </ac:spMkLst>
        </pc:spChg>
        <pc:spChg chg="del mod">
          <ac:chgData name="Shaun Barrett" userId="2e21295b-21c9-4734-b4c8-23b29a1a1ba3" providerId="ADAL" clId="{59F6D921-627C-4087-BAE6-9D4A22028B76}" dt="2025-07-25T11:25:36.952" v="10" actId="478"/>
          <ac:spMkLst>
            <pc:docMk/>
            <pc:sldMk cId="2874135033" sldId="655"/>
            <ac:spMk id="14" creationId="{8E6D89F2-CD66-E4B9-0D96-ABFC348B19C7}"/>
          </ac:spMkLst>
        </pc:spChg>
        <pc:picChg chg="add del">
          <ac:chgData name="Shaun Barrett" userId="2e21295b-21c9-4734-b4c8-23b29a1a1ba3" providerId="ADAL" clId="{59F6D921-627C-4087-BAE6-9D4A22028B76}" dt="2025-07-25T11:25:29.564" v="4" actId="478"/>
          <ac:picMkLst>
            <pc:docMk/>
            <pc:sldMk cId="2874135033" sldId="655"/>
            <ac:picMk id="4" creationId="{1D922299-3321-AB95-A27E-04FA99F98CDD}"/>
          </ac:picMkLst>
        </pc:picChg>
        <pc:picChg chg="del mod">
          <ac:chgData name="Shaun Barrett" userId="2e21295b-21c9-4734-b4c8-23b29a1a1ba3" providerId="ADAL" clId="{59F6D921-627C-4087-BAE6-9D4A22028B76}" dt="2025-07-25T11:25:18.547" v="2" actId="478"/>
          <ac:picMkLst>
            <pc:docMk/>
            <pc:sldMk cId="2874135033" sldId="655"/>
            <ac:picMk id="5" creationId="{8C513D28-E78B-6A97-059C-C02EF97C8E90}"/>
          </ac:picMkLst>
        </pc:picChg>
        <pc:picChg chg="add mod">
          <ac:chgData name="Shaun Barrett" userId="2e21295b-21c9-4734-b4c8-23b29a1a1ba3" providerId="ADAL" clId="{59F6D921-627C-4087-BAE6-9D4A22028B76}" dt="2025-07-25T11:28:05.752" v="36" actId="14100"/>
          <ac:picMkLst>
            <pc:docMk/>
            <pc:sldMk cId="2874135033" sldId="655"/>
            <ac:picMk id="7" creationId="{F3CF421C-9356-FCBA-70EF-3E80A024EC74}"/>
          </ac:picMkLst>
        </pc:picChg>
        <pc:picChg chg="add mod">
          <ac:chgData name="Shaun Barrett" userId="2e21295b-21c9-4734-b4c8-23b29a1a1ba3" providerId="ADAL" clId="{59F6D921-627C-4087-BAE6-9D4A22028B76}" dt="2025-07-25T11:28:06.011" v="37" actId="1037"/>
          <ac:picMkLst>
            <pc:docMk/>
            <pc:sldMk cId="2874135033" sldId="655"/>
            <ac:picMk id="10" creationId="{84B1D72D-C1AD-5327-4114-09A83E7C57CB}"/>
          </ac:picMkLst>
        </pc:picChg>
        <pc:picChg chg="del">
          <ac:chgData name="Shaun Barrett" userId="2e21295b-21c9-4734-b4c8-23b29a1a1ba3" providerId="ADAL" clId="{59F6D921-627C-4087-BAE6-9D4A22028B76}" dt="2025-07-25T11:25:35.697" v="8" actId="478"/>
          <ac:picMkLst>
            <pc:docMk/>
            <pc:sldMk cId="2874135033" sldId="655"/>
            <ac:picMk id="18" creationId="{95E4A618-370F-7777-16AF-6D08F8625F55}"/>
          </ac:picMkLst>
        </pc:picChg>
        <pc:picChg chg="del">
          <ac:chgData name="Shaun Barrett" userId="2e21295b-21c9-4734-b4c8-23b29a1a1ba3" providerId="ADAL" clId="{59F6D921-627C-4087-BAE6-9D4A22028B76}" dt="2025-07-25T11:25:32.167" v="6" actId="478"/>
          <ac:picMkLst>
            <pc:docMk/>
            <pc:sldMk cId="2874135033" sldId="655"/>
            <ac:picMk id="21" creationId="{0E8B615B-B2A3-E2F4-EC01-99AF31702AA5}"/>
          </ac:picMkLst>
        </pc:picChg>
      </pc:sldChg>
    </pc:docChg>
  </pc:docChgLst>
  <pc:docChgLst>
    <pc:chgData name="Sam Duncan" userId="S::sduncan@openboxsoftware.com::c1d0992b-0ec5-443a-8c6c-87e1361e2b1d" providerId="AD" clId="Web-{165A56FD-0CBB-1E43-D489-7619F63A6D9D}"/>
    <pc:docChg chg="modSld">
      <pc:chgData name="Sam Duncan" userId="S::sduncan@openboxsoftware.com::c1d0992b-0ec5-443a-8c6c-87e1361e2b1d" providerId="AD" clId="Web-{165A56FD-0CBB-1E43-D489-7619F63A6D9D}" dt="2025-07-25T12:55:49.664" v="9" actId="20577"/>
      <pc:docMkLst>
        <pc:docMk/>
      </pc:docMkLst>
      <pc:sldChg chg="modSp">
        <pc:chgData name="Sam Duncan" userId="S::sduncan@openboxsoftware.com::c1d0992b-0ec5-443a-8c6c-87e1361e2b1d" providerId="AD" clId="Web-{165A56FD-0CBB-1E43-D489-7619F63A6D9D}" dt="2025-07-25T12:55:49.664" v="9" actId="20577"/>
        <pc:sldMkLst>
          <pc:docMk/>
          <pc:sldMk cId="3187946572" sldId="654"/>
        </pc:sldMkLst>
        <pc:spChg chg="mod">
          <ac:chgData name="Sam Duncan" userId="S::sduncan@openboxsoftware.com::c1d0992b-0ec5-443a-8c6c-87e1361e2b1d" providerId="AD" clId="Web-{165A56FD-0CBB-1E43-D489-7619F63A6D9D}" dt="2025-07-25T12:55:49.664" v="9" actId="20577"/>
          <ac:spMkLst>
            <pc:docMk/>
            <pc:sldMk cId="3187946572" sldId="654"/>
            <ac:spMk id="1036" creationId="{D5E92986-9A52-D0A5-0E2A-36554BBA0782}"/>
          </ac:spMkLst>
        </pc:spChg>
      </pc:sldChg>
    </pc:docChg>
  </pc:docChgLst>
  <pc:docChgLst>
    <pc:chgData name="Nikki Papenfus" userId="2a405823-0c8b-419b-afb6-8159926c2e17" providerId="ADAL" clId="{8F061F76-90F1-4A9D-84B9-6D60FA28B830}"/>
    <pc:docChg chg="undo redo custSel addSld delSld modSld sldOrd modSection">
      <pc:chgData name="Nikki Papenfus" userId="2a405823-0c8b-419b-afb6-8159926c2e17" providerId="ADAL" clId="{8F061F76-90F1-4A9D-84B9-6D60FA28B830}" dt="2025-06-03T14:42:35.918" v="13508" actId="14100"/>
      <pc:docMkLst>
        <pc:docMk/>
      </pc:docMkLst>
      <pc:sldChg chg="modSp mod">
        <pc:chgData name="Nikki Papenfus" userId="2a405823-0c8b-419b-afb6-8159926c2e17" providerId="ADAL" clId="{8F061F76-90F1-4A9D-84B9-6D60FA28B830}" dt="2025-05-29T15:11:18.459" v="11620" actId="6549"/>
        <pc:sldMkLst>
          <pc:docMk/>
          <pc:sldMk cId="2898931480" sldId="318"/>
        </pc:sldMkLst>
        <pc:spChg chg="mod">
          <ac:chgData name="Nikki Papenfus" userId="2a405823-0c8b-419b-afb6-8159926c2e17" providerId="ADAL" clId="{8F061F76-90F1-4A9D-84B9-6D60FA28B830}" dt="2025-05-29T15:11:18.459" v="11620" actId="6549"/>
          <ac:spMkLst>
            <pc:docMk/>
            <pc:sldMk cId="2898931480" sldId="318"/>
            <ac:spMk id="2" creationId="{22755BA2-B953-4F06-9DC7-ACF132689491}"/>
          </ac:spMkLst>
        </pc:spChg>
      </pc:sldChg>
      <pc:sldChg chg="addSp delSp modSp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89667174" sldId="461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89667174" sldId="461"/>
            <ac:spMk id="2" creationId="{9BEB2F47-3F1E-4B42-822A-F48433BEE2DA}"/>
          </ac:spMkLst>
        </pc:spChg>
      </pc:sldChg>
      <pc:sldChg chg="del ord">
        <pc:chgData name="Nikki Papenfus" userId="2a405823-0c8b-419b-afb6-8159926c2e17" providerId="ADAL" clId="{8F061F76-90F1-4A9D-84B9-6D60FA28B830}" dt="2025-05-22T10:11:12.062" v="2342" actId="47"/>
        <pc:sldMkLst>
          <pc:docMk/>
          <pc:sldMk cId="2724100360" sldId="481"/>
        </pc:sldMkLst>
      </pc:sldChg>
      <pc:sldChg chg="addSp delSp modSp mod ord">
        <pc:chgData name="Nikki Papenfus" userId="2a405823-0c8b-419b-afb6-8159926c2e17" providerId="ADAL" clId="{8F061F76-90F1-4A9D-84B9-6D60FA28B830}" dt="2025-05-30T08:12:01.887" v="13235" actId="113"/>
        <pc:sldMkLst>
          <pc:docMk/>
          <pc:sldMk cId="324089379" sldId="484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324089379" sldId="484"/>
            <ac:spMk id="2" creationId="{364FA3ED-45CE-F446-D70D-820D59759C1D}"/>
          </ac:spMkLst>
        </pc:spChg>
        <pc:spChg chg="add mod">
          <ac:chgData name="Nikki Papenfus" userId="2a405823-0c8b-419b-afb6-8159926c2e17" providerId="ADAL" clId="{8F061F76-90F1-4A9D-84B9-6D60FA28B830}" dt="2025-05-30T08:12:01.887" v="13235" actId="113"/>
          <ac:spMkLst>
            <pc:docMk/>
            <pc:sldMk cId="324089379" sldId="484"/>
            <ac:spMk id="3" creationId="{326D388C-0F50-393A-A35D-62B7A499DA71}"/>
          </ac:spMkLst>
        </pc:spChg>
      </pc:sldChg>
      <pc:sldChg chg="addSp delSp modSp del mod ord">
        <pc:chgData name="Nikki Papenfus" userId="2a405823-0c8b-419b-afb6-8159926c2e17" providerId="ADAL" clId="{8F061F76-90F1-4A9D-84B9-6D60FA28B830}" dt="2025-05-23T14:22:14.420" v="7915" actId="47"/>
        <pc:sldMkLst>
          <pc:docMk/>
          <pc:sldMk cId="975271368" sldId="485"/>
        </pc:sldMkLst>
      </pc:sldChg>
      <pc:sldChg chg="del ord">
        <pc:chgData name="Nikki Papenfus" userId="2a405823-0c8b-419b-afb6-8159926c2e17" providerId="ADAL" clId="{8F061F76-90F1-4A9D-84B9-6D60FA28B830}" dt="2025-05-23T14:22:16.100" v="7916" actId="47"/>
        <pc:sldMkLst>
          <pc:docMk/>
          <pc:sldMk cId="3547567370" sldId="486"/>
        </pc:sldMkLst>
      </pc:sldChg>
      <pc:sldChg chg="modSp del mod">
        <pc:chgData name="Nikki Papenfus" userId="2a405823-0c8b-419b-afb6-8159926c2e17" providerId="ADAL" clId="{8F061F76-90F1-4A9D-84B9-6D60FA28B830}" dt="2025-05-22T07:25:56.361" v="67" actId="47"/>
        <pc:sldMkLst>
          <pc:docMk/>
          <pc:sldMk cId="52612252" sldId="487"/>
        </pc:sldMkLst>
      </pc:sldChg>
      <pc:sldChg chg="modSp del mod">
        <pc:chgData name="Nikki Papenfus" userId="2a405823-0c8b-419b-afb6-8159926c2e17" providerId="ADAL" clId="{8F061F76-90F1-4A9D-84B9-6D60FA28B830}" dt="2025-05-22T07:26:37.548" v="69" actId="47"/>
        <pc:sldMkLst>
          <pc:docMk/>
          <pc:sldMk cId="3589474059" sldId="488"/>
        </pc:sldMkLst>
      </pc:sldChg>
      <pc:sldChg chg="modSp del mod">
        <pc:chgData name="Nikki Papenfus" userId="2a405823-0c8b-419b-afb6-8159926c2e17" providerId="ADAL" clId="{8F061F76-90F1-4A9D-84B9-6D60FA28B830}" dt="2025-05-22T07:26:36.111" v="68" actId="47"/>
        <pc:sldMkLst>
          <pc:docMk/>
          <pc:sldMk cId="1438138567" sldId="489"/>
        </pc:sldMkLst>
      </pc:sldChg>
      <pc:sldChg chg="modSp mod">
        <pc:chgData name="Nikki Papenfus" userId="2a405823-0c8b-419b-afb6-8159926c2e17" providerId="ADAL" clId="{8F061F76-90F1-4A9D-84B9-6D60FA28B830}" dt="2025-05-29T15:08:08.124" v="11511" actId="790"/>
        <pc:sldMkLst>
          <pc:docMk/>
          <pc:sldMk cId="81878455" sldId="490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81878455" sldId="490"/>
            <ac:spMk id="3" creationId="{D2A31E3A-90C3-AD2F-1064-86CCCFA420C3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81878455" sldId="490"/>
            <ac:spMk id="4" creationId="{B6D0D0B7-8796-FD2A-2A4F-3F9EBD376A8F}"/>
          </ac:spMkLst>
        </pc:spChg>
      </pc:sldChg>
      <pc:sldChg chg="addSp delSp modSp del mod ord">
        <pc:chgData name="Nikki Papenfus" userId="2a405823-0c8b-419b-afb6-8159926c2e17" providerId="ADAL" clId="{8F061F76-90F1-4A9D-84B9-6D60FA28B830}" dt="2025-05-22T07:31:46.246" v="212" actId="47"/>
        <pc:sldMkLst>
          <pc:docMk/>
          <pc:sldMk cId="3100754738" sldId="492"/>
        </pc:sldMkLst>
      </pc:sldChg>
      <pc:sldChg chg="modSp add del mod">
        <pc:chgData name="Nikki Papenfus" userId="2a405823-0c8b-419b-afb6-8159926c2e17" providerId="ADAL" clId="{8F061F76-90F1-4A9D-84B9-6D60FA28B830}" dt="2025-05-22T07:33:58.429" v="306" actId="47"/>
        <pc:sldMkLst>
          <pc:docMk/>
          <pc:sldMk cId="34047318" sldId="493"/>
        </pc:sldMkLst>
      </pc:sldChg>
      <pc:sldChg chg="add del">
        <pc:chgData name="Nikki Papenfus" userId="2a405823-0c8b-419b-afb6-8159926c2e17" providerId="ADAL" clId="{8F061F76-90F1-4A9D-84B9-6D60FA28B830}" dt="2025-05-22T07:31:57.370" v="213" actId="47"/>
        <pc:sldMkLst>
          <pc:docMk/>
          <pc:sldMk cId="2519964672" sldId="533"/>
        </pc:sldMkLst>
      </pc:sldChg>
      <pc:sldChg chg="add del">
        <pc:chgData name="Nikki Papenfus" userId="2a405823-0c8b-419b-afb6-8159926c2e17" providerId="ADAL" clId="{8F061F76-90F1-4A9D-84B9-6D60FA28B830}" dt="2025-05-22T07:30:53.405" v="193" actId="47"/>
        <pc:sldMkLst>
          <pc:docMk/>
          <pc:sldMk cId="1574054311" sldId="534"/>
        </pc:sldMkLst>
      </pc:sldChg>
      <pc:sldChg chg="add del ord">
        <pc:chgData name="Nikki Papenfus" userId="2a405823-0c8b-419b-afb6-8159926c2e17" providerId="ADAL" clId="{8F061F76-90F1-4A9D-84B9-6D60FA28B830}" dt="2025-05-22T07:30:37.509" v="191" actId="47"/>
        <pc:sldMkLst>
          <pc:docMk/>
          <pc:sldMk cId="704814441" sldId="535"/>
        </pc:sldMkLst>
      </pc:sldChg>
      <pc:sldChg chg="add del">
        <pc:chgData name="Nikki Papenfus" userId="2a405823-0c8b-419b-afb6-8159926c2e17" providerId="ADAL" clId="{8F061F76-90F1-4A9D-84B9-6D60FA28B830}" dt="2025-05-22T07:32:59.522" v="244" actId="47"/>
        <pc:sldMkLst>
          <pc:docMk/>
          <pc:sldMk cId="1539628272" sldId="535"/>
        </pc:sldMkLst>
      </pc:sldChg>
      <pc:sldChg chg="add del ord">
        <pc:chgData name="Nikki Papenfus" userId="2a405823-0c8b-419b-afb6-8159926c2e17" providerId="ADAL" clId="{8F061F76-90F1-4A9D-84B9-6D60FA28B830}" dt="2025-05-22T07:32:28.875" v="236" actId="47"/>
        <pc:sldMkLst>
          <pc:docMk/>
          <pc:sldMk cId="4179784547" sldId="536"/>
        </pc:sldMkLst>
      </pc:sldChg>
      <pc:sldChg chg="add del ord">
        <pc:chgData name="Nikki Papenfus" userId="2a405823-0c8b-419b-afb6-8159926c2e17" providerId="ADAL" clId="{8F061F76-90F1-4A9D-84B9-6D60FA28B830}" dt="2025-05-23T14:22:12.997" v="7914" actId="47"/>
        <pc:sldMkLst>
          <pc:docMk/>
          <pc:sldMk cId="2769953813" sldId="537"/>
        </pc:sldMkLst>
      </pc:sldChg>
      <pc:sldChg chg="addSp delSp modSp add del mod ord modShow">
        <pc:chgData name="Nikki Papenfus" userId="2a405823-0c8b-419b-afb6-8159926c2e17" providerId="ADAL" clId="{8F061F76-90F1-4A9D-84B9-6D60FA28B830}" dt="2025-05-30T08:15:03.957" v="13273" actId="47"/>
        <pc:sldMkLst>
          <pc:docMk/>
          <pc:sldMk cId="2488166475" sldId="538"/>
        </pc:sldMkLst>
      </pc:sldChg>
      <pc:sldChg chg="addSp delSp modSp add del mod ord modShow">
        <pc:chgData name="Nikki Papenfus" userId="2a405823-0c8b-419b-afb6-8159926c2e17" providerId="ADAL" clId="{8F061F76-90F1-4A9D-84B9-6D60FA28B830}" dt="2025-05-23T15:20:07.526" v="9049" actId="47"/>
        <pc:sldMkLst>
          <pc:docMk/>
          <pc:sldMk cId="2389783487" sldId="539"/>
        </pc:sldMkLst>
      </pc:sldChg>
      <pc:sldChg chg="addSp delSp modSp new del mod">
        <pc:chgData name="Nikki Papenfus" userId="2a405823-0c8b-419b-afb6-8159926c2e17" providerId="ADAL" clId="{8F061F76-90F1-4A9D-84B9-6D60FA28B830}" dt="2025-05-22T10:11:07.306" v="2341" actId="47"/>
        <pc:sldMkLst>
          <pc:docMk/>
          <pc:sldMk cId="3283366664" sldId="540"/>
        </pc:sldMkLst>
      </pc:sldChg>
      <pc:sldChg chg="addSp delSp modSp new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2349799122" sldId="541"/>
        </pc:sldMkLst>
      </pc:sldChg>
      <pc:sldChg chg="addSp delSp modSp new del mod">
        <pc:chgData name="Nikki Papenfus" userId="2a405823-0c8b-419b-afb6-8159926c2e17" providerId="ADAL" clId="{8F061F76-90F1-4A9D-84B9-6D60FA28B830}" dt="2025-05-23T14:45:53.445" v="8453" actId="47"/>
        <pc:sldMkLst>
          <pc:docMk/>
          <pc:sldMk cId="3560742565" sldId="542"/>
        </pc:sldMkLst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446020426" sldId="543"/>
        </pc:sldMkLst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4122299942" sldId="544"/>
        </pc:sldMkLst>
      </pc:sldChg>
      <pc:sldChg chg="addSp delSp modSp add del mod">
        <pc:chgData name="Nikki Papenfus" userId="2a405823-0c8b-419b-afb6-8159926c2e17" providerId="ADAL" clId="{8F061F76-90F1-4A9D-84B9-6D60FA28B830}" dt="2025-05-23T14:14:22.522" v="7747" actId="47"/>
        <pc:sldMkLst>
          <pc:docMk/>
          <pc:sldMk cId="3068368197" sldId="545"/>
        </pc:sldMkLst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2880941440" sldId="546"/>
        </pc:sldMkLst>
      </pc:sldChg>
      <pc:sldChg chg="addSp delSp 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4154096100" sldId="547"/>
        </pc:sldMkLst>
      </pc:sldChg>
      <pc:sldChg chg="addSp delSp add del mod">
        <pc:chgData name="Nikki Papenfus" userId="2a405823-0c8b-419b-afb6-8159926c2e17" providerId="ADAL" clId="{8F061F76-90F1-4A9D-84B9-6D60FA28B830}" dt="2025-05-23T14:45:14.582" v="8448" actId="47"/>
        <pc:sldMkLst>
          <pc:docMk/>
          <pc:sldMk cId="2248335486" sldId="548"/>
        </pc:sldMkLst>
      </pc:sldChg>
      <pc:sldChg chg="delSp add del mod">
        <pc:chgData name="Nikki Papenfus" userId="2a405823-0c8b-419b-afb6-8159926c2e17" providerId="ADAL" clId="{8F061F76-90F1-4A9D-84B9-6D60FA28B830}" dt="2025-05-23T14:38:26.700" v="8189" actId="47"/>
        <pc:sldMkLst>
          <pc:docMk/>
          <pc:sldMk cId="3077311833" sldId="549"/>
        </pc:sldMkLst>
      </pc:sldChg>
      <pc:sldChg chg="delSp modSp add del mod modShow">
        <pc:chgData name="Nikki Papenfus" userId="2a405823-0c8b-419b-afb6-8159926c2e17" providerId="ADAL" clId="{8F061F76-90F1-4A9D-84B9-6D60FA28B830}" dt="2025-05-30T08:15:09.053" v="13274" actId="47"/>
        <pc:sldMkLst>
          <pc:docMk/>
          <pc:sldMk cId="1969347325" sldId="550"/>
        </pc:sldMkLst>
      </pc:sldChg>
      <pc:sldChg chg="delSp modSp add mod setBg">
        <pc:chgData name="Nikki Papenfus" userId="2a405823-0c8b-419b-afb6-8159926c2e17" providerId="ADAL" clId="{8F061F76-90F1-4A9D-84B9-6D60FA28B830}" dt="2025-05-29T15:08:08.124" v="11511" actId="790"/>
        <pc:sldMkLst>
          <pc:docMk/>
          <pc:sldMk cId="2370322981" sldId="633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70322981" sldId="633"/>
            <ac:spMk id="3" creationId="{5B4D362B-D657-429D-32B0-21BFE1498240}"/>
          </ac:spMkLst>
        </pc:spChg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2370322981" sldId="633"/>
            <ac:spMk id="6" creationId="{82399C00-BE04-8C05-7B4F-3619094F5CC3}"/>
          </ac:spMkLst>
        </pc:spChg>
      </pc:sldChg>
      <pc:sldChg chg="modSp add del mod">
        <pc:chgData name="Nikki Papenfus" userId="2a405823-0c8b-419b-afb6-8159926c2e17" providerId="ADAL" clId="{8F061F76-90F1-4A9D-84B9-6D60FA28B830}" dt="2025-05-29T13:18:06.583" v="10121" actId="47"/>
        <pc:sldMkLst>
          <pc:docMk/>
          <pc:sldMk cId="3893534914" sldId="639"/>
        </pc:sldMkLst>
      </pc:sldChg>
      <pc:sldChg chg="modSp mod">
        <pc:chgData name="Nikki Papenfus" userId="2a405823-0c8b-419b-afb6-8159926c2e17" providerId="ADAL" clId="{8F061F76-90F1-4A9D-84B9-6D60FA28B830}" dt="2025-05-29T15:08:08.124" v="11511" actId="790"/>
        <pc:sldMkLst>
          <pc:docMk/>
          <pc:sldMk cId="3802296912" sldId="640"/>
        </pc:sldMkLst>
      </pc:sldChg>
      <pc:sldChg chg="modSp add mod">
        <pc:chgData name="Nikki Papenfus" userId="2a405823-0c8b-419b-afb6-8159926c2e17" providerId="ADAL" clId="{8F061F76-90F1-4A9D-84B9-6D60FA28B830}" dt="2025-05-29T15:08:08.124" v="11511" actId="790"/>
        <pc:sldMkLst>
          <pc:docMk/>
          <pc:sldMk cId="3646738430" sldId="641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3646738430" sldId="641"/>
            <ac:spMk id="2" creationId="{CDE77E52-2580-DC4F-7A4C-292A96BF5250}"/>
          </ac:spMkLst>
        </pc:spChg>
      </pc:sldChg>
      <pc:sldChg chg="addSp delSp modSp add mod ord modCm">
        <pc:chgData name="Nikki Papenfus" userId="2a405823-0c8b-419b-afb6-8159926c2e17" providerId="ADAL" clId="{8F061F76-90F1-4A9D-84B9-6D60FA28B830}" dt="2025-06-02T09:33:58.609" v="13309" actId="20577"/>
        <pc:sldMkLst>
          <pc:docMk/>
          <pc:sldMk cId="3548848885" sldId="642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3548848885" sldId="642"/>
            <ac:spMk id="2" creationId="{2DA8FF5B-B915-CFA5-0BA6-D974D35C1738}"/>
          </ac:spMkLst>
        </pc:spChg>
        <pc:graphicFrameChg chg="add mod modGraphic">
          <ac:chgData name="Nikki Papenfus" userId="2a405823-0c8b-419b-afb6-8159926c2e17" providerId="ADAL" clId="{8F061F76-90F1-4A9D-84B9-6D60FA28B830}" dt="2025-06-02T09:33:58.609" v="13309" actId="20577"/>
          <ac:graphicFrameMkLst>
            <pc:docMk/>
            <pc:sldMk cId="3548848885" sldId="642"/>
            <ac:graphicFrameMk id="3" creationId="{21304606-3E80-917F-F782-EABCDC9F315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2a405823-0c8b-419b-afb6-8159926c2e17" providerId="ADAL" clId="{8F061F76-90F1-4A9D-84B9-6D60FA28B830}" dt="2025-06-02T09:33:58.609" v="13309" actId="20577"/>
              <pc2:cmMkLst xmlns:pc2="http://schemas.microsoft.com/office/powerpoint/2019/9/main/command">
                <pc:docMk/>
                <pc:sldMk cId="3548848885" sldId="642"/>
                <pc2:cmMk id="{0709A1CE-81C6-264A-B5A4-3FC86C9D3D8D}"/>
              </pc2:cmMkLst>
            </pc226:cmChg>
          </p:ext>
        </pc:extLst>
      </pc:sldChg>
      <pc:sldChg chg="modSp add mod ord">
        <pc:chgData name="Nikki Papenfus" userId="2a405823-0c8b-419b-afb6-8159926c2e17" providerId="ADAL" clId="{8F061F76-90F1-4A9D-84B9-6D60FA28B830}" dt="2025-05-29T15:08:08.124" v="11511" actId="790"/>
        <pc:sldMkLst>
          <pc:docMk/>
          <pc:sldMk cId="1834835535" sldId="643"/>
        </pc:sldMkLst>
        <pc:spChg chg="mod">
          <ac:chgData name="Nikki Papenfus" userId="2a405823-0c8b-419b-afb6-8159926c2e17" providerId="ADAL" clId="{8F061F76-90F1-4A9D-84B9-6D60FA28B830}" dt="2025-05-29T15:08:08.124" v="11511" actId="790"/>
          <ac:spMkLst>
            <pc:docMk/>
            <pc:sldMk cId="1834835535" sldId="643"/>
            <ac:spMk id="2" creationId="{982ECBD1-DA06-80D9-A0C3-12E525208644}"/>
          </ac:spMkLst>
        </pc:spChg>
      </pc:sldChg>
      <pc:sldChg chg="addSp delSp modSp add mod ord">
        <pc:chgData name="Nikki Papenfus" userId="2a405823-0c8b-419b-afb6-8159926c2e17" providerId="ADAL" clId="{8F061F76-90F1-4A9D-84B9-6D60FA28B830}" dt="2025-05-30T08:14:18.371" v="13271" actId="20577"/>
        <pc:sldMkLst>
          <pc:docMk/>
          <pc:sldMk cId="2149106640" sldId="644"/>
        </pc:sldMkLst>
        <pc:spChg chg="add mod">
          <ac:chgData name="Nikki Papenfus" userId="2a405823-0c8b-419b-afb6-8159926c2e17" providerId="ADAL" clId="{8F061F76-90F1-4A9D-84B9-6D60FA28B830}" dt="2025-05-30T07:58:22.191" v="12832" actId="20577"/>
          <ac:spMkLst>
            <pc:docMk/>
            <pc:sldMk cId="2149106640" sldId="644"/>
            <ac:spMk id="3" creationId="{41B146DE-3480-F1F3-2768-163CB7E2613C}"/>
          </ac:spMkLst>
        </pc:spChg>
        <pc:spChg chg="add mod">
          <ac:chgData name="Nikki Papenfus" userId="2a405823-0c8b-419b-afb6-8159926c2e17" providerId="ADAL" clId="{8F061F76-90F1-4A9D-84B9-6D60FA28B830}" dt="2025-05-30T07:57:06.771" v="12803" actId="1036"/>
          <ac:spMkLst>
            <pc:docMk/>
            <pc:sldMk cId="2149106640" sldId="644"/>
            <ac:spMk id="22" creationId="{51ADBEA2-F982-6391-277F-B69C8C227BAF}"/>
          </ac:spMkLst>
        </pc:spChg>
        <pc:spChg chg="add mod">
          <ac:chgData name="Nikki Papenfus" userId="2a405823-0c8b-419b-afb6-8159926c2e17" providerId="ADAL" clId="{8F061F76-90F1-4A9D-84B9-6D60FA28B830}" dt="2025-05-30T08:12:41.128" v="13237" actId="6549"/>
          <ac:spMkLst>
            <pc:docMk/>
            <pc:sldMk cId="2149106640" sldId="644"/>
            <ac:spMk id="23" creationId="{ACAAFCEB-9013-4A4F-0814-E88BA94E89AF}"/>
          </ac:spMkLst>
        </pc:spChg>
        <pc:spChg chg="add mod">
          <ac:chgData name="Nikki Papenfus" userId="2a405823-0c8b-419b-afb6-8159926c2e17" providerId="ADAL" clId="{8F061F76-90F1-4A9D-84B9-6D60FA28B830}" dt="2025-05-30T08:13:26.523" v="13245" actId="20577"/>
          <ac:spMkLst>
            <pc:docMk/>
            <pc:sldMk cId="2149106640" sldId="644"/>
            <ac:spMk id="24" creationId="{0872D4E2-C412-2A75-D8F7-8A57D262960F}"/>
          </ac:spMkLst>
        </pc:spChg>
        <pc:spChg chg="add mod">
          <ac:chgData name="Nikki Papenfus" userId="2a405823-0c8b-419b-afb6-8159926c2e17" providerId="ADAL" clId="{8F061F76-90F1-4A9D-84B9-6D60FA28B830}" dt="2025-05-30T08:14:18.371" v="13271" actId="20577"/>
          <ac:spMkLst>
            <pc:docMk/>
            <pc:sldMk cId="2149106640" sldId="644"/>
            <ac:spMk id="25" creationId="{58C66683-F928-75E5-2E3D-FF04D98003BB}"/>
          </ac:spMkLst>
        </pc:spChg>
        <pc:grpChg chg="add mod">
          <ac:chgData name="Nikki Papenfus" userId="2a405823-0c8b-419b-afb6-8159926c2e17" providerId="ADAL" clId="{8F061F76-90F1-4A9D-84B9-6D60FA28B830}" dt="2025-05-30T07:57:06.771" v="12803" actId="1036"/>
          <ac:grpSpMkLst>
            <pc:docMk/>
            <pc:sldMk cId="2149106640" sldId="644"/>
            <ac:grpSpMk id="34" creationId="{5A5B172D-0E0D-8D8C-0370-63DF32DEA279}"/>
          </ac:grpSpMkLst>
        </pc:grpChg>
        <pc:picChg chg="add mod">
          <ac:chgData name="Nikki Papenfus" userId="2a405823-0c8b-419b-afb6-8159926c2e17" providerId="ADAL" clId="{8F061F76-90F1-4A9D-84B9-6D60FA28B830}" dt="2025-05-30T08:13:43.430" v="13248" actId="12789"/>
          <ac:picMkLst>
            <pc:docMk/>
            <pc:sldMk cId="2149106640" sldId="644"/>
            <ac:picMk id="36" creationId="{78AD0EE5-D7E5-465D-5A81-B420B53AD5C3}"/>
          </ac:picMkLst>
        </pc:picChg>
        <pc:picChg chg="add mod">
          <ac:chgData name="Nikki Papenfus" userId="2a405823-0c8b-419b-afb6-8159926c2e17" providerId="ADAL" clId="{8F061F76-90F1-4A9D-84B9-6D60FA28B830}" dt="2025-05-30T08:13:43.430" v="13248" actId="12789"/>
          <ac:picMkLst>
            <pc:docMk/>
            <pc:sldMk cId="2149106640" sldId="644"/>
            <ac:picMk id="40" creationId="{294CAEEA-91CB-C36B-70A9-080615D636C7}"/>
          </ac:picMkLst>
        </pc:picChg>
        <pc:picChg chg="add mod">
          <ac:chgData name="Nikki Papenfus" userId="2a405823-0c8b-419b-afb6-8159926c2e17" providerId="ADAL" clId="{8F061F76-90F1-4A9D-84B9-6D60FA28B830}" dt="2025-05-30T08:13:43.430" v="13248" actId="12789"/>
          <ac:picMkLst>
            <pc:docMk/>
            <pc:sldMk cId="2149106640" sldId="644"/>
            <ac:picMk id="41" creationId="{71ACC4D9-B097-9D5F-16AC-C2CB2FFC8766}"/>
          </ac:picMkLst>
        </pc:picChg>
        <pc:cxnChg chg="add mod">
          <ac:chgData name="Nikki Papenfus" userId="2a405823-0c8b-419b-afb6-8159926c2e17" providerId="ADAL" clId="{8F061F76-90F1-4A9D-84B9-6D60FA28B830}" dt="2025-05-30T07:46:39.382" v="12573" actId="164"/>
          <ac:cxnSpMkLst>
            <pc:docMk/>
            <pc:sldMk cId="2149106640" sldId="644"/>
            <ac:cxnSpMk id="21" creationId="{0CE89485-45D0-40CE-F1D4-18BF5F3965D0}"/>
          </ac:cxnSpMkLst>
        </pc:cxnChg>
        <pc:cxnChg chg="add mod">
          <ac:chgData name="Nikki Papenfus" userId="2a405823-0c8b-419b-afb6-8159926c2e17" providerId="ADAL" clId="{8F061F76-90F1-4A9D-84B9-6D60FA28B830}" dt="2025-05-30T07:46:39.382" v="12573" actId="164"/>
          <ac:cxnSpMkLst>
            <pc:docMk/>
            <pc:sldMk cId="2149106640" sldId="644"/>
            <ac:cxnSpMk id="26" creationId="{EA75CE86-0930-EE24-C7F7-2FD468A258E2}"/>
          </ac:cxnSpMkLst>
        </pc:cxnChg>
      </pc:sldChg>
      <pc:sldChg chg="addSp delSp modSp add mod modCm">
        <pc:chgData name="Nikki Papenfus" userId="2a405823-0c8b-419b-afb6-8159926c2e17" providerId="ADAL" clId="{8F061F76-90F1-4A9D-84B9-6D60FA28B830}" dt="2025-06-02T09:33:40.373" v="13303" actId="1038"/>
        <pc:sldMkLst>
          <pc:docMk/>
          <pc:sldMk cId="2929070353" sldId="645"/>
        </pc:sldMkLst>
        <pc:spChg chg="mod">
          <ac:chgData name="Nikki Papenfus" userId="2a405823-0c8b-419b-afb6-8159926c2e17" providerId="ADAL" clId="{8F061F76-90F1-4A9D-84B9-6D60FA28B830}" dt="2025-06-02T09:33:05.506" v="13286" actId="14100"/>
          <ac:spMkLst>
            <pc:docMk/>
            <pc:sldMk cId="2929070353" sldId="645"/>
            <ac:spMk id="24" creationId="{34F6AA15-39EA-94B3-1382-B107091C969F}"/>
          </ac:spMkLst>
        </pc:spChg>
        <pc:spChg chg="mod">
          <ac:chgData name="Nikki Papenfus" userId="2a405823-0c8b-419b-afb6-8159926c2e17" providerId="ADAL" clId="{8F061F76-90F1-4A9D-84B9-6D60FA28B830}" dt="2025-06-02T09:33:13.817" v="13287" actId="14100"/>
          <ac:spMkLst>
            <pc:docMk/>
            <pc:sldMk cId="2929070353" sldId="645"/>
            <ac:spMk id="25" creationId="{2F4E6D03-68E4-A831-B2D6-3928C8ACDD51}"/>
          </ac:spMkLst>
        </pc:spChg>
        <pc:grpChg chg="mod">
          <ac:chgData name="Nikki Papenfus" userId="2a405823-0c8b-419b-afb6-8159926c2e17" providerId="ADAL" clId="{8F061F76-90F1-4A9D-84B9-6D60FA28B830}" dt="2025-06-02T09:33:29.976" v="13294" actId="14100"/>
          <ac:grpSpMkLst>
            <pc:docMk/>
            <pc:sldMk cId="2929070353" sldId="645"/>
            <ac:grpSpMk id="34" creationId="{F73F624B-171F-2DFF-24C5-A8DD4396D14B}"/>
          </ac:grpSpMkLst>
        </pc:grpChg>
        <pc:picChg chg="add mod">
          <ac:chgData name="Nikki Papenfus" userId="2a405823-0c8b-419b-afb6-8159926c2e17" providerId="ADAL" clId="{8F061F76-90F1-4A9D-84B9-6D60FA28B830}" dt="2025-05-30T08:14:37.835" v="13272" actId="12789"/>
          <ac:picMkLst>
            <pc:docMk/>
            <pc:sldMk cId="2929070353" sldId="645"/>
            <ac:picMk id="4" creationId="{BCF0DA45-D0D6-1E59-49EF-8A512E4D324F}"/>
          </ac:picMkLst>
        </pc:picChg>
        <pc:picChg chg="mod">
          <ac:chgData name="Nikki Papenfus" userId="2a405823-0c8b-419b-afb6-8159926c2e17" providerId="ADAL" clId="{8F061F76-90F1-4A9D-84B9-6D60FA28B830}" dt="2025-05-30T08:14:37.835" v="13272" actId="12789"/>
          <ac:picMkLst>
            <pc:docMk/>
            <pc:sldMk cId="2929070353" sldId="645"/>
            <ac:picMk id="28" creationId="{BF7A83C5-73D0-6AB8-A554-FA1B39D5F44A}"/>
          </ac:picMkLst>
        </pc:picChg>
        <pc:picChg chg="mod">
          <ac:chgData name="Nikki Papenfus" userId="2a405823-0c8b-419b-afb6-8159926c2e17" providerId="ADAL" clId="{8F061F76-90F1-4A9D-84B9-6D60FA28B830}" dt="2025-06-02T09:33:40.373" v="13303" actId="1038"/>
          <ac:picMkLst>
            <pc:docMk/>
            <pc:sldMk cId="2929070353" sldId="645"/>
            <ac:picMk id="35" creationId="{96184459-DD48-6191-12A9-39E2DADEBE9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2a405823-0c8b-419b-afb6-8159926c2e17" providerId="ADAL" clId="{8F061F76-90F1-4A9D-84B9-6D60FA28B830}" dt="2025-06-02T09:32:38.071" v="13285" actId="20577"/>
              <pc2:cmMkLst xmlns:pc2="http://schemas.microsoft.com/office/powerpoint/2019/9/main/command">
                <pc:docMk/>
                <pc:sldMk cId="2929070353" sldId="645"/>
                <pc2:cmMk id="{71241AE9-F14E-8E46-8E2C-DDE8E8FD5153}"/>
              </pc2:cmMkLst>
            </pc226:cmChg>
          </p:ext>
        </pc:extLst>
      </pc:sldChg>
      <pc:sldChg chg="addSp delSp modSp mod">
        <pc:chgData name="Nikki Papenfus" userId="2a405823-0c8b-419b-afb6-8159926c2e17" providerId="ADAL" clId="{8F061F76-90F1-4A9D-84B9-6D60FA28B830}" dt="2025-06-03T14:42:35.918" v="13508" actId="14100"/>
        <pc:sldMkLst>
          <pc:docMk/>
          <pc:sldMk cId="1738082838" sldId="646"/>
        </pc:sldMkLst>
        <pc:spChg chg="mod">
          <ac:chgData name="Nikki Papenfus" userId="2a405823-0c8b-419b-afb6-8159926c2e17" providerId="ADAL" clId="{8F061F76-90F1-4A9D-84B9-6D60FA28B830}" dt="2025-06-03T14:42:35.918" v="13508" actId="14100"/>
          <ac:spMkLst>
            <pc:docMk/>
            <pc:sldMk cId="1738082838" sldId="646"/>
            <ac:spMk id="9" creationId="{7ECAFAB9-5B2B-0673-3E35-44A4D12A9CB7}"/>
          </ac:spMkLst>
        </pc:spChg>
        <pc:spChg chg="mod">
          <ac:chgData name="Nikki Papenfus" userId="2a405823-0c8b-419b-afb6-8159926c2e17" providerId="ADAL" clId="{8F061F76-90F1-4A9D-84B9-6D60FA28B830}" dt="2025-06-03T14:41:33.267" v="13499" actId="1035"/>
          <ac:spMkLst>
            <pc:docMk/>
            <pc:sldMk cId="1738082838" sldId="646"/>
            <ac:spMk id="14" creationId="{AD64E11D-94E7-32D4-563A-A7ECCF00B426}"/>
          </ac:spMkLst>
        </pc:spChg>
        <pc:picChg chg="mod ord">
          <ac:chgData name="Nikki Papenfus" userId="2a405823-0c8b-419b-afb6-8159926c2e17" providerId="ADAL" clId="{8F061F76-90F1-4A9D-84B9-6D60FA28B830}" dt="2025-06-03T14:36:24.262" v="13384" actId="1036"/>
          <ac:picMkLst>
            <pc:docMk/>
            <pc:sldMk cId="1738082838" sldId="646"/>
            <ac:picMk id="5" creationId="{FA87948C-8C87-9A4A-C811-0169A5DC4133}"/>
          </ac:picMkLst>
        </pc:picChg>
        <pc:picChg chg="add mod">
          <ac:chgData name="Nikki Papenfus" userId="2a405823-0c8b-419b-afb6-8159926c2e17" providerId="ADAL" clId="{8F061F76-90F1-4A9D-84B9-6D60FA28B830}" dt="2025-06-03T14:41:59.981" v="13505" actId="1582"/>
          <ac:picMkLst>
            <pc:docMk/>
            <pc:sldMk cId="1738082838" sldId="646"/>
            <ac:picMk id="18" creationId="{F4603A9F-069A-8026-D14C-5E5EBC6C1264}"/>
          </ac:picMkLst>
        </pc:picChg>
        <pc:picChg chg="add mod">
          <ac:chgData name="Nikki Papenfus" userId="2a405823-0c8b-419b-afb6-8159926c2e17" providerId="ADAL" clId="{8F061F76-90F1-4A9D-84B9-6D60FA28B830}" dt="2025-06-03T14:41:49.869" v="13502" actId="208"/>
          <ac:picMkLst>
            <pc:docMk/>
            <pc:sldMk cId="1738082838" sldId="646"/>
            <ac:picMk id="21" creationId="{CDCC5121-3C14-1A79-E97F-667563CF9700}"/>
          </ac:picMkLst>
        </pc:picChg>
      </pc:sldChg>
      <pc:sldChg chg="add del">
        <pc:chgData name="Nikki Papenfus" userId="2a405823-0c8b-419b-afb6-8159926c2e17" providerId="ADAL" clId="{8F061F76-90F1-4A9D-84B9-6D60FA28B830}" dt="2025-05-29T13:14:23.650" v="10042" actId="47"/>
        <pc:sldMkLst>
          <pc:docMk/>
          <pc:sldMk cId="929612682" sldId="655"/>
        </pc:sldMkLst>
      </pc:sldChg>
      <pc:sldChg chg="addSp modSp add del">
        <pc:chgData name="Nikki Papenfus" userId="2a405823-0c8b-419b-afb6-8159926c2e17" providerId="ADAL" clId="{8F061F76-90F1-4A9D-84B9-6D60FA28B830}" dt="2025-05-29T13:16:51.562" v="10113" actId="47"/>
        <pc:sldMkLst>
          <pc:docMk/>
          <pc:sldMk cId="1483945411" sldId="656"/>
        </pc:sldMkLst>
      </pc:sldChg>
      <pc:sldChg chg="new del setBg">
        <pc:chgData name="Nikki Papenfus" userId="2a405823-0c8b-419b-afb6-8159926c2e17" providerId="ADAL" clId="{8F061F76-90F1-4A9D-84B9-6D60FA28B830}" dt="2025-05-29T13:14:22.455" v="10041" actId="47"/>
        <pc:sldMkLst>
          <pc:docMk/>
          <pc:sldMk cId="3285667898" sldId="657"/>
        </pc:sldMkLst>
      </pc:sldChg>
      <pc:sldChg chg="add del">
        <pc:chgData name="Nikki Papenfus" userId="2a405823-0c8b-419b-afb6-8159926c2e17" providerId="ADAL" clId="{8F061F76-90F1-4A9D-84B9-6D60FA28B830}" dt="2025-05-29T13:16:57.679" v="10118" actId="47"/>
        <pc:sldMkLst>
          <pc:docMk/>
          <pc:sldMk cId="4205574843" sldId="658"/>
        </pc:sldMkLst>
      </pc:sldChg>
      <pc:sldChg chg="new del">
        <pc:chgData name="Nikki Papenfus" userId="2a405823-0c8b-419b-afb6-8159926c2e17" providerId="ADAL" clId="{8F061F76-90F1-4A9D-84B9-6D60FA28B830}" dt="2025-05-29T13:16:55.838" v="10117" actId="47"/>
        <pc:sldMkLst>
          <pc:docMk/>
          <pc:sldMk cId="2499969201" sldId="659"/>
        </pc:sldMkLst>
      </pc:sldChg>
      <pc:sldChg chg="add del">
        <pc:chgData name="Nikki Papenfus" userId="2a405823-0c8b-419b-afb6-8159926c2e17" providerId="ADAL" clId="{8F061F76-90F1-4A9D-84B9-6D60FA28B830}" dt="2025-05-29T13:10:19.158" v="10039" actId="47"/>
        <pc:sldMkLst>
          <pc:docMk/>
          <pc:sldMk cId="949686291" sldId="660"/>
        </pc:sldMkLst>
      </pc:sldChg>
      <pc:sldChg chg="delSp new del mod">
        <pc:chgData name="Nikki Papenfus" userId="2a405823-0c8b-419b-afb6-8159926c2e17" providerId="ADAL" clId="{8F061F76-90F1-4A9D-84B9-6D60FA28B830}" dt="2025-05-29T13:16:54.836" v="10116" actId="47"/>
        <pc:sldMkLst>
          <pc:docMk/>
          <pc:sldMk cId="2141266989" sldId="660"/>
        </pc:sldMkLst>
      </pc:sldChg>
      <pc:sldMasterChg chg="delSldLayout">
        <pc:chgData name="Nikki Papenfus" userId="2a405823-0c8b-419b-afb6-8159926c2e17" providerId="ADAL" clId="{8F061F76-90F1-4A9D-84B9-6D60FA28B830}" dt="2025-05-22T07:32:59.522" v="244" actId="47"/>
        <pc:sldMasterMkLst>
          <pc:docMk/>
          <pc:sldMasterMk cId="3148813084" sldId="2147483653"/>
        </pc:sldMasterMkLst>
        <pc:sldLayoutChg chg="del">
          <pc:chgData name="Nikki Papenfus" userId="2a405823-0c8b-419b-afb6-8159926c2e17" providerId="ADAL" clId="{8F061F76-90F1-4A9D-84B9-6D60FA28B830}" dt="2025-05-22T07:32:59.522" v="244" actId="47"/>
          <pc:sldLayoutMkLst>
            <pc:docMk/>
            <pc:sldMasterMk cId="3148813084" sldId="2147483653"/>
            <pc:sldLayoutMk cId="326245206" sldId="2147483688"/>
          </pc:sldLayoutMkLst>
        </pc:sldLayoutChg>
      </pc:sldMasterChg>
      <pc:sldMasterChg chg="delSldLayout">
        <pc:chgData name="Nikki Papenfus" userId="2a405823-0c8b-419b-afb6-8159926c2e17" providerId="ADAL" clId="{8F061F76-90F1-4A9D-84B9-6D60FA28B830}" dt="2025-05-29T13:16:57.679" v="10118" actId="47"/>
        <pc:sldMasterMkLst>
          <pc:docMk/>
          <pc:sldMasterMk cId="470968056" sldId="2147483663"/>
        </pc:sldMasterMkLst>
        <pc:sldLayoutChg chg="del">
          <pc:chgData name="Nikki Papenfus" userId="2a405823-0c8b-419b-afb6-8159926c2e17" providerId="ADAL" clId="{8F061F76-90F1-4A9D-84B9-6D60FA28B830}" dt="2025-05-29T13:16:57.679" v="10118" actId="47"/>
          <pc:sldLayoutMkLst>
            <pc:docMk/>
            <pc:sldMasterMk cId="470968056" sldId="2147483663"/>
            <pc:sldLayoutMk cId="769871360" sldId="2147483689"/>
          </pc:sldLayoutMkLst>
        </pc:sldLayoutChg>
        <pc:sldLayoutChg chg="del">
          <pc:chgData name="Nikki Papenfus" userId="2a405823-0c8b-419b-afb6-8159926c2e17" providerId="ADAL" clId="{8F061F76-90F1-4A9D-84B9-6D60FA28B830}" dt="2025-05-22T07:30:37.509" v="191" actId="47"/>
          <pc:sldLayoutMkLst>
            <pc:docMk/>
            <pc:sldMasterMk cId="470968056" sldId="2147483663"/>
            <pc:sldLayoutMk cId="2494995151" sldId="2147483689"/>
          </pc:sldLayoutMkLst>
        </pc:sldLayoutChg>
      </pc:sldMasterChg>
      <pc:sldMasterChg chg="delSldLayout">
        <pc:chgData name="Nikki Papenfus" userId="2a405823-0c8b-419b-afb6-8159926c2e17" providerId="ADAL" clId="{8F061F76-90F1-4A9D-84B9-6D60FA28B830}" dt="2025-05-29T13:10:19.158" v="10039" actId="47"/>
        <pc:sldMasterMkLst>
          <pc:docMk/>
          <pc:sldMasterMk cId="1760647524" sldId="2147483682"/>
        </pc:sldMasterMkLst>
        <pc:sldLayoutChg chg="del">
          <pc:chgData name="Nikki Papenfus" userId="2a405823-0c8b-419b-afb6-8159926c2e17" providerId="ADAL" clId="{8F061F76-90F1-4A9D-84B9-6D60FA28B830}" dt="2025-05-29T13:10:19.158" v="10039" actId="47"/>
          <pc:sldLayoutMkLst>
            <pc:docMk/>
            <pc:sldMasterMk cId="1760647524" sldId="2147483682"/>
            <pc:sldLayoutMk cId="2567974965" sldId="2147483690"/>
          </pc:sldLayoutMkLst>
        </pc:sldLayoutChg>
      </pc:sldMasterChg>
    </pc:docChg>
  </pc:docChgLst>
  <pc:docChgLst>
    <pc:chgData name="Shaun Barrett" userId="S::sbarrett@openboxsoftware.com::2e21295b-21c9-4734-b4c8-23b29a1a1ba3" providerId="AD" clId="Web-{1932F7AF-F57A-084E-108B-B5DF2EA1F682}"/>
    <pc:docChg chg="sldOrd">
      <pc:chgData name="Shaun Barrett" userId="S::sbarrett@openboxsoftware.com::2e21295b-21c9-4734-b4c8-23b29a1a1ba3" providerId="AD" clId="Web-{1932F7AF-F57A-084E-108B-B5DF2EA1F682}" dt="2025-07-22T12:56:20.232" v="0"/>
      <pc:docMkLst>
        <pc:docMk/>
      </pc:docMkLst>
      <pc:sldChg chg="ord">
        <pc:chgData name="Shaun Barrett" userId="S::sbarrett@openboxsoftware.com::2e21295b-21c9-4734-b4c8-23b29a1a1ba3" providerId="AD" clId="Web-{1932F7AF-F57A-084E-108B-B5DF2EA1F682}" dt="2025-07-22T12:56:20.232" v="0"/>
        <pc:sldMkLst>
          <pc:docMk/>
          <pc:sldMk cId="324089379" sldId="484"/>
        </pc:sldMkLst>
      </pc:sldChg>
    </pc:docChg>
  </pc:docChgLst>
  <pc:docChgLst>
    <pc:chgData name="Shaun Barrett" userId="S::sbarrett@openboxsoftware.com::2e21295b-21c9-4734-b4c8-23b29a1a1ba3" providerId="AD" clId="Web-{61683B6F-0C84-F2AD-E3B0-4BE9A4030595}"/>
    <pc:docChg chg="addSld modSld modSection">
      <pc:chgData name="Shaun Barrett" userId="S::sbarrett@openboxsoftware.com::2e21295b-21c9-4734-b4c8-23b29a1a1ba3" providerId="AD" clId="Web-{61683B6F-0C84-F2AD-E3B0-4BE9A4030595}" dt="2025-05-28T09:22:29.811" v="94" actId="20577"/>
      <pc:docMkLst>
        <pc:docMk/>
      </pc:docMkLst>
      <pc:sldChg chg="modSp">
        <pc:chgData name="Shaun Barrett" userId="S::sbarrett@openboxsoftware.com::2e21295b-21c9-4734-b4c8-23b29a1a1ba3" providerId="AD" clId="Web-{61683B6F-0C84-F2AD-E3B0-4BE9A4030595}" dt="2025-05-28T09:22:29.811" v="94" actId="20577"/>
        <pc:sldMkLst>
          <pc:docMk/>
          <pc:sldMk cId="2898931480" sldId="318"/>
        </pc:sldMkLst>
        <pc:spChg chg="mod">
          <ac:chgData name="Shaun Barrett" userId="S::sbarrett@openboxsoftware.com::2e21295b-21c9-4734-b4c8-23b29a1a1ba3" providerId="AD" clId="Web-{61683B6F-0C84-F2AD-E3B0-4BE9A4030595}" dt="2025-05-28T09:22:29.811" v="94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modSp">
        <pc:chgData name="Shaun Barrett" userId="S::sbarrett@openboxsoftware.com::2e21295b-21c9-4734-b4c8-23b29a1a1ba3" providerId="AD" clId="Web-{61683B6F-0C84-F2AD-E3B0-4BE9A4030595}" dt="2025-05-28T09:10:57.164" v="0" actId="20577"/>
        <pc:sldMkLst>
          <pc:docMk/>
          <pc:sldMk cId="324089379" sldId="484"/>
        </pc:sldMkLst>
        <pc:spChg chg="mod">
          <ac:chgData name="Shaun Barrett" userId="S::sbarrett@openboxsoftware.com::2e21295b-21c9-4734-b4c8-23b29a1a1ba3" providerId="AD" clId="Web-{61683B6F-0C84-F2AD-E3B0-4BE9A4030595}" dt="2025-05-28T09:10:57.164" v="0" actId="20577"/>
          <ac:spMkLst>
            <pc:docMk/>
            <pc:sldMk cId="324089379" sldId="484"/>
            <ac:spMk id="3" creationId="{326D388C-0F50-393A-A35D-62B7A499DA71}"/>
          </ac:spMkLst>
        </pc:spChg>
      </pc:sldChg>
      <pc:sldChg chg="addSp delSp modSp add replId">
        <pc:chgData name="Shaun Barrett" userId="S::sbarrett@openboxsoftware.com::2e21295b-21c9-4734-b4c8-23b29a1a1ba3" providerId="AD" clId="Web-{61683B6F-0C84-F2AD-E3B0-4BE9A4030595}" dt="2025-05-28T09:18:57.382" v="25" actId="14100"/>
        <pc:sldMkLst>
          <pc:docMk/>
          <pc:sldMk cId="3802296912" sldId="6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335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9841-7CB6-207C-23F2-5A08F7F2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F793B-EE7F-7A06-6F65-BD96553C2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53FD2-6E91-469E-59CB-105CDA356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4029C-6F58-EEE5-2163-AF01194E9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1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14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1001"/>
              </a:spcBef>
              <a:buNone/>
              <a:defRPr/>
            </a:pPr>
            <a:r>
              <a:rPr lang="en-GB" sz="1200" noProof="0">
                <a:solidFill>
                  <a:srgbClr val="7F7F7F"/>
                </a:solidFill>
                <a:highlight>
                  <a:srgbClr val="FFFF00"/>
                </a:highlight>
              </a:rPr>
              <a:t>Visual representation of SVOC</a:t>
            </a:r>
          </a:p>
          <a:p>
            <a:pPr marL="0" indent="0" algn="just">
              <a:lnSpc>
                <a:spcPct val="100000"/>
              </a:lnSpc>
              <a:spcBef>
                <a:spcPts val="1001"/>
              </a:spcBef>
              <a:buNone/>
              <a:defRPr/>
            </a:pPr>
            <a:r>
              <a:rPr lang="en-GB" sz="1200">
                <a:solidFill>
                  <a:srgbClr val="7F7F7F"/>
                </a:solidFill>
                <a:highlight>
                  <a:srgbClr val="FFFF00"/>
                </a:highlight>
              </a:rPr>
              <a:t>Simplified data model on one slide</a:t>
            </a:r>
          </a:p>
          <a:p>
            <a:pPr marL="0" indent="0" algn="just">
              <a:lnSpc>
                <a:spcPct val="100000"/>
              </a:lnSpc>
              <a:spcBef>
                <a:spcPts val="1001"/>
              </a:spcBef>
              <a:buNone/>
              <a:defRPr/>
            </a:pPr>
            <a:r>
              <a:rPr lang="en-GB" sz="1200">
                <a:solidFill>
                  <a:srgbClr val="7F7F7F"/>
                </a:solidFill>
                <a:highlight>
                  <a:srgbClr val="FFFF00"/>
                </a:highlight>
              </a:rPr>
              <a:t>Emphasize all information is one click away.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72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1001"/>
              </a:spcBef>
              <a:buNone/>
              <a:defRPr/>
            </a:pPr>
            <a:r>
              <a:rPr lang="en-GB" sz="1200" noProof="0">
                <a:solidFill>
                  <a:srgbClr val="7F7F7F"/>
                </a:solidFill>
              </a:rPr>
              <a:t>Future outcomes on the Salesforce roadmap for development: </a:t>
            </a:r>
          </a:p>
          <a:p>
            <a:pPr marL="342900" indent="-342900" algn="just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/>
            </a:pPr>
            <a:r>
              <a:rPr lang="en-GB" sz="1200">
                <a:solidFill>
                  <a:srgbClr val="7F7F7F"/>
                </a:solidFill>
              </a:rPr>
              <a:t>Renters’ Rights Bill</a:t>
            </a:r>
          </a:p>
          <a:p>
            <a:pPr marL="342900" indent="-342900" algn="just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/>
            </a:pPr>
            <a:r>
              <a:rPr lang="en-GB" sz="1200">
                <a:solidFill>
                  <a:srgbClr val="7F7F7F"/>
                </a:solidFill>
              </a:rPr>
              <a:t>Case Management for Formal Challenges </a:t>
            </a:r>
          </a:p>
          <a:p>
            <a:pPr marL="342900" indent="-342900" algn="just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/>
            </a:pPr>
            <a:r>
              <a:rPr lang="en-GB" sz="1200" noProof="0">
                <a:solidFill>
                  <a:srgbClr val="7F7F7F"/>
                </a:solidFill>
              </a:rPr>
              <a:t>Rent Collection &amp; Arrears Management</a:t>
            </a:r>
          </a:p>
          <a:p>
            <a:pPr marL="342900" indent="-342900" algn="just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/>
            </a:pPr>
            <a:r>
              <a:rPr lang="en-GB" sz="1200">
                <a:solidFill>
                  <a:srgbClr val="7F7F7F"/>
                </a:solidFill>
              </a:rPr>
              <a:t>Streamlined Change of Sharer Process</a:t>
            </a:r>
          </a:p>
          <a:p>
            <a:pPr marL="342900" indent="-342900" algn="just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/>
            </a:pPr>
            <a:r>
              <a:rPr lang="en-GB" sz="1200">
                <a:solidFill>
                  <a:srgbClr val="7F7F7F"/>
                </a:solidFill>
              </a:rPr>
              <a:t>SVOT for Commercial Tenancies</a:t>
            </a:r>
          </a:p>
          <a:p>
            <a:pPr marL="342900" indent="-342900" algn="just">
              <a:spcBef>
                <a:spcPts val="1001"/>
              </a:spcBef>
              <a:buFont typeface="Arial" panose="020B0604020202020204" pitchFamily="34" charset="0"/>
              <a:buChar char="•"/>
              <a:defRPr/>
            </a:pPr>
            <a:r>
              <a:rPr lang="en-GB" sz="1200">
                <a:solidFill>
                  <a:srgbClr val="7F7F7F"/>
                </a:solidFill>
              </a:rPr>
              <a:t>Omni-channel &amp; WhatsApp Integration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859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8145-5370-8B79-0958-C531C3DA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22A43-06A6-2E42-CFD9-C859B671A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75B2D-F750-4593-3658-B195B8618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8A0E4-BF1B-D325-BEE3-051E454BB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53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950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1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28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4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2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09258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0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65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418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3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.jpe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  <p:sldLayoutId id="214748368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43" y="1105593"/>
            <a:ext cx="3534140" cy="115036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338EEA2-A3BA-4F7C-8F2E-2167705A51C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6468" y="1470245"/>
            <a:ext cx="5258911" cy="4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0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6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9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5" Type="http://schemas.openxmlformats.org/officeDocument/2006/relationships/image" Target="../media/image37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24" Type="http://schemas.openxmlformats.org/officeDocument/2006/relationships/image" Target="../media/image36.pn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23" Type="http://schemas.openxmlformats.org/officeDocument/2006/relationships/image" Target="../media/image35.svg"/><Relationship Id="rId28" Type="http://schemas.openxmlformats.org/officeDocument/2006/relationships/image" Target="../media/image40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A31E3A-90C3-AD2F-1064-86CCCFA420C3}"/>
              </a:ext>
            </a:extLst>
          </p:cNvPr>
          <p:cNvSpPr txBox="1">
            <a:spLocks/>
          </p:cNvSpPr>
          <p:nvPr/>
        </p:nvSpPr>
        <p:spPr>
          <a:xfrm>
            <a:off x="883920" y="2493819"/>
            <a:ext cx="10424160" cy="1032770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noProof="0">
                <a:solidFill>
                  <a:schemeClr val="bg2"/>
                </a:solidFill>
                <a:latin typeface="Proxima Nova Lt"/>
              </a:rPr>
              <a:t>Grainger – SVOT &amp; Tenancy Review</a:t>
            </a:r>
            <a:endParaRPr lang="en-GB" noProof="0">
              <a:solidFill>
                <a:schemeClr val="bg2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6D0D0B7-8796-FD2A-2A4F-3F9EBD376A8F}"/>
              </a:ext>
            </a:extLst>
          </p:cNvPr>
          <p:cNvSpPr txBox="1">
            <a:spLocks/>
          </p:cNvSpPr>
          <p:nvPr/>
        </p:nvSpPr>
        <p:spPr>
          <a:xfrm>
            <a:off x="1524000" y="3602037"/>
            <a:ext cx="9144000" cy="777939"/>
          </a:xfr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noProof="0" err="1">
                <a:solidFill>
                  <a:schemeClr val="bg2"/>
                </a:solidFill>
                <a:latin typeface="Proxima Nova Lt"/>
              </a:rPr>
              <a:t>SteerCo</a:t>
            </a:r>
            <a:r>
              <a:rPr lang="en-GB" noProof="0">
                <a:solidFill>
                  <a:schemeClr val="bg2"/>
                </a:solidFill>
                <a:latin typeface="Proxima Nova Lt"/>
              </a:rPr>
              <a:t> Update</a:t>
            </a:r>
          </a:p>
          <a:p>
            <a:pPr marL="0" indent="0" algn="ctr">
              <a:buNone/>
            </a:pPr>
            <a:r>
              <a:rPr lang="en-GB" sz="1400">
                <a:solidFill>
                  <a:schemeClr val="bg2"/>
                </a:solidFill>
                <a:latin typeface="Proxima Nova Lt"/>
              </a:rPr>
              <a:t>30</a:t>
            </a:r>
            <a:r>
              <a:rPr lang="en-GB" sz="1400" baseline="30000">
                <a:solidFill>
                  <a:schemeClr val="bg2"/>
                </a:solidFill>
                <a:latin typeface="Proxima Nova Lt"/>
              </a:rPr>
              <a:t>th</a:t>
            </a:r>
            <a:r>
              <a:rPr lang="en-GB" sz="1400">
                <a:solidFill>
                  <a:schemeClr val="bg2"/>
                </a:solidFill>
                <a:latin typeface="Proxima Nova Lt"/>
              </a:rPr>
              <a:t> July </a:t>
            </a:r>
            <a:r>
              <a:rPr lang="en-GB" sz="1400" noProof="0">
                <a:solidFill>
                  <a:schemeClr val="bg2"/>
                </a:solidFill>
                <a:latin typeface="Proxima Nova Lt"/>
              </a:rPr>
              <a:t>2025</a:t>
            </a:r>
            <a:endParaRPr lang="en-GB" sz="1400" noProof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7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755BA2-B953-4F06-9DC7-ACF132689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0688" y="1504950"/>
            <a:ext cx="5786437" cy="3619499"/>
          </a:xfrm>
        </p:spPr>
        <p:txBody>
          <a:bodyPr lIns="91440" tIns="45720" rIns="91440" bIns="45720" anchor="t"/>
          <a:lstStyle/>
          <a:p>
            <a:r>
              <a:rPr lang="en-GB" noProof="0">
                <a:latin typeface="Proxima Nova Lt"/>
              </a:rPr>
              <a:t>Project Overview</a:t>
            </a:r>
          </a:p>
          <a:p>
            <a:r>
              <a:rPr lang="en-GB">
                <a:latin typeface="Proxima Nova Lt"/>
              </a:rPr>
              <a:t>Revised RAID Log</a:t>
            </a:r>
          </a:p>
          <a:p>
            <a:r>
              <a:rPr lang="en-GB">
                <a:latin typeface="Proxima Nova Lt"/>
              </a:rPr>
              <a:t>Revised Project Objectives</a:t>
            </a:r>
            <a:endParaRPr lang="en-GB" noProof="0">
              <a:latin typeface="Proxima Nova Lt"/>
            </a:endParaRPr>
          </a:p>
          <a:p>
            <a:r>
              <a:rPr lang="en-GB">
                <a:latin typeface="Proxima Nova Lt"/>
              </a:rPr>
              <a:t>Project Timeline</a:t>
            </a:r>
          </a:p>
          <a:p>
            <a:r>
              <a:rPr lang="en-GB">
                <a:latin typeface="Proxima Nova Lt"/>
              </a:rPr>
              <a:t>Demo</a:t>
            </a:r>
          </a:p>
          <a:p>
            <a:r>
              <a:rPr lang="en-GB">
                <a:latin typeface="Proxima Nova Lt"/>
              </a:rPr>
              <a:t>Cutover Plan</a:t>
            </a:r>
          </a:p>
          <a:p>
            <a:r>
              <a:rPr lang="en-GB">
                <a:latin typeface="Proxima Nova Lt"/>
              </a:rPr>
              <a:t>Single View of Customer</a:t>
            </a:r>
            <a:endParaRPr lang="en-GB" noProof="0">
              <a:latin typeface="Proxima Nova Lt"/>
            </a:endParaRPr>
          </a:p>
          <a:p>
            <a:r>
              <a:rPr lang="en-GB">
                <a:latin typeface="Proxima Nova Lt"/>
              </a:rPr>
              <a:t>Roadmap</a:t>
            </a:r>
            <a:endParaRPr lang="en-GB" noProof="0">
              <a:latin typeface="Proxima Nova Lt"/>
            </a:endParaRPr>
          </a:p>
          <a:p>
            <a:r>
              <a:rPr lang="en-GB" noProof="0">
                <a:latin typeface="Proxima Nova Lt"/>
              </a:rPr>
              <a:t>Q&amp;A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9893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FA3ED-45CE-F446-D70D-820D59759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Project Overview</a:t>
            </a:r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D388C-0F50-393A-A35D-62B7A499DA71}"/>
              </a:ext>
            </a:extLst>
          </p:cNvPr>
          <p:cNvSpPr txBox="1"/>
          <p:nvPr/>
        </p:nvSpPr>
        <p:spPr>
          <a:xfrm>
            <a:off x="1133474" y="1572940"/>
            <a:ext cx="9429751" cy="2811028"/>
          </a:xfrm>
          <a:prstGeom prst="rect">
            <a:avLst/>
          </a:prstGeom>
          <a:noFill/>
        </p:spPr>
        <p:txBody>
          <a:bodyPr wrap="square" lIns="91440" tIns="45721" rIns="91440" bIns="45721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1001"/>
              </a:spcBef>
              <a:buNone/>
              <a:defRPr/>
            </a:pPr>
            <a:r>
              <a:rPr lang="en-GB" sz="2000" noProof="0">
                <a:solidFill>
                  <a:srgbClr val="7F7F7F"/>
                </a:solidFill>
              </a:rPr>
              <a:t>This project will deliver a </a:t>
            </a:r>
            <a:r>
              <a:rPr lang="en-GB" sz="2000" b="1" noProof="0">
                <a:solidFill>
                  <a:srgbClr val="7F7F7F"/>
                </a:solidFill>
              </a:rPr>
              <a:t>bespoke tenancy review journey </a:t>
            </a:r>
            <a:r>
              <a:rPr lang="en-GB" sz="2000" noProof="0">
                <a:solidFill>
                  <a:srgbClr val="7F7F7F"/>
                </a:solidFill>
              </a:rPr>
              <a:t>within Salesforce that is efficient, improves visibility into supporting information, maintains a full history of associated activity, and provides an improved customer experience.</a:t>
            </a:r>
          </a:p>
          <a:p>
            <a:pPr algn="just">
              <a:spcBef>
                <a:spcPts val="1001"/>
              </a:spcBef>
              <a:defRPr/>
            </a:pPr>
            <a:r>
              <a:rPr lang="en-GB" sz="2000">
                <a:solidFill>
                  <a:srgbClr val="7F7F7F"/>
                </a:solidFill>
              </a:rPr>
              <a:t>Given the timing of the project, the process is designed to align with the upcoming </a:t>
            </a:r>
            <a:r>
              <a:rPr lang="en-GB" sz="2000" b="1">
                <a:solidFill>
                  <a:srgbClr val="7F7F7F"/>
                </a:solidFill>
              </a:rPr>
              <a:t>Renters’ Rights Bill</a:t>
            </a:r>
            <a:r>
              <a:rPr lang="en-GB" sz="2000">
                <a:solidFill>
                  <a:srgbClr val="7F7F7F"/>
                </a:solidFill>
              </a:rPr>
              <a:t>. </a:t>
            </a:r>
          </a:p>
          <a:p>
            <a:pPr algn="just">
              <a:spcBef>
                <a:spcPts val="1001"/>
              </a:spcBef>
              <a:defRPr/>
            </a:pPr>
            <a:r>
              <a:rPr lang="en-GB" sz="2000" noProof="0">
                <a:solidFill>
                  <a:srgbClr val="7F7F7F"/>
                </a:solidFill>
              </a:rPr>
              <a:t>In order ensure complete and accurate tenancy data is driving the tenancy review process, a foundational release will create a </a:t>
            </a:r>
            <a:r>
              <a:rPr lang="en-GB" sz="2000" b="1" noProof="0">
                <a:solidFill>
                  <a:srgbClr val="7F7F7F"/>
                </a:solidFill>
              </a:rPr>
              <a:t>single view of tenancy </a:t>
            </a:r>
            <a:r>
              <a:rPr lang="en-GB" sz="2000" noProof="0">
                <a:solidFill>
                  <a:srgbClr val="7F7F7F"/>
                </a:solidFill>
              </a:rPr>
              <a:t>within Salesforce that is aligned with Qube, as the system of record for tenancy data.</a:t>
            </a:r>
            <a:endParaRPr lang="en-GB" sz="2000" noProof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408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F9C5-E1AD-F85B-CC4B-A360E204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A8FF5B-B915-CFA5-0BA6-D974D35C17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Revised </a:t>
            </a:r>
            <a:r>
              <a:rPr lang="en-GB" noProof="0">
                <a:latin typeface="Proxima Nova Lt"/>
              </a:rPr>
              <a:t>RAID Log</a:t>
            </a:r>
            <a:endParaRPr lang="en-GB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304606-3E80-917F-F782-EABCDC9F3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133190"/>
              </p:ext>
            </p:extLst>
          </p:nvPr>
        </p:nvGraphicFramePr>
        <p:xfrm>
          <a:off x="919162" y="1586441"/>
          <a:ext cx="10353675" cy="454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26">
                  <a:extLst>
                    <a:ext uri="{9D8B030D-6E8A-4147-A177-3AD203B41FA5}">
                      <a16:colId xmlns:a16="http://schemas.microsoft.com/office/drawing/2014/main" val="3727053128"/>
                    </a:ext>
                  </a:extLst>
                </a:gridCol>
                <a:gridCol w="2158337">
                  <a:extLst>
                    <a:ext uri="{9D8B030D-6E8A-4147-A177-3AD203B41FA5}">
                      <a16:colId xmlns:a16="http://schemas.microsoft.com/office/drawing/2014/main" val="769602997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620802165"/>
                    </a:ext>
                  </a:extLst>
                </a:gridCol>
                <a:gridCol w="4424362">
                  <a:extLst>
                    <a:ext uri="{9D8B030D-6E8A-4147-A177-3AD203B41FA5}">
                      <a16:colId xmlns:a16="http://schemas.microsoft.com/office/drawing/2014/main" val="1168831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noProof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/>
                        <a:t>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/>
                        <a:t>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849281"/>
                  </a:ext>
                </a:extLst>
              </a:tr>
              <a:tr h="517738">
                <a:tc>
                  <a:txBody>
                    <a:bodyPr/>
                    <a:lstStyle/>
                    <a:p>
                      <a:r>
                        <a:rPr lang="en-GB" sz="1600" strike="sng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Assumption</a:t>
                      </a:r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</a:p>
                    <a:p>
                      <a:r>
                        <a:rPr lang="en-GB" sz="1600" noProof="0">
                          <a:solidFill>
                            <a:srgbClr val="B07AA1"/>
                          </a:solidFill>
                        </a:rPr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Renters’ Rights Bill was expected to come into effect between Sept 2025 and Jan 2026.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Functionality designed for Renters’ Rights will go live before the legislation comes into effect.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strike="sng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Grainger to move any tenancies that come up for renewal to periodic after Sept go-live, issuing existing S13 documents. </a:t>
                      </a:r>
                    </a:p>
                    <a:p>
                      <a:r>
                        <a:rPr lang="en-GB" sz="1600" strike="noStrike" noProof="0">
                          <a:solidFill>
                            <a:srgbClr val="B07AA1"/>
                          </a:solidFill>
                        </a:rPr>
                        <a:t>Grainger to keep tenancies that come up for renewal on fixed term contracts until RRB live.</a:t>
                      </a:r>
                    </a:p>
                    <a:p>
                      <a:r>
                        <a:rPr lang="en-GB" sz="1600" strike="noStrike" noProof="0">
                          <a:solidFill>
                            <a:srgbClr val="B07AA1"/>
                          </a:solidFill>
                        </a:rPr>
                        <a:t>New functionality needed to be modified to accommodate continuation of fixed-term ASTs.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03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strike="sng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Risk</a:t>
                      </a:r>
                    </a:p>
                    <a:p>
                      <a:r>
                        <a:rPr lang="en-GB" sz="1600" b="0" noProof="0">
                          <a:solidFill>
                            <a:srgbClr val="B07AA1"/>
                          </a:solidFill>
                        </a:rPr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Details of Renters’ Rights Bill not finalised until after go-live.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Functionality will generate current documents </a:t>
                      </a:r>
                      <a:endParaRPr lang="en-GB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Enhancements &amp; new document templates to be implemented after go-live.</a:t>
                      </a:r>
                      <a:endParaRPr lang="en-GB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111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Process to manage S13 formal challenges will be addressed as a separate project.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Additional development may be required &amp; the new process may not be available day 1 when legislation comes into effect.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Existing process to manage formal challenges to continue in the interim. New process to be confirmed once legislation is finalised.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359201"/>
                  </a:ext>
                </a:extLst>
              </a:tr>
            </a:tbl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8F9CFB-166B-885D-7ABD-E104CCE2802A}"/>
              </a:ext>
            </a:extLst>
          </p:cNvPr>
          <p:cNvSpPr txBox="1">
            <a:spLocks/>
          </p:cNvSpPr>
          <p:nvPr/>
        </p:nvSpPr>
        <p:spPr>
          <a:xfrm>
            <a:off x="940446" y="1147566"/>
            <a:ext cx="10903218" cy="395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rgbClr val="7F7F7F"/>
                </a:solidFill>
                <a:latin typeface="Proxima Nova Rg" panose="02000506030000020004" pitchFamily="50" charset="0"/>
              </a:rPr>
              <a:t>Risks, Assumptions, Issues &amp; Decisions </a:t>
            </a:r>
          </a:p>
        </p:txBody>
      </p:sp>
    </p:spTree>
    <p:extLst>
      <p:ext uri="{BB962C8B-B14F-4D97-AF65-F5344CB8AC3E}">
        <p14:creationId xmlns:p14="http://schemas.microsoft.com/office/powerpoint/2010/main" val="354884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F2E3-7858-EF76-DB2E-7AFFC634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D2B700-DAED-4383-0AED-8F3048D37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Revised Project Objectives</a:t>
            </a:r>
            <a:endParaRPr lang="en-GB" noProof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B65BB06-19B0-3136-9D47-CCC4DEB46C60}"/>
              </a:ext>
            </a:extLst>
          </p:cNvPr>
          <p:cNvSpPr txBox="1">
            <a:spLocks/>
          </p:cNvSpPr>
          <p:nvPr/>
        </p:nvSpPr>
        <p:spPr>
          <a:xfrm>
            <a:off x="940446" y="1147566"/>
            <a:ext cx="10903218" cy="395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rgbClr val="7F7F7F"/>
                </a:solidFill>
                <a:latin typeface="Proxima Nova Rg" panose="02000506030000020004" pitchFamily="50" charset="0"/>
              </a:rPr>
              <a:t>Tenancy Review Process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D1C1D35-931C-3BC9-2748-3D574A45EBB4}"/>
              </a:ext>
            </a:extLst>
          </p:cNvPr>
          <p:cNvSpPr txBox="1">
            <a:spLocks/>
          </p:cNvSpPr>
          <p:nvPr/>
        </p:nvSpPr>
        <p:spPr>
          <a:xfrm>
            <a:off x="1071709" y="2541684"/>
            <a:ext cx="2417892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4BBC626-A8FE-5BBC-033F-E93B5E7FFA67}"/>
              </a:ext>
            </a:extLst>
          </p:cNvPr>
          <p:cNvSpPr txBox="1">
            <a:spLocks/>
          </p:cNvSpPr>
          <p:nvPr/>
        </p:nvSpPr>
        <p:spPr>
          <a:xfrm>
            <a:off x="846536" y="2392494"/>
            <a:ext cx="3099343" cy="236224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None/>
              <a:defRPr/>
            </a:pPr>
            <a:r>
              <a:rPr lang="en-GB" sz="1800">
                <a:solidFill>
                  <a:srgbClr val="7F7F7F"/>
                </a:solidFill>
                <a:latin typeface="Proxima Nova Rg" panose="02000506030000020004" pitchFamily="50" charset="0"/>
              </a:rPr>
              <a:t>Reliable Platform for Collaboration</a:t>
            </a:r>
            <a:endParaRPr lang="en-GB" sz="1800" noProof="0">
              <a:solidFill>
                <a:srgbClr val="7F7F7F"/>
              </a:solidFill>
              <a:latin typeface="Proxima Nova Rg" panose="02000506030000020004" pitchFamily="50" charset="0"/>
            </a:endParaRPr>
          </a:p>
          <a:p>
            <a:pPr marL="285750" indent="-285750">
              <a:spcBef>
                <a:spcPts val="1001"/>
              </a:spcBef>
              <a:defRPr/>
            </a:pPr>
            <a:r>
              <a:rPr kumimoji="0" lang="en-GB" sz="1800" u="none" strike="noStrike" kern="1200" cap="none" spc="0" normalizeH="0" baseline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Single source of truth.</a:t>
            </a: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Replace the offline renewal spreadsheets.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Replace the existing, unreliable tenant portal for renewal offers.</a:t>
            </a:r>
          </a:p>
          <a:p>
            <a:pPr>
              <a:spcBef>
                <a:spcPts val="0"/>
              </a:spcBef>
              <a:spcAft>
                <a:spcPts val="500"/>
              </a:spcAft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34F6AA15-39EA-94B3-1382-B107091C969F}"/>
              </a:ext>
            </a:extLst>
          </p:cNvPr>
          <p:cNvSpPr txBox="1">
            <a:spLocks/>
          </p:cNvSpPr>
          <p:nvPr/>
        </p:nvSpPr>
        <p:spPr>
          <a:xfrm>
            <a:off x="4597739" y="2394716"/>
            <a:ext cx="3217973" cy="3315718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Clr>
                <a:srgbClr val="BCD727"/>
              </a:buClr>
              <a:buNone/>
              <a:defRPr/>
            </a:pP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Prepopulate Inputs to the Tenancy Review Process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>
                <a:solidFill>
                  <a:srgbClr val="7F7F7F"/>
                </a:solidFill>
                <a:latin typeface="+mj-lt"/>
              </a:rPr>
              <a:t>Remove the need to cross-check information between Excel spreadsheets, Salesforce and Qube.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Eliminate manual input of Price Book Rent &amp; ERVs.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Provide latest tenancy arrears balances &amp; rent within Salesforce.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2F4E6D03-68E4-A831-B2D6-3928C8ACDD51}"/>
              </a:ext>
            </a:extLst>
          </p:cNvPr>
          <p:cNvSpPr txBox="1">
            <a:spLocks/>
          </p:cNvSpPr>
          <p:nvPr/>
        </p:nvSpPr>
        <p:spPr>
          <a:xfrm>
            <a:off x="8441359" y="2392494"/>
            <a:ext cx="3006926" cy="351300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None/>
              <a:defRPr/>
            </a:pPr>
            <a:r>
              <a:rPr lang="en-GB" sz="1800" strike="sngStrike">
                <a:solidFill>
                  <a:srgbClr val="B07AA1"/>
                </a:solidFill>
                <a:latin typeface="Proxima Nova Rg" panose="02000506030000020004" pitchFamily="50" charset="0"/>
              </a:rPr>
              <a:t>Align with </a:t>
            </a:r>
            <a:br>
              <a:rPr lang="en-GB" sz="1800" strike="sngStrike">
                <a:solidFill>
                  <a:srgbClr val="B07AA1"/>
                </a:solidFill>
                <a:latin typeface="Proxima Nova Rg" panose="02000506030000020004" pitchFamily="50" charset="0"/>
              </a:rPr>
            </a:br>
            <a:r>
              <a:rPr lang="en-GB" sz="1800">
                <a:solidFill>
                  <a:srgbClr val="B07AA1"/>
                </a:solidFill>
                <a:latin typeface="Proxima Nova Rg" panose="02000506030000020004" pitchFamily="50" charset="0"/>
              </a:rPr>
              <a:t>Lay the Groundwork for</a:t>
            </a:r>
            <a:br>
              <a:rPr lang="en-GB" sz="1800">
                <a:solidFill>
                  <a:srgbClr val="B07AA1"/>
                </a:solidFill>
                <a:latin typeface="Proxima Nova Rg" panose="02000506030000020004" pitchFamily="50" charset="0"/>
              </a:rPr>
            </a:br>
            <a:r>
              <a:rPr lang="en-GB" sz="1800">
                <a:solidFill>
                  <a:srgbClr val="7F7F7F"/>
                </a:solidFill>
                <a:latin typeface="Proxima Nova Rg" panose="02000506030000020004" pitchFamily="50" charset="0"/>
              </a:rPr>
              <a:t>t</a:t>
            </a: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he Renters’ Rights Bill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GB" sz="1800" strike="sngStrike" noProof="0">
                <a:solidFill>
                  <a:srgbClr val="B07AA1"/>
                </a:solidFill>
                <a:latin typeface="+mj-lt"/>
              </a:rPr>
              <a:t>Generate new Section 13 notices</a:t>
            </a:r>
            <a:r>
              <a:rPr lang="en-GB" sz="1800" noProof="0">
                <a:solidFill>
                  <a:srgbClr val="B07AA1"/>
                </a:solidFill>
                <a:latin typeface="+mj-lt"/>
              </a:rPr>
              <a:t>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 sz="1800">
                <a:solidFill>
                  <a:srgbClr val="B07AA1"/>
                </a:solidFill>
                <a:latin typeface="+mj-lt"/>
              </a:rPr>
              <a:t>Allow for fixed term tenancies to continue while minimising the changes required when Renters’ Rights comes into effect.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GB" sz="1800" noProof="0">
                <a:solidFill>
                  <a:srgbClr val="7F7F7F"/>
                </a:solidFill>
                <a:latin typeface="+mj-lt"/>
              </a:rPr>
              <a:t>Highlight tenancy reviews at risk of missing deadlines.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3F624B-171F-2DFF-24C5-A8DD4396D14B}"/>
              </a:ext>
            </a:extLst>
          </p:cNvPr>
          <p:cNvGrpSpPr/>
          <p:nvPr/>
        </p:nvGrpSpPr>
        <p:grpSpPr>
          <a:xfrm>
            <a:off x="4249191" y="2388519"/>
            <a:ext cx="3884155" cy="3029643"/>
            <a:chOff x="4249192" y="2361223"/>
            <a:chExt cx="3752088" cy="198217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BF2679F-5C1F-322D-899F-BF7E1E30744F}"/>
                </a:ext>
              </a:extLst>
            </p:cNvPr>
            <p:cNvCxnSpPr>
              <a:cxnSpLocks/>
            </p:cNvCxnSpPr>
            <p:nvPr/>
          </p:nvCxnSpPr>
          <p:spPr>
            <a:xfrm>
              <a:off x="8001280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D1F0090-DDF9-2AEA-69F0-1EFA771AB154}"/>
                </a:ext>
              </a:extLst>
            </p:cNvPr>
            <p:cNvCxnSpPr>
              <a:cxnSpLocks/>
            </p:cNvCxnSpPr>
            <p:nvPr/>
          </p:nvCxnSpPr>
          <p:spPr>
            <a:xfrm>
              <a:off x="4249192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8" name="Graphic 20" descr="Graphic 20">
            <a:extLst>
              <a:ext uri="{FF2B5EF4-FFF2-40B4-BE49-F238E27FC236}">
                <a16:creationId xmlns:a16="http://schemas.microsoft.com/office/drawing/2014/main" id="{BF7A83C5-73D0-6AB8-A554-FA1B39D5F4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29" y="1671678"/>
            <a:ext cx="622359" cy="622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96184459-DD48-6191-12A9-39E2DADEBE9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435567" y="1697758"/>
            <a:ext cx="581035" cy="5701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CF0DA45-D0D6-1E59-49EF-8A512E4D324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97739" y="1697758"/>
            <a:ext cx="581034" cy="57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7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1569F-7F06-A525-6E6E-E92E5ED7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D74237-666D-4817-9813-CCE5852DB9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Timeline</a:t>
            </a:r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CF421C-9356-FCBA-70EF-3E80A024E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6" y="1195227"/>
            <a:ext cx="12026025" cy="4857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9D3AA9-4E69-8403-40CC-422C2717617D}"/>
              </a:ext>
            </a:extLst>
          </p:cNvPr>
          <p:cNvSpPr txBox="1"/>
          <p:nvPr/>
        </p:nvSpPr>
        <p:spPr>
          <a:xfrm>
            <a:off x="11281264" y="5293441"/>
            <a:ext cx="831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900" b="1" u="none" strike="noStrike" kern="1200" cap="none" spc="0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Release 2 Go-Live</a:t>
            </a:r>
            <a:endParaRPr lang="en-ZA" sz="9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" name="Graphic 9" descr="Marker with solid fill">
            <a:extLst>
              <a:ext uri="{FF2B5EF4-FFF2-40B4-BE49-F238E27FC236}">
                <a16:creationId xmlns:a16="http://schemas.microsoft.com/office/drawing/2014/main" id="{84B1D72D-C1AD-5327-4114-09A83E7C5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785" y="5123918"/>
            <a:ext cx="566449" cy="56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35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9541-C18E-4D71-6EFC-B6830180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2ECBD1-DA06-80D9-A0C3-12E5252086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3200" noProof="0">
                <a:solidFill>
                  <a:schemeClr val="accent6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3483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9CBABAB4-DEF4-B1D0-9CEF-D00F68E081BF}"/>
              </a:ext>
            </a:extLst>
          </p:cNvPr>
          <p:cNvGrpSpPr/>
          <p:nvPr/>
        </p:nvGrpSpPr>
        <p:grpSpPr>
          <a:xfrm>
            <a:off x="2481379" y="1160040"/>
            <a:ext cx="7322456" cy="5697959"/>
            <a:chOff x="3406051" y="3249653"/>
            <a:chExt cx="7322456" cy="2477385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D863AAF-6C03-CF4A-1743-46B47A7976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969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79B0714-65B4-3DAD-C1BC-C25E24128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9330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2654514-0F9F-041F-82C2-4F24894D3D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605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95E3FEF-99A6-82DE-45C1-5E176E7107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69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77D14D-DD00-FF81-3123-903274C14A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>
                <a:latin typeface="Proxima Nova Lt"/>
              </a:rPr>
              <a:t>Cutover</a:t>
            </a:r>
            <a:endParaRPr lang="en-GB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A246170F-A332-CA3D-FBCA-A31CBC5327E0}"/>
              </a:ext>
            </a:extLst>
          </p:cNvPr>
          <p:cNvSpPr/>
          <p:nvPr/>
        </p:nvSpPr>
        <p:spPr>
          <a:xfrm>
            <a:off x="878416" y="5705573"/>
            <a:ext cx="11313584" cy="361374"/>
          </a:xfrm>
          <a:prstGeom prst="chevron">
            <a:avLst>
              <a:gd name="adj" fmla="val 262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endParaRPr lang="en-US" sz="1100">
              <a:solidFill>
                <a:schemeClr val="bg1"/>
              </a:solidFill>
              <a:latin typeface="Proxima Nova Lt" panose="02000506030000020004" pitchFamily="50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14460377-39A0-C16B-C928-4819253699CD}"/>
              </a:ext>
            </a:extLst>
          </p:cNvPr>
          <p:cNvSpPr/>
          <p:nvPr/>
        </p:nvSpPr>
        <p:spPr>
          <a:xfrm>
            <a:off x="822592" y="4530675"/>
            <a:ext cx="11252498" cy="361374"/>
          </a:xfrm>
          <a:prstGeom prst="chevron">
            <a:avLst>
              <a:gd name="adj" fmla="val 262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endParaRPr lang="en-US" sz="1100">
              <a:solidFill>
                <a:schemeClr val="bg1"/>
              </a:solidFill>
              <a:latin typeface="Proxima Nova Lt" panose="02000506030000020004" pitchFamily="50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ED4276A-2FD4-92A3-DAD9-ECDB1498FAAE}"/>
              </a:ext>
            </a:extLst>
          </p:cNvPr>
          <p:cNvSpPr/>
          <p:nvPr/>
        </p:nvSpPr>
        <p:spPr>
          <a:xfrm>
            <a:off x="106381" y="1980162"/>
            <a:ext cx="7242535" cy="361374"/>
          </a:xfrm>
          <a:prstGeom prst="chevron">
            <a:avLst>
              <a:gd name="adj" fmla="val 262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endParaRPr lang="en-US" sz="1100">
              <a:solidFill>
                <a:schemeClr val="bg1"/>
              </a:solidFill>
              <a:latin typeface="Proxima Nova Lt" panose="02000506030000020004" pitchFamily="50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58A5221E-D7B5-557F-7782-4F1F7A49AA6B}"/>
              </a:ext>
            </a:extLst>
          </p:cNvPr>
          <p:cNvSpPr/>
          <p:nvPr/>
        </p:nvSpPr>
        <p:spPr>
          <a:xfrm>
            <a:off x="106382" y="2711035"/>
            <a:ext cx="9661303" cy="361374"/>
          </a:xfrm>
          <a:prstGeom prst="chevron">
            <a:avLst>
              <a:gd name="adj" fmla="val 262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endParaRPr lang="en-US" sz="1100">
              <a:solidFill>
                <a:schemeClr val="bg1"/>
              </a:solidFill>
              <a:latin typeface="Proxima Nova Lt" panose="02000506030000020004" pitchFamily="50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E94DA0-FD63-5BF4-F542-13F84F33D2F5}"/>
              </a:ext>
            </a:extLst>
          </p:cNvPr>
          <p:cNvCxnSpPr>
            <a:cxnSpLocks/>
          </p:cNvCxnSpPr>
          <p:nvPr/>
        </p:nvCxnSpPr>
        <p:spPr>
          <a:xfrm>
            <a:off x="748924" y="3827929"/>
            <a:ext cx="11420585" cy="0"/>
          </a:xfrm>
          <a:prstGeom prst="line">
            <a:avLst/>
          </a:prstGeom>
          <a:ln>
            <a:prstDash val="lgDashDotDot"/>
            <a:headEnd type="oval" w="sm" len="sm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26">
            <a:extLst>
              <a:ext uri="{FF2B5EF4-FFF2-40B4-BE49-F238E27FC236}">
                <a16:creationId xmlns:a16="http://schemas.microsoft.com/office/drawing/2014/main" id="{521BC51F-755D-D255-EC61-6AB0C423A536}"/>
              </a:ext>
            </a:extLst>
          </p:cNvPr>
          <p:cNvSpPr/>
          <p:nvPr/>
        </p:nvSpPr>
        <p:spPr>
          <a:xfrm>
            <a:off x="106381" y="1160041"/>
            <a:ext cx="12060323" cy="375088"/>
          </a:xfrm>
          <a:prstGeom prst="roundRect">
            <a:avLst/>
          </a:prstGeom>
          <a:solidFill>
            <a:schemeClr val="bg1">
              <a:alpha val="50000"/>
            </a:schemeClr>
          </a:solidFill>
          <a:ln cap="sq"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D5B9B-E37F-59BC-ED76-0B6C7F1B5E1C}"/>
              </a:ext>
            </a:extLst>
          </p:cNvPr>
          <p:cNvSpPr txBox="1"/>
          <p:nvPr/>
        </p:nvSpPr>
        <p:spPr>
          <a:xfrm>
            <a:off x="74214" y="1175771"/>
            <a:ext cx="1200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sz="1200" i="1">
                <a:solidFill>
                  <a:srgbClr val="7F7F7F"/>
                </a:solidFill>
                <a:latin typeface="Arial"/>
                <a:cs typeface="Arial"/>
              </a:rPr>
              <a:t>             September 2025                                 October  2025                                 November 2025                                December 2025                               January 2026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528775D-9EC4-9366-FB33-EAAB32F00E92}"/>
              </a:ext>
            </a:extLst>
          </p:cNvPr>
          <p:cNvSpPr/>
          <p:nvPr/>
        </p:nvSpPr>
        <p:spPr>
          <a:xfrm>
            <a:off x="1190664" y="4530675"/>
            <a:ext cx="1205801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AM Review</a:t>
            </a:r>
            <a:endParaRPr lang="en-US" sz="1400">
              <a:solidFill>
                <a:srgbClr val="373C3C">
                  <a:lumMod val="60000"/>
                  <a:lumOff val="40000"/>
                </a:srgbClr>
              </a:solidFill>
              <a:latin typeface="Proxima Nova Lt" panose="02000506030000020004" pitchFamily="50" charset="0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183EC1E-CBEB-46BC-C23D-7AC1B90AECC7}"/>
              </a:ext>
            </a:extLst>
          </p:cNvPr>
          <p:cNvSpPr/>
          <p:nvPr/>
        </p:nvSpPr>
        <p:spPr>
          <a:xfrm>
            <a:off x="2804858" y="4530675"/>
            <a:ext cx="2089849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Offer &amp; Negotiation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188722D2-F067-0F79-BDBB-AD2A2E178B2C}"/>
              </a:ext>
            </a:extLst>
          </p:cNvPr>
          <p:cNvSpPr/>
          <p:nvPr/>
        </p:nvSpPr>
        <p:spPr>
          <a:xfrm>
            <a:off x="4880617" y="4530675"/>
            <a:ext cx="2202384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Send Documents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2EBD89CF-2265-D213-B216-C88F048EACEC}"/>
              </a:ext>
            </a:extLst>
          </p:cNvPr>
          <p:cNvSpPr/>
          <p:nvPr/>
        </p:nvSpPr>
        <p:spPr>
          <a:xfrm>
            <a:off x="9782566" y="4530675"/>
            <a:ext cx="2384138" cy="361374"/>
          </a:xfrm>
          <a:prstGeom prst="chevron">
            <a:avLst>
              <a:gd name="adj" fmla="val 26234"/>
            </a:avLst>
          </a:prstGeom>
          <a:solidFill>
            <a:schemeClr val="bg1">
              <a:lumMod val="95000"/>
            </a:schemeClr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tx2"/>
                </a:solidFill>
                <a:latin typeface="Proxima Nova Lt" panose="02000506030000020004" pitchFamily="50" charset="0"/>
              </a:rPr>
              <a:t>January </a:t>
            </a:r>
          </a:p>
          <a:p>
            <a:pPr algn="ctr"/>
            <a:r>
              <a:rPr lang="en-US" sz="1100">
                <a:solidFill>
                  <a:schemeClr val="tx2"/>
                </a:solidFill>
                <a:latin typeface="Proxima Nova Lt" panose="02000506030000020004" pitchFamily="50" charset="0"/>
              </a:rPr>
              <a:t>Rent Increases</a:t>
            </a:r>
          </a:p>
        </p:txBody>
      </p:sp>
      <p:sp>
        <p:nvSpPr>
          <p:cNvPr id="14" name="Pentagon 27">
            <a:extLst>
              <a:ext uri="{FF2B5EF4-FFF2-40B4-BE49-F238E27FC236}">
                <a16:creationId xmlns:a16="http://schemas.microsoft.com/office/drawing/2014/main" id="{2729EDDB-A870-508E-CC7D-81828C39229B}"/>
              </a:ext>
            </a:extLst>
          </p:cNvPr>
          <p:cNvSpPr/>
          <p:nvPr/>
        </p:nvSpPr>
        <p:spPr>
          <a:xfrm>
            <a:off x="826212" y="4530675"/>
            <a:ext cx="417329" cy="361374"/>
          </a:xfrm>
          <a:prstGeom prst="homePlate">
            <a:avLst>
              <a:gd name="adj" fmla="val 26326"/>
            </a:avLst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accent4">
                  <a:lumMod val="75000"/>
                </a:schemeClr>
              </a:solidFill>
              <a:latin typeface="Proxima Nova Lt" panose="02000506030000020004" pitchFamily="50" charset="0"/>
            </a:endParaRPr>
          </a:p>
        </p:txBody>
      </p:sp>
      <p:cxnSp>
        <p:nvCxnSpPr>
          <p:cNvPr id="18" name="Straight Connector 17" title="q lines">
            <a:extLst>
              <a:ext uri="{FF2B5EF4-FFF2-40B4-BE49-F238E27FC236}">
                <a16:creationId xmlns:a16="http://schemas.microsoft.com/office/drawing/2014/main" id="{8F2A6BC2-046A-D218-F221-9E26BC264C1B}"/>
              </a:ext>
            </a:extLst>
          </p:cNvPr>
          <p:cNvCxnSpPr>
            <a:cxnSpLocks/>
          </p:cNvCxnSpPr>
          <p:nvPr/>
        </p:nvCxnSpPr>
        <p:spPr>
          <a:xfrm>
            <a:off x="2794965" y="4893997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74E4F12-C980-EA91-3969-9D3CC1FC0941}"/>
              </a:ext>
            </a:extLst>
          </p:cNvPr>
          <p:cNvSpPr/>
          <p:nvPr/>
        </p:nvSpPr>
        <p:spPr>
          <a:xfrm>
            <a:off x="2625026" y="5014461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661809-8900-0F27-72F1-3C66E8970BAD}"/>
              </a:ext>
            </a:extLst>
          </p:cNvPr>
          <p:cNvSpPr txBox="1"/>
          <p:nvPr/>
        </p:nvSpPr>
        <p:spPr>
          <a:xfrm>
            <a:off x="2652918" y="5090241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9 </a:t>
            </a:r>
          </a:p>
          <a:p>
            <a:pPr algn="ctr"/>
            <a:r>
              <a:rPr lang="en-US" sz="900" b="1">
                <a:solidFill>
                  <a:schemeClr val="bg1"/>
                </a:solidFill>
              </a:rPr>
              <a:t>Oct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7D054508-EE80-9A1E-4407-2CD07BAEB1B8}"/>
              </a:ext>
            </a:extLst>
          </p:cNvPr>
          <p:cNvSpPr/>
          <p:nvPr/>
        </p:nvSpPr>
        <p:spPr>
          <a:xfrm>
            <a:off x="3786680" y="2711035"/>
            <a:ext cx="1241251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Offer &amp; Negotiation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664D43B9-60EB-AA26-306C-212A2307A0B7}"/>
              </a:ext>
            </a:extLst>
          </p:cNvPr>
          <p:cNvSpPr/>
          <p:nvPr/>
        </p:nvSpPr>
        <p:spPr>
          <a:xfrm>
            <a:off x="4992785" y="2711035"/>
            <a:ext cx="1191285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Send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Documents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1778FFA0-49E2-5EDA-5218-905116DE6FF8}"/>
              </a:ext>
            </a:extLst>
          </p:cNvPr>
          <p:cNvSpPr/>
          <p:nvPr/>
        </p:nvSpPr>
        <p:spPr>
          <a:xfrm>
            <a:off x="7370764" y="2711035"/>
            <a:ext cx="2411082" cy="361374"/>
          </a:xfrm>
          <a:prstGeom prst="chevron">
            <a:avLst>
              <a:gd name="adj" fmla="val 26234"/>
            </a:avLst>
          </a:prstGeom>
          <a:solidFill>
            <a:schemeClr val="bg1">
              <a:lumMod val="95000"/>
            </a:schemeClr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tx2"/>
                </a:solidFill>
                <a:latin typeface="Proxima Nova Lt" panose="02000506030000020004" pitchFamily="50" charset="0"/>
              </a:rPr>
              <a:t>December </a:t>
            </a:r>
          </a:p>
          <a:p>
            <a:pPr algn="ctr"/>
            <a:r>
              <a:rPr lang="en-US" sz="1100">
                <a:solidFill>
                  <a:schemeClr val="tx2"/>
                </a:solidFill>
                <a:latin typeface="Proxima Nova Lt" panose="02000506030000020004" pitchFamily="50" charset="0"/>
              </a:rPr>
              <a:t>Rent Increases</a:t>
            </a:r>
          </a:p>
        </p:txBody>
      </p:sp>
      <p:sp>
        <p:nvSpPr>
          <p:cNvPr id="27" name="Pentagon 27">
            <a:extLst>
              <a:ext uri="{FF2B5EF4-FFF2-40B4-BE49-F238E27FC236}">
                <a16:creationId xmlns:a16="http://schemas.microsoft.com/office/drawing/2014/main" id="{04007022-DA3D-FA27-0E28-91629CE26F6E}"/>
              </a:ext>
            </a:extLst>
          </p:cNvPr>
          <p:cNvSpPr/>
          <p:nvPr/>
        </p:nvSpPr>
        <p:spPr>
          <a:xfrm>
            <a:off x="72030" y="2711035"/>
            <a:ext cx="2447824" cy="361374"/>
          </a:xfrm>
          <a:prstGeom prst="homePlate">
            <a:avLst>
              <a:gd name="adj" fmla="val 26326"/>
            </a:avLst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Proxima Nova Lt" panose="02000506030000020004" pitchFamily="50" charset="0"/>
              </a:rPr>
              <a:t>December Renewals Created</a:t>
            </a:r>
          </a:p>
          <a:p>
            <a:pPr algn="ctr"/>
            <a:r>
              <a:rPr lang="en-US" sz="800">
                <a:solidFill>
                  <a:schemeClr val="accent4">
                    <a:lumMod val="75000"/>
                  </a:schemeClr>
                </a:solidFill>
                <a:latin typeface="Proxima Nova Lt" panose="02000506030000020004" pitchFamily="50" charset="0"/>
              </a:rPr>
              <a:t>[90 days prior]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99D2728F-BE46-8956-CEE3-3A84511D1C36}"/>
              </a:ext>
            </a:extLst>
          </p:cNvPr>
          <p:cNvSpPr/>
          <p:nvPr/>
        </p:nvSpPr>
        <p:spPr>
          <a:xfrm>
            <a:off x="2589630" y="2711035"/>
            <a:ext cx="1232196" cy="361374"/>
          </a:xfrm>
          <a:prstGeom prst="chevron">
            <a:avLst>
              <a:gd name="adj" fmla="val 2623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PM &amp; AM Review</a:t>
            </a:r>
            <a:endParaRPr lang="en-US" sz="1400">
              <a:solidFill>
                <a:srgbClr val="373C3C">
                  <a:lumMod val="60000"/>
                  <a:lumOff val="40000"/>
                </a:srgbClr>
              </a:solidFill>
              <a:latin typeface="Proxima Nova Lt" panose="02000506030000020004" pitchFamily="50" charset="0"/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BA6F84F3-0876-F233-2CAC-D4F52E75B7A6}"/>
              </a:ext>
            </a:extLst>
          </p:cNvPr>
          <p:cNvSpPr/>
          <p:nvPr/>
        </p:nvSpPr>
        <p:spPr>
          <a:xfrm>
            <a:off x="4954251" y="1980162"/>
            <a:ext cx="2407380" cy="361374"/>
          </a:xfrm>
          <a:prstGeom prst="chevron">
            <a:avLst>
              <a:gd name="adj" fmla="val 26234"/>
            </a:avLst>
          </a:prstGeom>
          <a:solidFill>
            <a:schemeClr val="bg1">
              <a:lumMod val="95000"/>
            </a:schemeClr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100">
                <a:solidFill>
                  <a:schemeClr val="tx2"/>
                </a:solidFill>
                <a:latin typeface="Proxima Nova Lt" panose="02000506030000020004" pitchFamily="50" charset="0"/>
              </a:rPr>
              <a:t>November</a:t>
            </a:r>
          </a:p>
          <a:p>
            <a:pPr lvl="0" algn="ctr">
              <a:defRPr/>
            </a:pPr>
            <a:r>
              <a:rPr lang="en-US" sz="1100">
                <a:solidFill>
                  <a:schemeClr val="tx2"/>
                </a:solidFill>
                <a:latin typeface="Proxima Nova Lt" panose="02000506030000020004" pitchFamily="50" charset="0"/>
              </a:rPr>
              <a:t>Rent Increases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B2F13E30-7B64-C10F-6C4C-3606E14ACAAD}"/>
              </a:ext>
            </a:extLst>
          </p:cNvPr>
          <p:cNvSpPr/>
          <p:nvPr/>
        </p:nvSpPr>
        <p:spPr>
          <a:xfrm>
            <a:off x="1378951" y="1980162"/>
            <a:ext cx="1207922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Offer &amp; Negotiation</a:t>
            </a: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FB146383-07B6-824A-A17A-A762CCF9C54A}"/>
              </a:ext>
            </a:extLst>
          </p:cNvPr>
          <p:cNvSpPr/>
          <p:nvPr/>
        </p:nvSpPr>
        <p:spPr>
          <a:xfrm>
            <a:off x="2537244" y="1980162"/>
            <a:ext cx="1303310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Send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Documents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E6017F73-0C31-9B85-4CEF-FD04678C44E5}"/>
              </a:ext>
            </a:extLst>
          </p:cNvPr>
          <p:cNvSpPr/>
          <p:nvPr/>
        </p:nvSpPr>
        <p:spPr>
          <a:xfrm>
            <a:off x="89531" y="1980162"/>
            <a:ext cx="1339049" cy="361374"/>
          </a:xfrm>
          <a:prstGeom prst="chevron">
            <a:avLst>
              <a:gd name="adj" fmla="val 2623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PM &amp; AM Review</a:t>
            </a:r>
            <a:endParaRPr kumimoji="0" lang="en-US" sz="1400" u="none" strike="noStrike" kern="1200" cap="none" spc="0" normalizeH="0" baseline="0" noProof="0">
              <a:ln>
                <a:noFill/>
              </a:ln>
              <a:solidFill>
                <a:srgbClr val="373C3C">
                  <a:lumMod val="60000"/>
                  <a:lumOff val="40000"/>
                </a:srgbClr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C38A1B6F-FAD3-EE5D-5846-1E287D55FBFB}"/>
              </a:ext>
            </a:extLst>
          </p:cNvPr>
          <p:cNvSpPr txBox="1"/>
          <p:nvPr/>
        </p:nvSpPr>
        <p:spPr>
          <a:xfrm>
            <a:off x="1138586" y="3144805"/>
            <a:ext cx="1291156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B07AA1"/>
                </a:solidFill>
                <a:latin typeface="Proxima Nova Lt" panose="02000506030000020004" pitchFamily="50" charset="0"/>
              </a:rPr>
              <a:t>Turn Off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B07AA1"/>
                </a:solidFill>
                <a:latin typeface="Proxima Nova Lt" panose="02000506030000020004" pitchFamily="50" charset="0"/>
              </a:rPr>
              <a:t>Renewal Creation</a:t>
            </a:r>
          </a:p>
        </p:txBody>
      </p:sp>
      <p:sp>
        <p:nvSpPr>
          <p:cNvPr id="38" name="Pentagon 27">
            <a:extLst>
              <a:ext uri="{FF2B5EF4-FFF2-40B4-BE49-F238E27FC236}">
                <a16:creationId xmlns:a16="http://schemas.microsoft.com/office/drawing/2014/main" id="{50AEC7B1-2352-BE45-38CD-6DCC34EF9B30}"/>
              </a:ext>
            </a:extLst>
          </p:cNvPr>
          <p:cNvSpPr/>
          <p:nvPr/>
        </p:nvSpPr>
        <p:spPr>
          <a:xfrm>
            <a:off x="826211" y="5705573"/>
            <a:ext cx="1887733" cy="361374"/>
          </a:xfrm>
          <a:prstGeom prst="homePlate">
            <a:avLst>
              <a:gd name="adj" fmla="val 26326"/>
            </a:avLst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Proxima Nova Lt" panose="02000506030000020004" pitchFamily="50" charset="0"/>
              </a:rPr>
              <a:t>February Tenancy Reviews Created </a:t>
            </a:r>
            <a:r>
              <a:rPr lang="en-US" sz="800">
                <a:solidFill>
                  <a:schemeClr val="accent4">
                    <a:lumMod val="75000"/>
                  </a:schemeClr>
                </a:solidFill>
                <a:latin typeface="Proxima Nova Lt" panose="02000506030000020004" pitchFamily="50" charset="0"/>
              </a:rPr>
              <a:t>[21 weeks prior]</a:t>
            </a:r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EF1F1451-0EE8-A5E6-1CDE-086B8DF17CEE}"/>
              </a:ext>
            </a:extLst>
          </p:cNvPr>
          <p:cNvSpPr/>
          <p:nvPr/>
        </p:nvSpPr>
        <p:spPr>
          <a:xfrm>
            <a:off x="2475064" y="2805471"/>
            <a:ext cx="199204" cy="172503"/>
          </a:xfrm>
          <a:prstGeom prst="star5">
            <a:avLst/>
          </a:prstGeom>
          <a:solidFill>
            <a:srgbClr val="B07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highlight>
                <a:srgbClr val="B07AA1"/>
              </a:highlight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A989E9C6-AFCF-AAD6-E485-6CA94E76B562}"/>
              </a:ext>
            </a:extLst>
          </p:cNvPr>
          <p:cNvSpPr/>
          <p:nvPr/>
        </p:nvSpPr>
        <p:spPr>
          <a:xfrm>
            <a:off x="3211140" y="5705573"/>
            <a:ext cx="1339049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AM Review</a:t>
            </a:r>
            <a:endParaRPr lang="en-US" sz="1400">
              <a:solidFill>
                <a:srgbClr val="373C3C">
                  <a:lumMod val="60000"/>
                  <a:lumOff val="40000"/>
                </a:srgbClr>
              </a:solidFill>
              <a:latin typeface="Proxima Nova Lt" panose="02000506030000020004" pitchFamily="50" charset="0"/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15016C32-EB23-17A9-C725-6D83A3174E42}"/>
              </a:ext>
            </a:extLst>
          </p:cNvPr>
          <p:cNvSpPr/>
          <p:nvPr/>
        </p:nvSpPr>
        <p:spPr>
          <a:xfrm>
            <a:off x="5228962" y="5705573"/>
            <a:ext cx="2120917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Offer &amp; Negotiation</a:t>
            </a: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EC876EF4-C062-8C0B-B399-B8C9CFD001AA}"/>
              </a:ext>
            </a:extLst>
          </p:cNvPr>
          <p:cNvSpPr/>
          <p:nvPr/>
        </p:nvSpPr>
        <p:spPr>
          <a:xfrm>
            <a:off x="7324766" y="5705573"/>
            <a:ext cx="2202384" cy="361374"/>
          </a:xfrm>
          <a:prstGeom prst="chevron">
            <a:avLst>
              <a:gd name="adj" fmla="val 26234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prstClr val="white"/>
                </a:solidFill>
                <a:latin typeface="Proxima Nova Lt" panose="02000506030000020004" pitchFamily="50" charset="0"/>
              </a:rPr>
              <a:t>Send Documents</a:t>
            </a:r>
          </a:p>
        </p:txBody>
      </p:sp>
      <p:sp>
        <p:nvSpPr>
          <p:cNvPr id="49" name="TextBox 3">
            <a:extLst>
              <a:ext uri="{FF2B5EF4-FFF2-40B4-BE49-F238E27FC236}">
                <a16:creationId xmlns:a16="http://schemas.microsoft.com/office/drawing/2014/main" id="{A61D5DBC-AAC7-AA1E-11F9-C7D02570DC76}"/>
              </a:ext>
            </a:extLst>
          </p:cNvPr>
          <p:cNvSpPr txBox="1"/>
          <p:nvPr/>
        </p:nvSpPr>
        <p:spPr>
          <a:xfrm>
            <a:off x="-53990" y="4087945"/>
            <a:ext cx="51700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B07AA1"/>
                </a:solidFill>
                <a:latin typeface="Proxima Nova Lt" panose="02000506030000020004" pitchFamily="50" charset="0"/>
              </a:rPr>
              <a:t>Go Live</a:t>
            </a:r>
            <a:endParaRPr kumimoji="0" lang="en-US" sz="1100" u="none" strike="noStrike" kern="1200" cap="none" spc="0" normalizeH="0" baseline="0" noProof="0">
              <a:ln>
                <a:noFill/>
              </a:ln>
              <a:solidFill>
                <a:srgbClr val="B07AA1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2A2D5316-117F-DCEC-F9A5-A07809F25612}"/>
              </a:ext>
            </a:extLst>
          </p:cNvPr>
          <p:cNvSpPr/>
          <p:nvPr/>
        </p:nvSpPr>
        <p:spPr>
          <a:xfrm>
            <a:off x="104910" y="4625111"/>
            <a:ext cx="199204" cy="172503"/>
          </a:xfrm>
          <a:prstGeom prst="star5">
            <a:avLst/>
          </a:prstGeom>
          <a:solidFill>
            <a:srgbClr val="B07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highlight>
                <a:srgbClr val="B07AA1"/>
              </a:highlight>
            </a:endParaRPr>
          </a:p>
        </p:txBody>
      </p:sp>
      <p:sp>
        <p:nvSpPr>
          <p:cNvPr id="51" name="TextBox 3">
            <a:extLst>
              <a:ext uri="{FF2B5EF4-FFF2-40B4-BE49-F238E27FC236}">
                <a16:creationId xmlns:a16="http://schemas.microsoft.com/office/drawing/2014/main" id="{616D4712-C234-F03C-5062-1893AC2AF459}"/>
              </a:ext>
            </a:extLst>
          </p:cNvPr>
          <p:cNvSpPr txBox="1"/>
          <p:nvPr/>
        </p:nvSpPr>
        <p:spPr>
          <a:xfrm>
            <a:off x="5122500" y="3707914"/>
            <a:ext cx="2016238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bg2"/>
                </a:solidFill>
                <a:latin typeface="Proxima Nova Lt" panose="02000506030000020004" pitchFamily="50" charset="0"/>
              </a:rPr>
              <a:t>New Tenancy Review Process</a:t>
            </a:r>
            <a:endParaRPr kumimoji="0" lang="en-US" sz="110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BC2DA25-E53C-A6B6-422E-8E1E079C3C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5148" y="3044105"/>
            <a:ext cx="285052" cy="28505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28CBB7A-CED6-B5D6-7BDB-41B24379F7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793" y="2314166"/>
            <a:ext cx="285052" cy="285052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560112F-2F62-530B-ED3C-D17F667F063C}"/>
              </a:ext>
            </a:extLst>
          </p:cNvPr>
          <p:cNvCxnSpPr>
            <a:cxnSpLocks/>
          </p:cNvCxnSpPr>
          <p:nvPr/>
        </p:nvCxnSpPr>
        <p:spPr>
          <a:xfrm>
            <a:off x="89531" y="1650704"/>
            <a:ext cx="9714304" cy="0"/>
          </a:xfrm>
          <a:prstGeom prst="line">
            <a:avLst/>
          </a:prstGeom>
          <a:ln>
            <a:prstDash val="lgDashDotDot"/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">
            <a:extLst>
              <a:ext uri="{FF2B5EF4-FFF2-40B4-BE49-F238E27FC236}">
                <a16:creationId xmlns:a16="http://schemas.microsoft.com/office/drawing/2014/main" id="{F2F35552-6CB1-85BA-DC4F-21045FB6A0C3}"/>
              </a:ext>
            </a:extLst>
          </p:cNvPr>
          <p:cNvSpPr txBox="1"/>
          <p:nvPr/>
        </p:nvSpPr>
        <p:spPr>
          <a:xfrm>
            <a:off x="5231100" y="1538549"/>
            <a:ext cx="1747866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bg2"/>
                </a:solidFill>
                <a:latin typeface="Proxima Nova Lt" panose="02000506030000020004" pitchFamily="50" charset="0"/>
              </a:rPr>
              <a:t>Existing Renewal Process</a:t>
            </a:r>
            <a:endParaRPr kumimoji="0" lang="en-US" sz="110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  <p:sp>
        <p:nvSpPr>
          <p:cNvPr id="71" name="Arrow: Chevron 70">
            <a:extLst>
              <a:ext uri="{FF2B5EF4-FFF2-40B4-BE49-F238E27FC236}">
                <a16:creationId xmlns:a16="http://schemas.microsoft.com/office/drawing/2014/main" id="{F2EB04F5-78AD-C11D-61C4-2E425B7B896A}"/>
              </a:ext>
            </a:extLst>
          </p:cNvPr>
          <p:cNvSpPr/>
          <p:nvPr/>
        </p:nvSpPr>
        <p:spPr>
          <a:xfrm>
            <a:off x="3790924" y="1980162"/>
            <a:ext cx="1155569" cy="361374"/>
          </a:xfrm>
          <a:prstGeom prst="chevron">
            <a:avLst>
              <a:gd name="adj" fmla="val 2623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/>
              <a:t>Update Qube</a:t>
            </a:r>
          </a:p>
        </p:txBody>
      </p:sp>
      <p:sp>
        <p:nvSpPr>
          <p:cNvPr id="72" name="Arrow: Chevron 71">
            <a:extLst>
              <a:ext uri="{FF2B5EF4-FFF2-40B4-BE49-F238E27FC236}">
                <a16:creationId xmlns:a16="http://schemas.microsoft.com/office/drawing/2014/main" id="{A3562D70-B914-61F7-DDEC-36A7742385C8}"/>
              </a:ext>
            </a:extLst>
          </p:cNvPr>
          <p:cNvSpPr/>
          <p:nvPr/>
        </p:nvSpPr>
        <p:spPr>
          <a:xfrm>
            <a:off x="6148924" y="2711035"/>
            <a:ext cx="1201299" cy="361374"/>
          </a:xfrm>
          <a:prstGeom prst="chevron">
            <a:avLst>
              <a:gd name="adj" fmla="val 2623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/>
              <a:t>Update </a:t>
            </a:r>
          </a:p>
          <a:p>
            <a:pPr algn="ctr">
              <a:defRPr/>
            </a:pPr>
            <a:r>
              <a:rPr lang="en-US" sz="1100"/>
              <a:t>Qube</a:t>
            </a:r>
          </a:p>
        </p:txBody>
      </p:sp>
      <p:sp>
        <p:nvSpPr>
          <p:cNvPr id="73" name="Arrow: Chevron 72">
            <a:extLst>
              <a:ext uri="{FF2B5EF4-FFF2-40B4-BE49-F238E27FC236}">
                <a16:creationId xmlns:a16="http://schemas.microsoft.com/office/drawing/2014/main" id="{2741FAF6-458C-CE26-0D98-91D2ED9ABFFE}"/>
              </a:ext>
            </a:extLst>
          </p:cNvPr>
          <p:cNvSpPr/>
          <p:nvPr/>
        </p:nvSpPr>
        <p:spPr>
          <a:xfrm>
            <a:off x="7070866" y="4530675"/>
            <a:ext cx="1201299" cy="361374"/>
          </a:xfrm>
          <a:prstGeom prst="chevron">
            <a:avLst>
              <a:gd name="adj" fmla="val 2623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/>
              <a:t>Update </a:t>
            </a:r>
          </a:p>
          <a:p>
            <a:pPr algn="ctr">
              <a:defRPr/>
            </a:pPr>
            <a:r>
              <a:rPr lang="en-US" sz="1100"/>
              <a:t>Qube</a:t>
            </a:r>
          </a:p>
        </p:txBody>
      </p: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61CDA45E-3336-9198-4941-12CC8BAA5BAB}"/>
              </a:ext>
            </a:extLst>
          </p:cNvPr>
          <p:cNvSpPr/>
          <p:nvPr/>
        </p:nvSpPr>
        <p:spPr>
          <a:xfrm>
            <a:off x="9497507" y="5705573"/>
            <a:ext cx="1201299" cy="361374"/>
          </a:xfrm>
          <a:prstGeom prst="chevron">
            <a:avLst>
              <a:gd name="adj" fmla="val 2623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100"/>
              <a:t>Update </a:t>
            </a:r>
          </a:p>
          <a:p>
            <a:pPr algn="ctr">
              <a:defRPr/>
            </a:pPr>
            <a:r>
              <a:rPr lang="en-US" sz="1100"/>
              <a:t>Qube</a:t>
            </a:r>
          </a:p>
        </p:txBody>
      </p:sp>
      <p:sp>
        <p:nvSpPr>
          <p:cNvPr id="85" name="TextBox 3">
            <a:extLst>
              <a:ext uri="{FF2B5EF4-FFF2-40B4-BE49-F238E27FC236}">
                <a16:creationId xmlns:a16="http://schemas.microsoft.com/office/drawing/2014/main" id="{977FC795-75C3-5A17-B706-743B7E21EF53}"/>
              </a:ext>
            </a:extLst>
          </p:cNvPr>
          <p:cNvSpPr txBox="1"/>
          <p:nvPr/>
        </p:nvSpPr>
        <p:spPr>
          <a:xfrm>
            <a:off x="729874" y="4495919"/>
            <a:ext cx="523597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Proxima Nova Lt" panose="02000506030000020004" pitchFamily="50" charset="0"/>
              </a:rPr>
              <a:t>Jan </a:t>
            </a:r>
          </a:p>
          <a:p>
            <a:pPr algn="ctr"/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Proxima Nova Lt" panose="02000506030000020004" pitchFamily="50" charset="0"/>
              </a:rPr>
              <a:t>TRs</a:t>
            </a:r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A39C4459-F0E4-8DF1-DEA0-0BEE8715267B}"/>
              </a:ext>
            </a:extLst>
          </p:cNvPr>
          <p:cNvSpPr/>
          <p:nvPr/>
        </p:nvSpPr>
        <p:spPr>
          <a:xfrm>
            <a:off x="656986" y="4625111"/>
            <a:ext cx="199204" cy="172503"/>
          </a:xfrm>
          <a:prstGeom prst="star5">
            <a:avLst/>
          </a:prstGeom>
          <a:solidFill>
            <a:srgbClr val="B07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highlight>
                <a:srgbClr val="B07AA1"/>
              </a:highlight>
            </a:endParaRPr>
          </a:p>
        </p:txBody>
      </p:sp>
      <p:cxnSp>
        <p:nvCxnSpPr>
          <p:cNvPr id="92" name="Straight Connector 91" title="q lines">
            <a:extLst>
              <a:ext uri="{FF2B5EF4-FFF2-40B4-BE49-F238E27FC236}">
                <a16:creationId xmlns:a16="http://schemas.microsoft.com/office/drawing/2014/main" id="{01A2528F-CB48-79C0-F0D0-058E1709F3E1}"/>
              </a:ext>
            </a:extLst>
          </p:cNvPr>
          <p:cNvCxnSpPr>
            <a:cxnSpLocks/>
          </p:cNvCxnSpPr>
          <p:nvPr/>
        </p:nvCxnSpPr>
        <p:spPr>
          <a:xfrm>
            <a:off x="4886190" y="4905087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C72D8D0E-F9C4-65C4-CF2B-D1CEBDF7CC48}"/>
              </a:ext>
            </a:extLst>
          </p:cNvPr>
          <p:cNvSpPr/>
          <p:nvPr/>
        </p:nvSpPr>
        <p:spPr>
          <a:xfrm>
            <a:off x="4716251" y="5014461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DA106EA-92AC-2379-BA3C-4A372D3FF7E0}"/>
              </a:ext>
            </a:extLst>
          </p:cNvPr>
          <p:cNvSpPr txBox="1"/>
          <p:nvPr/>
        </p:nvSpPr>
        <p:spPr>
          <a:xfrm>
            <a:off x="4744143" y="5090241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30 </a:t>
            </a:r>
          </a:p>
          <a:p>
            <a:pPr algn="ctr"/>
            <a:r>
              <a:rPr lang="en-US" sz="900" b="1">
                <a:solidFill>
                  <a:schemeClr val="bg1"/>
                </a:solidFill>
              </a:rPr>
              <a:t>Oct</a:t>
            </a:r>
            <a:endParaRPr lang="en-US" sz="900">
              <a:solidFill>
                <a:schemeClr val="bg1"/>
              </a:solidFill>
            </a:endParaRPr>
          </a:p>
        </p:txBody>
      </p:sp>
      <p:cxnSp>
        <p:nvCxnSpPr>
          <p:cNvPr id="95" name="Straight Connector 94" title="q lines">
            <a:extLst>
              <a:ext uri="{FF2B5EF4-FFF2-40B4-BE49-F238E27FC236}">
                <a16:creationId xmlns:a16="http://schemas.microsoft.com/office/drawing/2014/main" id="{22425428-E4F9-E179-AE27-DD6FF4153421}"/>
              </a:ext>
            </a:extLst>
          </p:cNvPr>
          <p:cNvCxnSpPr>
            <a:cxnSpLocks/>
          </p:cNvCxnSpPr>
          <p:nvPr/>
        </p:nvCxnSpPr>
        <p:spPr>
          <a:xfrm>
            <a:off x="7314570" y="6069868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C1F2B9B9-4823-3323-E1FE-6BB0794A0984}"/>
              </a:ext>
            </a:extLst>
          </p:cNvPr>
          <p:cNvSpPr/>
          <p:nvPr/>
        </p:nvSpPr>
        <p:spPr>
          <a:xfrm>
            <a:off x="7144631" y="6179330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A2E8E64-E8B2-314B-B26B-1871BE4AC5AC}"/>
              </a:ext>
            </a:extLst>
          </p:cNvPr>
          <p:cNvSpPr txBox="1"/>
          <p:nvPr/>
        </p:nvSpPr>
        <p:spPr>
          <a:xfrm>
            <a:off x="7172523" y="6255110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30 </a:t>
            </a:r>
          </a:p>
          <a:p>
            <a:pPr algn="ctr"/>
            <a:r>
              <a:rPr lang="en-US" sz="900" b="1">
                <a:solidFill>
                  <a:schemeClr val="bg1"/>
                </a:solidFill>
              </a:rPr>
              <a:t>Nov</a:t>
            </a:r>
            <a:endParaRPr lang="en-US" sz="900">
              <a:solidFill>
                <a:schemeClr val="bg1"/>
              </a:solidFill>
            </a:endParaRPr>
          </a:p>
        </p:txBody>
      </p:sp>
      <p:cxnSp>
        <p:nvCxnSpPr>
          <p:cNvPr id="101" name="Straight Connector 100" title="q lines">
            <a:extLst>
              <a:ext uri="{FF2B5EF4-FFF2-40B4-BE49-F238E27FC236}">
                <a16:creationId xmlns:a16="http://schemas.microsoft.com/office/drawing/2014/main" id="{62193C71-ACB4-BE2D-8F94-CB7BF46A94B9}"/>
              </a:ext>
            </a:extLst>
          </p:cNvPr>
          <p:cNvCxnSpPr>
            <a:cxnSpLocks/>
          </p:cNvCxnSpPr>
          <p:nvPr/>
        </p:nvCxnSpPr>
        <p:spPr>
          <a:xfrm>
            <a:off x="5238118" y="6058375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B81DC074-32A9-99C5-1DA5-352FD190E9F6}"/>
              </a:ext>
            </a:extLst>
          </p:cNvPr>
          <p:cNvSpPr/>
          <p:nvPr/>
        </p:nvSpPr>
        <p:spPr>
          <a:xfrm>
            <a:off x="5068179" y="6179330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052A742-FCF2-08F0-5435-5949BCD2AFC1}"/>
              </a:ext>
            </a:extLst>
          </p:cNvPr>
          <p:cNvSpPr txBox="1"/>
          <p:nvPr/>
        </p:nvSpPr>
        <p:spPr>
          <a:xfrm>
            <a:off x="5096071" y="6255110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900" b="1">
                <a:solidFill>
                  <a:schemeClr val="bg1"/>
                </a:solidFill>
              </a:rPr>
              <a:t>Nov</a:t>
            </a:r>
            <a:endParaRPr lang="en-US" sz="900">
              <a:solidFill>
                <a:schemeClr val="bg1"/>
              </a:solidFill>
            </a:endParaRPr>
          </a:p>
        </p:txBody>
      </p:sp>
      <p:cxnSp>
        <p:nvCxnSpPr>
          <p:cNvPr id="104" name="Straight Connector 103" title="q lines">
            <a:extLst>
              <a:ext uri="{FF2B5EF4-FFF2-40B4-BE49-F238E27FC236}">
                <a16:creationId xmlns:a16="http://schemas.microsoft.com/office/drawing/2014/main" id="{7CE6382B-BBE7-5384-BE9B-380F389D9597}"/>
              </a:ext>
            </a:extLst>
          </p:cNvPr>
          <p:cNvCxnSpPr>
            <a:cxnSpLocks/>
          </p:cNvCxnSpPr>
          <p:nvPr/>
        </p:nvCxnSpPr>
        <p:spPr>
          <a:xfrm>
            <a:off x="3218644" y="6058375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05EDC367-5E1E-FC46-81B2-FE8393F6C9DB}"/>
              </a:ext>
            </a:extLst>
          </p:cNvPr>
          <p:cNvSpPr/>
          <p:nvPr/>
        </p:nvSpPr>
        <p:spPr>
          <a:xfrm>
            <a:off x="3048705" y="6179330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4B035F5-9B73-2149-846D-21AD795E8578}"/>
              </a:ext>
            </a:extLst>
          </p:cNvPr>
          <p:cNvSpPr txBox="1"/>
          <p:nvPr/>
        </p:nvSpPr>
        <p:spPr>
          <a:xfrm>
            <a:off x="3076597" y="6255110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12 Oct</a:t>
            </a:r>
          </a:p>
        </p:txBody>
      </p:sp>
      <p:cxnSp>
        <p:nvCxnSpPr>
          <p:cNvPr id="107" name="Straight Connector 106" title="q lines">
            <a:extLst>
              <a:ext uri="{FF2B5EF4-FFF2-40B4-BE49-F238E27FC236}">
                <a16:creationId xmlns:a16="http://schemas.microsoft.com/office/drawing/2014/main" id="{B2CB0105-105B-281C-E52D-47A2AEAC718F}"/>
              </a:ext>
            </a:extLst>
          </p:cNvPr>
          <p:cNvCxnSpPr>
            <a:cxnSpLocks/>
          </p:cNvCxnSpPr>
          <p:nvPr/>
        </p:nvCxnSpPr>
        <p:spPr>
          <a:xfrm>
            <a:off x="2553487" y="3070700"/>
            <a:ext cx="0" cy="133224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BC7F04BC-2F15-D56C-9C67-36AE9A841E7C}"/>
              </a:ext>
            </a:extLst>
          </p:cNvPr>
          <p:cNvSpPr/>
          <p:nvPr/>
        </p:nvSpPr>
        <p:spPr>
          <a:xfrm>
            <a:off x="2377161" y="3154176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8B0F3DC-267E-7FB1-A14F-043BDCAFABDF}"/>
              </a:ext>
            </a:extLst>
          </p:cNvPr>
          <p:cNvSpPr txBox="1"/>
          <p:nvPr/>
        </p:nvSpPr>
        <p:spPr>
          <a:xfrm>
            <a:off x="2405053" y="3229956"/>
            <a:ext cx="301127" cy="1948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3 </a:t>
            </a:r>
          </a:p>
          <a:p>
            <a:pPr algn="ctr"/>
            <a:r>
              <a:rPr lang="en-US" sz="900" b="1">
                <a:solidFill>
                  <a:schemeClr val="bg1"/>
                </a:solidFill>
              </a:rPr>
              <a:t>Oct</a:t>
            </a:r>
            <a:endParaRPr lang="en-US" sz="900">
              <a:solidFill>
                <a:schemeClr val="bg1"/>
              </a:solidFill>
            </a:endParaRPr>
          </a:p>
        </p:txBody>
      </p:sp>
      <p:cxnSp>
        <p:nvCxnSpPr>
          <p:cNvPr id="112" name="Straight Connector 111" title="q lines">
            <a:extLst>
              <a:ext uri="{FF2B5EF4-FFF2-40B4-BE49-F238E27FC236}">
                <a16:creationId xmlns:a16="http://schemas.microsoft.com/office/drawing/2014/main" id="{241E3160-DD2A-DA64-B423-91ED4B5DA87D}"/>
              </a:ext>
            </a:extLst>
          </p:cNvPr>
          <p:cNvCxnSpPr>
            <a:cxnSpLocks/>
          </p:cNvCxnSpPr>
          <p:nvPr/>
        </p:nvCxnSpPr>
        <p:spPr>
          <a:xfrm>
            <a:off x="204512" y="4904329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5D054CB2-1647-AAF7-4BA7-270CA718DC55}"/>
              </a:ext>
            </a:extLst>
          </p:cNvPr>
          <p:cNvSpPr/>
          <p:nvPr/>
        </p:nvSpPr>
        <p:spPr>
          <a:xfrm>
            <a:off x="26057" y="5014461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EE8714-7ACF-1AB8-9AAC-1DEE31EEA322}"/>
              </a:ext>
            </a:extLst>
          </p:cNvPr>
          <p:cNvSpPr txBox="1"/>
          <p:nvPr/>
        </p:nvSpPr>
        <p:spPr>
          <a:xfrm>
            <a:off x="53949" y="5090241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1 </a:t>
            </a:r>
          </a:p>
          <a:p>
            <a:pPr algn="ctr"/>
            <a:r>
              <a:rPr lang="en-US" sz="900" b="1">
                <a:solidFill>
                  <a:schemeClr val="bg1"/>
                </a:solidFill>
              </a:rPr>
              <a:t>Sep</a:t>
            </a:r>
          </a:p>
        </p:txBody>
      </p:sp>
      <p:cxnSp>
        <p:nvCxnSpPr>
          <p:cNvPr id="115" name="Straight Connector 114" title="q lines">
            <a:extLst>
              <a:ext uri="{FF2B5EF4-FFF2-40B4-BE49-F238E27FC236}">
                <a16:creationId xmlns:a16="http://schemas.microsoft.com/office/drawing/2014/main" id="{A4DE4D5B-3959-965A-CDD3-8910F4D0EB7D}"/>
              </a:ext>
            </a:extLst>
          </p:cNvPr>
          <p:cNvCxnSpPr>
            <a:cxnSpLocks/>
          </p:cNvCxnSpPr>
          <p:nvPr/>
        </p:nvCxnSpPr>
        <p:spPr>
          <a:xfrm>
            <a:off x="750661" y="4893417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43D51E5D-AD91-5D19-C773-30D55E45EB8B}"/>
              </a:ext>
            </a:extLst>
          </p:cNvPr>
          <p:cNvSpPr/>
          <p:nvPr/>
        </p:nvSpPr>
        <p:spPr>
          <a:xfrm>
            <a:off x="580722" y="5014461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CA66BBC-D4E6-A1A6-5BC0-8B4299B17E13}"/>
              </a:ext>
            </a:extLst>
          </p:cNvPr>
          <p:cNvSpPr txBox="1"/>
          <p:nvPr/>
        </p:nvSpPr>
        <p:spPr>
          <a:xfrm>
            <a:off x="608614" y="5090241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10 Sep</a:t>
            </a:r>
            <a:endParaRPr lang="en-US" sz="900">
              <a:solidFill>
                <a:schemeClr val="bg1"/>
              </a:solidFill>
            </a:endParaRPr>
          </a:p>
        </p:txBody>
      </p:sp>
      <p:cxnSp>
        <p:nvCxnSpPr>
          <p:cNvPr id="118" name="Straight Connector 117" title="q lines">
            <a:extLst>
              <a:ext uri="{FF2B5EF4-FFF2-40B4-BE49-F238E27FC236}">
                <a16:creationId xmlns:a16="http://schemas.microsoft.com/office/drawing/2014/main" id="{602E9789-1A06-5303-9000-60ACF88D32A6}"/>
              </a:ext>
            </a:extLst>
          </p:cNvPr>
          <p:cNvCxnSpPr>
            <a:cxnSpLocks/>
          </p:cNvCxnSpPr>
          <p:nvPr/>
        </p:nvCxnSpPr>
        <p:spPr>
          <a:xfrm>
            <a:off x="1191690" y="4904329"/>
            <a:ext cx="0" cy="126857"/>
          </a:xfrm>
          <a:prstGeom prst="line">
            <a:avLst/>
          </a:prstGeom>
          <a:ln cmpd="sng">
            <a:solidFill>
              <a:srgbClr val="7F7F7F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1D5A71B4-ABF9-6E89-2C48-4C0413958B81}"/>
              </a:ext>
            </a:extLst>
          </p:cNvPr>
          <p:cNvSpPr/>
          <p:nvPr/>
        </p:nvSpPr>
        <p:spPr>
          <a:xfrm>
            <a:off x="1021751" y="5014461"/>
            <a:ext cx="356911" cy="346398"/>
          </a:xfrm>
          <a:prstGeom prst="ellipse">
            <a:avLst/>
          </a:prstGeom>
          <a:solidFill>
            <a:srgbClr val="B4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highlight>
                <a:srgbClr val="7F7F7F"/>
              </a:highlight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F1F4809-CDF6-08F0-1F94-DB4E7B68A88D}"/>
              </a:ext>
            </a:extLst>
          </p:cNvPr>
          <p:cNvSpPr txBox="1"/>
          <p:nvPr/>
        </p:nvSpPr>
        <p:spPr>
          <a:xfrm>
            <a:off x="1049643" y="5090241"/>
            <a:ext cx="301127" cy="194838"/>
          </a:xfrm>
          <a:prstGeom prst="rect">
            <a:avLst/>
          </a:prstGeom>
          <a:solidFill>
            <a:srgbClr val="B4B8B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11 Sep</a:t>
            </a:r>
          </a:p>
        </p:txBody>
      </p:sp>
      <p:sp>
        <p:nvSpPr>
          <p:cNvPr id="122" name="TextBox 3">
            <a:extLst>
              <a:ext uri="{FF2B5EF4-FFF2-40B4-BE49-F238E27FC236}">
                <a16:creationId xmlns:a16="http://schemas.microsoft.com/office/drawing/2014/main" id="{69CB2CB6-9742-B6CD-ECBE-9C709A1CF03B}"/>
              </a:ext>
            </a:extLst>
          </p:cNvPr>
          <p:cNvSpPr txBox="1"/>
          <p:nvPr/>
        </p:nvSpPr>
        <p:spPr>
          <a:xfrm>
            <a:off x="481121" y="3976149"/>
            <a:ext cx="117781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B07AA1"/>
                </a:solidFill>
                <a:latin typeface="Proxima Nova Lt" panose="02000506030000020004" pitchFamily="50" charset="0"/>
              </a:rPr>
              <a:t>Turn on Tenancy Review Creation</a:t>
            </a:r>
          </a:p>
        </p:txBody>
      </p:sp>
    </p:spTree>
    <p:extLst>
      <p:ext uri="{BB962C8B-B14F-4D97-AF65-F5344CB8AC3E}">
        <p14:creationId xmlns:p14="http://schemas.microsoft.com/office/powerpoint/2010/main" val="33234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710597CE-81A9-E1B8-C3BF-DFDDE5127F30}"/>
              </a:ext>
            </a:extLst>
          </p:cNvPr>
          <p:cNvGrpSpPr/>
          <p:nvPr/>
        </p:nvGrpSpPr>
        <p:grpSpPr>
          <a:xfrm>
            <a:off x="3800760" y="184237"/>
            <a:ext cx="6534235" cy="6379136"/>
            <a:chOff x="5746758" y="2106253"/>
            <a:chExt cx="6208763" cy="6208763"/>
          </a:xfrm>
        </p:grpSpPr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86B10E3B-CD82-42FB-234F-10E319A5EA3C}"/>
                </a:ext>
              </a:extLst>
            </p:cNvPr>
            <p:cNvSpPr/>
            <p:nvPr/>
          </p:nvSpPr>
          <p:spPr>
            <a:xfrm>
              <a:off x="5746758" y="2106253"/>
              <a:ext cx="6208763" cy="6208763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FECC1FEC-8B95-9C9E-F014-C8050E0AEFD9}"/>
                </a:ext>
              </a:extLst>
            </p:cNvPr>
            <p:cNvSpPr/>
            <p:nvPr/>
          </p:nvSpPr>
          <p:spPr>
            <a:xfrm>
              <a:off x="7172284" y="3531779"/>
              <a:ext cx="3357710" cy="335771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226C6C-5F9B-25B2-CB25-89EE76C938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>
                <a:latin typeface="Proxima Nova Lt"/>
              </a:rPr>
              <a:t>Single View of Customer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3DC9E-20D0-BB9F-D45A-9113966F80AB}"/>
              </a:ext>
            </a:extLst>
          </p:cNvPr>
          <p:cNvSpPr txBox="1">
            <a:spLocks/>
          </p:cNvSpPr>
          <p:nvPr/>
        </p:nvSpPr>
        <p:spPr>
          <a:xfrm>
            <a:off x="940444" y="1172309"/>
            <a:ext cx="3209779" cy="1030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rgbClr val="7F7F7F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Information One Click Away within Salesforce</a:t>
            </a:r>
          </a:p>
        </p:txBody>
      </p:sp>
      <p:pic>
        <p:nvPicPr>
          <p:cNvPr id="1032" name="Picture 1031">
            <a:extLst>
              <a:ext uri="{FF2B5EF4-FFF2-40B4-BE49-F238E27FC236}">
                <a16:creationId xmlns:a16="http://schemas.microsoft.com/office/drawing/2014/main" id="{21235682-723D-F342-B885-2DB42AF326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71" r="4553" b="1658"/>
          <a:stretch>
            <a:fillRect/>
          </a:stretch>
        </p:blipFill>
        <p:spPr>
          <a:xfrm>
            <a:off x="5815308" y="2488672"/>
            <a:ext cx="2505138" cy="2102243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5E92986-9A52-D0A5-0E2A-36554BBA0782}"/>
              </a:ext>
            </a:extLst>
          </p:cNvPr>
          <p:cNvSpPr txBox="1"/>
          <p:nvPr/>
        </p:nvSpPr>
        <p:spPr>
          <a:xfrm>
            <a:off x="6107517" y="1988578"/>
            <a:ext cx="1920719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solidFill>
                  <a:schemeClr val="accent4">
                    <a:lumMod val="75000"/>
                  </a:schemeClr>
                </a:solidFill>
              </a:rPr>
              <a:t>Customer</a:t>
            </a:r>
            <a:endParaRPr lang="en-GB" sz="2000" b="1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82B92A68-95D9-E5D9-7CE7-66DA7C2749A5}"/>
              </a:ext>
            </a:extLst>
          </p:cNvPr>
          <p:cNvGrpSpPr/>
          <p:nvPr/>
        </p:nvGrpSpPr>
        <p:grpSpPr>
          <a:xfrm>
            <a:off x="7287150" y="635523"/>
            <a:ext cx="1430971" cy="894939"/>
            <a:chOff x="5355498" y="1064255"/>
            <a:chExt cx="1430971" cy="894939"/>
          </a:xfrm>
        </p:grpSpPr>
        <p:pic>
          <p:nvPicPr>
            <p:cNvPr id="63" name="Graphic 62" descr="Shopping cart outline">
              <a:extLst>
                <a:ext uri="{FF2B5EF4-FFF2-40B4-BE49-F238E27FC236}">
                  <a16:creationId xmlns:a16="http://schemas.microsoft.com/office/drawing/2014/main" id="{340CE3DE-C075-9623-D1A8-4879F31F4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52420" y="1064255"/>
              <a:ext cx="637128" cy="637128"/>
            </a:xfrm>
            <a:prstGeom prst="rect">
              <a:avLst/>
            </a:prstGeom>
          </p:spPr>
        </p:pic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EF0B7392-A04A-C638-32EE-BEDA67B632FB}"/>
                </a:ext>
              </a:extLst>
            </p:cNvPr>
            <p:cNvSpPr txBox="1"/>
            <p:nvPr/>
          </p:nvSpPr>
          <p:spPr>
            <a:xfrm>
              <a:off x="5355498" y="1620640"/>
              <a:ext cx="1430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accent4">
                      <a:lumMod val="75000"/>
                    </a:schemeClr>
                  </a:solidFill>
                  <a:latin typeface="Proxima Nova Lt" panose="02000506030000020004" pitchFamily="50" charset="0"/>
                </a:rPr>
                <a:t>Opportunities</a:t>
              </a:r>
            </a:p>
          </p:txBody>
        </p:sp>
      </p:grpSp>
      <p:grpSp>
        <p:nvGrpSpPr>
          <p:cNvPr id="1084" name="Group 1083">
            <a:extLst>
              <a:ext uri="{FF2B5EF4-FFF2-40B4-BE49-F238E27FC236}">
                <a16:creationId xmlns:a16="http://schemas.microsoft.com/office/drawing/2014/main" id="{44626250-F9B9-A2C0-88C6-BBCE4D64AB47}"/>
              </a:ext>
            </a:extLst>
          </p:cNvPr>
          <p:cNvGrpSpPr/>
          <p:nvPr/>
        </p:nvGrpSpPr>
        <p:grpSpPr>
          <a:xfrm>
            <a:off x="8563981" y="1469517"/>
            <a:ext cx="1187029" cy="936458"/>
            <a:chOff x="6460392" y="2118989"/>
            <a:chExt cx="1187029" cy="936458"/>
          </a:xfrm>
        </p:grpSpPr>
        <p:pic>
          <p:nvPicPr>
            <p:cNvPr id="51" name="Graphic 50" descr="Quill outline">
              <a:extLst>
                <a:ext uri="{FF2B5EF4-FFF2-40B4-BE49-F238E27FC236}">
                  <a16:creationId xmlns:a16="http://schemas.microsoft.com/office/drawing/2014/main" id="{96DFF9FB-A37E-EF3A-02F9-F176C4CBF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5342" y="2118989"/>
              <a:ext cx="637128" cy="637128"/>
            </a:xfrm>
            <a:prstGeom prst="rect">
              <a:avLst/>
            </a:prstGeom>
          </p:spPr>
        </p:pic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BC7B221F-65CC-AD6B-F8CE-C7EE6556632F}"/>
                </a:ext>
              </a:extLst>
            </p:cNvPr>
            <p:cNvSpPr txBox="1"/>
            <p:nvPr/>
          </p:nvSpPr>
          <p:spPr>
            <a:xfrm>
              <a:off x="6460392" y="2716893"/>
              <a:ext cx="118702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accent4">
                      <a:lumMod val="75000"/>
                    </a:schemeClr>
                  </a:solidFill>
                  <a:latin typeface="Proxima Nova Lt" panose="02000506030000020004" pitchFamily="50" charset="0"/>
                </a:rPr>
                <a:t>Contracts</a:t>
              </a:r>
            </a:p>
          </p:txBody>
        </p:sp>
      </p:grpSp>
      <p:pic>
        <p:nvPicPr>
          <p:cNvPr id="61" name="Graphic 60" descr="Car outline">
            <a:extLst>
              <a:ext uri="{FF2B5EF4-FFF2-40B4-BE49-F238E27FC236}">
                <a16:creationId xmlns:a16="http://schemas.microsoft.com/office/drawing/2014/main" id="{6CF27E02-75F6-F6C7-B49A-57A4AE6AE6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94981" y="2405975"/>
            <a:ext cx="637128" cy="637128"/>
          </a:xfrm>
          <a:prstGeom prst="rect">
            <a:avLst/>
          </a:prstGeom>
        </p:spPr>
      </p:pic>
      <p:sp>
        <p:nvSpPr>
          <p:cNvPr id="1041" name="TextBox 1040">
            <a:extLst>
              <a:ext uri="{FF2B5EF4-FFF2-40B4-BE49-F238E27FC236}">
                <a16:creationId xmlns:a16="http://schemas.microsoft.com/office/drawing/2014/main" id="{D468C1FE-CAAE-6D26-C99A-BAB61E38366A}"/>
              </a:ext>
            </a:extLst>
          </p:cNvPr>
          <p:cNvSpPr txBox="1"/>
          <p:nvPr/>
        </p:nvSpPr>
        <p:spPr>
          <a:xfrm>
            <a:off x="8633281" y="3199614"/>
            <a:ext cx="1833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chemeClr val="accent4">
                    <a:lumMod val="75000"/>
                  </a:schemeClr>
                </a:solidFill>
                <a:latin typeface="Proxima Nova Lt" panose="02000506030000020004" pitchFamily="50" charset="0"/>
              </a:rPr>
              <a:t>Tenancies</a:t>
            </a:r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61840BAB-9E52-36B0-90B0-CD7049F21145}"/>
              </a:ext>
            </a:extLst>
          </p:cNvPr>
          <p:cNvGrpSpPr/>
          <p:nvPr/>
        </p:nvGrpSpPr>
        <p:grpSpPr>
          <a:xfrm>
            <a:off x="3987419" y="3808616"/>
            <a:ext cx="1430971" cy="892974"/>
            <a:chOff x="6328299" y="4424224"/>
            <a:chExt cx="1430971" cy="892974"/>
          </a:xfrm>
        </p:grpSpPr>
        <p:pic>
          <p:nvPicPr>
            <p:cNvPr id="45" name="Graphic 44" descr="House outline">
              <a:extLst>
                <a:ext uri="{FF2B5EF4-FFF2-40B4-BE49-F238E27FC236}">
                  <a16:creationId xmlns:a16="http://schemas.microsoft.com/office/drawing/2014/main" id="{E337F740-BA8D-2F6B-4487-6B2045681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725221" y="4424224"/>
              <a:ext cx="637128" cy="637128"/>
            </a:xfrm>
            <a:prstGeom prst="rect">
              <a:avLst/>
            </a:prstGeom>
          </p:spPr>
        </p:pic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C59DEC03-61BB-557C-8583-7CA9C15DEF61}"/>
                </a:ext>
              </a:extLst>
            </p:cNvPr>
            <p:cNvSpPr txBox="1"/>
            <p:nvPr/>
          </p:nvSpPr>
          <p:spPr>
            <a:xfrm>
              <a:off x="6328299" y="4978644"/>
              <a:ext cx="1430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accent4">
                      <a:lumMod val="75000"/>
                    </a:schemeClr>
                  </a:solidFill>
                  <a:latin typeface="Proxima Nova Lt" panose="02000506030000020004" pitchFamily="50" charset="0"/>
                </a:rPr>
                <a:t>Unit</a:t>
              </a:r>
            </a:p>
          </p:txBody>
        </p:sp>
      </p:grp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F45A920A-4ED5-67E3-3F0E-0D5B799B54BD}"/>
              </a:ext>
            </a:extLst>
          </p:cNvPr>
          <p:cNvGrpSpPr/>
          <p:nvPr/>
        </p:nvGrpSpPr>
        <p:grpSpPr>
          <a:xfrm>
            <a:off x="3641685" y="2673923"/>
            <a:ext cx="1833346" cy="851741"/>
            <a:chOff x="6476931" y="3183000"/>
            <a:chExt cx="1833346" cy="851741"/>
          </a:xfrm>
        </p:grpSpPr>
        <p:pic>
          <p:nvPicPr>
            <p:cNvPr id="57" name="Graphic 56" descr="Email outline">
              <a:extLst>
                <a:ext uri="{FF2B5EF4-FFF2-40B4-BE49-F238E27FC236}">
                  <a16:creationId xmlns:a16="http://schemas.microsoft.com/office/drawing/2014/main" id="{86DB0EE5-6C76-9BA4-51F9-9E4A920FE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32190" y="3183000"/>
              <a:ext cx="546926" cy="546926"/>
            </a:xfrm>
            <a:prstGeom prst="rect">
              <a:avLst/>
            </a:prstGeom>
          </p:spPr>
        </p:pic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9F93DC30-96FB-BED6-F096-F7D9B0D93DB1}"/>
                </a:ext>
              </a:extLst>
            </p:cNvPr>
            <p:cNvSpPr txBox="1"/>
            <p:nvPr/>
          </p:nvSpPr>
          <p:spPr>
            <a:xfrm>
              <a:off x="6476931" y="3696187"/>
              <a:ext cx="183334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accent4">
                      <a:lumMod val="75000"/>
                    </a:schemeClr>
                  </a:solidFill>
                  <a:latin typeface="Proxima Nova Lt" panose="02000506030000020004" pitchFamily="50" charset="0"/>
                </a:rPr>
                <a:t>Communications</a:t>
              </a:r>
            </a:p>
          </p:txBody>
        </p:sp>
      </p:grp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743C9428-92C0-525F-E02C-D2FCF1592F40}"/>
              </a:ext>
            </a:extLst>
          </p:cNvPr>
          <p:cNvGrpSpPr/>
          <p:nvPr/>
        </p:nvGrpSpPr>
        <p:grpSpPr>
          <a:xfrm>
            <a:off x="5367642" y="476119"/>
            <a:ext cx="1833346" cy="1099818"/>
            <a:chOff x="3185083" y="575388"/>
            <a:chExt cx="1833346" cy="1099818"/>
          </a:xfrm>
        </p:grpSpPr>
        <p:pic>
          <p:nvPicPr>
            <p:cNvPr id="33" name="Graphic 32" descr="Female Profile outline">
              <a:extLst>
                <a:ext uri="{FF2B5EF4-FFF2-40B4-BE49-F238E27FC236}">
                  <a16:creationId xmlns:a16="http://schemas.microsoft.com/office/drawing/2014/main" id="{295230D9-5AA3-E88F-A69E-2ED8DA4F9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83192" y="575388"/>
              <a:ext cx="637128" cy="637128"/>
            </a:xfrm>
            <a:prstGeom prst="rect">
              <a:avLst/>
            </a:prstGeom>
          </p:spPr>
        </p:pic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13B2E507-E9AB-A372-F94F-4C51170C6882}"/>
                </a:ext>
              </a:extLst>
            </p:cNvPr>
            <p:cNvSpPr txBox="1"/>
            <p:nvPr/>
          </p:nvSpPr>
          <p:spPr>
            <a:xfrm>
              <a:off x="3185083" y="1090431"/>
              <a:ext cx="183334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accent4">
                      <a:lumMod val="75000"/>
                    </a:schemeClr>
                  </a:solidFill>
                  <a:latin typeface="Proxima Nova Lt" panose="02000506030000020004" pitchFamily="50" charset="0"/>
                </a:rPr>
                <a:t>Account Contact Details</a:t>
              </a:r>
            </a:p>
          </p:txBody>
        </p:sp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626CDDA-FAB6-AA58-0BE9-D9BEA48B881B}"/>
              </a:ext>
            </a:extLst>
          </p:cNvPr>
          <p:cNvGrpSpPr/>
          <p:nvPr/>
        </p:nvGrpSpPr>
        <p:grpSpPr>
          <a:xfrm>
            <a:off x="7655903" y="5062442"/>
            <a:ext cx="1833346" cy="809338"/>
            <a:chOff x="410790" y="3221529"/>
            <a:chExt cx="1833346" cy="809338"/>
          </a:xfrm>
        </p:grpSpPr>
        <p:pic>
          <p:nvPicPr>
            <p:cNvPr id="43" name="Graphic 42" descr="Tools outline">
              <a:extLst>
                <a:ext uri="{FF2B5EF4-FFF2-40B4-BE49-F238E27FC236}">
                  <a16:creationId xmlns:a16="http://schemas.microsoft.com/office/drawing/2014/main" id="{2EDECF2C-D2E7-9861-251C-834108D48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71417" y="3221529"/>
              <a:ext cx="512093" cy="512093"/>
            </a:xfrm>
            <a:prstGeom prst="rect">
              <a:avLst/>
            </a:prstGeom>
          </p:spPr>
        </p:pic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0829BEA1-3704-1764-5626-A2079D2EA216}"/>
                </a:ext>
              </a:extLst>
            </p:cNvPr>
            <p:cNvSpPr txBox="1"/>
            <p:nvPr/>
          </p:nvSpPr>
          <p:spPr>
            <a:xfrm>
              <a:off x="410790" y="3692313"/>
              <a:ext cx="183334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rgbClr val="B4B8B8"/>
                  </a:solidFill>
                  <a:latin typeface="Proxima Nova Lt" panose="02000506030000020004" pitchFamily="50" charset="0"/>
                </a:rPr>
                <a:t>Maintenance</a:t>
              </a:r>
            </a:p>
          </p:txBody>
        </p:sp>
      </p:grp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3E825201-5389-8C16-C7E4-6299FDA40B84}"/>
              </a:ext>
            </a:extLst>
          </p:cNvPr>
          <p:cNvGrpSpPr/>
          <p:nvPr/>
        </p:nvGrpSpPr>
        <p:grpSpPr>
          <a:xfrm>
            <a:off x="4023404" y="1392127"/>
            <a:ext cx="1833346" cy="909538"/>
            <a:chOff x="2167870" y="1646971"/>
            <a:chExt cx="1833346" cy="909538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B6D1785A-15A8-822A-F5DA-56F68FFAA8FB}"/>
                </a:ext>
              </a:extLst>
            </p:cNvPr>
            <p:cNvSpPr txBox="1"/>
            <p:nvPr/>
          </p:nvSpPr>
          <p:spPr>
            <a:xfrm>
              <a:off x="2167870" y="2217955"/>
              <a:ext cx="183334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accent4">
                      <a:lumMod val="75000"/>
                    </a:schemeClr>
                  </a:solidFill>
                  <a:latin typeface="Proxima Nova Lt" panose="02000506030000020004" pitchFamily="50" charset="0"/>
                </a:rPr>
                <a:t>Right to Rent</a:t>
              </a:r>
            </a:p>
          </p:txBody>
        </p:sp>
        <p:pic>
          <p:nvPicPr>
            <p:cNvPr id="1052" name="Graphic 1051" descr="Shield Tick outline">
              <a:extLst>
                <a:ext uri="{FF2B5EF4-FFF2-40B4-BE49-F238E27FC236}">
                  <a16:creationId xmlns:a16="http://schemas.microsoft.com/office/drawing/2014/main" id="{45A1025F-8106-2698-2DBA-9212FA6C7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65979" y="1646971"/>
              <a:ext cx="637128" cy="637128"/>
            </a:xfrm>
            <a:prstGeom prst="rect">
              <a:avLst/>
            </a:prstGeom>
          </p:spPr>
        </p:pic>
      </p:grpSp>
      <p:grpSp>
        <p:nvGrpSpPr>
          <p:cNvPr id="1079" name="Group 1078">
            <a:extLst>
              <a:ext uri="{FF2B5EF4-FFF2-40B4-BE49-F238E27FC236}">
                <a16:creationId xmlns:a16="http://schemas.microsoft.com/office/drawing/2014/main" id="{D4617F28-9F32-FBAC-CB8B-3E2D91127876}"/>
              </a:ext>
            </a:extLst>
          </p:cNvPr>
          <p:cNvGrpSpPr/>
          <p:nvPr/>
        </p:nvGrpSpPr>
        <p:grpSpPr>
          <a:xfrm>
            <a:off x="6016487" y="5509013"/>
            <a:ext cx="2141976" cy="1017484"/>
            <a:chOff x="334524" y="1484514"/>
            <a:chExt cx="2141976" cy="1017484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860F0A55-5487-8946-22AB-AF1F9FEF1603}"/>
                </a:ext>
              </a:extLst>
            </p:cNvPr>
            <p:cNvSpPr txBox="1"/>
            <p:nvPr/>
          </p:nvSpPr>
          <p:spPr>
            <a:xfrm>
              <a:off x="334524" y="1917223"/>
              <a:ext cx="21419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rgbClr val="B4B8B8"/>
                  </a:solidFill>
                  <a:latin typeface="Proxima Nova Lt" panose="02000506030000020004" pitchFamily="50" charset="0"/>
                </a:rPr>
                <a:t>Complaints, Grumbles &amp; Incidents</a:t>
              </a:r>
            </a:p>
          </p:txBody>
        </p:sp>
        <p:pic>
          <p:nvPicPr>
            <p:cNvPr id="1060" name="Graphic 1059" descr="Chat outline">
              <a:extLst>
                <a:ext uri="{FF2B5EF4-FFF2-40B4-BE49-F238E27FC236}">
                  <a16:creationId xmlns:a16="http://schemas.microsoft.com/office/drawing/2014/main" id="{5EE5C4E6-F84A-06C5-4158-ED419AC66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6948" y="1484514"/>
              <a:ext cx="637128" cy="637128"/>
            </a:xfrm>
            <a:prstGeom prst="rect">
              <a:avLst/>
            </a:prstGeom>
          </p:spPr>
        </p:pic>
      </p:grpSp>
      <p:sp>
        <p:nvSpPr>
          <p:cNvPr id="1048" name="TextBox 1047">
            <a:extLst>
              <a:ext uri="{FF2B5EF4-FFF2-40B4-BE49-F238E27FC236}">
                <a16:creationId xmlns:a16="http://schemas.microsoft.com/office/drawing/2014/main" id="{06A6DD00-3205-D6F0-F1AA-73D5DB00AD45}"/>
              </a:ext>
            </a:extLst>
          </p:cNvPr>
          <p:cNvSpPr txBox="1"/>
          <p:nvPr/>
        </p:nvSpPr>
        <p:spPr>
          <a:xfrm>
            <a:off x="4658320" y="5362600"/>
            <a:ext cx="1833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B4B8B8"/>
                </a:solidFill>
                <a:latin typeface="Proxima Nova Lt" panose="02000506030000020004" pitchFamily="50" charset="0"/>
              </a:rPr>
              <a:t>Arrears History</a:t>
            </a:r>
          </a:p>
        </p:txBody>
      </p:sp>
      <p:pic>
        <p:nvPicPr>
          <p:cNvPr id="1064" name="Graphic 1063" descr="Coins outline">
            <a:extLst>
              <a:ext uri="{FF2B5EF4-FFF2-40B4-BE49-F238E27FC236}">
                <a16:creationId xmlns:a16="http://schemas.microsoft.com/office/drawing/2014/main" id="{229A4531-6B84-E4A0-9AF6-C5B9DB98FB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180229" y="4816383"/>
            <a:ext cx="637128" cy="637128"/>
          </a:xfrm>
          <a:prstGeom prst="rect">
            <a:avLst/>
          </a:prstGeom>
        </p:spPr>
      </p:pic>
      <p:grpSp>
        <p:nvGrpSpPr>
          <p:cNvPr id="1087" name="Group 1086">
            <a:extLst>
              <a:ext uri="{FF2B5EF4-FFF2-40B4-BE49-F238E27FC236}">
                <a16:creationId xmlns:a16="http://schemas.microsoft.com/office/drawing/2014/main" id="{9EF6A50F-20FB-CCCB-D24F-CF9D45442C0F}"/>
              </a:ext>
            </a:extLst>
          </p:cNvPr>
          <p:cNvGrpSpPr/>
          <p:nvPr/>
        </p:nvGrpSpPr>
        <p:grpSpPr>
          <a:xfrm>
            <a:off x="8362309" y="3780496"/>
            <a:ext cx="1833346" cy="947283"/>
            <a:chOff x="5018429" y="4862706"/>
            <a:chExt cx="1833346" cy="947283"/>
          </a:xfrm>
        </p:grpSpPr>
        <p:pic>
          <p:nvPicPr>
            <p:cNvPr id="53" name="Graphic 52" descr="Box trolley outline">
              <a:extLst>
                <a:ext uri="{FF2B5EF4-FFF2-40B4-BE49-F238E27FC236}">
                  <a16:creationId xmlns:a16="http://schemas.microsoft.com/office/drawing/2014/main" id="{BC390FE2-76FD-CB6D-92F1-96B4690D4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616538" y="4862706"/>
              <a:ext cx="637128" cy="637128"/>
            </a:xfrm>
            <a:prstGeom prst="rect">
              <a:avLst/>
            </a:prstGeom>
          </p:spPr>
        </p:pic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48897905-3C18-5AC7-85B7-BB8A44F1F176}"/>
                </a:ext>
              </a:extLst>
            </p:cNvPr>
            <p:cNvSpPr txBox="1"/>
            <p:nvPr/>
          </p:nvSpPr>
          <p:spPr>
            <a:xfrm>
              <a:off x="5018429" y="5471435"/>
              <a:ext cx="183334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ZA" sz="1600">
                  <a:solidFill>
                    <a:schemeClr val="accent4">
                      <a:lumMod val="75000"/>
                    </a:schemeClr>
                  </a:solidFill>
                  <a:latin typeface="Proxima Nova Lt" panose="02000506030000020004" pitchFamily="50" charset="0"/>
                </a:rPr>
                <a:t>End of Tenancy</a:t>
              </a:r>
            </a:p>
          </p:txBody>
        </p:sp>
      </p:grp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66C421F-A072-41D9-3421-98150872F13E}"/>
              </a:ext>
            </a:extLst>
          </p:cNvPr>
          <p:cNvSpPr/>
          <p:nvPr/>
        </p:nvSpPr>
        <p:spPr>
          <a:xfrm>
            <a:off x="5870065" y="4100171"/>
            <a:ext cx="2395624" cy="11802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rgbClr val="B4B8B8"/>
                </a:solidFill>
              </a:rPr>
              <a:t>Future visibility in Salesforce</a:t>
            </a:r>
            <a:r>
              <a:rPr lang="en-US" sz="1200" b="0" cap="none" spc="0">
                <a:ln w="0"/>
                <a:solidFill>
                  <a:srgbClr val="B4B8B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BE0C1-B41F-B036-2B9E-04F27D61A00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948736" y="3140456"/>
            <a:ext cx="2525309" cy="2554336"/>
          </a:xfrm>
          <a:prstGeom prst="rect">
            <a:avLst/>
          </a:prstGeom>
        </p:spPr>
      </p:pic>
      <p:pic>
        <p:nvPicPr>
          <p:cNvPr id="6" name="Graphic 5" descr="Old Key outline">
            <a:extLst>
              <a:ext uri="{FF2B5EF4-FFF2-40B4-BE49-F238E27FC236}">
                <a16:creationId xmlns:a16="http://schemas.microsoft.com/office/drawing/2014/main" id="{6517AF4B-5BA7-572B-B5FD-492B628F20A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78982" y="2699809"/>
            <a:ext cx="583985" cy="58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4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48FB-4478-FD94-8D6B-0069EF2E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72FAC2-40C5-5671-3869-B7E3A0BFA0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Roadmap</a:t>
            </a:r>
            <a:endParaRPr lang="en-GB" noProof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25D7F3-8E97-3AB3-41C1-D95D37F59E5B}"/>
              </a:ext>
            </a:extLst>
          </p:cNvPr>
          <p:cNvGrpSpPr/>
          <p:nvPr/>
        </p:nvGrpSpPr>
        <p:grpSpPr>
          <a:xfrm>
            <a:off x="2557926" y="-121635"/>
            <a:ext cx="10470687" cy="7863839"/>
            <a:chOff x="1368072" y="-5919"/>
            <a:chExt cx="10470687" cy="7863839"/>
          </a:xfrm>
        </p:grpSpPr>
        <p:sp>
          <p:nvSpPr>
            <p:cNvPr id="5" name="막힌 원호 33">
              <a:extLst>
                <a:ext uri="{FF2B5EF4-FFF2-40B4-BE49-F238E27FC236}">
                  <a16:creationId xmlns:a16="http://schemas.microsoft.com/office/drawing/2014/main" id="{BBCEC3C2-BDE5-0A6A-9377-2A6A48EA395A}"/>
                </a:ext>
              </a:extLst>
            </p:cNvPr>
            <p:cNvSpPr/>
            <p:nvPr/>
          </p:nvSpPr>
          <p:spPr>
            <a:xfrm rot="1367940">
              <a:off x="5702422" y="1721583"/>
              <a:ext cx="6136337" cy="6136337"/>
            </a:xfrm>
            <a:prstGeom prst="blockArc">
              <a:avLst>
                <a:gd name="adj1" fmla="val 10824692"/>
                <a:gd name="adj2" fmla="val 14176548"/>
                <a:gd name="adj3" fmla="val 24921"/>
              </a:avLst>
            </a:prstGeom>
            <a:solidFill>
              <a:srgbClr val="DDEB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Proxima Nova Lt" panose="02000506030000020004" pitchFamily="50" charset="0"/>
              </a:endParaRPr>
            </a:p>
          </p:txBody>
        </p:sp>
        <p:sp>
          <p:nvSpPr>
            <p:cNvPr id="6" name="막힌 원호 5">
              <a:extLst>
                <a:ext uri="{FF2B5EF4-FFF2-40B4-BE49-F238E27FC236}">
                  <a16:creationId xmlns:a16="http://schemas.microsoft.com/office/drawing/2014/main" id="{254B009A-1BBF-F5FA-672E-FCF4FA61854D}"/>
                </a:ext>
              </a:extLst>
            </p:cNvPr>
            <p:cNvSpPr/>
            <p:nvPr/>
          </p:nvSpPr>
          <p:spPr>
            <a:xfrm rot="1367940">
              <a:off x="1368072" y="-5919"/>
              <a:ext cx="6136337" cy="6136337"/>
            </a:xfrm>
            <a:prstGeom prst="blockArc">
              <a:avLst>
                <a:gd name="adj1" fmla="val 7506255"/>
                <a:gd name="adj2" fmla="val 10825511"/>
                <a:gd name="adj3" fmla="val 24901"/>
              </a:avLst>
            </a:prstGeom>
            <a:solidFill>
              <a:srgbClr val="BCD7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Proxima Nova Lt" panose="02000506030000020004" pitchFamily="50" charset="0"/>
              </a:endParaRPr>
            </a:p>
          </p:txBody>
        </p:sp>
        <p:sp>
          <p:nvSpPr>
            <p:cNvPr id="7" name="막힌 원호 6">
              <a:extLst>
                <a:ext uri="{FF2B5EF4-FFF2-40B4-BE49-F238E27FC236}">
                  <a16:creationId xmlns:a16="http://schemas.microsoft.com/office/drawing/2014/main" id="{26EADB51-2461-3EE3-89E8-B4E955C77B61}"/>
                </a:ext>
              </a:extLst>
            </p:cNvPr>
            <p:cNvSpPr/>
            <p:nvPr/>
          </p:nvSpPr>
          <p:spPr>
            <a:xfrm rot="1367940">
              <a:off x="1399971" y="4714"/>
              <a:ext cx="6136337" cy="6136337"/>
            </a:xfrm>
            <a:prstGeom prst="blockArc">
              <a:avLst>
                <a:gd name="adj1" fmla="val 3451719"/>
                <a:gd name="adj2" fmla="val 7430448"/>
                <a:gd name="adj3" fmla="val 24662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Proxima Nova Lt" panose="02000506030000020004" pitchFamily="50" charset="0"/>
              </a:endParaRPr>
            </a:p>
          </p:txBody>
        </p:sp>
        <p:sp>
          <p:nvSpPr>
            <p:cNvPr id="8" name="막힌 원호 7">
              <a:extLst>
                <a:ext uri="{FF2B5EF4-FFF2-40B4-BE49-F238E27FC236}">
                  <a16:creationId xmlns:a16="http://schemas.microsoft.com/office/drawing/2014/main" id="{89007B9D-F0B0-7BD3-37BD-14A55F17E3DE}"/>
                </a:ext>
              </a:extLst>
            </p:cNvPr>
            <p:cNvSpPr/>
            <p:nvPr/>
          </p:nvSpPr>
          <p:spPr>
            <a:xfrm rot="1367940">
              <a:off x="1421237" y="15347"/>
              <a:ext cx="6136337" cy="6136337"/>
            </a:xfrm>
            <a:prstGeom prst="blockArc">
              <a:avLst>
                <a:gd name="adj1" fmla="val 21582016"/>
                <a:gd name="adj2" fmla="val 3337743"/>
                <a:gd name="adj3" fmla="val 251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Proxima Nova Lt" panose="02000506030000020004" pitchFamily="50" charset="0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823F6AF4-9758-2C99-7FF0-7B3AC5296DF6}"/>
                </a:ext>
              </a:extLst>
            </p:cNvPr>
            <p:cNvSpPr/>
            <p:nvPr/>
          </p:nvSpPr>
          <p:spPr>
            <a:xfrm rot="1367940">
              <a:off x="8032621" y="1695952"/>
              <a:ext cx="2283396" cy="1777754"/>
            </a:xfrm>
            <a:custGeom>
              <a:avLst/>
              <a:gdLst>
                <a:gd name="connsiteX0" fmla="*/ 1249286 w 1739989"/>
                <a:gd name="connsiteY0" fmla="*/ 47 h 1354681"/>
                <a:gd name="connsiteX1" fmla="*/ 1682401 w 1739989"/>
                <a:gd name="connsiteY1" fmla="*/ 43302 h 1354681"/>
                <a:gd name="connsiteX2" fmla="*/ 1739989 w 1739989"/>
                <a:gd name="connsiteY2" fmla="*/ 56428 h 1354681"/>
                <a:gd name="connsiteX3" fmla="*/ 1739989 w 1739989"/>
                <a:gd name="connsiteY3" fmla="*/ 1277805 h 1354681"/>
                <a:gd name="connsiteX4" fmla="*/ 1732760 w 1739989"/>
                <a:gd name="connsiteY4" fmla="*/ 1292961 h 1354681"/>
                <a:gd name="connsiteX5" fmla="*/ 623059 w 1739989"/>
                <a:gd name="connsiteY5" fmla="*/ 1354681 h 1354681"/>
                <a:gd name="connsiteX6" fmla="*/ 0 w 1739989"/>
                <a:gd name="connsiteY6" fmla="*/ 352378 h 1354681"/>
                <a:gd name="connsiteX7" fmla="*/ 1249286 w 1739989"/>
                <a:gd name="connsiteY7" fmla="*/ 47 h 13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9989" h="1354681">
                  <a:moveTo>
                    <a:pt x="1249286" y="47"/>
                  </a:moveTo>
                  <a:cubicBezTo>
                    <a:pt x="1394198" y="966"/>
                    <a:pt x="1539214" y="15349"/>
                    <a:pt x="1682401" y="43302"/>
                  </a:cubicBezTo>
                  <a:lnTo>
                    <a:pt x="1739989" y="56428"/>
                  </a:lnTo>
                  <a:lnTo>
                    <a:pt x="1739989" y="1277805"/>
                  </a:lnTo>
                  <a:lnTo>
                    <a:pt x="1732760" y="1292961"/>
                  </a:lnTo>
                  <a:cubicBezTo>
                    <a:pt x="1376518" y="1123048"/>
                    <a:pt x="958261" y="1146311"/>
                    <a:pt x="623059" y="1354681"/>
                  </a:cubicBezTo>
                  <a:lnTo>
                    <a:pt x="0" y="352378"/>
                  </a:lnTo>
                  <a:cubicBezTo>
                    <a:pt x="380742" y="115699"/>
                    <a:pt x="814550" y="-2712"/>
                    <a:pt x="1249286" y="47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  <a:latin typeface="Proxima Nova Lt" panose="02000506030000020004" pitchFamily="50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B4963F-3EF1-7849-2E13-2BC520D7DF05}"/>
              </a:ext>
            </a:extLst>
          </p:cNvPr>
          <p:cNvSpPr txBox="1">
            <a:spLocks/>
          </p:cNvSpPr>
          <p:nvPr/>
        </p:nvSpPr>
        <p:spPr>
          <a:xfrm>
            <a:off x="940445" y="1096380"/>
            <a:ext cx="6867915" cy="395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rgbClr val="7F7F7F"/>
                </a:solidFill>
              </a:rPr>
              <a:t>Future Outcomes for Tenancy Reviews &amp; SVOC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9C4A0-BE75-8245-436D-DF61E25C18F9}"/>
              </a:ext>
            </a:extLst>
          </p:cNvPr>
          <p:cNvSpPr txBox="1"/>
          <p:nvPr/>
        </p:nvSpPr>
        <p:spPr>
          <a:xfrm>
            <a:off x="2719633" y="2782669"/>
            <a:ext cx="1249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  <a:defRPr/>
            </a:pPr>
            <a:r>
              <a:rPr lang="en-GB" sz="1800">
                <a:solidFill>
                  <a:schemeClr val="tx1">
                    <a:lumMod val="65000"/>
                    <a:lumOff val="35000"/>
                  </a:schemeClr>
                </a:solidFill>
              </a:rPr>
              <a:t>Renters’ Rights Bill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2AA34A-CB65-2587-4A9E-10CD2D5D2578}"/>
              </a:ext>
            </a:extLst>
          </p:cNvPr>
          <p:cNvSpPr txBox="1"/>
          <p:nvPr/>
        </p:nvSpPr>
        <p:spPr>
          <a:xfrm>
            <a:off x="3857725" y="4407809"/>
            <a:ext cx="2040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defRPr/>
            </a:pPr>
            <a:r>
              <a:rPr lang="en-GB" sz="1800">
                <a:solidFill>
                  <a:schemeClr val="tx1">
                    <a:lumMod val="65000"/>
                    <a:lumOff val="35000"/>
                  </a:schemeClr>
                </a:solidFill>
              </a:rPr>
              <a:t>Case Management for Formal Challenges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2CA41-D8C0-3315-01F2-19D5E0EFEAE8}"/>
              </a:ext>
            </a:extLst>
          </p:cNvPr>
          <p:cNvSpPr txBox="1"/>
          <p:nvPr/>
        </p:nvSpPr>
        <p:spPr>
          <a:xfrm>
            <a:off x="6204408" y="4318714"/>
            <a:ext cx="17383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  <a:defRPr/>
            </a:pPr>
            <a:r>
              <a:rPr lang="en-GB">
                <a:solidFill>
                  <a:schemeClr val="bg1"/>
                </a:solidFill>
              </a:rPr>
              <a:t>Rent Collection &amp; Arrears Management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7FFED2-3E98-4303-2558-6A30ADE8E4E8}"/>
              </a:ext>
            </a:extLst>
          </p:cNvPr>
          <p:cNvSpPr txBox="1"/>
          <p:nvPr/>
        </p:nvSpPr>
        <p:spPr>
          <a:xfrm>
            <a:off x="7471488" y="2458509"/>
            <a:ext cx="2017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  <a:defRPr/>
            </a:pP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Online </a:t>
            </a:r>
            <a:b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Change of Sharer Forms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31AA1E-2DE1-6BBC-BC32-F4DF10A9F3DC}"/>
              </a:ext>
            </a:extLst>
          </p:cNvPr>
          <p:cNvSpPr txBox="1"/>
          <p:nvPr/>
        </p:nvSpPr>
        <p:spPr>
          <a:xfrm>
            <a:off x="9693340" y="1987319"/>
            <a:ext cx="17383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  <a:defRPr/>
            </a:pP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Single View of Commercial Tenancies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71C46EED-6AF3-6E8D-A748-0FCE160C2DB5}"/>
              </a:ext>
            </a:extLst>
          </p:cNvPr>
          <p:cNvSpPr txBox="1">
            <a:spLocks/>
          </p:cNvSpPr>
          <p:nvPr/>
        </p:nvSpPr>
        <p:spPr>
          <a:xfrm>
            <a:off x="363227" y="1861735"/>
            <a:ext cx="1978689" cy="3583103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spcAft>
                <a:spcPts val="1200"/>
              </a:spcAft>
              <a:buNone/>
              <a:defRPr/>
            </a:pPr>
            <a:r>
              <a:rPr lang="en-GB" b="1">
                <a:solidFill>
                  <a:srgbClr val="BCD727"/>
                </a:solidFill>
              </a:rPr>
              <a:t>Renters’ Rights Bill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>
                <a:latin typeface="+mj-lt"/>
              </a:rPr>
              <a:t>Add/update S13 &amp; new lease documents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>
                <a:latin typeface="+mj-lt"/>
              </a:rPr>
              <a:t>Update tenancy review notification email &amp; Form Assembly wording.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>
                <a:latin typeface="+mj-lt"/>
              </a:rPr>
              <a:t>Minor enhancements to tenancy review opportunities. 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GB">
                <a:latin typeface="+mj-lt"/>
              </a:rPr>
              <a:t>New lease process enhancements</a:t>
            </a:r>
          </a:p>
          <a:p>
            <a:pPr marL="285750" indent="-285750">
              <a:spcBef>
                <a:spcPts val="1001"/>
              </a:spcBef>
              <a:defRPr/>
            </a:pPr>
            <a:endParaRPr lang="en-GB">
              <a:latin typeface="+mj-lt"/>
            </a:endParaRPr>
          </a:p>
          <a:p>
            <a:pPr marL="285750" indent="-285750">
              <a:spcBef>
                <a:spcPts val="1001"/>
              </a:spcBef>
              <a:defRPr/>
            </a:pPr>
            <a:endParaRPr lang="en-GB">
              <a:latin typeface="+mj-lt"/>
            </a:endParaRP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BAF083-CE26-C35B-43AD-BD80BB333059}"/>
              </a:ext>
            </a:extLst>
          </p:cNvPr>
          <p:cNvCxnSpPr/>
          <p:nvPr/>
        </p:nvCxnSpPr>
        <p:spPr>
          <a:xfrm flipH="1">
            <a:off x="255533" y="2137024"/>
            <a:ext cx="2479026" cy="0"/>
          </a:xfrm>
          <a:prstGeom prst="straightConnector1">
            <a:avLst/>
          </a:prstGeom>
          <a:ln w="25400">
            <a:solidFill>
              <a:srgbClr val="BCD727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88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FF77-D64A-3FF7-B541-F01D7083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E77E52-2580-DC4F-7A4C-292A96BF5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3200" noProof="0">
                <a:solidFill>
                  <a:schemeClr val="accent6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46738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B2F47-3F1E-4B42-822A-F48433BEE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667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B4B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hidden="1">
            <a:extLst>
              <a:ext uri="{FF2B5EF4-FFF2-40B4-BE49-F238E27FC236}">
                <a16:creationId xmlns:a16="http://schemas.microsoft.com/office/drawing/2014/main" id="{B5F438DC-3DFD-5C4E-8814-3F2C8F03AC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60949" y="-7108723"/>
            <a:ext cx="29984366" cy="200124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99C00-BE04-8C05-7B4F-3619094F5CC3}"/>
              </a:ext>
            </a:extLst>
          </p:cNvPr>
          <p:cNvSpPr txBox="1"/>
          <p:nvPr/>
        </p:nvSpPr>
        <p:spPr>
          <a:xfrm>
            <a:off x="446975" y="2534353"/>
            <a:ext cx="117450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Proxima Nova Lt" panose="02000506030000020004" pitchFamily="50" charset="0"/>
              </a:rPr>
              <a:t>Appendix</a:t>
            </a:r>
          </a:p>
        </p:txBody>
      </p:sp>
      <p:sp>
        <p:nvSpPr>
          <p:cNvPr id="3" name="Rectangle: Diagonal Corners Rounded 6">
            <a:extLst>
              <a:ext uri="{FF2B5EF4-FFF2-40B4-BE49-F238E27FC236}">
                <a16:creationId xmlns:a16="http://schemas.microsoft.com/office/drawing/2014/main" id="{5B4D362B-D657-429D-32B0-21BFE1498240}"/>
              </a:ext>
            </a:extLst>
          </p:cNvPr>
          <p:cNvSpPr/>
          <p:nvPr/>
        </p:nvSpPr>
        <p:spPr>
          <a:xfrm rot="10800000">
            <a:off x="446974" y="-1059451"/>
            <a:ext cx="12623567" cy="7153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2" y="0"/>
                </a:moveTo>
                <a:lnTo>
                  <a:pt x="19990" y="0"/>
                </a:lnTo>
                <a:cubicBezTo>
                  <a:pt x="20879" y="0"/>
                  <a:pt x="21600" y="1272"/>
                  <a:pt x="21600" y="2841"/>
                </a:cubicBezTo>
                <a:lnTo>
                  <a:pt x="21600" y="19374"/>
                </a:lnTo>
                <a:cubicBezTo>
                  <a:pt x="21600" y="20603"/>
                  <a:pt x="21035" y="21600"/>
                  <a:pt x="20338" y="21600"/>
                </a:cubicBezTo>
                <a:lnTo>
                  <a:pt x="1610" y="21600"/>
                </a:lnTo>
                <a:cubicBezTo>
                  <a:pt x="721" y="21600"/>
                  <a:pt x="0" y="20328"/>
                  <a:pt x="0" y="18759"/>
                </a:cubicBezTo>
                <a:lnTo>
                  <a:pt x="0" y="2226"/>
                </a:lnTo>
                <a:cubicBezTo>
                  <a:pt x="0" y="997"/>
                  <a:pt x="565" y="0"/>
                  <a:pt x="1262" y="0"/>
                </a:cubicBezTo>
                <a:close/>
              </a:path>
            </a:pathLst>
          </a:custGeom>
          <a:ln w="25400">
            <a:solidFill>
              <a:schemeClr val="bg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BCD727"/>
                </a:solidFill>
              </a:defRPr>
            </a:pPr>
            <a:endParaRPr lang="en-GB" noProof="0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322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8DA0A3-5BEB-2AA1-C2A1-888A04EC5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F1CA3-9CB2-CB9A-3D75-6D93C8D7D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noProof="0">
                <a:latin typeface="Proxima Nova Lt"/>
              </a:rPr>
              <a:t>Objectives</a:t>
            </a:r>
            <a:endParaRPr lang="en-GB" noProof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1B146DE-3480-F1F3-2768-163CB7E2613C}"/>
              </a:ext>
            </a:extLst>
          </p:cNvPr>
          <p:cNvSpPr txBox="1">
            <a:spLocks/>
          </p:cNvSpPr>
          <p:nvPr/>
        </p:nvSpPr>
        <p:spPr>
          <a:xfrm>
            <a:off x="940446" y="1147566"/>
            <a:ext cx="10903218" cy="395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rgbClr val="7F7F7F"/>
                </a:solidFill>
                <a:latin typeface="Proxima Nova Rg" panose="02000506030000020004" pitchFamily="50" charset="0"/>
              </a:rPr>
              <a:t>Single View of Tenancy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1ADBEA2-F982-6391-277F-B69C8C227BAF}"/>
              </a:ext>
            </a:extLst>
          </p:cNvPr>
          <p:cNvSpPr txBox="1">
            <a:spLocks/>
          </p:cNvSpPr>
          <p:nvPr/>
        </p:nvSpPr>
        <p:spPr>
          <a:xfrm>
            <a:off x="1071709" y="2541684"/>
            <a:ext cx="2417892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CAAFCEB-9013-4A4F-0814-E88BA94E89AF}"/>
              </a:ext>
            </a:extLst>
          </p:cNvPr>
          <p:cNvSpPr txBox="1">
            <a:spLocks/>
          </p:cNvSpPr>
          <p:nvPr/>
        </p:nvSpPr>
        <p:spPr>
          <a:xfrm>
            <a:off x="846536" y="2392494"/>
            <a:ext cx="3099343" cy="236224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None/>
              <a:defRPr/>
            </a:pPr>
            <a:r>
              <a:rPr lang="en-ZA" sz="1800">
                <a:solidFill>
                  <a:srgbClr val="7F7F7F"/>
                </a:solidFill>
                <a:latin typeface="Proxima Nova Rg" panose="02000506030000020004" pitchFamily="50" charset="0"/>
              </a:rPr>
              <a:t>Create the Concept of a Tenancy in Salesforce </a:t>
            </a:r>
            <a:endParaRPr lang="en-GB" sz="1800" noProof="0">
              <a:solidFill>
                <a:srgbClr val="7F7F7F"/>
              </a:solidFill>
              <a:latin typeface="Proxima Nova Rg" panose="02000506030000020004" pitchFamily="50" charset="0"/>
            </a:endParaRPr>
          </a:p>
          <a:p>
            <a:pPr marL="285750" indent="-285750">
              <a:spcBef>
                <a:spcPts val="1001"/>
              </a:spcBef>
              <a:defRPr/>
            </a:pPr>
            <a:r>
              <a:rPr kumimoji="0" lang="en-ZA" sz="1800" u="none" strike="noStrike" kern="1200" cap="none" spc="0" normalizeH="0" baseline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Align Salesforce &amp; Qube tenancy data models.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kumimoji="0" lang="en-ZA" sz="1800" u="none" strike="noStrike" kern="1200" cap="none" spc="0" normalizeH="0" baseline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Map Salesforce tenancies directly to Qube tenancies. 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Foundation to simplify future integrations.</a:t>
            </a:r>
          </a:p>
          <a:p>
            <a:pPr>
              <a:spcBef>
                <a:spcPts val="0"/>
              </a:spcBef>
              <a:spcAft>
                <a:spcPts val="500"/>
              </a:spcAft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0872D4E2-C412-2A75-D8F7-8A57D262960F}"/>
              </a:ext>
            </a:extLst>
          </p:cNvPr>
          <p:cNvSpPr txBox="1">
            <a:spLocks/>
          </p:cNvSpPr>
          <p:nvPr/>
        </p:nvSpPr>
        <p:spPr>
          <a:xfrm>
            <a:off x="4597739" y="2394716"/>
            <a:ext cx="3099343" cy="2362249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Clr>
                <a:srgbClr val="BCD727"/>
              </a:buClr>
              <a:buNone/>
              <a:defRPr/>
            </a:pP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Provide Single View of Tenancy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Provide a single view of all tenants &amp; related parties, associated opportunities, and contracts within Salesforce.</a:t>
            </a:r>
          </a:p>
          <a:p>
            <a:pPr marL="285750" indent="-285750">
              <a:spcBef>
                <a:spcPts val="1001"/>
              </a:spcBef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Link related tenancies.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58C66683-F928-75E5-2E3D-FF04D98003BB}"/>
              </a:ext>
            </a:extLst>
          </p:cNvPr>
          <p:cNvSpPr txBox="1">
            <a:spLocks/>
          </p:cNvSpPr>
          <p:nvPr/>
        </p:nvSpPr>
        <p:spPr>
          <a:xfrm>
            <a:off x="8348942" y="2392494"/>
            <a:ext cx="3195358" cy="3025668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Clr>
                <a:srgbClr val="BCD727"/>
              </a:buClr>
              <a:buNone/>
              <a:defRPr/>
            </a:pPr>
            <a:r>
              <a:rPr lang="en-GB" sz="1800" noProof="0">
                <a:solidFill>
                  <a:srgbClr val="7F7F7F"/>
                </a:solidFill>
                <a:latin typeface="Proxima Nova Rg" panose="02000506030000020004" pitchFamily="50" charset="0"/>
              </a:rPr>
              <a:t>Data Accuracy &amp; Completeness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ZA" sz="1800">
                <a:solidFill>
                  <a:srgbClr val="7F7F7F"/>
                </a:solidFill>
                <a:latin typeface="+mj-lt"/>
              </a:rPr>
              <a:t>Visibility into all current residential tenancies in Salesforce.</a:t>
            </a:r>
            <a:endParaRPr lang="en-ZA" sz="1800" noProof="0">
              <a:solidFill>
                <a:srgbClr val="7F7F7F"/>
              </a:solidFill>
              <a:latin typeface="+mj-lt"/>
            </a:endParaRP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ZA" sz="1800" noProof="0">
                <a:solidFill>
                  <a:srgbClr val="7F7F7F"/>
                </a:solidFill>
                <a:latin typeface="+mj-lt"/>
              </a:rPr>
              <a:t>Maintain an accurate record in Salesforce of which tenancies and tenants are current &amp; who has vacated.</a:t>
            </a:r>
          </a:p>
          <a:p>
            <a:pPr marL="285750" indent="-285750">
              <a:spcBef>
                <a:spcPts val="1001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/>
            </a:pPr>
            <a:r>
              <a:rPr lang="en-ZA" sz="1800" noProof="0">
                <a:solidFill>
                  <a:srgbClr val="7F7F7F"/>
                </a:solidFill>
                <a:latin typeface="+mj-lt"/>
              </a:rPr>
              <a:t>Trusted data from which tenancy review opportunities may be reliably created. </a:t>
            </a:r>
          </a:p>
          <a:p>
            <a:pPr>
              <a:spcBef>
                <a:spcPts val="0"/>
              </a:spcBef>
              <a:spcAft>
                <a:spcPts val="500"/>
              </a:spcAft>
              <a:buSzPct val="60000"/>
              <a:buFont typeface="Verdana" panose="020B0604030504040204" pitchFamily="34" charset="0"/>
              <a:buChar char="•"/>
              <a:defRPr/>
            </a:pPr>
            <a:endParaRPr kumimoji="0" lang="en-ZA" sz="1800" u="none" strike="noStrike" kern="1200" cap="none" spc="0" normalizeH="0" baseline="0" noProof="0">
              <a:ln>
                <a:noFill/>
              </a:ln>
              <a:solidFill>
                <a:srgbClr val="6E7878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5B172D-0E0D-8D8C-0370-63DF32DEA279}"/>
              </a:ext>
            </a:extLst>
          </p:cNvPr>
          <p:cNvGrpSpPr/>
          <p:nvPr/>
        </p:nvGrpSpPr>
        <p:grpSpPr>
          <a:xfrm>
            <a:off x="4249192" y="2388519"/>
            <a:ext cx="3752088" cy="3029643"/>
            <a:chOff x="4249192" y="2361223"/>
            <a:chExt cx="3752088" cy="198217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E89485-45D0-40CE-F1D4-18BF5F3965D0}"/>
                </a:ext>
              </a:extLst>
            </p:cNvPr>
            <p:cNvCxnSpPr>
              <a:cxnSpLocks/>
            </p:cNvCxnSpPr>
            <p:nvPr/>
          </p:nvCxnSpPr>
          <p:spPr>
            <a:xfrm>
              <a:off x="8001280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A75CE86-0930-EE24-C7F7-2FD468A258E2}"/>
                </a:ext>
              </a:extLst>
            </p:cNvPr>
            <p:cNvCxnSpPr>
              <a:cxnSpLocks/>
            </p:cNvCxnSpPr>
            <p:nvPr/>
          </p:nvCxnSpPr>
          <p:spPr>
            <a:xfrm>
              <a:off x="4249192" y="2361223"/>
              <a:ext cx="0" cy="1982177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78AD0EE5-D7E5-465D-5A81-B420B53AD5C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36" y="1730289"/>
            <a:ext cx="622359" cy="622359"/>
          </a:xfrm>
          <a:prstGeom prst="rect">
            <a:avLst/>
          </a:prstGeom>
        </p:spPr>
      </p:pic>
      <p:pic>
        <p:nvPicPr>
          <p:cNvPr id="40" name="Graphic 39" descr="Shield Tick outline">
            <a:extLst>
              <a:ext uri="{FF2B5EF4-FFF2-40B4-BE49-F238E27FC236}">
                <a16:creationId xmlns:a16="http://schemas.microsoft.com/office/drawing/2014/main" id="{294CAEEA-91CB-C36B-70A9-080615D63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1929" y="1730289"/>
            <a:ext cx="622358" cy="622358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1ACC4D9-B097-9D5F-16AC-C2CB2FFC876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506" y="1760562"/>
            <a:ext cx="561812" cy="5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06640"/>
      </p:ext>
    </p:extLst>
  </p:cSld>
  <p:clrMapOvr>
    <a:masterClrMapping/>
  </p:clrMapOvr>
</p:sld>
</file>

<file path=ppt/theme/theme1.xml><?xml version="1.0" encoding="utf-8"?>
<a:theme xmlns:a="http://schemas.openxmlformats.org/drawingml/2006/main" name="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2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ull Blank">
  <a:themeElements>
    <a:clrScheme name="Open Box Colours">
      <a:dk1>
        <a:sysClr val="windowText" lastClr="000000"/>
      </a:dk1>
      <a:lt1>
        <a:sysClr val="window" lastClr="FFFFFF"/>
      </a:lt1>
      <a:dk2>
        <a:srgbClr val="6E7878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13</Value>
      <Value>12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02c40aa7-d2e0-4382-9499-d2253b5d2a95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Props1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AD0CEA-5E55-4501-8993-E173607DEC20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20CA7A4-D376-4C49-A863-ECD8452C47E2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bd82620c-6975-47c3-9533-ab6b5493ada3}" enabled="0" method="" siteId="{bd82620c-6975-47c3-9533-ab6b5493ad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General Presentation Theme</Template>
  <Application>Microsoft Office PowerPoint</Application>
  <PresentationFormat>Widescreen</PresentationFormat>
  <Slides>14</Slides>
  <Notes>7</Notes>
  <HiddenSlides>2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1. Title Slides</vt:lpstr>
      <vt:lpstr>1_1. Title Slides</vt:lpstr>
      <vt:lpstr>2. Agenda</vt:lpstr>
      <vt:lpstr>3. City Background</vt:lpstr>
      <vt:lpstr>4. Blank Background</vt:lpstr>
      <vt:lpstr>Full 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revision>1</cp:revision>
  <dcterms:created xsi:type="dcterms:W3CDTF">2017-07-12T09:03:21Z</dcterms:created>
  <dcterms:modified xsi:type="dcterms:W3CDTF">2025-07-25T13:09:24Z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Project Document Type">
    <vt:lpwstr>12;#Presentation|02c40aa7-d2e0-4382-9499-d2253b5d2a95</vt:lpwstr>
  </property>
  <property fmtid="{D5CDD505-2E9C-101B-9397-08002B2CF9AE}" pid="15" name="Division">
    <vt:lpwstr>13;#Salesforce|65ce3b0d-68ef-4d0b-ac56-177d5509cec4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  <property fmtid="{D5CDD505-2E9C-101B-9397-08002B2CF9AE}" pid="18" name="SharedWithUsers">
    <vt:lpwstr>177;#Handre Van Der Merwe;#210;#Sam Duncan;#23;#Craig Mackintosh;#255;#Tapiwa Shumba</vt:lpwstr>
  </property>
  <property fmtid="{D5CDD505-2E9C-101B-9397-08002B2CF9AE}" pid="19" name="Project_x0020_Document_x0020_Type">
    <vt:lpwstr>12;#Presentation|02c40aa7-d2e0-4382-9499-d2253b5d2a95</vt:lpwstr>
  </property>
  <property fmtid="{D5CDD505-2E9C-101B-9397-08002B2CF9AE}" pid="20" name="Client_x0020_Project">
    <vt:lpwstr/>
  </property>
</Properties>
</file>