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4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5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5"/>
    <p:sldMasterId id="2147483684" r:id="rId6"/>
    <p:sldMasterId id="2147483677" r:id="rId7"/>
    <p:sldMasterId id="2147483663" r:id="rId8"/>
    <p:sldMasterId id="2147483653" r:id="rId9"/>
    <p:sldMasterId id="2147483682" r:id="rId10"/>
  </p:sldMasterIdLst>
  <p:notesMasterIdLst>
    <p:notesMasterId r:id="rId27"/>
  </p:notesMasterIdLst>
  <p:sldIdLst>
    <p:sldId id="490" r:id="rId11"/>
    <p:sldId id="318" r:id="rId12"/>
    <p:sldId id="484" r:id="rId13"/>
    <p:sldId id="644" r:id="rId14"/>
    <p:sldId id="645" r:id="rId15"/>
    <p:sldId id="646" r:id="rId16"/>
    <p:sldId id="643" r:id="rId17"/>
    <p:sldId id="642" r:id="rId18"/>
    <p:sldId id="641" r:id="rId19"/>
    <p:sldId id="461" r:id="rId20"/>
    <p:sldId id="633" r:id="rId21"/>
    <p:sldId id="541" r:id="rId22"/>
    <p:sldId id="543" r:id="rId23"/>
    <p:sldId id="546" r:id="rId24"/>
    <p:sldId id="544" r:id="rId25"/>
    <p:sldId id="547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30D6411-7978-41C6-9982-043F23376546}">
          <p14:sldIdLst>
            <p14:sldId id="490"/>
            <p14:sldId id="318"/>
            <p14:sldId id="484"/>
            <p14:sldId id="644"/>
            <p14:sldId id="645"/>
            <p14:sldId id="646"/>
            <p14:sldId id="643"/>
            <p14:sldId id="642"/>
            <p14:sldId id="641"/>
            <p14:sldId id="461"/>
            <p14:sldId id="633"/>
            <p14:sldId id="541"/>
            <p14:sldId id="543"/>
            <p14:sldId id="546"/>
            <p14:sldId id="544"/>
            <p14:sldId id="547"/>
          </p14:sldIdLst>
        </p14:section>
        <p14:section name="Recycle Bin" id="{44FD4C45-270F-4052-BFA9-22F0D2BA6433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6355633-B58B-FA2B-F94C-72D860131590}" name="Craig Mackintosh" initials="CM" userId="S::cmackintosh@openboxsoftware.com::60563cfe-5481-48be-93e8-059b7c3b7ecd" providerId="AD"/>
  <p188:author id="{C2738A47-0931-5B04-1172-CB56C1D1FB87}" name="Nikki Papenfus" initials="NP" userId="S::npapenfus@openboxsoftware.com::2a405823-0c8b-419b-afb6-8159926c2e17" providerId="AD"/>
  <p188:author id="{B27D6C62-A87E-9EA8-949E-BE3DB87D866D}" name="Shaun Barrett" initials="SB" userId="S::sbarrett@openboxsoftware.com::2e21295b-21c9-4734-b4c8-23b29a1a1ba3" providerId="AD"/>
  <p188:author id="{F676EB76-A351-5D1A-90C7-82F15A7D79D3}" name="Handre Van Der Merwe" initials="HVDM" userId="S::hvandermerwe@openboxsoftware.com::cff7518e-6e24-4c87-9d41-565d39f45972" providerId="AD"/>
  <p188:author id="{411D59CB-E194-D74B-FCF5-28A77AEB51E7}" name="Sam Duncan" initials="SD" userId="S::sduncan@openboxsoftware.com::c1d0992b-0ec5-443a-8c6c-87e1361e2b1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D727"/>
    <a:srgbClr val="D9D9D9"/>
    <a:srgbClr val="B4B8B8"/>
    <a:srgbClr val="92D050"/>
    <a:srgbClr val="7F7F7F"/>
    <a:srgbClr val="999999"/>
    <a:srgbClr val="D8D8D8"/>
    <a:srgbClr val="33CCFF"/>
    <a:srgbClr val="F0B968"/>
    <a:srgbClr val="DDEB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061F76-90F1-4A9D-84B9-6D60FA28B830}" v="150" dt="2025-06-03T14:41:59.981"/>
    <p1510:client id="{DE03B92C-F727-44AB-92F7-FFC98DB7FF61}" v="11" dt="2025-06-03T14:20:46.8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" Type="http://schemas.openxmlformats.org/officeDocument/2006/relationships/customXml" Target="../customXml/item3.xml"/><Relationship Id="rId21" Type="http://schemas.openxmlformats.org/officeDocument/2006/relationships/slide" Target="slides/slide11.xml"/><Relationship Id="rId34" Type="http://schemas.microsoft.com/office/2018/10/relationships/authors" Target="authors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microsoft.com/office/2016/11/relationships/changesInfo" Target="changesInfos/changesInfo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presProps" Target="presProps.xml"/><Relationship Id="rId10" Type="http://schemas.openxmlformats.org/officeDocument/2006/relationships/slideMaster" Target="slideMasters/slideMaster6.xml"/><Relationship Id="rId19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5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Master" Target="slideMasters/slideMaster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ki Papenfus" userId="S::npapenfus@openboxsoftware.com::2a405823-0c8b-419b-afb6-8159926c2e17" providerId="AD" clId="Web-{DD1E764C-C590-BF9F-F48E-2A5E02855088}"/>
    <pc:docChg chg="modSld">
      <pc:chgData name="Nikki Papenfus" userId="S::npapenfus@openboxsoftware.com::2a405823-0c8b-419b-afb6-8159926c2e17" providerId="AD" clId="Web-{DD1E764C-C590-BF9F-F48E-2A5E02855088}" dt="2025-06-02T09:32:22.522" v="13" actId="20577"/>
      <pc:docMkLst>
        <pc:docMk/>
      </pc:docMkLst>
      <pc:sldChg chg="modSp modCm">
        <pc:chgData name="Nikki Papenfus" userId="S::npapenfus@openboxsoftware.com::2a405823-0c8b-419b-afb6-8159926c2e17" providerId="AD" clId="Web-{DD1E764C-C590-BF9F-F48E-2A5E02855088}" dt="2025-06-02T09:32:22.522" v="13" actId="20577"/>
        <pc:sldMkLst>
          <pc:docMk/>
          <pc:sldMk cId="2929070353" sldId="645"/>
        </pc:sldMkLst>
        <pc:spChg chg="mod">
          <ac:chgData name="Nikki Papenfus" userId="S::npapenfus@openboxsoftware.com::2a405823-0c8b-419b-afb6-8159926c2e17" providerId="AD" clId="Web-{DD1E764C-C590-BF9F-F48E-2A5E02855088}" dt="2025-06-02T09:32:22.522" v="13" actId="20577"/>
          <ac:spMkLst>
            <pc:docMk/>
            <pc:sldMk cId="2929070353" sldId="645"/>
            <ac:spMk id="24" creationId="{34F6AA15-39EA-94B3-1382-B107091C969F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Nikki Papenfus" userId="S::npapenfus@openboxsoftware.com::2a405823-0c8b-419b-afb6-8159926c2e17" providerId="AD" clId="Web-{DD1E764C-C590-BF9F-F48E-2A5E02855088}" dt="2025-06-02T09:32:14.240" v="12" actId="20577"/>
              <pc2:cmMkLst xmlns:pc2="http://schemas.microsoft.com/office/powerpoint/2019/9/main/command">
                <pc:docMk/>
                <pc:sldMk cId="2929070353" sldId="645"/>
                <pc2:cmMk id="{71241AE9-F14E-8E46-8E2C-DDE8E8FD5153}"/>
              </pc2:cmMkLst>
            </pc226:cmChg>
          </p:ext>
        </pc:extLst>
      </pc:sldChg>
    </pc:docChg>
  </pc:docChgLst>
  <pc:docChgLst>
    <pc:chgData name="Nikki Papenfus" userId="2a405823-0c8b-419b-afb6-8159926c2e17" providerId="ADAL" clId="{8F061F76-90F1-4A9D-84B9-6D60FA28B830}"/>
    <pc:docChg chg="undo redo custSel addSld delSld modSld sldOrd modSection">
      <pc:chgData name="Nikki Papenfus" userId="2a405823-0c8b-419b-afb6-8159926c2e17" providerId="ADAL" clId="{8F061F76-90F1-4A9D-84B9-6D60FA28B830}" dt="2025-06-03T14:42:35.918" v="13508" actId="14100"/>
      <pc:docMkLst>
        <pc:docMk/>
      </pc:docMkLst>
      <pc:sldChg chg="modSp mod">
        <pc:chgData name="Nikki Papenfus" userId="2a405823-0c8b-419b-afb6-8159926c2e17" providerId="ADAL" clId="{8F061F76-90F1-4A9D-84B9-6D60FA28B830}" dt="2025-05-29T15:11:18.459" v="11620" actId="6549"/>
        <pc:sldMkLst>
          <pc:docMk/>
          <pc:sldMk cId="2898931480" sldId="318"/>
        </pc:sldMkLst>
        <pc:spChg chg="mod">
          <ac:chgData name="Nikki Papenfus" userId="2a405823-0c8b-419b-afb6-8159926c2e17" providerId="ADAL" clId="{8F061F76-90F1-4A9D-84B9-6D60FA28B830}" dt="2025-05-29T15:11:18.459" v="11620" actId="6549"/>
          <ac:spMkLst>
            <pc:docMk/>
            <pc:sldMk cId="2898931480" sldId="318"/>
            <ac:spMk id="2" creationId="{22755BA2-B953-4F06-9DC7-ACF132689491}"/>
          </ac:spMkLst>
        </pc:spChg>
      </pc:sldChg>
      <pc:sldChg chg="addSp delSp modSp mod ord">
        <pc:chgData name="Nikki Papenfus" userId="2a405823-0c8b-419b-afb6-8159926c2e17" providerId="ADAL" clId="{8F061F76-90F1-4A9D-84B9-6D60FA28B830}" dt="2025-05-29T15:08:08.124" v="11511" actId="790"/>
        <pc:sldMkLst>
          <pc:docMk/>
          <pc:sldMk cId="89667174" sldId="461"/>
        </pc:sldMkLst>
        <pc:spChg chg="mod">
          <ac:chgData name="Nikki Papenfus" userId="2a405823-0c8b-419b-afb6-8159926c2e17" providerId="ADAL" clId="{8F061F76-90F1-4A9D-84B9-6D60FA28B830}" dt="2025-05-29T15:08:08.124" v="11511" actId="790"/>
          <ac:spMkLst>
            <pc:docMk/>
            <pc:sldMk cId="89667174" sldId="461"/>
            <ac:spMk id="2" creationId="{9BEB2F47-3F1E-4B42-822A-F48433BEE2DA}"/>
          </ac:spMkLst>
        </pc:spChg>
      </pc:sldChg>
      <pc:sldChg chg="del ord">
        <pc:chgData name="Nikki Papenfus" userId="2a405823-0c8b-419b-afb6-8159926c2e17" providerId="ADAL" clId="{8F061F76-90F1-4A9D-84B9-6D60FA28B830}" dt="2025-05-22T10:11:12.062" v="2342" actId="47"/>
        <pc:sldMkLst>
          <pc:docMk/>
          <pc:sldMk cId="2724100360" sldId="481"/>
        </pc:sldMkLst>
      </pc:sldChg>
      <pc:sldChg chg="addSp delSp modSp mod ord">
        <pc:chgData name="Nikki Papenfus" userId="2a405823-0c8b-419b-afb6-8159926c2e17" providerId="ADAL" clId="{8F061F76-90F1-4A9D-84B9-6D60FA28B830}" dt="2025-05-30T08:12:01.887" v="13235" actId="113"/>
        <pc:sldMkLst>
          <pc:docMk/>
          <pc:sldMk cId="324089379" sldId="484"/>
        </pc:sldMkLst>
        <pc:spChg chg="mod">
          <ac:chgData name="Nikki Papenfus" userId="2a405823-0c8b-419b-afb6-8159926c2e17" providerId="ADAL" clId="{8F061F76-90F1-4A9D-84B9-6D60FA28B830}" dt="2025-05-29T15:08:08.124" v="11511" actId="790"/>
          <ac:spMkLst>
            <pc:docMk/>
            <pc:sldMk cId="324089379" sldId="484"/>
            <ac:spMk id="2" creationId="{364FA3ED-45CE-F446-D70D-820D59759C1D}"/>
          </ac:spMkLst>
        </pc:spChg>
        <pc:spChg chg="add mod">
          <ac:chgData name="Nikki Papenfus" userId="2a405823-0c8b-419b-afb6-8159926c2e17" providerId="ADAL" clId="{8F061F76-90F1-4A9D-84B9-6D60FA28B830}" dt="2025-05-30T08:12:01.887" v="13235" actId="113"/>
          <ac:spMkLst>
            <pc:docMk/>
            <pc:sldMk cId="324089379" sldId="484"/>
            <ac:spMk id="3" creationId="{326D388C-0F50-393A-A35D-62B7A499DA71}"/>
          </ac:spMkLst>
        </pc:spChg>
      </pc:sldChg>
      <pc:sldChg chg="addSp delSp modSp del mod ord">
        <pc:chgData name="Nikki Papenfus" userId="2a405823-0c8b-419b-afb6-8159926c2e17" providerId="ADAL" clId="{8F061F76-90F1-4A9D-84B9-6D60FA28B830}" dt="2025-05-23T14:22:14.420" v="7915" actId="47"/>
        <pc:sldMkLst>
          <pc:docMk/>
          <pc:sldMk cId="975271368" sldId="485"/>
        </pc:sldMkLst>
      </pc:sldChg>
      <pc:sldChg chg="del ord">
        <pc:chgData name="Nikki Papenfus" userId="2a405823-0c8b-419b-afb6-8159926c2e17" providerId="ADAL" clId="{8F061F76-90F1-4A9D-84B9-6D60FA28B830}" dt="2025-05-23T14:22:16.100" v="7916" actId="47"/>
        <pc:sldMkLst>
          <pc:docMk/>
          <pc:sldMk cId="3547567370" sldId="486"/>
        </pc:sldMkLst>
      </pc:sldChg>
      <pc:sldChg chg="modSp del mod">
        <pc:chgData name="Nikki Papenfus" userId="2a405823-0c8b-419b-afb6-8159926c2e17" providerId="ADAL" clId="{8F061F76-90F1-4A9D-84B9-6D60FA28B830}" dt="2025-05-22T07:25:56.361" v="67" actId="47"/>
        <pc:sldMkLst>
          <pc:docMk/>
          <pc:sldMk cId="52612252" sldId="487"/>
        </pc:sldMkLst>
      </pc:sldChg>
      <pc:sldChg chg="modSp del mod">
        <pc:chgData name="Nikki Papenfus" userId="2a405823-0c8b-419b-afb6-8159926c2e17" providerId="ADAL" clId="{8F061F76-90F1-4A9D-84B9-6D60FA28B830}" dt="2025-05-22T07:26:37.548" v="69" actId="47"/>
        <pc:sldMkLst>
          <pc:docMk/>
          <pc:sldMk cId="3589474059" sldId="488"/>
        </pc:sldMkLst>
      </pc:sldChg>
      <pc:sldChg chg="modSp del mod">
        <pc:chgData name="Nikki Papenfus" userId="2a405823-0c8b-419b-afb6-8159926c2e17" providerId="ADAL" clId="{8F061F76-90F1-4A9D-84B9-6D60FA28B830}" dt="2025-05-22T07:26:36.111" v="68" actId="47"/>
        <pc:sldMkLst>
          <pc:docMk/>
          <pc:sldMk cId="1438138567" sldId="489"/>
        </pc:sldMkLst>
      </pc:sldChg>
      <pc:sldChg chg="modSp mod">
        <pc:chgData name="Nikki Papenfus" userId="2a405823-0c8b-419b-afb6-8159926c2e17" providerId="ADAL" clId="{8F061F76-90F1-4A9D-84B9-6D60FA28B830}" dt="2025-05-29T15:08:08.124" v="11511" actId="790"/>
        <pc:sldMkLst>
          <pc:docMk/>
          <pc:sldMk cId="81878455" sldId="490"/>
        </pc:sldMkLst>
        <pc:spChg chg="mod">
          <ac:chgData name="Nikki Papenfus" userId="2a405823-0c8b-419b-afb6-8159926c2e17" providerId="ADAL" clId="{8F061F76-90F1-4A9D-84B9-6D60FA28B830}" dt="2025-05-29T15:08:08.124" v="11511" actId="790"/>
          <ac:spMkLst>
            <pc:docMk/>
            <pc:sldMk cId="81878455" sldId="490"/>
            <ac:spMk id="3" creationId="{D2A31E3A-90C3-AD2F-1064-86CCCFA420C3}"/>
          </ac:spMkLst>
        </pc:spChg>
        <pc:spChg chg="mod">
          <ac:chgData name="Nikki Papenfus" userId="2a405823-0c8b-419b-afb6-8159926c2e17" providerId="ADAL" clId="{8F061F76-90F1-4A9D-84B9-6D60FA28B830}" dt="2025-05-29T15:08:08.124" v="11511" actId="790"/>
          <ac:spMkLst>
            <pc:docMk/>
            <pc:sldMk cId="81878455" sldId="490"/>
            <ac:spMk id="4" creationId="{B6D0D0B7-8796-FD2A-2A4F-3F9EBD376A8F}"/>
          </ac:spMkLst>
        </pc:spChg>
      </pc:sldChg>
      <pc:sldChg chg="addSp delSp modSp del mod ord">
        <pc:chgData name="Nikki Papenfus" userId="2a405823-0c8b-419b-afb6-8159926c2e17" providerId="ADAL" clId="{8F061F76-90F1-4A9D-84B9-6D60FA28B830}" dt="2025-05-22T07:31:46.246" v="212" actId="47"/>
        <pc:sldMkLst>
          <pc:docMk/>
          <pc:sldMk cId="3100754738" sldId="492"/>
        </pc:sldMkLst>
      </pc:sldChg>
      <pc:sldChg chg="modSp add del mod">
        <pc:chgData name="Nikki Papenfus" userId="2a405823-0c8b-419b-afb6-8159926c2e17" providerId="ADAL" clId="{8F061F76-90F1-4A9D-84B9-6D60FA28B830}" dt="2025-05-22T07:33:58.429" v="306" actId="47"/>
        <pc:sldMkLst>
          <pc:docMk/>
          <pc:sldMk cId="34047318" sldId="493"/>
        </pc:sldMkLst>
      </pc:sldChg>
      <pc:sldChg chg="add del">
        <pc:chgData name="Nikki Papenfus" userId="2a405823-0c8b-419b-afb6-8159926c2e17" providerId="ADAL" clId="{8F061F76-90F1-4A9D-84B9-6D60FA28B830}" dt="2025-05-22T07:31:57.370" v="213" actId="47"/>
        <pc:sldMkLst>
          <pc:docMk/>
          <pc:sldMk cId="2519964672" sldId="533"/>
        </pc:sldMkLst>
      </pc:sldChg>
      <pc:sldChg chg="add del">
        <pc:chgData name="Nikki Papenfus" userId="2a405823-0c8b-419b-afb6-8159926c2e17" providerId="ADAL" clId="{8F061F76-90F1-4A9D-84B9-6D60FA28B830}" dt="2025-05-22T07:30:53.405" v="193" actId="47"/>
        <pc:sldMkLst>
          <pc:docMk/>
          <pc:sldMk cId="1574054311" sldId="534"/>
        </pc:sldMkLst>
      </pc:sldChg>
      <pc:sldChg chg="add del ord">
        <pc:chgData name="Nikki Papenfus" userId="2a405823-0c8b-419b-afb6-8159926c2e17" providerId="ADAL" clId="{8F061F76-90F1-4A9D-84B9-6D60FA28B830}" dt="2025-05-22T07:30:37.509" v="191" actId="47"/>
        <pc:sldMkLst>
          <pc:docMk/>
          <pc:sldMk cId="704814441" sldId="535"/>
        </pc:sldMkLst>
      </pc:sldChg>
      <pc:sldChg chg="add del">
        <pc:chgData name="Nikki Papenfus" userId="2a405823-0c8b-419b-afb6-8159926c2e17" providerId="ADAL" clId="{8F061F76-90F1-4A9D-84B9-6D60FA28B830}" dt="2025-05-22T07:32:59.522" v="244" actId="47"/>
        <pc:sldMkLst>
          <pc:docMk/>
          <pc:sldMk cId="1539628272" sldId="535"/>
        </pc:sldMkLst>
      </pc:sldChg>
      <pc:sldChg chg="add del ord">
        <pc:chgData name="Nikki Papenfus" userId="2a405823-0c8b-419b-afb6-8159926c2e17" providerId="ADAL" clId="{8F061F76-90F1-4A9D-84B9-6D60FA28B830}" dt="2025-05-22T07:32:28.875" v="236" actId="47"/>
        <pc:sldMkLst>
          <pc:docMk/>
          <pc:sldMk cId="4179784547" sldId="536"/>
        </pc:sldMkLst>
      </pc:sldChg>
      <pc:sldChg chg="add del ord">
        <pc:chgData name="Nikki Papenfus" userId="2a405823-0c8b-419b-afb6-8159926c2e17" providerId="ADAL" clId="{8F061F76-90F1-4A9D-84B9-6D60FA28B830}" dt="2025-05-23T14:22:12.997" v="7914" actId="47"/>
        <pc:sldMkLst>
          <pc:docMk/>
          <pc:sldMk cId="2769953813" sldId="537"/>
        </pc:sldMkLst>
      </pc:sldChg>
      <pc:sldChg chg="addSp delSp modSp add del mod ord modShow">
        <pc:chgData name="Nikki Papenfus" userId="2a405823-0c8b-419b-afb6-8159926c2e17" providerId="ADAL" clId="{8F061F76-90F1-4A9D-84B9-6D60FA28B830}" dt="2025-05-30T08:15:03.957" v="13273" actId="47"/>
        <pc:sldMkLst>
          <pc:docMk/>
          <pc:sldMk cId="2488166475" sldId="538"/>
        </pc:sldMkLst>
      </pc:sldChg>
      <pc:sldChg chg="addSp delSp modSp add del mod ord modShow">
        <pc:chgData name="Nikki Papenfus" userId="2a405823-0c8b-419b-afb6-8159926c2e17" providerId="ADAL" clId="{8F061F76-90F1-4A9D-84B9-6D60FA28B830}" dt="2025-05-23T15:20:07.526" v="9049" actId="47"/>
        <pc:sldMkLst>
          <pc:docMk/>
          <pc:sldMk cId="2389783487" sldId="539"/>
        </pc:sldMkLst>
      </pc:sldChg>
      <pc:sldChg chg="addSp delSp modSp new del mod">
        <pc:chgData name="Nikki Papenfus" userId="2a405823-0c8b-419b-afb6-8159926c2e17" providerId="ADAL" clId="{8F061F76-90F1-4A9D-84B9-6D60FA28B830}" dt="2025-05-22T10:11:07.306" v="2341" actId="47"/>
        <pc:sldMkLst>
          <pc:docMk/>
          <pc:sldMk cId="3283366664" sldId="540"/>
        </pc:sldMkLst>
      </pc:sldChg>
      <pc:sldChg chg="addSp delSp modSp new mod ord">
        <pc:chgData name="Nikki Papenfus" userId="2a405823-0c8b-419b-afb6-8159926c2e17" providerId="ADAL" clId="{8F061F76-90F1-4A9D-84B9-6D60FA28B830}" dt="2025-05-29T15:08:08.124" v="11511" actId="790"/>
        <pc:sldMkLst>
          <pc:docMk/>
          <pc:sldMk cId="2349799122" sldId="541"/>
        </pc:sldMkLst>
        <pc:spChg chg="mod">
          <ac:chgData name="Nikki Papenfus" userId="2a405823-0c8b-419b-afb6-8159926c2e17" providerId="ADAL" clId="{8F061F76-90F1-4A9D-84B9-6D60FA28B830}" dt="2025-05-29T15:08:08.124" v="11511" actId="790"/>
          <ac:spMkLst>
            <pc:docMk/>
            <pc:sldMk cId="2349799122" sldId="541"/>
            <ac:spMk id="2" creationId="{A18C37EF-6438-0C41-EB33-E07CFB3431A2}"/>
          </ac:spMkLst>
        </pc:spChg>
        <pc:spChg chg="add mod">
          <ac:chgData name="Nikki Papenfus" userId="2a405823-0c8b-419b-afb6-8159926c2e17" providerId="ADAL" clId="{8F061F76-90F1-4A9D-84B9-6D60FA28B830}" dt="2025-05-29T15:08:08.124" v="11511" actId="790"/>
          <ac:spMkLst>
            <pc:docMk/>
            <pc:sldMk cId="2349799122" sldId="541"/>
            <ac:spMk id="27" creationId="{26771BAD-5C03-DF3D-20B9-FF01EEE2EB93}"/>
          </ac:spMkLst>
        </pc:spChg>
        <pc:spChg chg="add mod">
          <ac:chgData name="Nikki Papenfus" userId="2a405823-0c8b-419b-afb6-8159926c2e17" providerId="ADAL" clId="{8F061F76-90F1-4A9D-84B9-6D60FA28B830}" dt="2025-05-29T15:08:08.124" v="11511" actId="790"/>
          <ac:spMkLst>
            <pc:docMk/>
            <pc:sldMk cId="2349799122" sldId="541"/>
            <ac:spMk id="28" creationId="{E490F065-3BBA-821E-EE2F-141FE5AAEA2B}"/>
          </ac:spMkLst>
        </pc:spChg>
        <pc:spChg chg="add mod">
          <ac:chgData name="Nikki Papenfus" userId="2a405823-0c8b-419b-afb6-8159926c2e17" providerId="ADAL" clId="{8F061F76-90F1-4A9D-84B9-6D60FA28B830}" dt="2025-05-29T15:08:08.124" v="11511" actId="790"/>
          <ac:spMkLst>
            <pc:docMk/>
            <pc:sldMk cId="2349799122" sldId="541"/>
            <ac:spMk id="29" creationId="{30C29990-A6EF-7C8D-2F3A-0A2A24E4C415}"/>
          </ac:spMkLst>
        </pc:spChg>
        <pc:picChg chg="add mod">
          <ac:chgData name="Nikki Papenfus" userId="2a405823-0c8b-419b-afb6-8159926c2e17" providerId="ADAL" clId="{8F061F76-90F1-4A9D-84B9-6D60FA28B830}" dt="2025-05-22T09:19:23.872" v="981" actId="1076"/>
          <ac:picMkLst>
            <pc:docMk/>
            <pc:sldMk cId="2349799122" sldId="541"/>
            <ac:picMk id="12" creationId="{96369F14-BECF-A828-2C9B-7B001C77EA8C}"/>
          </ac:picMkLst>
        </pc:picChg>
        <pc:picChg chg="add del mod">
          <ac:chgData name="Nikki Papenfus" userId="2a405823-0c8b-419b-afb6-8159926c2e17" providerId="ADAL" clId="{8F061F76-90F1-4A9D-84B9-6D60FA28B830}" dt="2025-05-22T09:34:18.486" v="1585" actId="478"/>
          <ac:picMkLst>
            <pc:docMk/>
            <pc:sldMk cId="2349799122" sldId="541"/>
            <ac:picMk id="22" creationId="{11B4780A-7A74-3950-22A4-87AC600AF4BC}"/>
          </ac:picMkLst>
        </pc:picChg>
        <pc:picChg chg="add del mod">
          <ac:chgData name="Nikki Papenfus" userId="2a405823-0c8b-419b-afb6-8159926c2e17" providerId="ADAL" clId="{8F061F76-90F1-4A9D-84B9-6D60FA28B830}" dt="2025-05-23T14:57:46.279" v="8465" actId="1076"/>
          <ac:picMkLst>
            <pc:docMk/>
            <pc:sldMk cId="2349799122" sldId="541"/>
            <ac:picMk id="24" creationId="{8CC1B5B1-D281-B182-373E-C4391C74EE5B}"/>
          </ac:picMkLst>
        </pc:picChg>
        <pc:picChg chg="add mod">
          <ac:chgData name="Nikki Papenfus" userId="2a405823-0c8b-419b-afb6-8159926c2e17" providerId="ADAL" clId="{8F061F76-90F1-4A9D-84B9-6D60FA28B830}" dt="2025-05-22T09:11:39.440" v="712" actId="1076"/>
          <ac:picMkLst>
            <pc:docMk/>
            <pc:sldMk cId="2349799122" sldId="541"/>
            <ac:picMk id="26" creationId="{33105149-D54D-692F-54A2-292FEDA6FBF7}"/>
          </ac:picMkLst>
        </pc:picChg>
      </pc:sldChg>
      <pc:sldChg chg="addSp delSp modSp new del mod">
        <pc:chgData name="Nikki Papenfus" userId="2a405823-0c8b-419b-afb6-8159926c2e17" providerId="ADAL" clId="{8F061F76-90F1-4A9D-84B9-6D60FA28B830}" dt="2025-05-23T14:45:53.445" v="8453" actId="47"/>
        <pc:sldMkLst>
          <pc:docMk/>
          <pc:sldMk cId="3560742565" sldId="542"/>
        </pc:sldMkLst>
      </pc:sldChg>
      <pc:sldChg chg="addSp delSp modSp add mod ord">
        <pc:chgData name="Nikki Papenfus" userId="2a405823-0c8b-419b-afb6-8159926c2e17" providerId="ADAL" clId="{8F061F76-90F1-4A9D-84B9-6D60FA28B830}" dt="2025-05-29T15:08:08.124" v="11511" actId="790"/>
        <pc:sldMkLst>
          <pc:docMk/>
          <pc:sldMk cId="446020426" sldId="543"/>
        </pc:sldMkLst>
        <pc:spChg chg="mod">
          <ac:chgData name="Nikki Papenfus" userId="2a405823-0c8b-419b-afb6-8159926c2e17" providerId="ADAL" clId="{8F061F76-90F1-4A9D-84B9-6D60FA28B830}" dt="2025-05-29T15:08:08.124" v="11511" actId="790"/>
          <ac:spMkLst>
            <pc:docMk/>
            <pc:sldMk cId="446020426" sldId="543"/>
            <ac:spMk id="2" creationId="{E94C07DB-03BA-EDA7-BD82-489DB783FC75}"/>
          </ac:spMkLst>
        </pc:spChg>
        <pc:spChg chg="mod">
          <ac:chgData name="Nikki Papenfus" userId="2a405823-0c8b-419b-afb6-8159926c2e17" providerId="ADAL" clId="{8F061F76-90F1-4A9D-84B9-6D60FA28B830}" dt="2025-05-29T15:08:08.124" v="11511" actId="790"/>
          <ac:spMkLst>
            <pc:docMk/>
            <pc:sldMk cId="446020426" sldId="543"/>
            <ac:spMk id="27" creationId="{0921B09F-F32C-7D80-F311-3F9E6C092D71}"/>
          </ac:spMkLst>
        </pc:spChg>
        <pc:spChg chg="mod">
          <ac:chgData name="Nikki Papenfus" userId="2a405823-0c8b-419b-afb6-8159926c2e17" providerId="ADAL" clId="{8F061F76-90F1-4A9D-84B9-6D60FA28B830}" dt="2025-05-29T15:08:08.124" v="11511" actId="790"/>
          <ac:spMkLst>
            <pc:docMk/>
            <pc:sldMk cId="446020426" sldId="543"/>
            <ac:spMk id="28" creationId="{7FAFCA39-56AB-EEDE-B2F0-BB2A02C70B78}"/>
          </ac:spMkLst>
        </pc:spChg>
        <pc:spChg chg="mod">
          <ac:chgData name="Nikki Papenfus" userId="2a405823-0c8b-419b-afb6-8159926c2e17" providerId="ADAL" clId="{8F061F76-90F1-4A9D-84B9-6D60FA28B830}" dt="2025-05-29T15:08:08.124" v="11511" actId="790"/>
          <ac:spMkLst>
            <pc:docMk/>
            <pc:sldMk cId="446020426" sldId="543"/>
            <ac:spMk id="29" creationId="{6C7AE0C0-8C88-1053-541F-EEC97A652847}"/>
          </ac:spMkLst>
        </pc:spChg>
        <pc:spChg chg="add mod">
          <ac:chgData name="Nikki Papenfus" userId="2a405823-0c8b-419b-afb6-8159926c2e17" providerId="ADAL" clId="{8F061F76-90F1-4A9D-84B9-6D60FA28B830}" dt="2025-05-29T15:08:08.124" v="11511" actId="790"/>
          <ac:spMkLst>
            <pc:docMk/>
            <pc:sldMk cId="446020426" sldId="543"/>
            <ac:spMk id="66" creationId="{BD8B430B-D6D7-BB45-80FC-C9A69D96BE54}"/>
          </ac:spMkLst>
        </pc:spChg>
        <pc:spChg chg="add mod">
          <ac:chgData name="Nikki Papenfus" userId="2a405823-0c8b-419b-afb6-8159926c2e17" providerId="ADAL" clId="{8F061F76-90F1-4A9D-84B9-6D60FA28B830}" dt="2025-05-29T15:08:08.124" v="11511" actId="790"/>
          <ac:spMkLst>
            <pc:docMk/>
            <pc:sldMk cId="446020426" sldId="543"/>
            <ac:spMk id="67" creationId="{F3321F87-3169-A611-F265-0F792D9CE901}"/>
          </ac:spMkLst>
        </pc:spChg>
        <pc:spChg chg="add mod">
          <ac:chgData name="Nikki Papenfus" userId="2a405823-0c8b-419b-afb6-8159926c2e17" providerId="ADAL" clId="{8F061F76-90F1-4A9D-84B9-6D60FA28B830}" dt="2025-05-29T15:08:08.124" v="11511" actId="790"/>
          <ac:spMkLst>
            <pc:docMk/>
            <pc:sldMk cId="446020426" sldId="543"/>
            <ac:spMk id="68" creationId="{25FC3E92-178E-A4D8-6C68-BB7815C868C1}"/>
          </ac:spMkLst>
        </pc:spChg>
        <pc:picChg chg="add mod">
          <ac:chgData name="Nikki Papenfus" userId="2a405823-0c8b-419b-afb6-8159926c2e17" providerId="ADAL" clId="{8F061F76-90F1-4A9D-84B9-6D60FA28B830}" dt="2025-05-22T11:03:39.320" v="3296" actId="1035"/>
          <ac:picMkLst>
            <pc:docMk/>
            <pc:sldMk cId="446020426" sldId="543"/>
            <ac:picMk id="4" creationId="{E8474F64-7BBA-31E2-C8AC-E3FAAC579490}"/>
          </ac:picMkLst>
        </pc:picChg>
        <pc:picChg chg="add mod">
          <ac:chgData name="Nikki Papenfus" userId="2a405823-0c8b-419b-afb6-8159926c2e17" providerId="ADAL" clId="{8F061F76-90F1-4A9D-84B9-6D60FA28B830}" dt="2025-05-23T13:09:26.968" v="4877" actId="1037"/>
          <ac:picMkLst>
            <pc:docMk/>
            <pc:sldMk cId="446020426" sldId="543"/>
            <ac:picMk id="5" creationId="{2D93B3D9-ED53-9EC8-9E11-091F8629B40A}"/>
          </ac:picMkLst>
        </pc:picChg>
        <pc:picChg chg="add mod">
          <ac:chgData name="Nikki Papenfus" userId="2a405823-0c8b-419b-afb6-8159926c2e17" providerId="ADAL" clId="{8F061F76-90F1-4A9D-84B9-6D60FA28B830}" dt="2025-05-22T09:38:28.490" v="1607" actId="1076"/>
          <ac:picMkLst>
            <pc:docMk/>
            <pc:sldMk cId="446020426" sldId="543"/>
            <ac:picMk id="6" creationId="{011E0FDA-4D14-612C-870F-1AB7DD9E19B4}"/>
          </ac:picMkLst>
        </pc:picChg>
        <pc:picChg chg="add mod modCrop">
          <ac:chgData name="Nikki Papenfus" userId="2a405823-0c8b-419b-afb6-8159926c2e17" providerId="ADAL" clId="{8F061F76-90F1-4A9D-84B9-6D60FA28B830}" dt="2025-05-22T11:31:30.867" v="4087" actId="1036"/>
          <ac:picMkLst>
            <pc:docMk/>
            <pc:sldMk cId="446020426" sldId="543"/>
            <ac:picMk id="8" creationId="{68C69E95-D557-96E7-6D63-0BC16610D357}"/>
          </ac:picMkLst>
        </pc:picChg>
        <pc:picChg chg="add mod">
          <ac:chgData name="Nikki Papenfus" userId="2a405823-0c8b-419b-afb6-8159926c2e17" providerId="ADAL" clId="{8F061F76-90F1-4A9D-84B9-6D60FA28B830}" dt="2025-05-22T11:31:31.253" v="4088" actId="1038"/>
          <ac:picMkLst>
            <pc:docMk/>
            <pc:sldMk cId="446020426" sldId="543"/>
            <ac:picMk id="59" creationId="{B42D6C7E-35AB-73D9-D232-0C6FCFC75D21}"/>
          </ac:picMkLst>
        </pc:picChg>
        <pc:picChg chg="add mod">
          <ac:chgData name="Nikki Papenfus" userId="2a405823-0c8b-419b-afb6-8159926c2e17" providerId="ADAL" clId="{8F061F76-90F1-4A9D-84B9-6D60FA28B830}" dt="2025-05-22T10:29:12.308" v="3174" actId="1036"/>
          <ac:picMkLst>
            <pc:docMk/>
            <pc:sldMk cId="446020426" sldId="543"/>
            <ac:picMk id="69" creationId="{C16075E9-C299-D06C-579D-31D33A806D98}"/>
          </ac:picMkLst>
        </pc:picChg>
        <pc:picChg chg="add mod">
          <ac:chgData name="Nikki Papenfus" userId="2a405823-0c8b-419b-afb6-8159926c2e17" providerId="ADAL" clId="{8F061F76-90F1-4A9D-84B9-6D60FA28B830}" dt="2025-05-22T11:03:39.320" v="3296" actId="1035"/>
          <ac:picMkLst>
            <pc:docMk/>
            <pc:sldMk cId="446020426" sldId="543"/>
            <ac:picMk id="72" creationId="{3E1CBB46-B95A-E95C-4470-6E93B72C288C}"/>
          </ac:picMkLst>
        </pc:picChg>
        <pc:picChg chg="add mod">
          <ac:chgData name="Nikki Papenfus" userId="2a405823-0c8b-419b-afb6-8159926c2e17" providerId="ADAL" clId="{8F061F76-90F1-4A9D-84B9-6D60FA28B830}" dt="2025-05-22T11:09:22.837" v="3417" actId="1035"/>
          <ac:picMkLst>
            <pc:docMk/>
            <pc:sldMk cId="446020426" sldId="543"/>
            <ac:picMk id="73" creationId="{F07A7C9D-AD74-AFBD-FB2F-5252C7CC5EEF}"/>
          </ac:picMkLst>
        </pc:picChg>
      </pc:sldChg>
      <pc:sldChg chg="addSp delSp modSp add mod ord">
        <pc:chgData name="Nikki Papenfus" userId="2a405823-0c8b-419b-afb6-8159926c2e17" providerId="ADAL" clId="{8F061F76-90F1-4A9D-84B9-6D60FA28B830}" dt="2025-05-29T15:08:08.124" v="11511" actId="790"/>
        <pc:sldMkLst>
          <pc:docMk/>
          <pc:sldMk cId="4122299942" sldId="544"/>
        </pc:sldMkLst>
        <pc:spChg chg="mod">
          <ac:chgData name="Nikki Papenfus" userId="2a405823-0c8b-419b-afb6-8159926c2e17" providerId="ADAL" clId="{8F061F76-90F1-4A9D-84B9-6D60FA28B830}" dt="2025-05-29T15:08:08.124" v="11511" actId="790"/>
          <ac:spMkLst>
            <pc:docMk/>
            <pc:sldMk cId="4122299942" sldId="544"/>
            <ac:spMk id="2" creationId="{3B759BE3-B5CD-8CF5-3125-347474D72137}"/>
          </ac:spMkLst>
        </pc:spChg>
        <pc:spChg chg="add mod">
          <ac:chgData name="Nikki Papenfus" userId="2a405823-0c8b-419b-afb6-8159926c2e17" providerId="ADAL" clId="{8F061F76-90F1-4A9D-84B9-6D60FA28B830}" dt="2025-05-29T15:08:08.124" v="11511" actId="790"/>
          <ac:spMkLst>
            <pc:docMk/>
            <pc:sldMk cId="4122299942" sldId="544"/>
            <ac:spMk id="9" creationId="{4E8C03F0-0CFC-03E1-FC88-16A6DDBA834E}"/>
          </ac:spMkLst>
        </pc:spChg>
        <pc:spChg chg="mod">
          <ac:chgData name="Nikki Papenfus" userId="2a405823-0c8b-419b-afb6-8159926c2e17" providerId="ADAL" clId="{8F061F76-90F1-4A9D-84B9-6D60FA28B830}" dt="2025-05-29T15:08:08.124" v="11511" actId="790"/>
          <ac:spMkLst>
            <pc:docMk/>
            <pc:sldMk cId="4122299942" sldId="544"/>
            <ac:spMk id="27" creationId="{5BBAD904-FEA3-71F9-64E4-3F22C1214927}"/>
          </ac:spMkLst>
        </pc:spChg>
        <pc:spChg chg="mod">
          <ac:chgData name="Nikki Papenfus" userId="2a405823-0c8b-419b-afb6-8159926c2e17" providerId="ADAL" clId="{8F061F76-90F1-4A9D-84B9-6D60FA28B830}" dt="2025-05-29T15:08:08.124" v="11511" actId="790"/>
          <ac:spMkLst>
            <pc:docMk/>
            <pc:sldMk cId="4122299942" sldId="544"/>
            <ac:spMk id="28" creationId="{330460E2-D245-36EF-7249-A716CB7CB868}"/>
          </ac:spMkLst>
        </pc:spChg>
        <pc:picChg chg="add mod">
          <ac:chgData name="Nikki Papenfus" userId="2a405823-0c8b-419b-afb6-8159926c2e17" providerId="ADAL" clId="{8F061F76-90F1-4A9D-84B9-6D60FA28B830}" dt="2025-05-23T13:05:19.497" v="4828" actId="1035"/>
          <ac:picMkLst>
            <pc:docMk/>
            <pc:sldMk cId="4122299942" sldId="544"/>
            <ac:picMk id="4" creationId="{5009777C-49AD-ACFB-2809-CB366080E82A}"/>
          </ac:picMkLst>
        </pc:picChg>
        <pc:picChg chg="add mod">
          <ac:chgData name="Nikki Papenfus" userId="2a405823-0c8b-419b-afb6-8159926c2e17" providerId="ADAL" clId="{8F061F76-90F1-4A9D-84B9-6D60FA28B830}" dt="2025-05-22T11:50:51.200" v="4710" actId="555"/>
          <ac:picMkLst>
            <pc:docMk/>
            <pc:sldMk cId="4122299942" sldId="544"/>
            <ac:picMk id="13" creationId="{B4409490-5270-C417-9AFA-3D38B78D1BF0}"/>
          </ac:picMkLst>
        </pc:picChg>
        <pc:picChg chg="add mod">
          <ac:chgData name="Nikki Papenfus" userId="2a405823-0c8b-419b-afb6-8159926c2e17" providerId="ADAL" clId="{8F061F76-90F1-4A9D-84B9-6D60FA28B830}" dt="2025-05-23T13:34:03.583" v="5789" actId="14100"/>
          <ac:picMkLst>
            <pc:docMk/>
            <pc:sldMk cId="4122299942" sldId="544"/>
            <ac:picMk id="53" creationId="{963C8422-24AD-D060-0A41-1F41F876CD29}"/>
          </ac:picMkLst>
        </pc:picChg>
      </pc:sldChg>
      <pc:sldChg chg="addSp delSp modSp add del mod">
        <pc:chgData name="Nikki Papenfus" userId="2a405823-0c8b-419b-afb6-8159926c2e17" providerId="ADAL" clId="{8F061F76-90F1-4A9D-84B9-6D60FA28B830}" dt="2025-05-23T14:14:22.522" v="7747" actId="47"/>
        <pc:sldMkLst>
          <pc:docMk/>
          <pc:sldMk cId="3068368197" sldId="545"/>
        </pc:sldMkLst>
      </pc:sldChg>
      <pc:sldChg chg="addSp delSp modSp add mod ord">
        <pc:chgData name="Nikki Papenfus" userId="2a405823-0c8b-419b-afb6-8159926c2e17" providerId="ADAL" clId="{8F061F76-90F1-4A9D-84B9-6D60FA28B830}" dt="2025-05-29T15:08:08.124" v="11511" actId="790"/>
        <pc:sldMkLst>
          <pc:docMk/>
          <pc:sldMk cId="2880941440" sldId="546"/>
        </pc:sldMkLst>
        <pc:spChg chg="mod">
          <ac:chgData name="Nikki Papenfus" userId="2a405823-0c8b-419b-afb6-8159926c2e17" providerId="ADAL" clId="{8F061F76-90F1-4A9D-84B9-6D60FA28B830}" dt="2025-05-29T15:08:08.124" v="11511" actId="790"/>
          <ac:spMkLst>
            <pc:docMk/>
            <pc:sldMk cId="2880941440" sldId="546"/>
            <ac:spMk id="2" creationId="{D48A7722-9C89-DCD9-9BEB-AA441D17CBBD}"/>
          </ac:spMkLst>
        </pc:spChg>
        <pc:spChg chg="mod">
          <ac:chgData name="Nikki Papenfus" userId="2a405823-0c8b-419b-afb6-8159926c2e17" providerId="ADAL" clId="{8F061F76-90F1-4A9D-84B9-6D60FA28B830}" dt="2025-05-29T15:08:08.124" v="11511" actId="790"/>
          <ac:spMkLst>
            <pc:docMk/>
            <pc:sldMk cId="2880941440" sldId="546"/>
            <ac:spMk id="56" creationId="{89637C4A-2CCB-7216-6CC1-C1BFF838291F}"/>
          </ac:spMkLst>
        </pc:spChg>
        <pc:spChg chg="mod">
          <ac:chgData name="Nikki Papenfus" userId="2a405823-0c8b-419b-afb6-8159926c2e17" providerId="ADAL" clId="{8F061F76-90F1-4A9D-84B9-6D60FA28B830}" dt="2025-05-29T15:08:08.124" v="11511" actId="790"/>
          <ac:spMkLst>
            <pc:docMk/>
            <pc:sldMk cId="2880941440" sldId="546"/>
            <ac:spMk id="57" creationId="{5E2658D8-D9DE-8478-4D5D-55F56CFE80E9}"/>
          </ac:spMkLst>
        </pc:spChg>
        <pc:spChg chg="mod">
          <ac:chgData name="Nikki Papenfus" userId="2a405823-0c8b-419b-afb6-8159926c2e17" providerId="ADAL" clId="{8F061F76-90F1-4A9D-84B9-6D60FA28B830}" dt="2025-05-29T15:08:08.124" v="11511" actId="790"/>
          <ac:spMkLst>
            <pc:docMk/>
            <pc:sldMk cId="2880941440" sldId="546"/>
            <ac:spMk id="58" creationId="{152632C6-F4FD-A76A-0633-1454D31D6AE2}"/>
          </ac:spMkLst>
        </pc:spChg>
        <pc:picChg chg="add mod">
          <ac:chgData name="Nikki Papenfus" userId="2a405823-0c8b-419b-afb6-8159926c2e17" providerId="ADAL" clId="{8F061F76-90F1-4A9D-84B9-6D60FA28B830}" dt="2025-05-23T13:04:43.743" v="4818" actId="14100"/>
          <ac:picMkLst>
            <pc:docMk/>
            <pc:sldMk cId="2880941440" sldId="546"/>
            <ac:picMk id="4" creationId="{D0E330BA-D8D4-CEA7-DAC1-42A38D432A53}"/>
          </ac:picMkLst>
        </pc:picChg>
        <pc:picChg chg="mod modCrop">
          <ac:chgData name="Nikki Papenfus" userId="2a405823-0c8b-419b-afb6-8159926c2e17" providerId="ADAL" clId="{8F061F76-90F1-4A9D-84B9-6D60FA28B830}" dt="2025-05-22T11:34:22.242" v="4198" actId="732"/>
          <ac:picMkLst>
            <pc:docMk/>
            <pc:sldMk cId="2880941440" sldId="546"/>
            <ac:picMk id="10" creationId="{64944C60-2E97-9E19-2D2D-4B36F001F603}"/>
          </ac:picMkLst>
        </pc:picChg>
        <pc:picChg chg="mod">
          <ac:chgData name="Nikki Papenfus" userId="2a405823-0c8b-419b-afb6-8159926c2e17" providerId="ADAL" clId="{8F061F76-90F1-4A9D-84B9-6D60FA28B830}" dt="2025-05-22T11:34:49.873" v="4199" actId="1076"/>
          <ac:picMkLst>
            <pc:docMk/>
            <pc:sldMk cId="2880941440" sldId="546"/>
            <ac:picMk id="12" creationId="{43B50F77-2970-95B0-00EA-48626ACE7654}"/>
          </ac:picMkLst>
        </pc:picChg>
        <pc:picChg chg="mod">
          <ac:chgData name="Nikki Papenfus" userId="2a405823-0c8b-419b-afb6-8159926c2e17" providerId="ADAL" clId="{8F061F76-90F1-4A9D-84B9-6D60FA28B830}" dt="2025-05-22T11:04:04.854" v="3361" actId="1035"/>
          <ac:picMkLst>
            <pc:docMk/>
            <pc:sldMk cId="2880941440" sldId="546"/>
            <ac:picMk id="19" creationId="{4C46D2F5-C8B5-D1F1-09F5-30BCA88365E0}"/>
          </ac:picMkLst>
        </pc:picChg>
      </pc:sldChg>
      <pc:sldChg chg="addSp delSp modSp add mod ord">
        <pc:chgData name="Nikki Papenfus" userId="2a405823-0c8b-419b-afb6-8159926c2e17" providerId="ADAL" clId="{8F061F76-90F1-4A9D-84B9-6D60FA28B830}" dt="2025-05-29T15:08:08.124" v="11511" actId="790"/>
        <pc:sldMkLst>
          <pc:docMk/>
          <pc:sldMk cId="4154096100" sldId="547"/>
        </pc:sldMkLst>
        <pc:spChg chg="mod">
          <ac:chgData name="Nikki Papenfus" userId="2a405823-0c8b-419b-afb6-8159926c2e17" providerId="ADAL" clId="{8F061F76-90F1-4A9D-84B9-6D60FA28B830}" dt="2025-05-29T15:08:08.124" v="11511" actId="790"/>
          <ac:spMkLst>
            <pc:docMk/>
            <pc:sldMk cId="4154096100" sldId="547"/>
            <ac:spMk id="2" creationId="{0F167469-4DC9-EE57-4ADF-927BC984D11E}"/>
          </ac:spMkLst>
        </pc:spChg>
        <pc:spChg chg="add mod">
          <ac:chgData name="Nikki Papenfus" userId="2a405823-0c8b-419b-afb6-8159926c2e17" providerId="ADAL" clId="{8F061F76-90F1-4A9D-84B9-6D60FA28B830}" dt="2025-05-29T15:08:08.124" v="11511" actId="790"/>
          <ac:spMkLst>
            <pc:docMk/>
            <pc:sldMk cId="4154096100" sldId="547"/>
            <ac:spMk id="3" creationId="{62153EE3-AF9D-A48D-D764-C7C59BD880FB}"/>
          </ac:spMkLst>
        </pc:spChg>
        <pc:spChg chg="add mod">
          <ac:chgData name="Nikki Papenfus" userId="2a405823-0c8b-419b-afb6-8159926c2e17" providerId="ADAL" clId="{8F061F76-90F1-4A9D-84B9-6D60FA28B830}" dt="2025-05-29T15:08:08.124" v="11511" actId="790"/>
          <ac:spMkLst>
            <pc:docMk/>
            <pc:sldMk cId="4154096100" sldId="547"/>
            <ac:spMk id="5" creationId="{543D0624-35DA-BF5E-701C-83B8B65FDE7E}"/>
          </ac:spMkLst>
        </pc:spChg>
        <pc:spChg chg="mod">
          <ac:chgData name="Nikki Papenfus" userId="2a405823-0c8b-419b-afb6-8159926c2e17" providerId="ADAL" clId="{8F061F76-90F1-4A9D-84B9-6D60FA28B830}" dt="2025-05-29T15:08:08.124" v="11511" actId="790"/>
          <ac:spMkLst>
            <pc:docMk/>
            <pc:sldMk cId="4154096100" sldId="547"/>
            <ac:spMk id="27" creationId="{3F3D79B2-56A3-9EAB-857B-C8C8407765A6}"/>
          </ac:spMkLst>
        </pc:spChg>
        <pc:spChg chg="mod">
          <ac:chgData name="Nikki Papenfus" userId="2a405823-0c8b-419b-afb6-8159926c2e17" providerId="ADAL" clId="{8F061F76-90F1-4A9D-84B9-6D60FA28B830}" dt="2025-05-29T15:08:08.124" v="11511" actId="790"/>
          <ac:spMkLst>
            <pc:docMk/>
            <pc:sldMk cId="4154096100" sldId="547"/>
            <ac:spMk id="28" creationId="{2037283E-477D-625F-8E6D-DD9A52970005}"/>
          </ac:spMkLst>
        </pc:spChg>
        <pc:spChg chg="mod">
          <ac:chgData name="Nikki Papenfus" userId="2a405823-0c8b-419b-afb6-8159926c2e17" providerId="ADAL" clId="{8F061F76-90F1-4A9D-84B9-6D60FA28B830}" dt="2025-05-29T15:08:08.124" v="11511" actId="790"/>
          <ac:spMkLst>
            <pc:docMk/>
            <pc:sldMk cId="4154096100" sldId="547"/>
            <ac:spMk id="29" creationId="{CFEF14FF-88B4-1DA5-5AA2-0C90CE917A91}"/>
          </ac:spMkLst>
        </pc:spChg>
        <pc:picChg chg="add mod">
          <ac:chgData name="Nikki Papenfus" userId="2a405823-0c8b-419b-afb6-8159926c2e17" providerId="ADAL" clId="{8F061F76-90F1-4A9D-84B9-6D60FA28B830}" dt="2025-05-23T16:04:12.166" v="10017" actId="14100"/>
          <ac:picMkLst>
            <pc:docMk/>
            <pc:sldMk cId="4154096100" sldId="547"/>
            <ac:picMk id="4" creationId="{5ACDFA40-14CF-24F5-957C-EBA539BA3B75}"/>
          </ac:picMkLst>
        </pc:picChg>
        <pc:picChg chg="add mod">
          <ac:chgData name="Nikki Papenfus" userId="2a405823-0c8b-419b-afb6-8159926c2e17" providerId="ADAL" clId="{8F061F76-90F1-4A9D-84B9-6D60FA28B830}" dt="2025-05-23T14:22:40.803" v="7934" actId="1035"/>
          <ac:picMkLst>
            <pc:docMk/>
            <pc:sldMk cId="4154096100" sldId="547"/>
            <ac:picMk id="8" creationId="{20D91EC4-D894-9AED-C03B-301E4B7760B9}"/>
          </ac:picMkLst>
        </pc:picChg>
        <pc:picChg chg="mod">
          <ac:chgData name="Nikki Papenfus" userId="2a405823-0c8b-419b-afb6-8159926c2e17" providerId="ADAL" clId="{8F061F76-90F1-4A9D-84B9-6D60FA28B830}" dt="2025-05-23T14:15:18.184" v="7798" actId="1076"/>
          <ac:picMkLst>
            <pc:docMk/>
            <pc:sldMk cId="4154096100" sldId="547"/>
            <ac:picMk id="12" creationId="{1FD11AAA-4FB4-61F2-2D0A-6AABBCF5EA61}"/>
          </ac:picMkLst>
        </pc:picChg>
        <pc:picChg chg="mod">
          <ac:chgData name="Nikki Papenfus" userId="2a405823-0c8b-419b-afb6-8159926c2e17" providerId="ADAL" clId="{8F061F76-90F1-4A9D-84B9-6D60FA28B830}" dt="2025-05-23T14:16:17.020" v="7809" actId="1035"/>
          <ac:picMkLst>
            <pc:docMk/>
            <pc:sldMk cId="4154096100" sldId="547"/>
            <ac:picMk id="23" creationId="{D4C8A1DC-5C7C-312D-83EC-9CD0B95D8EB5}"/>
          </ac:picMkLst>
        </pc:picChg>
        <pc:picChg chg="mod">
          <ac:chgData name="Nikki Papenfus" userId="2a405823-0c8b-419b-afb6-8159926c2e17" providerId="ADAL" clId="{8F061F76-90F1-4A9D-84B9-6D60FA28B830}" dt="2025-05-23T14:14:46.266" v="7783" actId="1036"/>
          <ac:picMkLst>
            <pc:docMk/>
            <pc:sldMk cId="4154096100" sldId="547"/>
            <ac:picMk id="30" creationId="{8A4A5F15-756C-5E17-BD42-159361B959FE}"/>
          </ac:picMkLst>
        </pc:picChg>
        <pc:picChg chg="mod">
          <ac:chgData name="Nikki Papenfus" userId="2a405823-0c8b-419b-afb6-8159926c2e17" providerId="ADAL" clId="{8F061F76-90F1-4A9D-84B9-6D60FA28B830}" dt="2025-05-23T16:04:15.800" v="10018" actId="1037"/>
          <ac:picMkLst>
            <pc:docMk/>
            <pc:sldMk cId="4154096100" sldId="547"/>
            <ac:picMk id="34" creationId="{46CDD4FF-B3D9-2815-3CEF-5FE44638307C}"/>
          </ac:picMkLst>
        </pc:picChg>
      </pc:sldChg>
      <pc:sldChg chg="addSp delSp add del mod">
        <pc:chgData name="Nikki Papenfus" userId="2a405823-0c8b-419b-afb6-8159926c2e17" providerId="ADAL" clId="{8F061F76-90F1-4A9D-84B9-6D60FA28B830}" dt="2025-05-23T14:45:14.582" v="8448" actId="47"/>
        <pc:sldMkLst>
          <pc:docMk/>
          <pc:sldMk cId="2248335486" sldId="548"/>
        </pc:sldMkLst>
      </pc:sldChg>
      <pc:sldChg chg="delSp add del mod">
        <pc:chgData name="Nikki Papenfus" userId="2a405823-0c8b-419b-afb6-8159926c2e17" providerId="ADAL" clId="{8F061F76-90F1-4A9D-84B9-6D60FA28B830}" dt="2025-05-23T14:38:26.700" v="8189" actId="47"/>
        <pc:sldMkLst>
          <pc:docMk/>
          <pc:sldMk cId="3077311833" sldId="549"/>
        </pc:sldMkLst>
      </pc:sldChg>
      <pc:sldChg chg="delSp modSp add del mod modShow">
        <pc:chgData name="Nikki Papenfus" userId="2a405823-0c8b-419b-afb6-8159926c2e17" providerId="ADAL" clId="{8F061F76-90F1-4A9D-84B9-6D60FA28B830}" dt="2025-05-30T08:15:09.053" v="13274" actId="47"/>
        <pc:sldMkLst>
          <pc:docMk/>
          <pc:sldMk cId="1969347325" sldId="550"/>
        </pc:sldMkLst>
      </pc:sldChg>
      <pc:sldChg chg="delSp modSp add mod setBg">
        <pc:chgData name="Nikki Papenfus" userId="2a405823-0c8b-419b-afb6-8159926c2e17" providerId="ADAL" clId="{8F061F76-90F1-4A9D-84B9-6D60FA28B830}" dt="2025-05-29T15:08:08.124" v="11511" actId="790"/>
        <pc:sldMkLst>
          <pc:docMk/>
          <pc:sldMk cId="2370322981" sldId="633"/>
        </pc:sldMkLst>
        <pc:spChg chg="mod">
          <ac:chgData name="Nikki Papenfus" userId="2a405823-0c8b-419b-afb6-8159926c2e17" providerId="ADAL" clId="{8F061F76-90F1-4A9D-84B9-6D60FA28B830}" dt="2025-05-29T15:08:08.124" v="11511" actId="790"/>
          <ac:spMkLst>
            <pc:docMk/>
            <pc:sldMk cId="2370322981" sldId="633"/>
            <ac:spMk id="3" creationId="{5B4D362B-D657-429D-32B0-21BFE1498240}"/>
          </ac:spMkLst>
        </pc:spChg>
        <pc:spChg chg="mod">
          <ac:chgData name="Nikki Papenfus" userId="2a405823-0c8b-419b-afb6-8159926c2e17" providerId="ADAL" clId="{8F061F76-90F1-4A9D-84B9-6D60FA28B830}" dt="2025-05-29T15:08:08.124" v="11511" actId="790"/>
          <ac:spMkLst>
            <pc:docMk/>
            <pc:sldMk cId="2370322981" sldId="633"/>
            <ac:spMk id="6" creationId="{82399C00-BE04-8C05-7B4F-3619094F5CC3}"/>
          </ac:spMkLst>
        </pc:spChg>
      </pc:sldChg>
      <pc:sldChg chg="modSp add del mod">
        <pc:chgData name="Nikki Papenfus" userId="2a405823-0c8b-419b-afb6-8159926c2e17" providerId="ADAL" clId="{8F061F76-90F1-4A9D-84B9-6D60FA28B830}" dt="2025-05-29T13:18:06.583" v="10121" actId="47"/>
        <pc:sldMkLst>
          <pc:docMk/>
          <pc:sldMk cId="3893534914" sldId="639"/>
        </pc:sldMkLst>
      </pc:sldChg>
      <pc:sldChg chg="modSp mod">
        <pc:chgData name="Nikki Papenfus" userId="2a405823-0c8b-419b-afb6-8159926c2e17" providerId="ADAL" clId="{8F061F76-90F1-4A9D-84B9-6D60FA28B830}" dt="2025-05-29T15:08:08.124" v="11511" actId="790"/>
        <pc:sldMkLst>
          <pc:docMk/>
          <pc:sldMk cId="3802296912" sldId="640"/>
        </pc:sldMkLst>
      </pc:sldChg>
      <pc:sldChg chg="modSp add mod">
        <pc:chgData name="Nikki Papenfus" userId="2a405823-0c8b-419b-afb6-8159926c2e17" providerId="ADAL" clId="{8F061F76-90F1-4A9D-84B9-6D60FA28B830}" dt="2025-05-29T15:08:08.124" v="11511" actId="790"/>
        <pc:sldMkLst>
          <pc:docMk/>
          <pc:sldMk cId="3646738430" sldId="641"/>
        </pc:sldMkLst>
        <pc:spChg chg="mod">
          <ac:chgData name="Nikki Papenfus" userId="2a405823-0c8b-419b-afb6-8159926c2e17" providerId="ADAL" clId="{8F061F76-90F1-4A9D-84B9-6D60FA28B830}" dt="2025-05-29T15:08:08.124" v="11511" actId="790"/>
          <ac:spMkLst>
            <pc:docMk/>
            <pc:sldMk cId="3646738430" sldId="641"/>
            <ac:spMk id="2" creationId="{CDE77E52-2580-DC4F-7A4C-292A96BF5250}"/>
          </ac:spMkLst>
        </pc:spChg>
      </pc:sldChg>
      <pc:sldChg chg="addSp delSp modSp add mod ord modCm">
        <pc:chgData name="Nikki Papenfus" userId="2a405823-0c8b-419b-afb6-8159926c2e17" providerId="ADAL" clId="{8F061F76-90F1-4A9D-84B9-6D60FA28B830}" dt="2025-06-02T09:33:58.609" v="13309" actId="20577"/>
        <pc:sldMkLst>
          <pc:docMk/>
          <pc:sldMk cId="3548848885" sldId="642"/>
        </pc:sldMkLst>
        <pc:spChg chg="mod">
          <ac:chgData name="Nikki Papenfus" userId="2a405823-0c8b-419b-afb6-8159926c2e17" providerId="ADAL" clId="{8F061F76-90F1-4A9D-84B9-6D60FA28B830}" dt="2025-05-29T15:08:08.124" v="11511" actId="790"/>
          <ac:spMkLst>
            <pc:docMk/>
            <pc:sldMk cId="3548848885" sldId="642"/>
            <ac:spMk id="2" creationId="{2DA8FF5B-B915-CFA5-0BA6-D974D35C1738}"/>
          </ac:spMkLst>
        </pc:spChg>
        <pc:graphicFrameChg chg="add mod modGraphic">
          <ac:chgData name="Nikki Papenfus" userId="2a405823-0c8b-419b-afb6-8159926c2e17" providerId="ADAL" clId="{8F061F76-90F1-4A9D-84B9-6D60FA28B830}" dt="2025-06-02T09:33:58.609" v="13309" actId="20577"/>
          <ac:graphicFrameMkLst>
            <pc:docMk/>
            <pc:sldMk cId="3548848885" sldId="642"/>
            <ac:graphicFrameMk id="3" creationId="{21304606-3E80-917F-F782-EABCDC9F3153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Nikki Papenfus" userId="2a405823-0c8b-419b-afb6-8159926c2e17" providerId="ADAL" clId="{8F061F76-90F1-4A9D-84B9-6D60FA28B830}" dt="2025-06-02T09:33:58.609" v="13309" actId="20577"/>
              <pc2:cmMkLst xmlns:pc2="http://schemas.microsoft.com/office/powerpoint/2019/9/main/command">
                <pc:docMk/>
                <pc:sldMk cId="3548848885" sldId="642"/>
                <pc2:cmMk id="{0709A1CE-81C6-264A-B5A4-3FC86C9D3D8D}"/>
              </pc2:cmMkLst>
            </pc226:cmChg>
          </p:ext>
        </pc:extLst>
      </pc:sldChg>
      <pc:sldChg chg="modSp add mod ord">
        <pc:chgData name="Nikki Papenfus" userId="2a405823-0c8b-419b-afb6-8159926c2e17" providerId="ADAL" clId="{8F061F76-90F1-4A9D-84B9-6D60FA28B830}" dt="2025-05-29T15:08:08.124" v="11511" actId="790"/>
        <pc:sldMkLst>
          <pc:docMk/>
          <pc:sldMk cId="1834835535" sldId="643"/>
        </pc:sldMkLst>
        <pc:spChg chg="mod">
          <ac:chgData name="Nikki Papenfus" userId="2a405823-0c8b-419b-afb6-8159926c2e17" providerId="ADAL" clId="{8F061F76-90F1-4A9D-84B9-6D60FA28B830}" dt="2025-05-29T15:08:08.124" v="11511" actId="790"/>
          <ac:spMkLst>
            <pc:docMk/>
            <pc:sldMk cId="1834835535" sldId="643"/>
            <ac:spMk id="2" creationId="{982ECBD1-DA06-80D9-A0C3-12E525208644}"/>
          </ac:spMkLst>
        </pc:spChg>
      </pc:sldChg>
      <pc:sldChg chg="addSp delSp modSp add mod ord">
        <pc:chgData name="Nikki Papenfus" userId="2a405823-0c8b-419b-afb6-8159926c2e17" providerId="ADAL" clId="{8F061F76-90F1-4A9D-84B9-6D60FA28B830}" dt="2025-05-30T08:14:18.371" v="13271" actId="20577"/>
        <pc:sldMkLst>
          <pc:docMk/>
          <pc:sldMk cId="2149106640" sldId="644"/>
        </pc:sldMkLst>
        <pc:spChg chg="add mod">
          <ac:chgData name="Nikki Papenfus" userId="2a405823-0c8b-419b-afb6-8159926c2e17" providerId="ADAL" clId="{8F061F76-90F1-4A9D-84B9-6D60FA28B830}" dt="2025-05-30T07:58:22.191" v="12832" actId="20577"/>
          <ac:spMkLst>
            <pc:docMk/>
            <pc:sldMk cId="2149106640" sldId="644"/>
            <ac:spMk id="3" creationId="{41B146DE-3480-F1F3-2768-163CB7E2613C}"/>
          </ac:spMkLst>
        </pc:spChg>
        <pc:spChg chg="add mod">
          <ac:chgData name="Nikki Papenfus" userId="2a405823-0c8b-419b-afb6-8159926c2e17" providerId="ADAL" clId="{8F061F76-90F1-4A9D-84B9-6D60FA28B830}" dt="2025-05-30T07:57:06.771" v="12803" actId="1036"/>
          <ac:spMkLst>
            <pc:docMk/>
            <pc:sldMk cId="2149106640" sldId="644"/>
            <ac:spMk id="22" creationId="{51ADBEA2-F982-6391-277F-B69C8C227BAF}"/>
          </ac:spMkLst>
        </pc:spChg>
        <pc:spChg chg="add mod">
          <ac:chgData name="Nikki Papenfus" userId="2a405823-0c8b-419b-afb6-8159926c2e17" providerId="ADAL" clId="{8F061F76-90F1-4A9D-84B9-6D60FA28B830}" dt="2025-05-30T08:12:41.128" v="13237" actId="6549"/>
          <ac:spMkLst>
            <pc:docMk/>
            <pc:sldMk cId="2149106640" sldId="644"/>
            <ac:spMk id="23" creationId="{ACAAFCEB-9013-4A4F-0814-E88BA94E89AF}"/>
          </ac:spMkLst>
        </pc:spChg>
        <pc:spChg chg="add mod">
          <ac:chgData name="Nikki Papenfus" userId="2a405823-0c8b-419b-afb6-8159926c2e17" providerId="ADAL" clId="{8F061F76-90F1-4A9D-84B9-6D60FA28B830}" dt="2025-05-30T08:13:26.523" v="13245" actId="20577"/>
          <ac:spMkLst>
            <pc:docMk/>
            <pc:sldMk cId="2149106640" sldId="644"/>
            <ac:spMk id="24" creationId="{0872D4E2-C412-2A75-D8F7-8A57D262960F}"/>
          </ac:spMkLst>
        </pc:spChg>
        <pc:spChg chg="add mod">
          <ac:chgData name="Nikki Papenfus" userId="2a405823-0c8b-419b-afb6-8159926c2e17" providerId="ADAL" clId="{8F061F76-90F1-4A9D-84B9-6D60FA28B830}" dt="2025-05-30T08:14:18.371" v="13271" actId="20577"/>
          <ac:spMkLst>
            <pc:docMk/>
            <pc:sldMk cId="2149106640" sldId="644"/>
            <ac:spMk id="25" creationId="{58C66683-F928-75E5-2E3D-FF04D98003BB}"/>
          </ac:spMkLst>
        </pc:spChg>
        <pc:grpChg chg="add mod">
          <ac:chgData name="Nikki Papenfus" userId="2a405823-0c8b-419b-afb6-8159926c2e17" providerId="ADAL" clId="{8F061F76-90F1-4A9D-84B9-6D60FA28B830}" dt="2025-05-30T07:57:06.771" v="12803" actId="1036"/>
          <ac:grpSpMkLst>
            <pc:docMk/>
            <pc:sldMk cId="2149106640" sldId="644"/>
            <ac:grpSpMk id="34" creationId="{5A5B172D-0E0D-8D8C-0370-63DF32DEA279}"/>
          </ac:grpSpMkLst>
        </pc:grpChg>
        <pc:picChg chg="add mod">
          <ac:chgData name="Nikki Papenfus" userId="2a405823-0c8b-419b-afb6-8159926c2e17" providerId="ADAL" clId="{8F061F76-90F1-4A9D-84B9-6D60FA28B830}" dt="2025-05-30T08:13:43.430" v="13248" actId="12789"/>
          <ac:picMkLst>
            <pc:docMk/>
            <pc:sldMk cId="2149106640" sldId="644"/>
            <ac:picMk id="36" creationId="{78AD0EE5-D7E5-465D-5A81-B420B53AD5C3}"/>
          </ac:picMkLst>
        </pc:picChg>
        <pc:picChg chg="add mod">
          <ac:chgData name="Nikki Papenfus" userId="2a405823-0c8b-419b-afb6-8159926c2e17" providerId="ADAL" clId="{8F061F76-90F1-4A9D-84B9-6D60FA28B830}" dt="2025-05-30T08:13:43.430" v="13248" actId="12789"/>
          <ac:picMkLst>
            <pc:docMk/>
            <pc:sldMk cId="2149106640" sldId="644"/>
            <ac:picMk id="40" creationId="{294CAEEA-91CB-C36B-70A9-080615D636C7}"/>
          </ac:picMkLst>
        </pc:picChg>
        <pc:picChg chg="add mod">
          <ac:chgData name="Nikki Papenfus" userId="2a405823-0c8b-419b-afb6-8159926c2e17" providerId="ADAL" clId="{8F061F76-90F1-4A9D-84B9-6D60FA28B830}" dt="2025-05-30T08:13:43.430" v="13248" actId="12789"/>
          <ac:picMkLst>
            <pc:docMk/>
            <pc:sldMk cId="2149106640" sldId="644"/>
            <ac:picMk id="41" creationId="{71ACC4D9-B097-9D5F-16AC-C2CB2FFC8766}"/>
          </ac:picMkLst>
        </pc:picChg>
        <pc:cxnChg chg="add mod">
          <ac:chgData name="Nikki Papenfus" userId="2a405823-0c8b-419b-afb6-8159926c2e17" providerId="ADAL" clId="{8F061F76-90F1-4A9D-84B9-6D60FA28B830}" dt="2025-05-30T07:46:39.382" v="12573" actId="164"/>
          <ac:cxnSpMkLst>
            <pc:docMk/>
            <pc:sldMk cId="2149106640" sldId="644"/>
            <ac:cxnSpMk id="21" creationId="{0CE89485-45D0-40CE-F1D4-18BF5F3965D0}"/>
          </ac:cxnSpMkLst>
        </pc:cxnChg>
        <pc:cxnChg chg="add mod">
          <ac:chgData name="Nikki Papenfus" userId="2a405823-0c8b-419b-afb6-8159926c2e17" providerId="ADAL" clId="{8F061F76-90F1-4A9D-84B9-6D60FA28B830}" dt="2025-05-30T07:46:39.382" v="12573" actId="164"/>
          <ac:cxnSpMkLst>
            <pc:docMk/>
            <pc:sldMk cId="2149106640" sldId="644"/>
            <ac:cxnSpMk id="26" creationId="{EA75CE86-0930-EE24-C7F7-2FD468A258E2}"/>
          </ac:cxnSpMkLst>
        </pc:cxnChg>
      </pc:sldChg>
      <pc:sldChg chg="addSp delSp modSp add mod modCm">
        <pc:chgData name="Nikki Papenfus" userId="2a405823-0c8b-419b-afb6-8159926c2e17" providerId="ADAL" clId="{8F061F76-90F1-4A9D-84B9-6D60FA28B830}" dt="2025-06-02T09:33:40.373" v="13303" actId="1038"/>
        <pc:sldMkLst>
          <pc:docMk/>
          <pc:sldMk cId="2929070353" sldId="645"/>
        </pc:sldMkLst>
        <pc:spChg chg="mod">
          <ac:chgData name="Nikki Papenfus" userId="2a405823-0c8b-419b-afb6-8159926c2e17" providerId="ADAL" clId="{8F061F76-90F1-4A9D-84B9-6D60FA28B830}" dt="2025-06-02T09:33:05.506" v="13286" actId="14100"/>
          <ac:spMkLst>
            <pc:docMk/>
            <pc:sldMk cId="2929070353" sldId="645"/>
            <ac:spMk id="24" creationId="{34F6AA15-39EA-94B3-1382-B107091C969F}"/>
          </ac:spMkLst>
        </pc:spChg>
        <pc:spChg chg="mod">
          <ac:chgData name="Nikki Papenfus" userId="2a405823-0c8b-419b-afb6-8159926c2e17" providerId="ADAL" clId="{8F061F76-90F1-4A9D-84B9-6D60FA28B830}" dt="2025-06-02T09:33:13.817" v="13287" actId="14100"/>
          <ac:spMkLst>
            <pc:docMk/>
            <pc:sldMk cId="2929070353" sldId="645"/>
            <ac:spMk id="25" creationId="{2F4E6D03-68E4-A831-B2D6-3928C8ACDD51}"/>
          </ac:spMkLst>
        </pc:spChg>
        <pc:grpChg chg="mod">
          <ac:chgData name="Nikki Papenfus" userId="2a405823-0c8b-419b-afb6-8159926c2e17" providerId="ADAL" clId="{8F061F76-90F1-4A9D-84B9-6D60FA28B830}" dt="2025-06-02T09:33:29.976" v="13294" actId="14100"/>
          <ac:grpSpMkLst>
            <pc:docMk/>
            <pc:sldMk cId="2929070353" sldId="645"/>
            <ac:grpSpMk id="34" creationId="{F73F624B-171F-2DFF-24C5-A8DD4396D14B}"/>
          </ac:grpSpMkLst>
        </pc:grpChg>
        <pc:picChg chg="add mod">
          <ac:chgData name="Nikki Papenfus" userId="2a405823-0c8b-419b-afb6-8159926c2e17" providerId="ADAL" clId="{8F061F76-90F1-4A9D-84B9-6D60FA28B830}" dt="2025-05-30T08:14:37.835" v="13272" actId="12789"/>
          <ac:picMkLst>
            <pc:docMk/>
            <pc:sldMk cId="2929070353" sldId="645"/>
            <ac:picMk id="4" creationId="{BCF0DA45-D0D6-1E59-49EF-8A512E4D324F}"/>
          </ac:picMkLst>
        </pc:picChg>
        <pc:picChg chg="mod">
          <ac:chgData name="Nikki Papenfus" userId="2a405823-0c8b-419b-afb6-8159926c2e17" providerId="ADAL" clId="{8F061F76-90F1-4A9D-84B9-6D60FA28B830}" dt="2025-05-30T08:14:37.835" v="13272" actId="12789"/>
          <ac:picMkLst>
            <pc:docMk/>
            <pc:sldMk cId="2929070353" sldId="645"/>
            <ac:picMk id="28" creationId="{BF7A83C5-73D0-6AB8-A554-FA1B39D5F44A}"/>
          </ac:picMkLst>
        </pc:picChg>
        <pc:picChg chg="mod">
          <ac:chgData name="Nikki Papenfus" userId="2a405823-0c8b-419b-afb6-8159926c2e17" providerId="ADAL" clId="{8F061F76-90F1-4A9D-84B9-6D60FA28B830}" dt="2025-06-02T09:33:40.373" v="13303" actId="1038"/>
          <ac:picMkLst>
            <pc:docMk/>
            <pc:sldMk cId="2929070353" sldId="645"/>
            <ac:picMk id="35" creationId="{96184459-DD48-6191-12A9-39E2DADEBE95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Nikki Papenfus" userId="2a405823-0c8b-419b-afb6-8159926c2e17" providerId="ADAL" clId="{8F061F76-90F1-4A9D-84B9-6D60FA28B830}" dt="2025-06-02T09:32:38.071" v="13285" actId="20577"/>
              <pc2:cmMkLst xmlns:pc2="http://schemas.microsoft.com/office/powerpoint/2019/9/main/command">
                <pc:docMk/>
                <pc:sldMk cId="2929070353" sldId="645"/>
                <pc2:cmMk id="{71241AE9-F14E-8E46-8E2C-DDE8E8FD5153}"/>
              </pc2:cmMkLst>
            </pc226:cmChg>
          </p:ext>
        </pc:extLst>
      </pc:sldChg>
      <pc:sldChg chg="addSp delSp modSp mod">
        <pc:chgData name="Nikki Papenfus" userId="2a405823-0c8b-419b-afb6-8159926c2e17" providerId="ADAL" clId="{8F061F76-90F1-4A9D-84B9-6D60FA28B830}" dt="2025-06-03T14:42:35.918" v="13508" actId="14100"/>
        <pc:sldMkLst>
          <pc:docMk/>
          <pc:sldMk cId="1738082838" sldId="646"/>
        </pc:sldMkLst>
        <pc:spChg chg="mod">
          <ac:chgData name="Nikki Papenfus" userId="2a405823-0c8b-419b-afb6-8159926c2e17" providerId="ADAL" clId="{8F061F76-90F1-4A9D-84B9-6D60FA28B830}" dt="2025-06-03T14:32:35.199" v="13313" actId="27803"/>
          <ac:spMkLst>
            <pc:docMk/>
            <pc:sldMk cId="1738082838" sldId="646"/>
            <ac:spMk id="7" creationId="{643F7DA1-C4E9-5DBC-87A9-1D8E67D05E99}"/>
          </ac:spMkLst>
        </pc:spChg>
        <pc:spChg chg="mod">
          <ac:chgData name="Nikki Papenfus" userId="2a405823-0c8b-419b-afb6-8159926c2e17" providerId="ADAL" clId="{8F061F76-90F1-4A9D-84B9-6D60FA28B830}" dt="2025-06-03T14:32:35.199" v="13313" actId="27803"/>
          <ac:spMkLst>
            <pc:docMk/>
            <pc:sldMk cId="1738082838" sldId="646"/>
            <ac:spMk id="8" creationId="{406A5BC4-1011-C0EC-307F-4732898D2B12}"/>
          </ac:spMkLst>
        </pc:spChg>
        <pc:spChg chg="mod">
          <ac:chgData name="Nikki Papenfus" userId="2a405823-0c8b-419b-afb6-8159926c2e17" providerId="ADAL" clId="{8F061F76-90F1-4A9D-84B9-6D60FA28B830}" dt="2025-06-03T14:42:35.918" v="13508" actId="14100"/>
          <ac:spMkLst>
            <pc:docMk/>
            <pc:sldMk cId="1738082838" sldId="646"/>
            <ac:spMk id="9" creationId="{7ECAFAB9-5B2B-0673-3E35-44A4D12A9CB7}"/>
          </ac:spMkLst>
        </pc:spChg>
        <pc:spChg chg="mod">
          <ac:chgData name="Nikki Papenfus" userId="2a405823-0c8b-419b-afb6-8159926c2e17" providerId="ADAL" clId="{8F061F76-90F1-4A9D-84B9-6D60FA28B830}" dt="2025-06-03T14:32:35.199" v="13313" actId="27803"/>
          <ac:spMkLst>
            <pc:docMk/>
            <pc:sldMk cId="1738082838" sldId="646"/>
            <ac:spMk id="10" creationId="{10FB242E-976A-6E54-80F6-C93FE87C01D7}"/>
          </ac:spMkLst>
        </pc:spChg>
        <pc:spChg chg="mod">
          <ac:chgData name="Nikki Papenfus" userId="2a405823-0c8b-419b-afb6-8159926c2e17" providerId="ADAL" clId="{8F061F76-90F1-4A9D-84B9-6D60FA28B830}" dt="2025-06-03T14:32:35.199" v="13313" actId="27803"/>
          <ac:spMkLst>
            <pc:docMk/>
            <pc:sldMk cId="1738082838" sldId="646"/>
            <ac:spMk id="12" creationId="{EA827CB9-7D98-FBEE-B6D3-271CE5CB6E98}"/>
          </ac:spMkLst>
        </pc:spChg>
        <pc:spChg chg="mod">
          <ac:chgData name="Nikki Papenfus" userId="2a405823-0c8b-419b-afb6-8159926c2e17" providerId="ADAL" clId="{8F061F76-90F1-4A9D-84B9-6D60FA28B830}" dt="2025-06-03T14:41:33.267" v="13499" actId="1035"/>
          <ac:spMkLst>
            <pc:docMk/>
            <pc:sldMk cId="1738082838" sldId="646"/>
            <ac:spMk id="14" creationId="{AD64E11D-94E7-32D4-563A-A7ECCF00B426}"/>
          </ac:spMkLst>
        </pc:spChg>
        <pc:grpChg chg="mod">
          <ac:chgData name="Nikki Papenfus" userId="2a405823-0c8b-419b-afb6-8159926c2e17" providerId="ADAL" clId="{8F061F76-90F1-4A9D-84B9-6D60FA28B830}" dt="2025-06-03T14:32:35.199" v="13313" actId="27803"/>
          <ac:grpSpMkLst>
            <pc:docMk/>
            <pc:sldMk cId="1738082838" sldId="646"/>
            <ac:grpSpMk id="6" creationId="{309E460E-0555-382E-40C0-8E9BFDB5969E}"/>
          </ac:grpSpMkLst>
        </pc:grpChg>
        <pc:graphicFrameChg chg="add del mod">
          <ac:chgData name="Nikki Papenfus" userId="2a405823-0c8b-419b-afb6-8159926c2e17" providerId="ADAL" clId="{8F061F76-90F1-4A9D-84B9-6D60FA28B830}" dt="2025-06-03T14:34:19.768" v="13321" actId="478"/>
          <ac:graphicFrameMkLst>
            <pc:docMk/>
            <pc:sldMk cId="1738082838" sldId="646"/>
            <ac:graphicFrameMk id="19" creationId="{B30F08AE-92FD-BA85-A1EF-DDE1404FDCB3}"/>
          </ac:graphicFrameMkLst>
        </pc:graphicFrameChg>
        <pc:picChg chg="add del mod">
          <ac:chgData name="Nikki Papenfus" userId="2a405823-0c8b-419b-afb6-8159926c2e17" providerId="ADAL" clId="{8F061F76-90F1-4A9D-84B9-6D60FA28B830}" dt="2025-06-03T14:36:14.935" v="13376" actId="478"/>
          <ac:picMkLst>
            <pc:docMk/>
            <pc:sldMk cId="1738082838" sldId="646"/>
            <ac:picMk id="4" creationId="{41BC8671-4F40-96E9-9F3C-31354528C770}"/>
          </ac:picMkLst>
        </pc:picChg>
        <pc:picChg chg="mod ord">
          <ac:chgData name="Nikki Papenfus" userId="2a405823-0c8b-419b-afb6-8159926c2e17" providerId="ADAL" clId="{8F061F76-90F1-4A9D-84B9-6D60FA28B830}" dt="2025-06-03T14:36:24.262" v="13384" actId="1036"/>
          <ac:picMkLst>
            <pc:docMk/>
            <pc:sldMk cId="1738082838" sldId="646"/>
            <ac:picMk id="5" creationId="{FA87948C-8C87-9A4A-C811-0169A5DC4133}"/>
          </ac:picMkLst>
        </pc:picChg>
        <pc:picChg chg="del">
          <ac:chgData name="Nikki Papenfus" userId="2a405823-0c8b-419b-afb6-8159926c2e17" providerId="ADAL" clId="{8F061F76-90F1-4A9D-84B9-6D60FA28B830}" dt="2025-06-03T14:35:14.258" v="13335" actId="21"/>
          <ac:picMkLst>
            <pc:docMk/>
            <pc:sldMk cId="1738082838" sldId="646"/>
            <ac:picMk id="11" creationId="{34CB3D5F-DAE0-90CF-64FB-490140596C5A}"/>
          </ac:picMkLst>
        </pc:picChg>
        <pc:picChg chg="del">
          <ac:chgData name="Nikki Papenfus" userId="2a405823-0c8b-419b-afb6-8159926c2e17" providerId="ADAL" clId="{8F061F76-90F1-4A9D-84B9-6D60FA28B830}" dt="2025-06-03T14:36:30.734" v="13386" actId="478"/>
          <ac:picMkLst>
            <pc:docMk/>
            <pc:sldMk cId="1738082838" sldId="646"/>
            <ac:picMk id="13" creationId="{148050A5-DFD8-5AD4-8BA5-AB8F0C4199E5}"/>
          </ac:picMkLst>
        </pc:picChg>
        <pc:picChg chg="add del mod">
          <ac:chgData name="Nikki Papenfus" userId="2a405823-0c8b-419b-afb6-8159926c2e17" providerId="ADAL" clId="{8F061F76-90F1-4A9D-84B9-6D60FA28B830}" dt="2025-06-03T14:41:44.541" v="13501" actId="478"/>
          <ac:picMkLst>
            <pc:docMk/>
            <pc:sldMk cId="1738082838" sldId="646"/>
            <ac:picMk id="16" creationId="{04334810-5892-2AA3-686B-1E0620369497}"/>
          </ac:picMkLst>
        </pc:picChg>
        <pc:picChg chg="add mod">
          <ac:chgData name="Nikki Papenfus" userId="2a405823-0c8b-419b-afb6-8159926c2e17" providerId="ADAL" clId="{8F061F76-90F1-4A9D-84B9-6D60FA28B830}" dt="2025-06-03T14:41:59.981" v="13505" actId="1582"/>
          <ac:picMkLst>
            <pc:docMk/>
            <pc:sldMk cId="1738082838" sldId="646"/>
            <ac:picMk id="18" creationId="{F4603A9F-069A-8026-D14C-5E5EBC6C1264}"/>
          </ac:picMkLst>
        </pc:picChg>
        <pc:picChg chg="add del mod">
          <ac:chgData name="Nikki Papenfus" userId="2a405823-0c8b-419b-afb6-8159926c2e17" providerId="ADAL" clId="{8F061F76-90F1-4A9D-84B9-6D60FA28B830}" dt="2025-06-03T14:41:44.541" v="13501" actId="478"/>
          <ac:picMkLst>
            <pc:docMk/>
            <pc:sldMk cId="1738082838" sldId="646"/>
            <ac:picMk id="20" creationId="{34CB3D5F-DAE0-90CF-64FB-490140596C5A}"/>
          </ac:picMkLst>
        </pc:picChg>
        <pc:picChg chg="add mod">
          <ac:chgData name="Nikki Papenfus" userId="2a405823-0c8b-419b-afb6-8159926c2e17" providerId="ADAL" clId="{8F061F76-90F1-4A9D-84B9-6D60FA28B830}" dt="2025-06-03T14:41:49.869" v="13502" actId="208"/>
          <ac:picMkLst>
            <pc:docMk/>
            <pc:sldMk cId="1738082838" sldId="646"/>
            <ac:picMk id="21" creationId="{CDCC5121-3C14-1A79-E97F-667563CF9700}"/>
          </ac:picMkLst>
        </pc:picChg>
      </pc:sldChg>
      <pc:sldChg chg="add del">
        <pc:chgData name="Nikki Papenfus" userId="2a405823-0c8b-419b-afb6-8159926c2e17" providerId="ADAL" clId="{8F061F76-90F1-4A9D-84B9-6D60FA28B830}" dt="2025-05-29T13:14:23.650" v="10042" actId="47"/>
        <pc:sldMkLst>
          <pc:docMk/>
          <pc:sldMk cId="929612682" sldId="655"/>
        </pc:sldMkLst>
      </pc:sldChg>
      <pc:sldChg chg="addSp modSp add del">
        <pc:chgData name="Nikki Papenfus" userId="2a405823-0c8b-419b-afb6-8159926c2e17" providerId="ADAL" clId="{8F061F76-90F1-4A9D-84B9-6D60FA28B830}" dt="2025-05-29T13:16:51.562" v="10113" actId="47"/>
        <pc:sldMkLst>
          <pc:docMk/>
          <pc:sldMk cId="1483945411" sldId="656"/>
        </pc:sldMkLst>
      </pc:sldChg>
      <pc:sldChg chg="new del setBg">
        <pc:chgData name="Nikki Papenfus" userId="2a405823-0c8b-419b-afb6-8159926c2e17" providerId="ADAL" clId="{8F061F76-90F1-4A9D-84B9-6D60FA28B830}" dt="2025-05-29T13:14:22.455" v="10041" actId="47"/>
        <pc:sldMkLst>
          <pc:docMk/>
          <pc:sldMk cId="3285667898" sldId="657"/>
        </pc:sldMkLst>
      </pc:sldChg>
      <pc:sldChg chg="add del">
        <pc:chgData name="Nikki Papenfus" userId="2a405823-0c8b-419b-afb6-8159926c2e17" providerId="ADAL" clId="{8F061F76-90F1-4A9D-84B9-6D60FA28B830}" dt="2025-05-29T13:16:57.679" v="10118" actId="47"/>
        <pc:sldMkLst>
          <pc:docMk/>
          <pc:sldMk cId="4205574843" sldId="658"/>
        </pc:sldMkLst>
      </pc:sldChg>
      <pc:sldChg chg="new del">
        <pc:chgData name="Nikki Papenfus" userId="2a405823-0c8b-419b-afb6-8159926c2e17" providerId="ADAL" clId="{8F061F76-90F1-4A9D-84B9-6D60FA28B830}" dt="2025-05-29T13:16:55.838" v="10117" actId="47"/>
        <pc:sldMkLst>
          <pc:docMk/>
          <pc:sldMk cId="2499969201" sldId="659"/>
        </pc:sldMkLst>
      </pc:sldChg>
      <pc:sldChg chg="add del">
        <pc:chgData name="Nikki Papenfus" userId="2a405823-0c8b-419b-afb6-8159926c2e17" providerId="ADAL" clId="{8F061F76-90F1-4A9D-84B9-6D60FA28B830}" dt="2025-05-29T13:10:19.158" v="10039" actId="47"/>
        <pc:sldMkLst>
          <pc:docMk/>
          <pc:sldMk cId="949686291" sldId="660"/>
        </pc:sldMkLst>
      </pc:sldChg>
      <pc:sldChg chg="delSp new del mod">
        <pc:chgData name="Nikki Papenfus" userId="2a405823-0c8b-419b-afb6-8159926c2e17" providerId="ADAL" clId="{8F061F76-90F1-4A9D-84B9-6D60FA28B830}" dt="2025-05-29T13:16:54.836" v="10116" actId="47"/>
        <pc:sldMkLst>
          <pc:docMk/>
          <pc:sldMk cId="2141266989" sldId="660"/>
        </pc:sldMkLst>
      </pc:sldChg>
      <pc:sldMasterChg chg="delSldLayout">
        <pc:chgData name="Nikki Papenfus" userId="2a405823-0c8b-419b-afb6-8159926c2e17" providerId="ADAL" clId="{8F061F76-90F1-4A9D-84B9-6D60FA28B830}" dt="2025-05-22T07:32:59.522" v="244" actId="47"/>
        <pc:sldMasterMkLst>
          <pc:docMk/>
          <pc:sldMasterMk cId="3148813084" sldId="2147483653"/>
        </pc:sldMasterMkLst>
        <pc:sldLayoutChg chg="del">
          <pc:chgData name="Nikki Papenfus" userId="2a405823-0c8b-419b-afb6-8159926c2e17" providerId="ADAL" clId="{8F061F76-90F1-4A9D-84B9-6D60FA28B830}" dt="2025-05-22T07:32:59.522" v="244" actId="47"/>
          <pc:sldLayoutMkLst>
            <pc:docMk/>
            <pc:sldMasterMk cId="3148813084" sldId="2147483653"/>
            <pc:sldLayoutMk cId="326245206" sldId="2147483688"/>
          </pc:sldLayoutMkLst>
        </pc:sldLayoutChg>
      </pc:sldMasterChg>
      <pc:sldMasterChg chg="delSldLayout">
        <pc:chgData name="Nikki Papenfus" userId="2a405823-0c8b-419b-afb6-8159926c2e17" providerId="ADAL" clId="{8F061F76-90F1-4A9D-84B9-6D60FA28B830}" dt="2025-05-29T13:16:57.679" v="10118" actId="47"/>
        <pc:sldMasterMkLst>
          <pc:docMk/>
          <pc:sldMasterMk cId="470968056" sldId="2147483663"/>
        </pc:sldMasterMkLst>
        <pc:sldLayoutChg chg="del">
          <pc:chgData name="Nikki Papenfus" userId="2a405823-0c8b-419b-afb6-8159926c2e17" providerId="ADAL" clId="{8F061F76-90F1-4A9D-84B9-6D60FA28B830}" dt="2025-05-29T13:16:57.679" v="10118" actId="47"/>
          <pc:sldLayoutMkLst>
            <pc:docMk/>
            <pc:sldMasterMk cId="470968056" sldId="2147483663"/>
            <pc:sldLayoutMk cId="769871360" sldId="2147483689"/>
          </pc:sldLayoutMkLst>
        </pc:sldLayoutChg>
        <pc:sldLayoutChg chg="del">
          <pc:chgData name="Nikki Papenfus" userId="2a405823-0c8b-419b-afb6-8159926c2e17" providerId="ADAL" clId="{8F061F76-90F1-4A9D-84B9-6D60FA28B830}" dt="2025-05-22T07:30:37.509" v="191" actId="47"/>
          <pc:sldLayoutMkLst>
            <pc:docMk/>
            <pc:sldMasterMk cId="470968056" sldId="2147483663"/>
            <pc:sldLayoutMk cId="2494995151" sldId="2147483689"/>
          </pc:sldLayoutMkLst>
        </pc:sldLayoutChg>
      </pc:sldMasterChg>
      <pc:sldMasterChg chg="delSldLayout">
        <pc:chgData name="Nikki Papenfus" userId="2a405823-0c8b-419b-afb6-8159926c2e17" providerId="ADAL" clId="{8F061F76-90F1-4A9D-84B9-6D60FA28B830}" dt="2025-05-29T13:10:19.158" v="10039" actId="47"/>
        <pc:sldMasterMkLst>
          <pc:docMk/>
          <pc:sldMasterMk cId="1760647524" sldId="2147483682"/>
        </pc:sldMasterMkLst>
        <pc:sldLayoutChg chg="del">
          <pc:chgData name="Nikki Papenfus" userId="2a405823-0c8b-419b-afb6-8159926c2e17" providerId="ADAL" clId="{8F061F76-90F1-4A9D-84B9-6D60FA28B830}" dt="2025-05-29T13:10:19.158" v="10039" actId="47"/>
          <pc:sldLayoutMkLst>
            <pc:docMk/>
            <pc:sldMasterMk cId="1760647524" sldId="2147483682"/>
            <pc:sldLayoutMk cId="2567974965" sldId="2147483690"/>
          </pc:sldLayoutMkLst>
        </pc:sldLayoutChg>
      </pc:sldMasterChg>
    </pc:docChg>
  </pc:docChgLst>
  <pc:docChgLst>
    <pc:chgData name="Shaun Barrett" userId="2e21295b-21c9-4734-b4c8-23b29a1a1ba3" providerId="ADAL" clId="{DE03B92C-F727-44AB-92F7-FFC98DB7FF61}"/>
    <pc:docChg chg="undo custSel addSld delSld modSld modSection">
      <pc:chgData name="Shaun Barrett" userId="2e21295b-21c9-4734-b4c8-23b29a1a1ba3" providerId="ADAL" clId="{DE03B92C-F727-44AB-92F7-FFC98DB7FF61}" dt="2025-06-03T14:45:02.854" v="172" actId="14100"/>
      <pc:docMkLst>
        <pc:docMk/>
      </pc:docMkLst>
      <pc:sldChg chg="del">
        <pc:chgData name="Shaun Barrett" userId="2e21295b-21c9-4734-b4c8-23b29a1a1ba3" providerId="ADAL" clId="{DE03B92C-F727-44AB-92F7-FFC98DB7FF61}" dt="2025-06-03T14:13:24.542" v="140" actId="2696"/>
        <pc:sldMkLst>
          <pc:docMk/>
          <pc:sldMk cId="3802296912" sldId="640"/>
        </pc:sldMkLst>
      </pc:sldChg>
      <pc:sldChg chg="addSp delSp modSp add mod">
        <pc:chgData name="Shaun Barrett" userId="2e21295b-21c9-4734-b4c8-23b29a1a1ba3" providerId="ADAL" clId="{DE03B92C-F727-44AB-92F7-FFC98DB7FF61}" dt="2025-06-03T14:45:02.854" v="172" actId="14100"/>
        <pc:sldMkLst>
          <pc:docMk/>
          <pc:sldMk cId="1738082838" sldId="646"/>
        </pc:sldMkLst>
        <pc:spChg chg="add del mod">
          <ac:chgData name="Shaun Barrett" userId="2e21295b-21c9-4734-b4c8-23b29a1a1ba3" providerId="ADAL" clId="{DE03B92C-F727-44AB-92F7-FFC98DB7FF61}" dt="2025-06-03T13:51:57.102" v="52" actId="478"/>
          <ac:spMkLst>
            <pc:docMk/>
            <pc:sldMk cId="1738082838" sldId="646"/>
            <ac:spMk id="7" creationId="{791D7578-8579-68C3-69A9-C205FA2BA43B}"/>
          </ac:spMkLst>
        </pc:spChg>
        <pc:spChg chg="add mod">
          <ac:chgData name="Shaun Barrett" userId="2e21295b-21c9-4734-b4c8-23b29a1a1ba3" providerId="ADAL" clId="{DE03B92C-F727-44AB-92F7-FFC98DB7FF61}" dt="2025-06-03T14:45:02.854" v="172" actId="14100"/>
          <ac:spMkLst>
            <pc:docMk/>
            <pc:sldMk cId="1738082838" sldId="646"/>
            <ac:spMk id="9" creationId="{7ECAFAB9-5B2B-0673-3E35-44A4D12A9CB7}"/>
          </ac:spMkLst>
        </pc:spChg>
        <pc:spChg chg="add del mod">
          <ac:chgData name="Shaun Barrett" userId="2e21295b-21c9-4734-b4c8-23b29a1a1ba3" providerId="ADAL" clId="{DE03B92C-F727-44AB-92F7-FFC98DB7FF61}" dt="2025-06-03T13:58:37.898" v="107" actId="478"/>
          <ac:spMkLst>
            <pc:docMk/>
            <pc:sldMk cId="1738082838" sldId="646"/>
            <ac:spMk id="12" creationId="{B311C243-93AE-97D1-0EBD-EA28576C7BA6}"/>
          </ac:spMkLst>
        </pc:spChg>
        <pc:spChg chg="add mod">
          <ac:chgData name="Shaun Barrett" userId="2e21295b-21c9-4734-b4c8-23b29a1a1ba3" providerId="ADAL" clId="{DE03B92C-F727-44AB-92F7-FFC98DB7FF61}" dt="2025-06-03T14:20:46.882" v="171" actId="14100"/>
          <ac:spMkLst>
            <pc:docMk/>
            <pc:sldMk cId="1738082838" sldId="646"/>
            <ac:spMk id="14" creationId="{AD64E11D-94E7-32D4-563A-A7ECCF00B426}"/>
          </ac:spMkLst>
        </pc:spChg>
        <pc:picChg chg="del">
          <ac:chgData name="Shaun Barrett" userId="2e21295b-21c9-4734-b4c8-23b29a1a1ba3" providerId="ADAL" clId="{DE03B92C-F727-44AB-92F7-FFC98DB7FF61}" dt="2025-06-03T13:47:27.864" v="1" actId="478"/>
          <ac:picMkLst>
            <pc:docMk/>
            <pc:sldMk cId="1738082838" sldId="646"/>
            <ac:picMk id="3" creationId="{FF54C111-7C7A-2295-10F3-4FB10F779FBF}"/>
          </ac:picMkLst>
        </pc:picChg>
        <pc:picChg chg="add mod ord">
          <ac:chgData name="Shaun Barrett" userId="2e21295b-21c9-4734-b4c8-23b29a1a1ba3" providerId="ADAL" clId="{DE03B92C-F727-44AB-92F7-FFC98DB7FF61}" dt="2025-06-03T14:10:59.617" v="137" actId="1076"/>
          <ac:picMkLst>
            <pc:docMk/>
            <pc:sldMk cId="1738082838" sldId="646"/>
            <ac:picMk id="5" creationId="{FA87948C-8C87-9A4A-C811-0169A5DC4133}"/>
          </ac:picMkLst>
        </pc:picChg>
        <pc:picChg chg="add mod">
          <ac:chgData name="Shaun Barrett" userId="2e21295b-21c9-4734-b4c8-23b29a1a1ba3" providerId="ADAL" clId="{DE03B92C-F727-44AB-92F7-FFC98DB7FF61}" dt="2025-06-03T13:50:06.783" v="5"/>
          <ac:picMkLst>
            <pc:docMk/>
            <pc:sldMk cId="1738082838" sldId="646"/>
            <ac:picMk id="6" creationId="{640953E4-5F75-47AD-1ED1-953B682FE9B5}"/>
          </ac:picMkLst>
        </pc:picChg>
        <pc:picChg chg="add del mod">
          <ac:chgData name="Shaun Barrett" userId="2e21295b-21c9-4734-b4c8-23b29a1a1ba3" providerId="ADAL" clId="{DE03B92C-F727-44AB-92F7-FFC98DB7FF61}" dt="2025-06-03T13:54:20.255" v="59" actId="478"/>
          <ac:picMkLst>
            <pc:docMk/>
            <pc:sldMk cId="1738082838" sldId="646"/>
            <ac:picMk id="10" creationId="{FF226463-092B-C30B-EB76-F7F11F61AF98}"/>
          </ac:picMkLst>
        </pc:picChg>
        <pc:picChg chg="add mod ord">
          <ac:chgData name="Shaun Barrett" userId="2e21295b-21c9-4734-b4c8-23b29a1a1ba3" providerId="ADAL" clId="{DE03B92C-F727-44AB-92F7-FFC98DB7FF61}" dt="2025-06-03T14:11:05.705" v="138" actId="1076"/>
          <ac:picMkLst>
            <pc:docMk/>
            <pc:sldMk cId="1738082838" sldId="646"/>
            <ac:picMk id="11" creationId="{34CB3D5F-DAE0-90CF-64FB-490140596C5A}"/>
          </ac:picMkLst>
        </pc:picChg>
        <pc:picChg chg="add mod">
          <ac:chgData name="Shaun Barrett" userId="2e21295b-21c9-4734-b4c8-23b29a1a1ba3" providerId="ADAL" clId="{DE03B92C-F727-44AB-92F7-FFC98DB7FF61}" dt="2025-06-03T14:10:22.772" v="133" actId="207"/>
          <ac:picMkLst>
            <pc:docMk/>
            <pc:sldMk cId="1738082838" sldId="646"/>
            <ac:picMk id="13" creationId="{148050A5-DFD8-5AD4-8BA5-AB8F0C4199E5}"/>
          </ac:picMkLst>
        </pc:picChg>
      </pc:sldChg>
    </pc:docChg>
  </pc:docChgLst>
  <pc:docChgLst>
    <pc:chgData name="Shaun Barrett" userId="S::sbarrett@openboxsoftware.com::2e21295b-21c9-4734-b4c8-23b29a1a1ba3" providerId="AD" clId="Web-{61683B6F-0C84-F2AD-E3B0-4BE9A4030595}"/>
    <pc:docChg chg="addSld modSld modSection">
      <pc:chgData name="Shaun Barrett" userId="S::sbarrett@openboxsoftware.com::2e21295b-21c9-4734-b4c8-23b29a1a1ba3" providerId="AD" clId="Web-{61683B6F-0C84-F2AD-E3B0-4BE9A4030595}" dt="2025-05-28T09:22:29.811" v="94" actId="20577"/>
      <pc:docMkLst>
        <pc:docMk/>
      </pc:docMkLst>
      <pc:sldChg chg="modSp">
        <pc:chgData name="Shaun Barrett" userId="S::sbarrett@openboxsoftware.com::2e21295b-21c9-4734-b4c8-23b29a1a1ba3" providerId="AD" clId="Web-{61683B6F-0C84-F2AD-E3B0-4BE9A4030595}" dt="2025-05-28T09:22:29.811" v="94" actId="20577"/>
        <pc:sldMkLst>
          <pc:docMk/>
          <pc:sldMk cId="2898931480" sldId="318"/>
        </pc:sldMkLst>
        <pc:spChg chg="mod">
          <ac:chgData name="Shaun Barrett" userId="S::sbarrett@openboxsoftware.com::2e21295b-21c9-4734-b4c8-23b29a1a1ba3" providerId="AD" clId="Web-{61683B6F-0C84-F2AD-E3B0-4BE9A4030595}" dt="2025-05-28T09:22:29.811" v="94" actId="20577"/>
          <ac:spMkLst>
            <pc:docMk/>
            <pc:sldMk cId="2898931480" sldId="318"/>
            <ac:spMk id="2" creationId="{22755BA2-B953-4F06-9DC7-ACF132689491}"/>
          </ac:spMkLst>
        </pc:spChg>
      </pc:sldChg>
      <pc:sldChg chg="modSp">
        <pc:chgData name="Shaun Barrett" userId="S::sbarrett@openboxsoftware.com::2e21295b-21c9-4734-b4c8-23b29a1a1ba3" providerId="AD" clId="Web-{61683B6F-0C84-F2AD-E3B0-4BE9A4030595}" dt="2025-05-28T09:10:57.164" v="0" actId="20577"/>
        <pc:sldMkLst>
          <pc:docMk/>
          <pc:sldMk cId="324089379" sldId="484"/>
        </pc:sldMkLst>
        <pc:spChg chg="mod">
          <ac:chgData name="Shaun Barrett" userId="S::sbarrett@openboxsoftware.com::2e21295b-21c9-4734-b4c8-23b29a1a1ba3" providerId="AD" clId="Web-{61683B6F-0C84-F2AD-E3B0-4BE9A4030595}" dt="2025-05-28T09:10:57.164" v="0" actId="20577"/>
          <ac:spMkLst>
            <pc:docMk/>
            <pc:sldMk cId="324089379" sldId="484"/>
            <ac:spMk id="3" creationId="{326D388C-0F50-393A-A35D-62B7A499DA71}"/>
          </ac:spMkLst>
        </pc:spChg>
      </pc:sldChg>
      <pc:sldChg chg="addSp delSp modSp add replId">
        <pc:chgData name="Shaun Barrett" userId="S::sbarrett@openboxsoftware.com::2e21295b-21c9-4734-b4c8-23b29a1a1ba3" providerId="AD" clId="Web-{61683B6F-0C84-F2AD-E3B0-4BE9A4030595}" dt="2025-05-28T09:18:57.382" v="25" actId="14100"/>
        <pc:sldMkLst>
          <pc:docMk/>
          <pc:sldMk cId="3802296912" sldId="64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7C5F7D-AE2E-47C7-8BA2-CC4D7F4E80EF}" type="datetimeFigureOut">
              <a:rPr lang="en-GB" smtClean="0"/>
              <a:t>03/06/2025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A9EF18-44DA-4CCF-A8F6-0B08C30105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7601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79841-7CB6-207C-23F2-5A08F7F20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BF793B-EE7F-7A06-6F65-BD96553C2D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B53FD2-6E91-469E-59CB-105CDA3560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A4029C-6F58-EEE5-2163-AF01194E92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9EF18-44DA-4CCF-A8F6-0B08C3010558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8155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E8145-5370-8B79-0958-C531C3DA4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022A43-06A6-2E42-CFD9-C859B671A4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975B2D-F750-4593-3658-B195B86183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08A0E4-BF1B-D325-BEE3-051E454BB5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9EF18-44DA-4CCF-A8F6-0B08C3010558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15531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9EF18-44DA-4CCF-A8F6-0B08C3010558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09502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9EF18-44DA-4CCF-A8F6-0B08C3010558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04271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79CA9-8918-00EB-A92F-B61FCFC3F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BF6206-970D-F778-CA8D-08509279C4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CC659C-D6F9-94D5-4907-4E7F4F6C7A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69965-7283-F8F6-D62C-E3BF0F5FD9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9EF18-44DA-4CCF-A8F6-0B08C3010558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33112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9EF18-44DA-4CCF-A8F6-0B08C3010558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2160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0A8EC68-FA28-440E-B08D-F8892DE0C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3920" y="2493819"/>
            <a:ext cx="10424160" cy="1032770"/>
          </a:xfrm>
        </p:spPr>
        <p:txBody>
          <a:bodyPr anchor="b"/>
          <a:lstStyle>
            <a:lvl1pPr algn="ctr">
              <a:defRPr sz="6000">
                <a:solidFill>
                  <a:schemeClr val="accent1"/>
                </a:solidFill>
                <a:latin typeface="Proxima Nova Lt" panose="02000506030000020004" pitchFamily="50" charset="0"/>
              </a:defRPr>
            </a:lvl1pPr>
          </a:lstStyle>
          <a:p>
            <a:r>
              <a:rPr lang="en-US"/>
              <a:t>Click to edit Master title</a:t>
            </a:r>
            <a:endParaRPr lang="en-ZA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1A641CB-25B6-46DF-B429-231029DEF8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604203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1">
                    <a:lumMod val="75000"/>
                  </a:schemeClr>
                </a:solidFill>
                <a:latin typeface="Proxima Nova Lt" panose="02000506030000020004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23103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2460624" y="2939040"/>
            <a:ext cx="7270751" cy="4899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  <a:latin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15359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xternal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40445" y="366301"/>
            <a:ext cx="8621692" cy="57534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0" i="0">
                <a:solidFill>
                  <a:schemeClr val="bg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45" y="975038"/>
            <a:ext cx="1422400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724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0A8EC68-FA28-440E-B08D-F8892DE0C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3920" y="2493819"/>
            <a:ext cx="10424160" cy="1032770"/>
          </a:xfrm>
        </p:spPr>
        <p:txBody>
          <a:bodyPr anchor="b"/>
          <a:lstStyle>
            <a:lvl1pPr algn="ctr">
              <a:defRPr sz="6000">
                <a:solidFill>
                  <a:schemeClr val="accent1"/>
                </a:solidFill>
                <a:latin typeface="Proxima Nova Lt" panose="02000506030000020004" pitchFamily="50" charset="0"/>
              </a:defRPr>
            </a:lvl1pPr>
          </a:lstStyle>
          <a:p>
            <a:r>
              <a:rPr lang="en-US"/>
              <a:t>Click to edit Master title</a:t>
            </a:r>
            <a:endParaRPr lang="en-ZA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1A641CB-25B6-46DF-B429-231029DEF8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604203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1">
                    <a:lumMod val="75000"/>
                  </a:schemeClr>
                </a:solidFill>
                <a:latin typeface="Proxima Nova Lt" panose="02000506030000020004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0915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2460624" y="2939040"/>
            <a:ext cx="7270751" cy="4899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  <a:latin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59288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B7F015-2A57-4B5F-88D9-ACA26915962C}"/>
              </a:ext>
            </a:extLst>
          </p:cNvPr>
          <p:cNvSpPr txBox="1"/>
          <p:nvPr userDrawn="1"/>
        </p:nvSpPr>
        <p:spPr>
          <a:xfrm rot="16200000">
            <a:off x="1937041" y="2916497"/>
            <a:ext cx="3407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ZA" sz="3200">
                <a:solidFill>
                  <a:schemeClr val="bg2"/>
                </a:solidFill>
                <a:latin typeface="Proxima Nova Rg" panose="02000506030000020004" pitchFamily="50" charset="0"/>
              </a:rPr>
              <a:t>Agenda</a:t>
            </a:r>
            <a:endParaRPr lang="en-GB" sz="3200">
              <a:solidFill>
                <a:schemeClr val="bg2"/>
              </a:solidFill>
              <a:latin typeface="Proxima Nova Rg" panose="02000506030000020004" pitchFamily="50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EE3339-B220-4E3D-AA10-3D4248C272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30688" y="1504950"/>
            <a:ext cx="5786437" cy="3965575"/>
          </a:xfrm>
          <a:prstGeom prst="rect">
            <a:avLst/>
          </a:prstGeom>
        </p:spPr>
        <p:txBody>
          <a:bodyPr/>
          <a:lstStyle>
            <a:lvl1pPr>
              <a:buClr>
                <a:srgbClr val="BCD727"/>
              </a:buClr>
              <a:defRPr sz="2000">
                <a:solidFill>
                  <a:schemeClr val="bg2"/>
                </a:solidFill>
                <a:latin typeface="Proxima Nova Lt" panose="02000506030000020004" pitchFamily="50" charset="0"/>
              </a:defRPr>
            </a:lvl1pPr>
            <a:lvl2pPr marL="457200" indent="0">
              <a:buNone/>
              <a:defRPr sz="2000">
                <a:solidFill>
                  <a:schemeClr val="bg2"/>
                </a:solidFill>
                <a:latin typeface="Proxima Nova Lt" panose="02000506030000020004" pitchFamily="50" charset="0"/>
              </a:defRPr>
            </a:lvl2pPr>
            <a:lvl3pPr>
              <a:defRPr>
                <a:solidFill>
                  <a:srgbClr val="7F7F7F"/>
                </a:solidFill>
                <a:latin typeface="Proxima Nova Lt" panose="02000506030000020004" pitchFamily="50" charset="0"/>
              </a:defRPr>
            </a:lvl3pPr>
            <a:lvl4pPr>
              <a:defRPr>
                <a:solidFill>
                  <a:srgbClr val="7F7F7F"/>
                </a:solidFill>
                <a:latin typeface="Proxima Nova Lt" panose="02000506030000020004" pitchFamily="50" charset="0"/>
              </a:defRPr>
            </a:lvl4pPr>
            <a:lvl5pPr>
              <a:defRPr>
                <a:solidFill>
                  <a:srgbClr val="7F7F7F"/>
                </a:solidFill>
                <a:latin typeface="Proxima Nova Lt" panose="02000506030000020004" pitchFamily="50" charset="0"/>
              </a:defRPr>
            </a:lvl5pPr>
          </a:lstStyle>
          <a:p>
            <a:pPr lvl="0"/>
            <a:r>
              <a:rPr lang="en-US"/>
              <a:t>Add agenda items here</a:t>
            </a:r>
          </a:p>
          <a:p>
            <a:pPr lvl="0"/>
            <a:r>
              <a:rPr lang="en-US"/>
              <a:t>Another one</a:t>
            </a:r>
          </a:p>
          <a:p>
            <a:pPr lvl="0"/>
            <a:r>
              <a:rPr lang="en-US"/>
              <a:t>And another</a:t>
            </a:r>
          </a:p>
          <a:p>
            <a:pPr lvl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2044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940444" y="1012789"/>
            <a:ext cx="10872776" cy="39587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40445" y="366301"/>
            <a:ext cx="8621692" cy="57534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0" i="0">
                <a:solidFill>
                  <a:schemeClr val="bg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44" y="1478256"/>
            <a:ext cx="1422400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128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No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40445" y="366301"/>
            <a:ext cx="8621692" cy="57534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0" i="0">
                <a:solidFill>
                  <a:schemeClr val="bg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44" y="967268"/>
            <a:ext cx="1422400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398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.5. White + green lin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1FD3FCC-DA96-C8F5-80E3-CFA56515FC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25368" y="2152357"/>
            <a:ext cx="9941263" cy="113155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tx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Divider page heading</a:t>
            </a:r>
          </a:p>
        </p:txBody>
      </p:sp>
    </p:spTree>
    <p:extLst>
      <p:ext uri="{BB962C8B-B14F-4D97-AF65-F5344CB8AC3E}">
        <p14:creationId xmlns:p14="http://schemas.microsoft.com/office/powerpoint/2010/main" val="3092582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 Sky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940444" y="1012789"/>
            <a:ext cx="10872776" cy="39587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40445" y="366301"/>
            <a:ext cx="8621692" cy="57534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0" i="0">
                <a:solidFill>
                  <a:schemeClr val="bg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44" y="1478256"/>
            <a:ext cx="1422400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302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Skyline No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40445" y="366301"/>
            <a:ext cx="8621692" cy="57534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0" i="0">
                <a:solidFill>
                  <a:schemeClr val="bg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45" y="975038"/>
            <a:ext cx="1422400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1656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74183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.4. White contents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231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7" Type="http://schemas.openxmlformats.org/officeDocument/2006/relationships/image" Target="../media/image5.svg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2.jpe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jpe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32416"/>
            <a:ext cx="12192000" cy="312558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8930" y="1105593"/>
            <a:ext cx="3534140" cy="115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687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51" r:id="rId2"/>
    <p:sldLayoutId id="2147483687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32416"/>
            <a:ext cx="12192000" cy="312558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543" y="1105593"/>
            <a:ext cx="3534140" cy="1150362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9338EEA2-A3BA-4F7C-8F2E-2167705A51C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06468" y="1470245"/>
            <a:ext cx="5258911" cy="483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3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5836" y="240458"/>
            <a:ext cx="1815096" cy="590814"/>
          </a:xfrm>
          <a:prstGeom prst="rect">
            <a:avLst/>
          </a:prstGeom>
        </p:spPr>
      </p:pic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2F76AFB7-1003-4470-A486-9F16A6B0B005}"/>
              </a:ext>
            </a:extLst>
          </p:cNvPr>
          <p:cNvSpPr/>
          <p:nvPr userDrawn="1"/>
        </p:nvSpPr>
        <p:spPr>
          <a:xfrm>
            <a:off x="1310140" y="5533090"/>
            <a:ext cx="286164" cy="295650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12A3F5E3-7A1A-4052-9CA3-E02DE8D7065B}"/>
              </a:ext>
            </a:extLst>
          </p:cNvPr>
          <p:cNvSpPr/>
          <p:nvPr userDrawn="1"/>
        </p:nvSpPr>
        <p:spPr>
          <a:xfrm>
            <a:off x="348921" y="3395313"/>
            <a:ext cx="221860" cy="229214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60109550-75F1-4AF1-8BE0-73B319B04DE9}"/>
              </a:ext>
            </a:extLst>
          </p:cNvPr>
          <p:cNvSpPr/>
          <p:nvPr userDrawn="1"/>
        </p:nvSpPr>
        <p:spPr>
          <a:xfrm>
            <a:off x="2073244" y="5868434"/>
            <a:ext cx="183439" cy="189520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0407E0E1-7C84-44F8-84CD-928527462235}"/>
              </a:ext>
            </a:extLst>
          </p:cNvPr>
          <p:cNvSpPr/>
          <p:nvPr userDrawn="1"/>
        </p:nvSpPr>
        <p:spPr>
          <a:xfrm>
            <a:off x="1269783" y="4274682"/>
            <a:ext cx="110930" cy="114607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CDE90955-8311-47A8-81B7-FFBE56AC216A}"/>
              </a:ext>
            </a:extLst>
          </p:cNvPr>
          <p:cNvSpPr/>
          <p:nvPr userDrawn="1"/>
        </p:nvSpPr>
        <p:spPr>
          <a:xfrm>
            <a:off x="348921" y="6251747"/>
            <a:ext cx="110930" cy="114607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D921F102-C3FC-43DF-B0CD-D09171469D32}"/>
              </a:ext>
            </a:extLst>
          </p:cNvPr>
          <p:cNvSpPr/>
          <p:nvPr userDrawn="1"/>
        </p:nvSpPr>
        <p:spPr>
          <a:xfrm>
            <a:off x="712863" y="5245021"/>
            <a:ext cx="110930" cy="114607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D7F1074A-ABA7-4C76-A743-3636552CF302}"/>
              </a:ext>
            </a:extLst>
          </p:cNvPr>
          <p:cNvSpPr/>
          <p:nvPr userDrawn="1"/>
        </p:nvSpPr>
        <p:spPr>
          <a:xfrm>
            <a:off x="3964862" y="6194444"/>
            <a:ext cx="110930" cy="114607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4978C4DE-8EF1-43E3-8107-58EEA77969A2}"/>
              </a:ext>
            </a:extLst>
          </p:cNvPr>
          <p:cNvSpPr/>
          <p:nvPr userDrawn="1"/>
        </p:nvSpPr>
        <p:spPr>
          <a:xfrm>
            <a:off x="2784985" y="6503739"/>
            <a:ext cx="110930" cy="114607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5245853-5F6C-4373-A49F-3170CD94818E}"/>
              </a:ext>
            </a:extLst>
          </p:cNvPr>
          <p:cNvCxnSpPr>
            <a:cxnSpLocks/>
            <a:endCxn id="8" idx="5"/>
          </p:cNvCxnSpPr>
          <p:nvPr userDrawn="1"/>
        </p:nvCxnSpPr>
        <p:spPr>
          <a:xfrm>
            <a:off x="459851" y="3509920"/>
            <a:ext cx="904616" cy="862585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467996C-5080-45B2-8D61-8B31A565D2F5}"/>
              </a:ext>
            </a:extLst>
          </p:cNvPr>
          <p:cNvCxnSpPr>
            <a:cxnSpLocks/>
          </p:cNvCxnSpPr>
          <p:nvPr userDrawn="1"/>
        </p:nvCxnSpPr>
        <p:spPr>
          <a:xfrm>
            <a:off x="10111" y="2017340"/>
            <a:ext cx="449740" cy="1492580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12C77DD-91B1-4ED2-AA52-6C8C9954B5D4}"/>
              </a:ext>
            </a:extLst>
          </p:cNvPr>
          <p:cNvCxnSpPr>
            <a:cxnSpLocks/>
            <a:endCxn id="10" idx="4"/>
          </p:cNvCxnSpPr>
          <p:nvPr userDrawn="1"/>
        </p:nvCxnSpPr>
        <p:spPr>
          <a:xfrm>
            <a:off x="459851" y="3509920"/>
            <a:ext cx="308477" cy="1849708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8E5930D-6A19-4036-9D4C-D258CF5625A0}"/>
              </a:ext>
            </a:extLst>
          </p:cNvPr>
          <p:cNvCxnSpPr>
            <a:cxnSpLocks/>
            <a:endCxn id="6" idx="5"/>
          </p:cNvCxnSpPr>
          <p:nvPr userDrawn="1"/>
        </p:nvCxnSpPr>
        <p:spPr>
          <a:xfrm>
            <a:off x="1310140" y="4320978"/>
            <a:ext cx="919679" cy="1709221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1C82D16-5DA9-4042-A21A-CF15A8791763}"/>
              </a:ext>
            </a:extLst>
          </p:cNvPr>
          <p:cNvCxnSpPr>
            <a:cxnSpLocks/>
            <a:stCxn id="6" idx="6"/>
            <a:endCxn id="11" idx="6"/>
          </p:cNvCxnSpPr>
          <p:nvPr userDrawn="1"/>
        </p:nvCxnSpPr>
        <p:spPr>
          <a:xfrm>
            <a:off x="2256683" y="5963194"/>
            <a:ext cx="1819109" cy="288553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74AC98E-9171-4C0D-8CCD-4697EE1E60DA}"/>
              </a:ext>
            </a:extLst>
          </p:cNvPr>
          <p:cNvCxnSpPr>
            <a:cxnSpLocks/>
          </p:cNvCxnSpPr>
          <p:nvPr userDrawn="1"/>
        </p:nvCxnSpPr>
        <p:spPr>
          <a:xfrm>
            <a:off x="4030752" y="6257930"/>
            <a:ext cx="1645226" cy="581964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C8514B0-DA65-4698-AA65-F8FD3E2DD54F}"/>
              </a:ext>
            </a:extLst>
          </p:cNvPr>
          <p:cNvCxnSpPr>
            <a:cxnSpLocks/>
            <a:stCxn id="6" idx="5"/>
            <a:endCxn id="12" idx="5"/>
          </p:cNvCxnSpPr>
          <p:nvPr userDrawn="1"/>
        </p:nvCxnSpPr>
        <p:spPr>
          <a:xfrm>
            <a:off x="2229819" y="6030199"/>
            <a:ext cx="649851" cy="571363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06BFC29-6506-4A19-B7FC-E4D7B504DF92}"/>
              </a:ext>
            </a:extLst>
          </p:cNvPr>
          <p:cNvCxnSpPr>
            <a:cxnSpLocks/>
            <a:stCxn id="12" idx="2"/>
          </p:cNvCxnSpPr>
          <p:nvPr userDrawn="1"/>
        </p:nvCxnSpPr>
        <p:spPr>
          <a:xfrm>
            <a:off x="2784985" y="6561043"/>
            <a:ext cx="738647" cy="278851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E8A5394-C8F8-416B-955F-23D0B7CE2DCB}"/>
              </a:ext>
            </a:extLst>
          </p:cNvPr>
          <p:cNvCxnSpPr>
            <a:cxnSpLocks/>
            <a:endCxn id="11" idx="6"/>
          </p:cNvCxnSpPr>
          <p:nvPr userDrawn="1"/>
        </p:nvCxnSpPr>
        <p:spPr>
          <a:xfrm flipV="1">
            <a:off x="2784985" y="6251747"/>
            <a:ext cx="1290807" cy="321164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87A2802-863D-4280-87D6-C2BC3ECB4C86}"/>
              </a:ext>
            </a:extLst>
          </p:cNvPr>
          <p:cNvCxnSpPr>
            <a:cxnSpLocks/>
            <a:stCxn id="8" idx="7"/>
            <a:endCxn id="10" idx="4"/>
          </p:cNvCxnSpPr>
          <p:nvPr userDrawn="1"/>
        </p:nvCxnSpPr>
        <p:spPr>
          <a:xfrm flipH="1">
            <a:off x="768328" y="4291465"/>
            <a:ext cx="596139" cy="1068162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979BBAB-4A06-47BB-A0F6-D2C4AE9DC315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111" y="4645600"/>
            <a:ext cx="757434" cy="649059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886BE85-506F-42E8-9B51-3F21D8AE86E2}"/>
              </a:ext>
            </a:extLst>
          </p:cNvPr>
          <p:cNvCxnSpPr>
            <a:cxnSpLocks/>
            <a:stCxn id="2" idx="5"/>
          </p:cNvCxnSpPr>
          <p:nvPr userDrawn="1"/>
        </p:nvCxnSpPr>
        <p:spPr>
          <a:xfrm flipH="1" flipV="1">
            <a:off x="768479" y="5303220"/>
            <a:ext cx="785917" cy="482223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8BC2169-009E-42C7-AC15-EA947E762538}"/>
              </a:ext>
            </a:extLst>
          </p:cNvPr>
          <p:cNvCxnSpPr>
            <a:cxnSpLocks/>
            <a:stCxn id="6" idx="6"/>
          </p:cNvCxnSpPr>
          <p:nvPr userDrawn="1"/>
        </p:nvCxnSpPr>
        <p:spPr>
          <a:xfrm flipH="1" flipV="1">
            <a:off x="1326982" y="5641678"/>
            <a:ext cx="929701" cy="321515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3504F00-A334-44C2-80B4-A028B3640367}"/>
              </a:ext>
            </a:extLst>
          </p:cNvPr>
          <p:cNvCxnSpPr>
            <a:cxnSpLocks/>
            <a:stCxn id="2" idx="7"/>
            <a:endCxn id="9" idx="7"/>
          </p:cNvCxnSpPr>
          <p:nvPr userDrawn="1"/>
        </p:nvCxnSpPr>
        <p:spPr>
          <a:xfrm flipH="1">
            <a:off x="443606" y="5576387"/>
            <a:ext cx="1110791" cy="692144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B5A8164-4D7D-4944-B2B6-B1EB90B3C236}"/>
              </a:ext>
            </a:extLst>
          </p:cNvPr>
          <p:cNvCxnSpPr>
            <a:cxnSpLocks/>
            <a:stCxn id="6" idx="6"/>
            <a:endCxn id="9" idx="2"/>
          </p:cNvCxnSpPr>
          <p:nvPr userDrawn="1"/>
        </p:nvCxnSpPr>
        <p:spPr>
          <a:xfrm flipH="1">
            <a:off x="348921" y="5963194"/>
            <a:ext cx="1907762" cy="345857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2619A60-2C30-4672-9C9A-43DEFB15B38F}"/>
              </a:ext>
            </a:extLst>
          </p:cNvPr>
          <p:cNvCxnSpPr>
            <a:cxnSpLocks/>
            <a:stCxn id="10" idx="0"/>
            <a:endCxn id="9" idx="3"/>
          </p:cNvCxnSpPr>
          <p:nvPr userDrawn="1"/>
        </p:nvCxnSpPr>
        <p:spPr>
          <a:xfrm flipH="1">
            <a:off x="365166" y="5245021"/>
            <a:ext cx="403162" cy="1104550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1C6BE020-595A-4B89-9834-F8B9DD384458}"/>
              </a:ext>
            </a:extLst>
          </p:cNvPr>
          <p:cNvCxnSpPr>
            <a:cxnSpLocks/>
            <a:stCxn id="12" idx="6"/>
            <a:endCxn id="9" idx="2"/>
          </p:cNvCxnSpPr>
          <p:nvPr userDrawn="1"/>
        </p:nvCxnSpPr>
        <p:spPr>
          <a:xfrm flipH="1" flipV="1">
            <a:off x="348921" y="6309051"/>
            <a:ext cx="2546994" cy="251992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DBFC03B2-FEA4-4E25-A088-8EBA5A308E82}"/>
              </a:ext>
            </a:extLst>
          </p:cNvPr>
          <p:cNvCxnSpPr>
            <a:cxnSpLocks/>
            <a:endCxn id="12" idx="3"/>
          </p:cNvCxnSpPr>
          <p:nvPr userDrawn="1"/>
        </p:nvCxnSpPr>
        <p:spPr>
          <a:xfrm flipV="1">
            <a:off x="2229819" y="6601562"/>
            <a:ext cx="571412" cy="238332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6C56C630-6A73-48B0-84CF-2283B07B4E75}"/>
              </a:ext>
            </a:extLst>
          </p:cNvPr>
          <p:cNvCxnSpPr>
            <a:cxnSpLocks/>
            <a:stCxn id="9" idx="1"/>
          </p:cNvCxnSpPr>
          <p:nvPr userDrawn="1"/>
        </p:nvCxnSpPr>
        <p:spPr>
          <a:xfrm flipH="1" flipV="1">
            <a:off x="24501" y="5785443"/>
            <a:ext cx="340665" cy="483087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9BACA2B0-6BE0-4462-9C37-2633A2A395AB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18867" y="6362102"/>
            <a:ext cx="336744" cy="477792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B0D48B3F-0FCA-4EEB-8190-A6B3D62DDC71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11" y="6356253"/>
            <a:ext cx="354904" cy="281871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CAC1C4A6-0D79-445C-9C24-D75B843E6C29}"/>
              </a:ext>
            </a:extLst>
          </p:cNvPr>
          <p:cNvCxnSpPr>
            <a:cxnSpLocks/>
            <a:stCxn id="8" idx="4"/>
            <a:endCxn id="2" idx="4"/>
          </p:cNvCxnSpPr>
          <p:nvPr userDrawn="1"/>
        </p:nvCxnSpPr>
        <p:spPr>
          <a:xfrm>
            <a:off x="1325248" y="4389289"/>
            <a:ext cx="127974" cy="1439451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6300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5836" y="240458"/>
            <a:ext cx="1815096" cy="5908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349DD86-B84C-42A5-8D81-9D0A1C1F941B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32416"/>
            <a:ext cx="12192000" cy="312558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F5568AF-2C93-464D-B6A5-A6987190E1DF}"/>
              </a:ext>
            </a:extLst>
          </p:cNvPr>
          <p:cNvSpPr/>
          <p:nvPr userDrawn="1"/>
        </p:nvSpPr>
        <p:spPr>
          <a:xfrm>
            <a:off x="0" y="831272"/>
            <a:ext cx="12192000" cy="60267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65000">
                <a:srgbClr val="FFFFFF"/>
              </a:gs>
              <a:gs pos="83000">
                <a:srgbClr val="FFFFFF">
                  <a:alpha val="82000"/>
                </a:srgbClr>
              </a:gs>
              <a:gs pos="100000">
                <a:srgbClr val="C7D5ED">
                  <a:alpha val="0"/>
                </a:srgbClr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0968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83" r:id="rId2"/>
    <p:sldLayoutId id="2147483688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5836" y="240458"/>
            <a:ext cx="1815096" cy="590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813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0647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9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31.png"/><Relationship Id="rId4" Type="http://schemas.openxmlformats.org/officeDocument/2006/relationships/image" Target="../media/image26.png"/><Relationship Id="rId9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21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2A31E3A-90C3-AD2F-1064-86CCCFA420C3}"/>
              </a:ext>
            </a:extLst>
          </p:cNvPr>
          <p:cNvSpPr txBox="1">
            <a:spLocks/>
          </p:cNvSpPr>
          <p:nvPr/>
        </p:nvSpPr>
        <p:spPr>
          <a:xfrm>
            <a:off x="883920" y="2493819"/>
            <a:ext cx="10424160" cy="1032770"/>
          </a:xfrm>
        </p:spPr>
        <p:txBody>
          <a:bodyPr lIns="91440" tIns="45720" rIns="91440" bIns="45720"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noProof="0">
                <a:solidFill>
                  <a:schemeClr val="bg2"/>
                </a:solidFill>
                <a:latin typeface="Proxima Nova Lt"/>
              </a:rPr>
              <a:t>Grainger – SVOT &amp; Tenancy Review</a:t>
            </a:r>
            <a:endParaRPr lang="en-GB" noProof="0">
              <a:solidFill>
                <a:schemeClr val="bg2"/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6D0D0B7-8796-FD2A-2A4F-3F9EBD376A8F}"/>
              </a:ext>
            </a:extLst>
          </p:cNvPr>
          <p:cNvSpPr txBox="1">
            <a:spLocks/>
          </p:cNvSpPr>
          <p:nvPr/>
        </p:nvSpPr>
        <p:spPr>
          <a:xfrm>
            <a:off x="1524000" y="3602037"/>
            <a:ext cx="9144000" cy="777939"/>
          </a:xfr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noProof="0" err="1">
                <a:solidFill>
                  <a:schemeClr val="bg2"/>
                </a:solidFill>
                <a:latin typeface="Proxima Nova Lt"/>
              </a:rPr>
              <a:t>SteerCo</a:t>
            </a:r>
            <a:r>
              <a:rPr lang="en-GB" noProof="0">
                <a:solidFill>
                  <a:schemeClr val="bg2"/>
                </a:solidFill>
                <a:latin typeface="Proxima Nova Lt"/>
              </a:rPr>
              <a:t> Update</a:t>
            </a:r>
          </a:p>
          <a:p>
            <a:pPr marL="0" indent="0" algn="ctr">
              <a:buNone/>
            </a:pPr>
            <a:r>
              <a:rPr lang="en-GB" sz="1400" noProof="0">
                <a:solidFill>
                  <a:schemeClr val="bg2"/>
                </a:solidFill>
                <a:latin typeface="Proxima Nova Lt"/>
              </a:rPr>
              <a:t>4</a:t>
            </a:r>
            <a:r>
              <a:rPr lang="en-GB" sz="1400" baseline="30000" noProof="0">
                <a:solidFill>
                  <a:schemeClr val="bg2"/>
                </a:solidFill>
                <a:latin typeface="Proxima Nova Lt"/>
              </a:rPr>
              <a:t>th</a:t>
            </a:r>
            <a:r>
              <a:rPr lang="en-GB" sz="1400" noProof="0">
                <a:solidFill>
                  <a:schemeClr val="bg2"/>
                </a:solidFill>
                <a:latin typeface="Proxima Nova Lt"/>
              </a:rPr>
              <a:t> June 2025</a:t>
            </a:r>
            <a:endParaRPr lang="en-GB" sz="1400" noProof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878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755BA2-B953-4F06-9DC7-ACF1326894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30688" y="1504951"/>
            <a:ext cx="5786437" cy="3369200"/>
          </a:xfrm>
        </p:spPr>
        <p:txBody>
          <a:bodyPr lIns="91440" tIns="45720" rIns="91440" bIns="45720" anchor="t"/>
          <a:lstStyle/>
          <a:p>
            <a:r>
              <a:rPr lang="en-GB" noProof="0">
                <a:latin typeface="Proxima Nova Lt"/>
              </a:rPr>
              <a:t>Project Overview &amp; Objectives</a:t>
            </a:r>
          </a:p>
          <a:p>
            <a:r>
              <a:rPr lang="en-GB" noProof="0">
                <a:latin typeface="Proxima Nova Lt"/>
              </a:rPr>
              <a:t>Project Timeline</a:t>
            </a:r>
          </a:p>
          <a:p>
            <a:r>
              <a:rPr lang="en-GB" noProof="0">
                <a:latin typeface="Proxima Nova Lt"/>
              </a:rPr>
              <a:t>Demo</a:t>
            </a:r>
          </a:p>
          <a:p>
            <a:r>
              <a:rPr lang="en-GB" noProof="0">
                <a:latin typeface="Proxima Nova Lt"/>
              </a:rPr>
              <a:t>Risks, Assumptions, Issues &amp; Dependencies</a:t>
            </a:r>
          </a:p>
          <a:p>
            <a:r>
              <a:rPr lang="en-GB" noProof="0">
                <a:latin typeface="Proxima Nova Lt"/>
              </a:rPr>
              <a:t>Q&amp;A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898931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64FA3ED-45CE-F446-D70D-820D59759C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ctr"/>
          <a:lstStyle/>
          <a:p>
            <a:r>
              <a:rPr lang="en-GB" noProof="0">
                <a:latin typeface="Proxima Nova Lt"/>
              </a:rPr>
              <a:t>Project Overview</a:t>
            </a:r>
            <a:endParaRPr lang="en-GB" noProof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6D388C-0F50-393A-A35D-62B7A499DA71}"/>
              </a:ext>
            </a:extLst>
          </p:cNvPr>
          <p:cNvSpPr txBox="1"/>
          <p:nvPr/>
        </p:nvSpPr>
        <p:spPr>
          <a:xfrm>
            <a:off x="1133474" y="1572940"/>
            <a:ext cx="9429751" cy="2811028"/>
          </a:xfrm>
          <a:prstGeom prst="rect">
            <a:avLst/>
          </a:prstGeom>
          <a:noFill/>
        </p:spPr>
        <p:txBody>
          <a:bodyPr wrap="square" lIns="91440" tIns="45721" rIns="91440" bIns="45721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1001"/>
              </a:spcBef>
              <a:buNone/>
              <a:defRPr/>
            </a:pPr>
            <a:r>
              <a:rPr lang="en-GB" sz="2000" noProof="0">
                <a:solidFill>
                  <a:srgbClr val="7F7F7F"/>
                </a:solidFill>
              </a:rPr>
              <a:t>This project will deliver a </a:t>
            </a:r>
            <a:r>
              <a:rPr lang="en-GB" sz="2000" b="1" noProof="0">
                <a:solidFill>
                  <a:srgbClr val="7F7F7F"/>
                </a:solidFill>
              </a:rPr>
              <a:t>bespoke tenancy review journey </a:t>
            </a:r>
            <a:r>
              <a:rPr lang="en-GB" sz="2000" noProof="0">
                <a:solidFill>
                  <a:srgbClr val="7F7F7F"/>
                </a:solidFill>
              </a:rPr>
              <a:t>within Salesforce that is efficient, improves visibility into supporting information, maintains a full history of associated activity, and provides an improved customer experience.</a:t>
            </a:r>
          </a:p>
          <a:p>
            <a:pPr marL="0" indent="0" algn="just">
              <a:lnSpc>
                <a:spcPct val="100000"/>
              </a:lnSpc>
              <a:spcBef>
                <a:spcPts val="1001"/>
              </a:spcBef>
              <a:buNone/>
              <a:defRPr/>
            </a:pPr>
            <a:r>
              <a:rPr lang="en-GB" sz="2000" noProof="0">
                <a:solidFill>
                  <a:srgbClr val="7F7F7F"/>
                </a:solidFill>
              </a:rPr>
              <a:t>Given the timing of the project, the process is designed to align with the upcoming </a:t>
            </a:r>
            <a:r>
              <a:rPr lang="en-GB" sz="2000" b="1" noProof="0">
                <a:solidFill>
                  <a:srgbClr val="7F7F7F"/>
                </a:solidFill>
              </a:rPr>
              <a:t>Renters’ Rights Bill</a:t>
            </a:r>
            <a:r>
              <a:rPr lang="en-GB" sz="2000" noProof="0">
                <a:solidFill>
                  <a:srgbClr val="7F7F7F"/>
                </a:solidFill>
              </a:rPr>
              <a:t>. </a:t>
            </a:r>
          </a:p>
          <a:p>
            <a:pPr algn="just">
              <a:spcBef>
                <a:spcPts val="1001"/>
              </a:spcBef>
              <a:defRPr/>
            </a:pPr>
            <a:r>
              <a:rPr lang="en-GB" sz="2000" noProof="0">
                <a:solidFill>
                  <a:srgbClr val="7F7F7F"/>
                </a:solidFill>
              </a:rPr>
              <a:t>In order ensure complete and accurate tenancy data is driving the tenancy review process, a foundational release will create a </a:t>
            </a:r>
            <a:r>
              <a:rPr lang="en-GB" sz="2000" b="1" noProof="0">
                <a:solidFill>
                  <a:srgbClr val="7F7F7F"/>
                </a:solidFill>
              </a:rPr>
              <a:t>single view of tenancy </a:t>
            </a:r>
            <a:r>
              <a:rPr lang="en-GB" sz="2000" noProof="0">
                <a:solidFill>
                  <a:srgbClr val="7F7F7F"/>
                </a:solidFill>
              </a:rPr>
              <a:t>within Salesforce that is aligned with Qube, as the system of record for tenancy data.</a:t>
            </a:r>
            <a:endParaRPr lang="en-GB" sz="2000" noProof="0">
              <a:solidFill>
                <a:schemeClr val="tx1">
                  <a:lumMod val="65000"/>
                  <a:lumOff val="35000"/>
                </a:schemeClr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24089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DA0A3-5BEB-2AA1-C2A1-888A04EC5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64F1CA3-9CB2-CB9A-3D75-6D93C8D7DE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ctr"/>
          <a:lstStyle/>
          <a:p>
            <a:r>
              <a:rPr lang="en-GB" noProof="0">
                <a:latin typeface="Proxima Nova Lt"/>
              </a:rPr>
              <a:t>Objectives</a:t>
            </a:r>
            <a:endParaRPr lang="en-GB" noProof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1B146DE-3480-F1F3-2768-163CB7E2613C}"/>
              </a:ext>
            </a:extLst>
          </p:cNvPr>
          <p:cNvSpPr txBox="1">
            <a:spLocks/>
          </p:cNvSpPr>
          <p:nvPr/>
        </p:nvSpPr>
        <p:spPr>
          <a:xfrm>
            <a:off x="940446" y="1147566"/>
            <a:ext cx="10903218" cy="3958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>
                <a:solidFill>
                  <a:srgbClr val="7F7F7F"/>
                </a:solidFill>
                <a:latin typeface="Proxima Nova Rg" panose="02000506030000020004" pitchFamily="50" charset="0"/>
              </a:rPr>
              <a:t>Single View of Tenancy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51ADBEA2-F982-6391-277F-B69C8C227BAF}"/>
              </a:ext>
            </a:extLst>
          </p:cNvPr>
          <p:cNvSpPr txBox="1">
            <a:spLocks/>
          </p:cNvSpPr>
          <p:nvPr/>
        </p:nvSpPr>
        <p:spPr>
          <a:xfrm>
            <a:off x="1071709" y="2541684"/>
            <a:ext cx="2417892" cy="395288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CAAFCEB-9013-4A4F-0814-E88BA94E89AF}"/>
              </a:ext>
            </a:extLst>
          </p:cNvPr>
          <p:cNvSpPr txBox="1">
            <a:spLocks/>
          </p:cNvSpPr>
          <p:nvPr/>
        </p:nvSpPr>
        <p:spPr>
          <a:xfrm>
            <a:off x="846536" y="2392494"/>
            <a:ext cx="3099343" cy="2362249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CD727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Proxima Nova Lt" panose="02000506030000020004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001"/>
              </a:spcBef>
              <a:buNone/>
              <a:defRPr/>
            </a:pPr>
            <a:r>
              <a:rPr lang="en-ZA" sz="1800">
                <a:solidFill>
                  <a:srgbClr val="7F7F7F"/>
                </a:solidFill>
                <a:latin typeface="Proxima Nova Rg" panose="02000506030000020004" pitchFamily="50" charset="0"/>
              </a:rPr>
              <a:t>Create the Concept of a Tenancy in Salesforce </a:t>
            </a:r>
            <a:endParaRPr lang="en-GB" sz="1800" noProof="0">
              <a:solidFill>
                <a:srgbClr val="7F7F7F"/>
              </a:solidFill>
              <a:latin typeface="Proxima Nova Rg" panose="02000506030000020004" pitchFamily="50" charset="0"/>
            </a:endParaRPr>
          </a:p>
          <a:p>
            <a:pPr marL="285750" indent="-285750">
              <a:spcBef>
                <a:spcPts val="1001"/>
              </a:spcBef>
              <a:defRPr/>
            </a:pPr>
            <a:r>
              <a:rPr kumimoji="0" lang="en-ZA" sz="1800" u="none" strike="noStrike" kern="1200" cap="none" spc="0" normalizeH="0" baseline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Align Salesforce &amp; Qube tenancy data models.</a:t>
            </a:r>
          </a:p>
          <a:p>
            <a:pPr marL="285750" indent="-285750">
              <a:spcBef>
                <a:spcPts val="1001"/>
              </a:spcBef>
              <a:defRPr/>
            </a:pPr>
            <a:r>
              <a:rPr kumimoji="0" lang="en-ZA" sz="1800" u="none" strike="noStrike" kern="1200" cap="none" spc="0" normalizeH="0" baseline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Map Salesforce tenancies directly to Qube tenancies. </a:t>
            </a:r>
          </a:p>
          <a:p>
            <a:pPr marL="285750" indent="-285750">
              <a:spcBef>
                <a:spcPts val="1001"/>
              </a:spcBef>
              <a:defRPr/>
            </a:pPr>
            <a:r>
              <a:rPr lang="en-ZA" sz="1800">
                <a:solidFill>
                  <a:srgbClr val="7F7F7F"/>
                </a:solidFill>
                <a:latin typeface="+mj-lt"/>
              </a:rPr>
              <a:t>Foundation to simplify future integrations.</a:t>
            </a:r>
          </a:p>
          <a:p>
            <a:pPr>
              <a:spcBef>
                <a:spcPts val="0"/>
              </a:spcBef>
              <a:spcAft>
                <a:spcPts val="500"/>
              </a:spcAft>
              <a:defRPr/>
            </a:pPr>
            <a:endParaRPr kumimoji="0" lang="en-ZA" sz="1800" u="none" strike="noStrike" kern="1200" cap="none" spc="0" normalizeH="0" baseline="0" noProof="0">
              <a:ln>
                <a:noFill/>
              </a:ln>
              <a:solidFill>
                <a:srgbClr val="6E7878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0872D4E2-C412-2A75-D8F7-8A57D262960F}"/>
              </a:ext>
            </a:extLst>
          </p:cNvPr>
          <p:cNvSpPr txBox="1">
            <a:spLocks/>
          </p:cNvSpPr>
          <p:nvPr/>
        </p:nvSpPr>
        <p:spPr>
          <a:xfrm>
            <a:off x="4597739" y="2394716"/>
            <a:ext cx="3099343" cy="2362249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CD727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Proxima Nova Lt" panose="02000506030000020004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001"/>
              </a:spcBef>
              <a:buClr>
                <a:srgbClr val="BCD727"/>
              </a:buClr>
              <a:buNone/>
              <a:defRPr/>
            </a:pPr>
            <a:r>
              <a:rPr lang="en-GB" sz="1800" noProof="0">
                <a:solidFill>
                  <a:srgbClr val="7F7F7F"/>
                </a:solidFill>
                <a:latin typeface="Proxima Nova Rg" panose="02000506030000020004" pitchFamily="50" charset="0"/>
              </a:rPr>
              <a:t>Provide Single View of Tenancy</a:t>
            </a:r>
          </a:p>
          <a:p>
            <a:pPr marL="285750" indent="-285750">
              <a:spcBef>
                <a:spcPts val="1001"/>
              </a:spcBef>
              <a:defRPr/>
            </a:pPr>
            <a:r>
              <a:rPr lang="en-ZA" sz="1800">
                <a:solidFill>
                  <a:srgbClr val="7F7F7F"/>
                </a:solidFill>
                <a:latin typeface="+mj-lt"/>
              </a:rPr>
              <a:t>Provide a single view of all tenants &amp; related parties, associated opportunities, and contracts within Salesforce.</a:t>
            </a:r>
          </a:p>
          <a:p>
            <a:pPr marL="285750" indent="-285750">
              <a:spcBef>
                <a:spcPts val="1001"/>
              </a:spcBef>
              <a:defRPr/>
            </a:pPr>
            <a:r>
              <a:rPr lang="en-ZA" sz="1800">
                <a:solidFill>
                  <a:srgbClr val="7F7F7F"/>
                </a:solidFill>
                <a:latin typeface="+mj-lt"/>
              </a:rPr>
              <a:t>Link related tenancies.</a:t>
            </a:r>
          </a:p>
          <a:p>
            <a:pPr>
              <a:spcBef>
                <a:spcPts val="0"/>
              </a:spcBef>
              <a:spcAft>
                <a:spcPts val="500"/>
              </a:spcAft>
              <a:buSzPct val="60000"/>
              <a:buFont typeface="Verdana" panose="020B0604030504040204" pitchFamily="34" charset="0"/>
              <a:buChar char="•"/>
              <a:defRPr/>
            </a:pPr>
            <a:endParaRPr kumimoji="0" lang="en-ZA" sz="1800" u="none" strike="noStrike" kern="1200" cap="none" spc="0" normalizeH="0" baseline="0" noProof="0">
              <a:ln>
                <a:noFill/>
              </a:ln>
              <a:solidFill>
                <a:srgbClr val="6E7878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25" name="Text Placeholder 21">
            <a:extLst>
              <a:ext uri="{FF2B5EF4-FFF2-40B4-BE49-F238E27FC236}">
                <a16:creationId xmlns:a16="http://schemas.microsoft.com/office/drawing/2014/main" id="{58C66683-F928-75E5-2E3D-FF04D98003BB}"/>
              </a:ext>
            </a:extLst>
          </p:cNvPr>
          <p:cNvSpPr txBox="1">
            <a:spLocks/>
          </p:cNvSpPr>
          <p:nvPr/>
        </p:nvSpPr>
        <p:spPr>
          <a:xfrm>
            <a:off x="8348942" y="2392494"/>
            <a:ext cx="3195358" cy="3025668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CD727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Proxima Nova Lt" panose="02000506030000020004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001"/>
              </a:spcBef>
              <a:buClr>
                <a:srgbClr val="BCD727"/>
              </a:buClr>
              <a:buNone/>
              <a:defRPr/>
            </a:pPr>
            <a:r>
              <a:rPr lang="en-GB" sz="1800" noProof="0">
                <a:solidFill>
                  <a:srgbClr val="7F7F7F"/>
                </a:solidFill>
                <a:latin typeface="Proxima Nova Rg" panose="02000506030000020004" pitchFamily="50" charset="0"/>
              </a:rPr>
              <a:t>Data Accuracy &amp; Completeness</a:t>
            </a:r>
          </a:p>
          <a:p>
            <a:pPr marL="285750" indent="-285750">
              <a:spcBef>
                <a:spcPts val="1001"/>
              </a:spcBef>
              <a:buClr>
                <a:srgbClr val="BCD727"/>
              </a:buClr>
              <a:buFont typeface="Arial" panose="020B0604020202020204" pitchFamily="34" charset="0"/>
              <a:buChar char="•"/>
              <a:defRPr/>
            </a:pPr>
            <a:r>
              <a:rPr lang="en-ZA" sz="1800">
                <a:solidFill>
                  <a:srgbClr val="7F7F7F"/>
                </a:solidFill>
                <a:latin typeface="+mj-lt"/>
              </a:rPr>
              <a:t>Visibility into all current residential tenancies in Salesforce.</a:t>
            </a:r>
            <a:endParaRPr lang="en-ZA" sz="1800" noProof="0">
              <a:solidFill>
                <a:srgbClr val="7F7F7F"/>
              </a:solidFill>
              <a:latin typeface="+mj-lt"/>
            </a:endParaRPr>
          </a:p>
          <a:p>
            <a:pPr marL="285750" indent="-285750">
              <a:spcBef>
                <a:spcPts val="1001"/>
              </a:spcBef>
              <a:buClr>
                <a:srgbClr val="BCD727"/>
              </a:buClr>
              <a:buFont typeface="Arial" panose="020B0604020202020204" pitchFamily="34" charset="0"/>
              <a:buChar char="•"/>
              <a:defRPr/>
            </a:pPr>
            <a:r>
              <a:rPr lang="en-ZA" sz="1800" noProof="0">
                <a:solidFill>
                  <a:srgbClr val="7F7F7F"/>
                </a:solidFill>
                <a:latin typeface="+mj-lt"/>
              </a:rPr>
              <a:t>Maintain an accurate record in Salesforce of which tenancies and tenants are current &amp; who has vacated.</a:t>
            </a:r>
          </a:p>
          <a:p>
            <a:pPr marL="285750" indent="-285750">
              <a:spcBef>
                <a:spcPts val="1001"/>
              </a:spcBef>
              <a:buClr>
                <a:srgbClr val="BCD727"/>
              </a:buClr>
              <a:buFont typeface="Arial" panose="020B0604020202020204" pitchFamily="34" charset="0"/>
              <a:buChar char="•"/>
              <a:defRPr/>
            </a:pPr>
            <a:r>
              <a:rPr lang="en-ZA" sz="1800" noProof="0">
                <a:solidFill>
                  <a:srgbClr val="7F7F7F"/>
                </a:solidFill>
                <a:latin typeface="+mj-lt"/>
              </a:rPr>
              <a:t>Trusted data from which tenancy review opportunities may be reliably created. </a:t>
            </a:r>
          </a:p>
          <a:p>
            <a:pPr>
              <a:spcBef>
                <a:spcPts val="0"/>
              </a:spcBef>
              <a:spcAft>
                <a:spcPts val="500"/>
              </a:spcAft>
              <a:buSzPct val="60000"/>
              <a:buFont typeface="Verdana" panose="020B0604030504040204" pitchFamily="34" charset="0"/>
              <a:buChar char="•"/>
              <a:defRPr/>
            </a:pPr>
            <a:endParaRPr kumimoji="0" lang="en-ZA" sz="1800" u="none" strike="noStrike" kern="1200" cap="none" spc="0" normalizeH="0" baseline="0" noProof="0">
              <a:ln>
                <a:noFill/>
              </a:ln>
              <a:solidFill>
                <a:srgbClr val="6E7878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A5B172D-0E0D-8D8C-0370-63DF32DEA279}"/>
              </a:ext>
            </a:extLst>
          </p:cNvPr>
          <p:cNvGrpSpPr/>
          <p:nvPr/>
        </p:nvGrpSpPr>
        <p:grpSpPr>
          <a:xfrm>
            <a:off x="4249192" y="2388519"/>
            <a:ext cx="3752088" cy="3029643"/>
            <a:chOff x="4249192" y="2361223"/>
            <a:chExt cx="3752088" cy="1982177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CE89485-45D0-40CE-F1D4-18BF5F3965D0}"/>
                </a:ext>
              </a:extLst>
            </p:cNvPr>
            <p:cNvCxnSpPr>
              <a:cxnSpLocks/>
            </p:cNvCxnSpPr>
            <p:nvPr/>
          </p:nvCxnSpPr>
          <p:spPr>
            <a:xfrm>
              <a:off x="8001280" y="2361223"/>
              <a:ext cx="0" cy="1982177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A75CE86-0930-EE24-C7F7-2FD468A258E2}"/>
                </a:ext>
              </a:extLst>
            </p:cNvPr>
            <p:cNvCxnSpPr>
              <a:cxnSpLocks/>
            </p:cNvCxnSpPr>
            <p:nvPr/>
          </p:nvCxnSpPr>
          <p:spPr>
            <a:xfrm>
              <a:off x="4249192" y="2361223"/>
              <a:ext cx="0" cy="1982177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6" name="Graphic 35">
            <a:extLst>
              <a:ext uri="{FF2B5EF4-FFF2-40B4-BE49-F238E27FC236}">
                <a16:creationId xmlns:a16="http://schemas.microsoft.com/office/drawing/2014/main" id="{78AD0EE5-D7E5-465D-5A81-B420B53AD5C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46536" y="1730289"/>
            <a:ext cx="622359" cy="622359"/>
          </a:xfrm>
          <a:prstGeom prst="rect">
            <a:avLst/>
          </a:prstGeom>
        </p:spPr>
      </p:pic>
      <p:pic>
        <p:nvPicPr>
          <p:cNvPr id="40" name="Graphic 39" descr="Shield Tick outline">
            <a:extLst>
              <a:ext uri="{FF2B5EF4-FFF2-40B4-BE49-F238E27FC236}">
                <a16:creationId xmlns:a16="http://schemas.microsoft.com/office/drawing/2014/main" id="{294CAEEA-91CB-C36B-70A9-080615D636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61929" y="1730289"/>
            <a:ext cx="622358" cy="622358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71ACC4D9-B097-9D5F-16AC-C2CB2FFC8766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84506" y="1760562"/>
            <a:ext cx="561812" cy="561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106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7F2E3-7858-EF76-DB2E-7AFFC6349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0D2B700-DAED-4383-0AED-8F3048D374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ctr"/>
          <a:lstStyle/>
          <a:p>
            <a:r>
              <a:rPr lang="en-GB" noProof="0">
                <a:latin typeface="Proxima Nova Lt"/>
              </a:rPr>
              <a:t>Objectives</a:t>
            </a:r>
            <a:endParaRPr lang="en-GB" noProof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EB65BB06-19B0-3136-9D47-CCC4DEB46C60}"/>
              </a:ext>
            </a:extLst>
          </p:cNvPr>
          <p:cNvSpPr txBox="1">
            <a:spLocks/>
          </p:cNvSpPr>
          <p:nvPr/>
        </p:nvSpPr>
        <p:spPr>
          <a:xfrm>
            <a:off x="940446" y="1147566"/>
            <a:ext cx="10903218" cy="3958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>
                <a:solidFill>
                  <a:srgbClr val="7F7F7F"/>
                </a:solidFill>
                <a:latin typeface="Proxima Nova Rg" panose="02000506030000020004" pitchFamily="50" charset="0"/>
              </a:rPr>
              <a:t>Tenancy Review Process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9D1C1D35-931C-3BC9-2748-3D574A45EBB4}"/>
              </a:ext>
            </a:extLst>
          </p:cNvPr>
          <p:cNvSpPr txBox="1">
            <a:spLocks/>
          </p:cNvSpPr>
          <p:nvPr/>
        </p:nvSpPr>
        <p:spPr>
          <a:xfrm>
            <a:off x="1071709" y="2541684"/>
            <a:ext cx="2417892" cy="395288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4BBC626-A8FE-5BBC-033F-E93B5E7FFA67}"/>
              </a:ext>
            </a:extLst>
          </p:cNvPr>
          <p:cNvSpPr txBox="1">
            <a:spLocks/>
          </p:cNvSpPr>
          <p:nvPr/>
        </p:nvSpPr>
        <p:spPr>
          <a:xfrm>
            <a:off x="846536" y="2392494"/>
            <a:ext cx="3099343" cy="2362249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CD727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Proxima Nova Lt" panose="02000506030000020004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001"/>
              </a:spcBef>
              <a:buNone/>
              <a:defRPr/>
            </a:pPr>
            <a:r>
              <a:rPr lang="en-GB" sz="1800">
                <a:solidFill>
                  <a:srgbClr val="7F7F7F"/>
                </a:solidFill>
                <a:latin typeface="Proxima Nova Rg" panose="02000506030000020004" pitchFamily="50" charset="0"/>
              </a:rPr>
              <a:t>Reliable Platform for Collaboration</a:t>
            </a:r>
            <a:endParaRPr lang="en-GB" sz="1800" noProof="0">
              <a:solidFill>
                <a:srgbClr val="7F7F7F"/>
              </a:solidFill>
              <a:latin typeface="Proxima Nova Rg" panose="02000506030000020004" pitchFamily="50" charset="0"/>
            </a:endParaRPr>
          </a:p>
          <a:p>
            <a:pPr marL="285750" indent="-285750">
              <a:spcBef>
                <a:spcPts val="1001"/>
              </a:spcBef>
              <a:defRPr/>
            </a:pPr>
            <a:r>
              <a:rPr kumimoji="0" lang="en-GB" sz="1800" u="none" strike="noStrike" kern="1200" cap="none" spc="0" normalizeH="0" baseline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Single source of truth.</a:t>
            </a:r>
            <a:endParaRPr kumimoji="0" lang="en-ZA" sz="1800" u="none" strike="noStrike" kern="1200" cap="none" spc="0" normalizeH="0" baseline="0" noProof="0">
              <a:ln>
                <a:noFill/>
              </a:ln>
              <a:solidFill>
                <a:srgbClr val="6E7878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85750" indent="-285750">
              <a:spcBef>
                <a:spcPts val="1001"/>
              </a:spcBef>
              <a:defRPr/>
            </a:pPr>
            <a:r>
              <a:rPr lang="en-GB" sz="1800" noProof="0">
                <a:solidFill>
                  <a:srgbClr val="7F7F7F"/>
                </a:solidFill>
                <a:latin typeface="+mj-lt"/>
              </a:rPr>
              <a:t>Replace the offline renewal spreadsheets.</a:t>
            </a:r>
          </a:p>
          <a:p>
            <a:pPr marL="285750" indent="-285750">
              <a:spcBef>
                <a:spcPts val="1001"/>
              </a:spcBef>
              <a:buClr>
                <a:srgbClr val="BCD727"/>
              </a:buClr>
              <a:buFont typeface="Arial" panose="020B0604020202020204" pitchFamily="34" charset="0"/>
              <a:buChar char="•"/>
              <a:defRPr/>
            </a:pPr>
            <a:r>
              <a:rPr lang="en-GB" sz="1800" noProof="0">
                <a:solidFill>
                  <a:srgbClr val="7F7F7F"/>
                </a:solidFill>
                <a:latin typeface="+mj-lt"/>
              </a:rPr>
              <a:t>Replace the existing, unreliable tenant portal for renewal offers.</a:t>
            </a:r>
          </a:p>
          <a:p>
            <a:pPr>
              <a:spcBef>
                <a:spcPts val="0"/>
              </a:spcBef>
              <a:spcAft>
                <a:spcPts val="500"/>
              </a:spcAft>
              <a:defRPr/>
            </a:pPr>
            <a:endParaRPr kumimoji="0" lang="en-ZA" sz="1800" u="none" strike="noStrike" kern="1200" cap="none" spc="0" normalizeH="0" baseline="0" noProof="0">
              <a:ln>
                <a:noFill/>
              </a:ln>
              <a:solidFill>
                <a:srgbClr val="6E7878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34F6AA15-39EA-94B3-1382-B107091C969F}"/>
              </a:ext>
            </a:extLst>
          </p:cNvPr>
          <p:cNvSpPr txBox="1">
            <a:spLocks/>
          </p:cNvSpPr>
          <p:nvPr/>
        </p:nvSpPr>
        <p:spPr>
          <a:xfrm>
            <a:off x="4597739" y="2394716"/>
            <a:ext cx="3217973" cy="2362249"/>
          </a:xfrm>
          <a:prstGeom prst="rect">
            <a:avLst/>
          </a:prstGeom>
        </p:spPr>
        <p:txBody>
          <a:bodyPr lIns="0" tIns="0" rIns="0" bIns="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CD727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Proxima Nova Lt" panose="02000506030000020004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001"/>
              </a:spcBef>
              <a:buClr>
                <a:srgbClr val="BCD727"/>
              </a:buClr>
              <a:buNone/>
              <a:defRPr/>
            </a:pPr>
            <a:r>
              <a:rPr lang="en-GB" sz="1800" noProof="0">
                <a:solidFill>
                  <a:srgbClr val="7F7F7F"/>
                </a:solidFill>
                <a:latin typeface="Proxima Nova Rg" panose="02000506030000020004" pitchFamily="50" charset="0"/>
              </a:rPr>
              <a:t>Prepopulate Inputs to the Tenancy Review Process</a:t>
            </a:r>
          </a:p>
          <a:p>
            <a:pPr marL="285750" indent="-285750">
              <a:spcBef>
                <a:spcPts val="1001"/>
              </a:spcBef>
              <a:defRPr/>
            </a:pPr>
            <a:r>
              <a:rPr lang="en-GB" sz="1800">
                <a:solidFill>
                  <a:srgbClr val="7F7F7F"/>
                </a:solidFill>
                <a:latin typeface="+mj-lt"/>
              </a:rPr>
              <a:t>Remove the need to cross-check information between Excel spreadsheets, Salesforce and Qube.</a:t>
            </a:r>
          </a:p>
          <a:p>
            <a:pPr marL="285750" indent="-285750">
              <a:spcBef>
                <a:spcPts val="1001"/>
              </a:spcBef>
              <a:defRPr/>
            </a:pPr>
            <a:r>
              <a:rPr lang="en-GB" sz="1800" noProof="0">
                <a:solidFill>
                  <a:srgbClr val="7F7F7F"/>
                </a:solidFill>
                <a:latin typeface="+mj-lt"/>
              </a:rPr>
              <a:t>Eliminate manual input of Price Book Rent &amp; ERVs.</a:t>
            </a:r>
          </a:p>
          <a:p>
            <a:pPr marL="285750" indent="-285750">
              <a:spcBef>
                <a:spcPts val="1001"/>
              </a:spcBef>
              <a:defRPr/>
            </a:pPr>
            <a:r>
              <a:rPr lang="en-GB" sz="1800" noProof="0">
                <a:solidFill>
                  <a:srgbClr val="7F7F7F"/>
                </a:solidFill>
                <a:latin typeface="+mj-lt"/>
              </a:rPr>
              <a:t>Provide latest tenancy arrears balances &amp; rent within Salesforce.</a:t>
            </a:r>
          </a:p>
          <a:p>
            <a:pPr>
              <a:spcBef>
                <a:spcPts val="0"/>
              </a:spcBef>
              <a:spcAft>
                <a:spcPts val="500"/>
              </a:spcAft>
              <a:buSzPct val="60000"/>
              <a:buFont typeface="Verdana" panose="020B0604030504040204" pitchFamily="34" charset="0"/>
              <a:buChar char="•"/>
              <a:defRPr/>
            </a:pPr>
            <a:endParaRPr kumimoji="0" lang="en-ZA" sz="1800" u="none" strike="noStrike" kern="1200" cap="none" spc="0" normalizeH="0" baseline="0" noProof="0">
              <a:ln>
                <a:noFill/>
              </a:ln>
              <a:solidFill>
                <a:srgbClr val="6E7878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25" name="Text Placeholder 21">
            <a:extLst>
              <a:ext uri="{FF2B5EF4-FFF2-40B4-BE49-F238E27FC236}">
                <a16:creationId xmlns:a16="http://schemas.microsoft.com/office/drawing/2014/main" id="{2F4E6D03-68E4-A831-B2D6-3928C8ACDD51}"/>
              </a:ext>
            </a:extLst>
          </p:cNvPr>
          <p:cNvSpPr txBox="1">
            <a:spLocks/>
          </p:cNvSpPr>
          <p:nvPr/>
        </p:nvSpPr>
        <p:spPr>
          <a:xfrm>
            <a:off x="8441359" y="2392494"/>
            <a:ext cx="3006926" cy="2362249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CD727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Proxima Nova Lt" panose="02000506030000020004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001"/>
              </a:spcBef>
              <a:buClr>
                <a:srgbClr val="BCD727"/>
              </a:buClr>
              <a:buNone/>
              <a:defRPr/>
            </a:pPr>
            <a:r>
              <a:rPr lang="en-GB" sz="1800" noProof="0">
                <a:solidFill>
                  <a:srgbClr val="7F7F7F"/>
                </a:solidFill>
                <a:latin typeface="Proxima Nova Rg" panose="02000506030000020004" pitchFamily="50" charset="0"/>
              </a:rPr>
              <a:t>Alignment with the Renters’ Rights Bill</a:t>
            </a:r>
          </a:p>
          <a:p>
            <a:pPr marL="285750" indent="-285750">
              <a:spcBef>
                <a:spcPts val="1001"/>
              </a:spcBef>
              <a:buClr>
                <a:srgbClr val="BCD727"/>
              </a:buClr>
              <a:buFont typeface="Arial" panose="020B0604020202020204" pitchFamily="34" charset="0"/>
              <a:buChar char="•"/>
              <a:defRPr/>
            </a:pPr>
            <a:r>
              <a:rPr lang="en-GB" sz="1800" noProof="0">
                <a:solidFill>
                  <a:srgbClr val="7F7F7F"/>
                </a:solidFill>
                <a:latin typeface="+mj-lt"/>
              </a:rPr>
              <a:t>Generate Section 13 notices.</a:t>
            </a:r>
          </a:p>
          <a:p>
            <a:pPr marL="285750" indent="-285750">
              <a:spcBef>
                <a:spcPts val="1001"/>
              </a:spcBef>
              <a:buClr>
                <a:srgbClr val="BCD727"/>
              </a:buClr>
              <a:buFont typeface="Arial" panose="020B0604020202020204" pitchFamily="34" charset="0"/>
              <a:buChar char="•"/>
              <a:defRPr/>
            </a:pPr>
            <a:r>
              <a:rPr lang="en-GB" sz="1800" noProof="0">
                <a:solidFill>
                  <a:srgbClr val="7F7F7F"/>
                </a:solidFill>
                <a:latin typeface="+mj-lt"/>
              </a:rPr>
              <a:t>Highlight tenancy reviews at risk of missing deadlines.</a:t>
            </a:r>
          </a:p>
          <a:p>
            <a:pPr>
              <a:spcBef>
                <a:spcPts val="0"/>
              </a:spcBef>
              <a:spcAft>
                <a:spcPts val="500"/>
              </a:spcAft>
              <a:buSzPct val="60000"/>
              <a:buFont typeface="Verdana" panose="020B0604030504040204" pitchFamily="34" charset="0"/>
              <a:buChar char="•"/>
              <a:defRPr/>
            </a:pPr>
            <a:endParaRPr kumimoji="0" lang="en-ZA" sz="1800" u="none" strike="noStrike" kern="1200" cap="none" spc="0" normalizeH="0" baseline="0" noProof="0">
              <a:ln>
                <a:noFill/>
              </a:ln>
              <a:solidFill>
                <a:srgbClr val="6E7878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73F624B-171F-2DFF-24C5-A8DD4396D14B}"/>
              </a:ext>
            </a:extLst>
          </p:cNvPr>
          <p:cNvGrpSpPr/>
          <p:nvPr/>
        </p:nvGrpSpPr>
        <p:grpSpPr>
          <a:xfrm>
            <a:off x="4249191" y="2388519"/>
            <a:ext cx="3884155" cy="3029643"/>
            <a:chOff x="4249192" y="2361223"/>
            <a:chExt cx="3752088" cy="1982177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BF2679F-5C1F-322D-899F-BF7E1E30744F}"/>
                </a:ext>
              </a:extLst>
            </p:cNvPr>
            <p:cNvCxnSpPr>
              <a:cxnSpLocks/>
            </p:cNvCxnSpPr>
            <p:nvPr/>
          </p:nvCxnSpPr>
          <p:spPr>
            <a:xfrm>
              <a:off x="8001280" y="2361223"/>
              <a:ext cx="0" cy="1982177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D1F0090-DDF9-2AEA-69F0-1EFA771AB154}"/>
                </a:ext>
              </a:extLst>
            </p:cNvPr>
            <p:cNvCxnSpPr>
              <a:cxnSpLocks/>
            </p:cNvCxnSpPr>
            <p:nvPr/>
          </p:nvCxnSpPr>
          <p:spPr>
            <a:xfrm>
              <a:off x="4249192" y="2361223"/>
              <a:ext cx="0" cy="1982177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28" name="Graphic 20" descr="Graphic 20">
            <a:extLst>
              <a:ext uri="{FF2B5EF4-FFF2-40B4-BE49-F238E27FC236}">
                <a16:creationId xmlns:a16="http://schemas.microsoft.com/office/drawing/2014/main" id="{BF7A83C5-73D0-6AB8-A554-FA1B39D5F44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0529" y="1671678"/>
            <a:ext cx="622359" cy="622359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96184459-DD48-6191-12A9-39E2DADEBE9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435567" y="1697758"/>
            <a:ext cx="581035" cy="570199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BCF0DA45-D0D6-1E59-49EF-8A512E4D324F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597739" y="1697758"/>
            <a:ext cx="581034" cy="570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070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8127D-FC91-A857-7C3F-1C0C80BDA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A87948C-8C87-9A4A-C811-0169A5DC4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357" y="1133757"/>
            <a:ext cx="11639287" cy="4877352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76D50C0-B5EE-F755-C59C-5AE8A969E17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ctr"/>
          <a:lstStyle/>
          <a:p>
            <a:r>
              <a:rPr lang="en-GB" noProof="0">
                <a:latin typeface="Proxima Nova Lt"/>
              </a:rPr>
              <a:t>Timeline</a:t>
            </a:r>
            <a:endParaRPr lang="en-GB" noProof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CAFAB9-5B2B-0673-3E35-44A4D12A9CB7}"/>
              </a:ext>
            </a:extLst>
          </p:cNvPr>
          <p:cNvSpPr txBox="1"/>
          <p:nvPr/>
        </p:nvSpPr>
        <p:spPr>
          <a:xfrm>
            <a:off x="8202605" y="2248512"/>
            <a:ext cx="9217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GB" sz="1000" b="1" u="none" strike="noStrike" kern="1200" cap="none" spc="0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Release 1 Go-Live</a:t>
            </a:r>
            <a:endParaRPr lang="en-ZA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64E11D-94E7-32D4-563A-A7ECCF00B426}"/>
              </a:ext>
            </a:extLst>
          </p:cNvPr>
          <p:cNvSpPr txBox="1"/>
          <p:nvPr/>
        </p:nvSpPr>
        <p:spPr>
          <a:xfrm>
            <a:off x="11160619" y="5513048"/>
            <a:ext cx="8312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GB" sz="900" b="1" u="none" strike="noStrike" kern="1200" cap="none" spc="0" normalizeH="0" baseline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Release 2 Go-Live</a:t>
            </a:r>
            <a:endParaRPr lang="en-ZA" sz="900" b="1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18" name="Graphic 17" descr="Marker with solid fill">
            <a:extLst>
              <a:ext uri="{FF2B5EF4-FFF2-40B4-BE49-F238E27FC236}">
                <a16:creationId xmlns:a16="http://schemas.microsoft.com/office/drawing/2014/main" id="{F4603A9F-069A-8026-D14C-5E5EBC6C12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02140" y="5343525"/>
            <a:ext cx="566449" cy="566449"/>
          </a:xfrm>
          <a:prstGeom prst="rect">
            <a:avLst/>
          </a:prstGeom>
        </p:spPr>
      </p:pic>
      <p:pic>
        <p:nvPicPr>
          <p:cNvPr id="21" name="Graphic 20" descr="Marker with solid fill">
            <a:extLst>
              <a:ext uri="{FF2B5EF4-FFF2-40B4-BE49-F238E27FC236}">
                <a16:creationId xmlns:a16="http://schemas.microsoft.com/office/drawing/2014/main" id="{CDCC5121-3C14-1A79-E97F-667563CF97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58915" y="2027913"/>
            <a:ext cx="566449" cy="56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082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29541-C18E-4D71-6EFC-B6830180F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82ECBD1-DA06-80D9-A0C3-12E52520864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GB" sz="3200" noProof="0">
                <a:solidFill>
                  <a:schemeClr val="accent6"/>
                </a:solidFill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834835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DF9C5-E1AD-F85B-CC4B-A360E2041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DA8FF5B-B915-CFA5-0BA6-D974D35C173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ctr"/>
          <a:lstStyle/>
          <a:p>
            <a:r>
              <a:rPr lang="en-GB" noProof="0">
                <a:latin typeface="Proxima Nova Lt"/>
              </a:rPr>
              <a:t>Risks, Assumptions, Issues &amp; Dependencies</a:t>
            </a:r>
            <a:endParaRPr lang="en-GB" noProof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1304606-3E80-917F-F782-EABCDC9F31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2135070"/>
              </p:ext>
            </p:extLst>
          </p:nvPr>
        </p:nvGraphicFramePr>
        <p:xfrm>
          <a:off x="919162" y="1310216"/>
          <a:ext cx="10353675" cy="439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3526">
                  <a:extLst>
                    <a:ext uri="{9D8B030D-6E8A-4147-A177-3AD203B41FA5}">
                      <a16:colId xmlns:a16="http://schemas.microsoft.com/office/drawing/2014/main" val="3727053128"/>
                    </a:ext>
                  </a:extLst>
                </a:gridCol>
                <a:gridCol w="2733293">
                  <a:extLst>
                    <a:ext uri="{9D8B030D-6E8A-4147-A177-3AD203B41FA5}">
                      <a16:colId xmlns:a16="http://schemas.microsoft.com/office/drawing/2014/main" val="769602997"/>
                    </a:ext>
                  </a:extLst>
                </a:gridCol>
                <a:gridCol w="3177573">
                  <a:extLst>
                    <a:ext uri="{9D8B030D-6E8A-4147-A177-3AD203B41FA5}">
                      <a16:colId xmlns:a16="http://schemas.microsoft.com/office/drawing/2014/main" val="1620802165"/>
                    </a:ext>
                  </a:extLst>
                </a:gridCol>
                <a:gridCol w="3129283">
                  <a:extLst>
                    <a:ext uri="{9D8B030D-6E8A-4147-A177-3AD203B41FA5}">
                      <a16:colId xmlns:a16="http://schemas.microsoft.com/office/drawing/2014/main" val="11688311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600" noProof="0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noProof="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noProof="0"/>
                        <a:t>Impact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noProof="0"/>
                        <a:t>Next Steps / Decisions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6849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Assumption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Renters’ Rights Bill expected to come into effect between Sept 2025 and Jan 2026.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Functionality designed for Renters’ Rights will likely go live before the legislation comes into effect.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Grainger to move any tenancies that come up for renewal to periodic after Sept go-live, issuing existing S13 documents.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1039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Risk</a:t>
                      </a:r>
                      <a:endParaRPr lang="en-GB" sz="1600" noProof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Renters’ Rights Bill comes into effect before Sept 2025.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Functionality is not ready &amp; it is not feasible to manually generate high volume of S13 documents.</a:t>
                      </a:r>
                      <a:endParaRPr lang="en-GB" sz="1600" noProof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Grainger will maintain compliance by deferring rent increases.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9478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Details of Renters’ Rights Bill not finalised until after go-live.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Functionality will generate current S13 documents </a:t>
                      </a:r>
                      <a:endParaRPr lang="en-GB" sz="1600" noProof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Enhancements &amp; new document templates may need be implemented after go-live.</a:t>
                      </a:r>
                      <a:endParaRPr lang="en-GB" sz="1600" noProof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5111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Process to manage S13 formal challenges will be addressed as a separate project.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Additional development may be required &amp; the new process may not be available day 1 when legislation comes into effect.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Existing process to manage formal challenges to continue in the interim. New process to be confirmed once legislation is finalised.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53592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88488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7FF77-D64A-3FF7-B541-F01D70832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DE77E52-2580-DC4F-7A4C-292A96BF525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GB" sz="3200" noProof="0">
                <a:solidFill>
                  <a:schemeClr val="accent6"/>
                </a:solidFill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646738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BEB2F47-3F1E-4B42-822A-F48433BEE2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9667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B8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Picture 81" hidden="1">
            <a:extLst>
              <a:ext uri="{FF2B5EF4-FFF2-40B4-BE49-F238E27FC236}">
                <a16:creationId xmlns:a16="http://schemas.microsoft.com/office/drawing/2014/main" id="{B5F438DC-3DFD-5C4E-8814-3F2C8F03AC3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8960949" y="-7108723"/>
            <a:ext cx="29984366" cy="200124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399C00-BE04-8C05-7B4F-3619094F5CC3}"/>
              </a:ext>
            </a:extLst>
          </p:cNvPr>
          <p:cNvSpPr txBox="1"/>
          <p:nvPr/>
        </p:nvSpPr>
        <p:spPr>
          <a:xfrm>
            <a:off x="446975" y="2534353"/>
            <a:ext cx="1174502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500" noProof="0">
                <a:solidFill>
                  <a:schemeClr val="bg1"/>
                </a:solidFill>
                <a:latin typeface="Proxima Nova Lt" panose="02000506030000020004" pitchFamily="50" charset="0"/>
              </a:rPr>
              <a:t>Appendix - Features</a:t>
            </a:r>
          </a:p>
        </p:txBody>
      </p:sp>
      <p:sp>
        <p:nvSpPr>
          <p:cNvPr id="3" name="Rectangle: Diagonal Corners Rounded 6">
            <a:extLst>
              <a:ext uri="{FF2B5EF4-FFF2-40B4-BE49-F238E27FC236}">
                <a16:creationId xmlns:a16="http://schemas.microsoft.com/office/drawing/2014/main" id="{5B4D362B-D657-429D-32B0-21BFE1498240}"/>
              </a:ext>
            </a:extLst>
          </p:cNvPr>
          <p:cNvSpPr/>
          <p:nvPr/>
        </p:nvSpPr>
        <p:spPr>
          <a:xfrm rot="10800000">
            <a:off x="446974" y="-1059451"/>
            <a:ext cx="12623567" cy="71538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62" y="0"/>
                </a:moveTo>
                <a:lnTo>
                  <a:pt x="19990" y="0"/>
                </a:lnTo>
                <a:cubicBezTo>
                  <a:pt x="20879" y="0"/>
                  <a:pt x="21600" y="1272"/>
                  <a:pt x="21600" y="2841"/>
                </a:cubicBezTo>
                <a:lnTo>
                  <a:pt x="21600" y="19374"/>
                </a:lnTo>
                <a:cubicBezTo>
                  <a:pt x="21600" y="20603"/>
                  <a:pt x="21035" y="21600"/>
                  <a:pt x="20338" y="21600"/>
                </a:cubicBezTo>
                <a:lnTo>
                  <a:pt x="1610" y="21600"/>
                </a:lnTo>
                <a:cubicBezTo>
                  <a:pt x="721" y="21600"/>
                  <a:pt x="0" y="20328"/>
                  <a:pt x="0" y="18759"/>
                </a:cubicBezTo>
                <a:lnTo>
                  <a:pt x="0" y="2226"/>
                </a:lnTo>
                <a:cubicBezTo>
                  <a:pt x="0" y="997"/>
                  <a:pt x="565" y="0"/>
                  <a:pt x="1262" y="0"/>
                </a:cubicBezTo>
                <a:close/>
              </a:path>
            </a:pathLst>
          </a:custGeom>
          <a:ln w="25400">
            <a:solidFill>
              <a:schemeClr val="bg1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BCD727"/>
                </a:solidFill>
              </a:defRPr>
            </a:pPr>
            <a:endParaRPr lang="en-GB" noProof="0">
              <a:latin typeface="Proxima Nova Lt" panose="0200050603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0322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18C37EF-6438-0C41-EB33-E07CFB3431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noProof="0"/>
              <a:t>Release 1 Features – </a:t>
            </a:r>
            <a:r>
              <a:rPr lang="en-GB" sz="2000" noProof="0"/>
              <a:t>Single View of Tenancy</a:t>
            </a:r>
            <a:endParaRPr lang="en-GB" noProof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6369F14-BECF-A828-2C9B-7B001C77E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0427" y="5721125"/>
            <a:ext cx="2095792" cy="28579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1B4780A-7A74-3950-22A4-87AC600AF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9984" y="1375219"/>
            <a:ext cx="3744999" cy="85700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CC1B5B1-D281-B182-373E-C4391C74EE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338" y="1330475"/>
            <a:ext cx="3733256" cy="92744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3105149-D54D-692F-54A2-292FEDA6FB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7948" y="1357609"/>
            <a:ext cx="3733258" cy="892225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26771BAD-5C03-DF3D-20B9-FF01EEE2EB93}"/>
              </a:ext>
            </a:extLst>
          </p:cNvPr>
          <p:cNvSpPr/>
          <p:nvPr/>
        </p:nvSpPr>
        <p:spPr>
          <a:xfrm>
            <a:off x="520747" y="2278556"/>
            <a:ext cx="3676437" cy="34138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700"/>
              </a:lnSpc>
              <a:buClr>
                <a:srgbClr val="BCD727"/>
              </a:buClr>
            </a:pPr>
            <a:r>
              <a:rPr lang="en-GB" sz="1200" b="1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Align Salesforce &amp; Qube tenancy data model. Create the concept of a tenancy in Salesforce that maps directly to Qube tenancies</a:t>
            </a: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endParaRPr lang="en-GB" sz="1200" noProof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Create new residential tenancies in Salesforce on completion of a new lease opportunity, linked to the Qube tenancy.</a:t>
            </a: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Update tenancies in Salesforce on completion of renewal or mid-term change of sharer opportunity. </a:t>
            </a: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Maintain the existing contract version history.</a:t>
            </a: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Ensure contracts reflect the correct active / ended / draft status.</a:t>
            </a: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endParaRPr lang="en-GB" sz="1200" noProof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490F065-3BBA-821E-EE2F-141FE5AAEA2B}"/>
              </a:ext>
            </a:extLst>
          </p:cNvPr>
          <p:cNvSpPr/>
          <p:nvPr/>
        </p:nvSpPr>
        <p:spPr>
          <a:xfrm>
            <a:off x="4294268" y="2278556"/>
            <a:ext cx="3676437" cy="34138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700"/>
              </a:lnSpc>
              <a:buClr>
                <a:srgbClr val="BCD727"/>
              </a:buClr>
            </a:pPr>
            <a:r>
              <a:rPr lang="en-GB" sz="1200" b="1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Maintain an accurate record in Salesforce of which tenancies &amp; tenants are current and which have vacated, as well as move in and move out dates for each tenant, that is consistent with Qube.</a:t>
            </a:r>
          </a:p>
          <a:p>
            <a:pPr>
              <a:lnSpc>
                <a:spcPts val="1700"/>
              </a:lnSpc>
              <a:buClr>
                <a:srgbClr val="BCD727"/>
              </a:buClr>
            </a:pPr>
            <a:endParaRPr lang="en-GB" sz="1200" noProof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When viewing a tenancy, users can see a full history of tenants and associated parties.</a:t>
            </a: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A once-off data migration will create all existing, active residential tenancies in Salesforce.</a:t>
            </a: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Key tenancy details (such as status) are updated from Qube.</a:t>
            </a: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New tenancies created directly in Qube are pushed to Salesforce via GREP integration.</a:t>
            </a: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EOTs are created for a tenancy, not contract.</a:t>
            </a: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endParaRPr lang="en-GB" sz="1200" noProof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0C29990-A6EF-7C8D-2F3A-0A2A24E4C415}"/>
              </a:ext>
            </a:extLst>
          </p:cNvPr>
          <p:cNvSpPr/>
          <p:nvPr/>
        </p:nvSpPr>
        <p:spPr>
          <a:xfrm>
            <a:off x="8049782" y="2278555"/>
            <a:ext cx="3676437" cy="34138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700"/>
              </a:lnSpc>
              <a:buClr>
                <a:srgbClr val="BCD727"/>
              </a:buClr>
            </a:pPr>
            <a:r>
              <a:rPr lang="en-GB" sz="1200" b="1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Provide a single view of all tenants, related parties, associated opportunities and the existing tenancy version history within Salesforce.</a:t>
            </a:r>
          </a:p>
          <a:p>
            <a:pPr>
              <a:lnSpc>
                <a:spcPts val="1700"/>
              </a:lnSpc>
              <a:buClr>
                <a:srgbClr val="BCD727"/>
              </a:buClr>
            </a:pPr>
            <a:endParaRPr lang="en-GB" sz="1200" noProof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When viewing a residential tenancy, users can view a full history of associated opportunities and underlying contracts.</a:t>
            </a: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Link decant agreements &amp; parking / shed licences to the primary tenancy.</a:t>
            </a: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See a history of tenancies for a unit.</a:t>
            </a: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See a history of tenancies linked to an account </a:t>
            </a: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endParaRPr lang="en-GB" sz="1200" noProof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ts val="1700"/>
              </a:lnSpc>
              <a:buClr>
                <a:srgbClr val="BCD727"/>
              </a:buClr>
            </a:pPr>
            <a:endParaRPr lang="en-GB" sz="1200" noProof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endParaRPr lang="en-GB" sz="1200" noProof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97991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38274-FED9-4E44-5D3B-24AA46417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4C07DB-03BA-EDA7-BD82-489DB783FC7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noProof="0"/>
              <a:t>Release 2 Features - </a:t>
            </a:r>
            <a:r>
              <a:rPr lang="en-GB" sz="2000" noProof="0">
                <a:solidFill>
                  <a:srgbClr val="7F7F7F"/>
                </a:solidFill>
                <a:latin typeface="+mj-lt"/>
              </a:rPr>
              <a:t>Prepopulate Inputs to Tenancy Review Process</a:t>
            </a:r>
            <a:endParaRPr lang="en-GB" sz="2800" noProof="0">
              <a:solidFill>
                <a:srgbClr val="7F7F7F"/>
              </a:solidFill>
              <a:latin typeface="+mj-lt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921B09F-F32C-7D80-F311-3F9E6C092D71}"/>
              </a:ext>
            </a:extLst>
          </p:cNvPr>
          <p:cNvSpPr/>
          <p:nvPr/>
        </p:nvSpPr>
        <p:spPr>
          <a:xfrm>
            <a:off x="520747" y="2145207"/>
            <a:ext cx="3676437" cy="13866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700"/>
              </a:lnSpc>
              <a:buClr>
                <a:srgbClr val="BCD727"/>
              </a:buClr>
            </a:pPr>
            <a:r>
              <a:rPr lang="en-GB" sz="1200" b="1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Import current &amp; prior rent for each unit into Salesforce which will be visible as part of SVOT. </a:t>
            </a:r>
            <a:endParaRPr lang="en-GB" sz="1200" noProof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ts val="1700"/>
              </a:lnSpc>
              <a:buClr>
                <a:srgbClr val="BCD727"/>
              </a:buClr>
            </a:pPr>
            <a:endParaRPr lang="en-GB" sz="1200" noProof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Daily import from the data warehouse.</a:t>
            </a: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Current &amp; prior rent is visible on each unit, tenancy and tenancy review opportunity.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FAFCA39-56AB-EEDE-B2F0-BB2A02C70B78}"/>
              </a:ext>
            </a:extLst>
          </p:cNvPr>
          <p:cNvSpPr/>
          <p:nvPr/>
        </p:nvSpPr>
        <p:spPr>
          <a:xfrm>
            <a:off x="4294268" y="2145207"/>
            <a:ext cx="3676437" cy="13866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700"/>
              </a:lnSpc>
              <a:buClr>
                <a:srgbClr val="BCD727"/>
              </a:buClr>
            </a:pPr>
            <a:r>
              <a:rPr lang="en-GB" sz="1200" b="1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Maintain &amp; view a full history of ERVs, monthly price book rent and licence prices for each unit.</a:t>
            </a:r>
          </a:p>
          <a:p>
            <a:pPr>
              <a:lnSpc>
                <a:spcPts val="1700"/>
              </a:lnSpc>
              <a:buClr>
                <a:srgbClr val="BCD727"/>
              </a:buClr>
            </a:pPr>
            <a:endParaRPr lang="en-GB" sz="1200" b="1" noProof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Enable support users to upload spreadsheets of Price Book Rent, Grainger Trust prices, licence prices &amp; ERVs as and when updated.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C7AE0C0-8C88-1053-541F-EEC97A652847}"/>
              </a:ext>
            </a:extLst>
          </p:cNvPr>
          <p:cNvSpPr/>
          <p:nvPr/>
        </p:nvSpPr>
        <p:spPr>
          <a:xfrm>
            <a:off x="8049782" y="2145206"/>
            <a:ext cx="3676437" cy="13866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700"/>
              </a:lnSpc>
              <a:buClr>
                <a:srgbClr val="BCD727"/>
              </a:buClr>
            </a:pPr>
            <a:r>
              <a:rPr lang="en-GB" sz="1200" b="1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See current tenancy arrears as part of SVOT. </a:t>
            </a:r>
          </a:p>
          <a:p>
            <a:pPr>
              <a:lnSpc>
                <a:spcPts val="1700"/>
              </a:lnSpc>
              <a:buClr>
                <a:srgbClr val="BCD727"/>
              </a:buClr>
            </a:pPr>
            <a:endParaRPr lang="en-GB" sz="1200" noProof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Import the current arrears balance from the data warehouse per tenancy, on a daily basis.</a:t>
            </a: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endParaRPr lang="en-GB" sz="1200" noProof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endParaRPr lang="en-GB" sz="1200" noProof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474F64-7BBA-31E2-C8AC-E3FAAC5794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970" y="1210378"/>
            <a:ext cx="3714129" cy="8732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11E0FDA-4D14-612C-870F-1AB7DD9E19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5346" y="1198736"/>
            <a:ext cx="3667557" cy="8848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C69E95-D557-96E7-6D63-0BC16610D35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8992"/>
          <a:stretch/>
        </p:blipFill>
        <p:spPr>
          <a:xfrm>
            <a:off x="8008848" y="1508262"/>
            <a:ext cx="3737416" cy="575344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B42D6C7E-35AB-73D9-D232-0C6FCFC75D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3579" y="3743324"/>
            <a:ext cx="3679202" cy="849942"/>
          </a:xfrm>
          <a:prstGeom prst="rect">
            <a:avLst/>
          </a:prstGeom>
        </p:spPr>
      </p:pic>
      <p:sp>
        <p:nvSpPr>
          <p:cNvPr id="66" name="Rectangle 65">
            <a:extLst>
              <a:ext uri="{FF2B5EF4-FFF2-40B4-BE49-F238E27FC236}">
                <a16:creationId xmlns:a16="http://schemas.microsoft.com/office/drawing/2014/main" id="{BD8B430B-D6D7-BB45-80FC-C9A69D96BE54}"/>
              </a:ext>
            </a:extLst>
          </p:cNvPr>
          <p:cNvSpPr/>
          <p:nvPr/>
        </p:nvSpPr>
        <p:spPr>
          <a:xfrm>
            <a:off x="514970" y="4612471"/>
            <a:ext cx="3676437" cy="1386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700"/>
              </a:lnSpc>
              <a:buClr>
                <a:srgbClr val="BCD727"/>
              </a:buClr>
            </a:pPr>
            <a:r>
              <a:rPr lang="en-GB" sz="1200" b="1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Enable PMs / RSMs to maintain block-level pricing information.</a:t>
            </a:r>
          </a:p>
          <a:p>
            <a:pPr>
              <a:lnSpc>
                <a:spcPts val="1700"/>
              </a:lnSpc>
              <a:buClr>
                <a:srgbClr val="BCD727"/>
              </a:buClr>
            </a:pPr>
            <a:endParaRPr lang="en-GB" sz="1200" b="1" noProof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Asset Managers can see block-level pricing information when reviewing renewal pricing.</a:t>
            </a:r>
          </a:p>
          <a:p>
            <a:pPr marL="171450" indent="-1714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endParaRPr lang="en-GB" sz="1200" noProof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F3321F87-3169-A611-F265-0F792D9CE901}"/>
              </a:ext>
            </a:extLst>
          </p:cNvPr>
          <p:cNvSpPr/>
          <p:nvPr/>
        </p:nvSpPr>
        <p:spPr>
          <a:xfrm>
            <a:off x="4288491" y="4612471"/>
            <a:ext cx="3676437" cy="1386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700"/>
              </a:lnSpc>
              <a:buClr>
                <a:srgbClr val="BCD727"/>
              </a:buClr>
            </a:pPr>
            <a:r>
              <a:rPr lang="en-GB" sz="1200" b="1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Provide a new dashboard that displays recent rent achieved &amp; available units by estate &amp; unit type.</a:t>
            </a:r>
          </a:p>
          <a:p>
            <a:pPr>
              <a:lnSpc>
                <a:spcPts val="1700"/>
              </a:lnSpc>
              <a:buClr>
                <a:srgbClr val="BCD727"/>
              </a:buClr>
            </a:pPr>
            <a:endParaRPr lang="en-GB" sz="1200" b="1" noProof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Easily access relevant information when viewing tenancy review opportunity. </a:t>
            </a: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endParaRPr lang="en-GB" sz="1200" noProof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5FC3E92-178E-A4D8-6C68-BB7815C868C1}"/>
              </a:ext>
            </a:extLst>
          </p:cNvPr>
          <p:cNvSpPr/>
          <p:nvPr/>
        </p:nvSpPr>
        <p:spPr>
          <a:xfrm>
            <a:off x="8044005" y="4612470"/>
            <a:ext cx="3676437" cy="13866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700"/>
              </a:lnSpc>
              <a:buClr>
                <a:srgbClr val="BCD727"/>
              </a:buClr>
            </a:pPr>
            <a:r>
              <a:rPr lang="en-GB" sz="1200" b="1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Identify Grainger Trust units that don’t need to be Priced by Asset Management. </a:t>
            </a:r>
          </a:p>
          <a:p>
            <a:pPr>
              <a:lnSpc>
                <a:spcPts val="1700"/>
              </a:lnSpc>
              <a:buClr>
                <a:srgbClr val="BCD727"/>
              </a:buClr>
            </a:pPr>
            <a:endParaRPr lang="en-GB" sz="1200" noProof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Import unit tenure from Qube.</a:t>
            </a: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See tenure for a unit, tenancy and tenancy review opportunity. </a:t>
            </a:r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C16075E9-C299-D06C-579D-31D33A806D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8848" y="3972549"/>
            <a:ext cx="3690842" cy="61708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3E1CBB46-B95A-E95C-4470-6E93B72C288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310" y="3935665"/>
            <a:ext cx="3699097" cy="676806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F07A7C9D-AD74-AFBD-FB2F-5252C7CC5EE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24650" y="6068424"/>
            <a:ext cx="2095792" cy="2857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93B3D9-ED53-9EC8-9E11-091F8629B40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62375" y="1831732"/>
            <a:ext cx="409982" cy="192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0204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172F8-4012-70EC-EB79-8CE570F7D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48A7722-9C89-DCD9-9BEB-AA441D17CB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noProof="0"/>
              <a:t>Release 2 Features - </a:t>
            </a:r>
            <a:r>
              <a:rPr lang="en-GB" sz="2000" noProof="0">
                <a:solidFill>
                  <a:srgbClr val="7F7F7F"/>
                </a:solidFill>
                <a:latin typeface="+mj-lt"/>
              </a:rPr>
              <a:t>Replace Spreadsheet &amp; Renewals Portal </a:t>
            </a:r>
            <a:endParaRPr lang="en-GB" noProof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3B50F77-2970-95B0-00EA-48626ACE7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982" y="5302070"/>
            <a:ext cx="2095792" cy="2857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4944C60-2E97-9E19-2D2D-4B36F001F60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330"/>
          <a:stretch/>
        </p:blipFill>
        <p:spPr>
          <a:xfrm>
            <a:off x="514970" y="1413035"/>
            <a:ext cx="3676436" cy="86093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C46D2F5-C8B5-D1F1-09F5-30BCA88365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6812" y="1624561"/>
            <a:ext cx="3722973" cy="639886"/>
          </a:xfrm>
          <a:prstGeom prst="rect">
            <a:avLst/>
          </a:prstGeom>
        </p:spPr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89637C4A-2CCB-7216-6CC1-C1BFF838291F}"/>
              </a:ext>
            </a:extLst>
          </p:cNvPr>
          <p:cNvSpPr/>
          <p:nvPr/>
        </p:nvSpPr>
        <p:spPr>
          <a:xfrm>
            <a:off x="510302" y="2289363"/>
            <a:ext cx="3676437" cy="30160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700"/>
              </a:lnSpc>
              <a:buClr>
                <a:srgbClr val="BCD727"/>
              </a:buClr>
            </a:pPr>
            <a:r>
              <a:rPr lang="en-GB" sz="1200" b="1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Automatically create tenancy review based on </a:t>
            </a:r>
            <a:br>
              <a:rPr lang="en-GB" sz="1200" b="1" noProof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GB" sz="1200" b="1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accurate tenancy data, replacing the lease end diaries in Qube. </a:t>
            </a:r>
          </a:p>
          <a:p>
            <a:pPr>
              <a:lnSpc>
                <a:spcPts val="1700"/>
              </a:lnSpc>
              <a:buClr>
                <a:srgbClr val="BCD727"/>
              </a:buClr>
            </a:pPr>
            <a:endParaRPr lang="en-GB" sz="1200" noProof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Create tenancy review opportunities based on up-to-date tenancy data.</a:t>
            </a: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Users can manually create an opportunity.</a:t>
            </a: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The opportunity layout, fields &amp; stages are customised for the tenancy review process.</a:t>
            </a: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Prepopulate offer details. </a:t>
            </a: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Manage a </a:t>
            </a:r>
            <a:r>
              <a:rPr lang="en-GB" sz="1200" i="1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Next Rent Review Date</a:t>
            </a: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 for rolling tenancies.</a:t>
            </a: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Migrate next rent review date from Qube diaries.</a:t>
            </a: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endParaRPr lang="en-GB" sz="1200" noProof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E2658D8-D9DE-8478-4D5D-55F56CFE80E9}"/>
              </a:ext>
            </a:extLst>
          </p:cNvPr>
          <p:cNvSpPr/>
          <p:nvPr/>
        </p:nvSpPr>
        <p:spPr>
          <a:xfrm>
            <a:off x="4283823" y="2289363"/>
            <a:ext cx="3676437" cy="30160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700"/>
              </a:lnSpc>
              <a:buClr>
                <a:srgbClr val="BCD727"/>
              </a:buClr>
            </a:pPr>
            <a:r>
              <a:rPr lang="en-GB" sz="1200" b="1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Enable Asset Managers to see upcoming rent reviews, ERVs, price book rent &amp; set an offer and minimum price.</a:t>
            </a:r>
          </a:p>
          <a:p>
            <a:pPr>
              <a:lnSpc>
                <a:spcPts val="1700"/>
              </a:lnSpc>
              <a:buClr>
                <a:srgbClr val="BCD727"/>
              </a:buClr>
            </a:pPr>
            <a:endParaRPr lang="en-GB" sz="1200" b="1" noProof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Notify Asset Managers to review pricing.</a:t>
            </a:r>
          </a:p>
          <a:p>
            <a:pPr marL="171450" indent="-1714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AM reviews a list of tenancy review opportunities for which they are responsible.</a:t>
            </a:r>
          </a:p>
          <a:p>
            <a:pPr marL="171450" indent="-1714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See the latest ERVs, price book rent &amp; current rent.</a:t>
            </a:r>
          </a:p>
          <a:p>
            <a:pPr marL="171450" indent="-1714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See unit information that impacts pricing.</a:t>
            </a:r>
          </a:p>
          <a:p>
            <a:pPr marL="171450" indent="-1714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Ability to review by estate &amp; unit type.</a:t>
            </a:r>
          </a:p>
          <a:p>
            <a:pPr marL="171450" indent="-1714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Excludes Grainger Trust tenancies.</a:t>
            </a:r>
          </a:p>
          <a:p>
            <a:pPr marL="171450" indent="-1714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Highlight pricing reviews required urgently.</a:t>
            </a:r>
          </a:p>
          <a:p>
            <a:pPr marL="171450" indent="-1714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endParaRPr lang="en-GB" sz="1200" noProof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52632C6-F4FD-A76A-0633-1454D31D6AE2}"/>
              </a:ext>
            </a:extLst>
          </p:cNvPr>
          <p:cNvSpPr/>
          <p:nvPr/>
        </p:nvSpPr>
        <p:spPr>
          <a:xfrm>
            <a:off x="8039337" y="2289362"/>
            <a:ext cx="3676437" cy="30160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700"/>
              </a:lnSpc>
              <a:buClr>
                <a:srgbClr val="BCD727"/>
              </a:buClr>
            </a:pPr>
            <a:r>
              <a:rPr lang="en-GB" sz="1200" b="1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Replace the existing ‘Summary’ worksheet in the Renewals spreadsheet with a dashboard that enables Asset Managers to see growth on rent by asset and region.  </a:t>
            </a:r>
          </a:p>
          <a:p>
            <a:pPr>
              <a:lnSpc>
                <a:spcPts val="1700"/>
              </a:lnSpc>
              <a:buClr>
                <a:srgbClr val="BCD727"/>
              </a:buClr>
            </a:pPr>
            <a:endParaRPr lang="en-GB" sz="1200" noProof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Asset Managers can review monthly rental growth on ERV and on current rent, by portfolio &amp; estate. </a:t>
            </a: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Rental growth is based on the minimum price, incorporating any approved counteroffers below minimum. </a:t>
            </a:r>
          </a:p>
          <a:p>
            <a:pPr>
              <a:lnSpc>
                <a:spcPts val="1700"/>
              </a:lnSpc>
              <a:buClr>
                <a:srgbClr val="BCD727"/>
              </a:buClr>
            </a:pPr>
            <a:endParaRPr lang="en-GB" sz="1200" noProof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ts val="1700"/>
              </a:lnSpc>
              <a:buClr>
                <a:srgbClr val="BCD727"/>
              </a:buClr>
            </a:pPr>
            <a:endParaRPr lang="en-GB" sz="1200" noProof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E330BA-D8D4-CEA7-DAC1-42A38D432A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2687" y="1413035"/>
            <a:ext cx="3640438" cy="84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9414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20BBC-7F29-F69C-173D-283FE7C28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B759BE3-B5CD-8CF5-3125-347474D7213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noProof="0"/>
              <a:t>Release 2 Features - </a:t>
            </a:r>
            <a:r>
              <a:rPr lang="en-GB" sz="2000" noProof="0">
                <a:solidFill>
                  <a:srgbClr val="7F7F7F"/>
                </a:solidFill>
                <a:latin typeface="+mj-lt"/>
              </a:rPr>
              <a:t>Replace Spreadsheet &amp; Renewals Portal </a:t>
            </a:r>
            <a:endParaRPr lang="en-GB" noProof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F9AD5F0-A50B-F287-03D4-1ABD139BC8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0427" y="5721125"/>
            <a:ext cx="2095792" cy="28579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5BBAD904-FEA3-71F9-64E4-3F22C1214927}"/>
              </a:ext>
            </a:extLst>
          </p:cNvPr>
          <p:cNvSpPr/>
          <p:nvPr/>
        </p:nvSpPr>
        <p:spPr>
          <a:xfrm>
            <a:off x="520747" y="2278556"/>
            <a:ext cx="3676437" cy="34138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700"/>
              </a:lnSpc>
              <a:buClr>
                <a:srgbClr val="BCD727"/>
              </a:buClr>
            </a:pPr>
            <a:r>
              <a:rPr lang="en-GB" sz="1200" b="1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Enable Tenancy Review Negotiators to see outstanding information and tenancy reviews at risk of missing a deadline at a glance</a:t>
            </a: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endParaRPr lang="en-GB" sz="1200" noProof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Tenancy Review Negotiators access a list of opportunities relevant to them &amp; ready to be worked on.</a:t>
            </a: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Negotiators can see at a glance:</a:t>
            </a:r>
          </a:p>
          <a:p>
            <a:pPr marL="628650" lvl="1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Current arrears balance &amp; where a decision is required from credit control. </a:t>
            </a:r>
          </a:p>
          <a:p>
            <a:pPr marL="628650" lvl="1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COS requested &amp; related progress.</a:t>
            </a:r>
          </a:p>
          <a:p>
            <a:pPr marL="628650" lvl="1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Tenancy issues</a:t>
            </a:r>
          </a:p>
          <a:p>
            <a:pPr marL="628650" lvl="1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Outstanding right to rent </a:t>
            </a:r>
          </a:p>
          <a:p>
            <a:pPr marL="628650" lvl="1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If eviction initiated</a:t>
            </a:r>
          </a:p>
          <a:p>
            <a:pPr marL="628650" lvl="1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Deadlines / due dates.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30460E2-D245-36EF-7249-A716CB7CB868}"/>
              </a:ext>
            </a:extLst>
          </p:cNvPr>
          <p:cNvSpPr/>
          <p:nvPr/>
        </p:nvSpPr>
        <p:spPr>
          <a:xfrm>
            <a:off x="4294268" y="2278556"/>
            <a:ext cx="3676437" cy="34138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700"/>
              </a:lnSpc>
              <a:buClr>
                <a:srgbClr val="BCD727"/>
              </a:buClr>
            </a:pPr>
            <a:r>
              <a:rPr lang="en-GB" sz="1200" b="1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Tenants respond to advance notification of rent increases online by accepting or making a counteroffer</a:t>
            </a:r>
          </a:p>
          <a:p>
            <a:pPr>
              <a:lnSpc>
                <a:spcPts val="1700"/>
              </a:lnSpc>
              <a:buClr>
                <a:srgbClr val="BCD727"/>
              </a:buClr>
            </a:pPr>
            <a:endParaRPr lang="en-GB" sz="1200" noProof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Tenants receive an email with a link to review offer details &amp; accept, make a query or motivate a counteroffer via Form Assembly screens embedded in Grainger website. </a:t>
            </a: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Send reminder SMS with a link.</a:t>
            </a: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Each tenant receives notification &amp; can respond separately.</a:t>
            </a: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See where a tenant has viewed an offer.</a:t>
            </a: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Maintain a full history tenant responses. </a:t>
            </a: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Manually capture offer responses received offline.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4409490-5270-C417-9AFA-3D38B78D1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1823" y="1362184"/>
            <a:ext cx="3708353" cy="8629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009777C-49AD-ACFB-2809-CB366080E8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72" y="1408911"/>
            <a:ext cx="3641999" cy="822019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963C8422-24AD-D060-0A41-1F41F876CD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9728" y="1281170"/>
            <a:ext cx="3706491" cy="91504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E8C03F0-0CFC-03E1-FC88-16A6DDBA834E}"/>
              </a:ext>
            </a:extLst>
          </p:cNvPr>
          <p:cNvSpPr/>
          <p:nvPr/>
        </p:nvSpPr>
        <p:spPr>
          <a:xfrm>
            <a:off x="8049782" y="2278555"/>
            <a:ext cx="3676437" cy="34138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700"/>
              </a:lnSpc>
              <a:buClr>
                <a:srgbClr val="BCD727"/>
              </a:buClr>
            </a:pPr>
            <a:r>
              <a:rPr lang="en-GB" sz="1200" b="1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Negotiators review &amp; respond to counteroffers, requesting Asset Management approval where necessary, maintaining a full history of offers and counteroffers</a:t>
            </a:r>
          </a:p>
          <a:p>
            <a:pPr>
              <a:lnSpc>
                <a:spcPts val="1700"/>
              </a:lnSpc>
              <a:buClr>
                <a:srgbClr val="BCD727"/>
              </a:buClr>
            </a:pPr>
            <a:endParaRPr lang="en-GB" sz="1200" noProof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Tenancy Review Negotiators review the tenant's counteroffer and may enter a recommended price &amp; reasoning.</a:t>
            </a: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Automatically create a new offer where recommended price is above minimum, or request approval from the Asset Manager where below minimum.</a:t>
            </a: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Asset Managers review and accept or reject counteroffers, or enter alternate price.</a:t>
            </a: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endParaRPr lang="en-GB" sz="1200" noProof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22999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93C7E-1F12-2724-B0FC-7320582DB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F167469-4DC9-EE57-4ADF-927BC984D11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noProof="0"/>
              <a:t>Release 2 Features – </a:t>
            </a:r>
            <a:r>
              <a:rPr lang="en-GB" sz="2000" noProof="0"/>
              <a:t>Renters’ Rights Bill</a:t>
            </a:r>
            <a:endParaRPr lang="en-GB" noProof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FD11AAA-4FB4-61F2-2D0A-6AABBCF5EA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0427" y="5382220"/>
            <a:ext cx="2095792" cy="28579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3F3D79B2-56A3-9EAB-857B-C8C8407765A6}"/>
              </a:ext>
            </a:extLst>
          </p:cNvPr>
          <p:cNvSpPr/>
          <p:nvPr/>
        </p:nvSpPr>
        <p:spPr>
          <a:xfrm>
            <a:off x="520747" y="1950298"/>
            <a:ext cx="3676437" cy="13841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700"/>
              </a:lnSpc>
              <a:buClr>
                <a:srgbClr val="BCD727"/>
              </a:buClr>
            </a:pPr>
            <a:r>
              <a:rPr lang="en-GB" sz="1200" b="1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Cater for periodic tenancies and contracts</a:t>
            </a: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endParaRPr lang="en-GB" sz="1200" noProof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Enable capture of new lease and tenancy review opportunities with no term.</a:t>
            </a: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Automatically set / update the next rent review date.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037283E-477D-625F-8E6D-DD9A52970005}"/>
              </a:ext>
            </a:extLst>
          </p:cNvPr>
          <p:cNvSpPr/>
          <p:nvPr/>
        </p:nvSpPr>
        <p:spPr>
          <a:xfrm>
            <a:off x="4294268" y="1950298"/>
            <a:ext cx="3676437" cy="13841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700"/>
              </a:lnSpc>
              <a:buClr>
                <a:srgbClr val="BCD727"/>
              </a:buClr>
            </a:pPr>
            <a:r>
              <a:rPr lang="en-GB" sz="1200" b="1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Generate and email Section 13 notices to tenants.</a:t>
            </a:r>
          </a:p>
          <a:p>
            <a:pPr>
              <a:lnSpc>
                <a:spcPts val="1700"/>
              </a:lnSpc>
              <a:buClr>
                <a:srgbClr val="BCD727"/>
              </a:buClr>
            </a:pPr>
            <a:endParaRPr lang="en-GB" sz="1200" noProof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See history of §13 documents sent to tenants.</a:t>
            </a:r>
          </a:p>
          <a:p>
            <a:pPr>
              <a:lnSpc>
                <a:spcPts val="1700"/>
              </a:lnSpc>
              <a:buClr>
                <a:srgbClr val="BCD727"/>
              </a:buClr>
            </a:pPr>
            <a:endParaRPr lang="en-GB" sz="1200" noProof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endParaRPr lang="en-GB" sz="1200" noProof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endParaRPr lang="en-GB" sz="1200" noProof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FEF14FF-88B4-1DA5-5AA2-0C90CE917A91}"/>
              </a:ext>
            </a:extLst>
          </p:cNvPr>
          <p:cNvSpPr/>
          <p:nvPr/>
        </p:nvSpPr>
        <p:spPr>
          <a:xfrm>
            <a:off x="8049782" y="1950297"/>
            <a:ext cx="3676437" cy="34138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700"/>
              </a:lnSpc>
              <a:buClr>
                <a:srgbClr val="BCD727"/>
              </a:buClr>
            </a:pPr>
            <a:r>
              <a:rPr lang="en-GB" sz="1200" b="1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Generate alternate documents &amp; use different email templates for non-AST tenancies.</a:t>
            </a:r>
          </a:p>
          <a:p>
            <a:pPr>
              <a:lnSpc>
                <a:spcPts val="1700"/>
              </a:lnSpc>
              <a:buClr>
                <a:srgbClr val="BCD727"/>
              </a:buClr>
            </a:pPr>
            <a:endParaRPr lang="en-GB" sz="1200" noProof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Generate RHW13 documents for Welsh tenancies.</a:t>
            </a: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Customized email content notifying tenants of upcoming tenancy review per agreement type.</a:t>
            </a: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Update chase cycles &amp; emails where tenants need to accept an offer or sign a contract (Live Work &amp; company lets).</a:t>
            </a: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Remind Negotiators to follow-up on unsigned contracts.</a:t>
            </a: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endParaRPr lang="en-GB" sz="1200" noProof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endParaRPr lang="en-GB" sz="1200" noProof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endParaRPr lang="en-GB" sz="1200" noProof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4C8A1DC-5C7C-312D-83EC-9CD0B95D8E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9784" y="1086695"/>
            <a:ext cx="3676435" cy="83502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A4A5F15-756C-5E17-BD42-159361B959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747" y="1289095"/>
            <a:ext cx="3676437" cy="632254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46CDD4FF-B3D9-2815-3CEF-5FE4463830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4268" y="1258044"/>
            <a:ext cx="3700550" cy="66330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2153EE3-AF9D-A48D-D764-C7C59BD880FB}"/>
              </a:ext>
            </a:extLst>
          </p:cNvPr>
          <p:cNvSpPr/>
          <p:nvPr/>
        </p:nvSpPr>
        <p:spPr>
          <a:xfrm>
            <a:off x="4294267" y="4421236"/>
            <a:ext cx="3676437" cy="16552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700"/>
              </a:lnSpc>
              <a:buClr>
                <a:srgbClr val="BCD727"/>
              </a:buClr>
            </a:pPr>
            <a:r>
              <a:rPr lang="en-GB" sz="1200" b="1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Enable PMs/RSMs, Asset Managers &amp; Negotiators to defer a tenancy review to a later date.</a:t>
            </a: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endParaRPr lang="en-GB" sz="1200" noProof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Ability to defer a tenancy review before or after the opportunity has been created. </a:t>
            </a: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See deferred date &amp; reason on the tenancy.</a:t>
            </a: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Asset Managers can defer in bulk.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CDFA40-14CF-24F5-957C-EBA539BA3B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4707" y="3788278"/>
            <a:ext cx="3753831" cy="63744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43D0624-35DA-BF5E-701C-83B8B65FDE7E}"/>
              </a:ext>
            </a:extLst>
          </p:cNvPr>
          <p:cNvSpPr/>
          <p:nvPr/>
        </p:nvSpPr>
        <p:spPr>
          <a:xfrm>
            <a:off x="489193" y="4379925"/>
            <a:ext cx="3676437" cy="16552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700"/>
              </a:lnSpc>
              <a:buClr>
                <a:srgbClr val="BCD727"/>
              </a:buClr>
            </a:pPr>
            <a:r>
              <a:rPr lang="en-GB" sz="1200" b="1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Automatically close a tenancy review opportunity when an End of Tenancy is initiated.</a:t>
            </a:r>
          </a:p>
          <a:p>
            <a:pPr>
              <a:lnSpc>
                <a:spcPts val="1700"/>
              </a:lnSpc>
              <a:buClr>
                <a:srgbClr val="BCD727"/>
              </a:buClr>
            </a:pPr>
            <a:endParaRPr lang="en-GB" sz="1200" noProof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GB" sz="12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Notify the Tenancy Review Negotiator.</a:t>
            </a: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endParaRPr lang="en-GB" sz="1200" noProof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ts val="1700"/>
              </a:lnSpc>
              <a:buClr>
                <a:srgbClr val="BCD727"/>
              </a:buClr>
            </a:pPr>
            <a:endParaRPr lang="en-GB" sz="1200" noProof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lnSpc>
                <a:spcPts val="1700"/>
              </a:lnSpc>
              <a:buClr>
                <a:srgbClr val="BCD727"/>
              </a:buClr>
              <a:buFont typeface="Arial" panose="020B0604020202020204" pitchFamily="34" charset="0"/>
              <a:buChar char="•"/>
            </a:pPr>
            <a:endParaRPr lang="en-GB" sz="1200" noProof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D91EC4-D894-9AED-C03B-301E4B7760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0879" y="3550040"/>
            <a:ext cx="3702584" cy="871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096100"/>
      </p:ext>
    </p:extLst>
  </p:cSld>
  <p:clrMapOvr>
    <a:masterClrMapping/>
  </p:clrMapOvr>
</p:sld>
</file>

<file path=ppt/theme/theme1.xml><?xml version="1.0" encoding="utf-8"?>
<a:theme xmlns:a="http://schemas.openxmlformats.org/drawingml/2006/main" name="1. Title Slides">
  <a:themeElements>
    <a:clrScheme name="Open Box Colours">
      <a:dk1>
        <a:sysClr val="windowText" lastClr="000000"/>
      </a:dk1>
      <a:lt1>
        <a:sysClr val="window" lastClr="FFFFFF"/>
      </a:lt1>
      <a:dk2>
        <a:srgbClr val="373C3C"/>
      </a:dk2>
      <a:lt2>
        <a:srgbClr val="6E7878"/>
      </a:lt2>
      <a:accent1>
        <a:srgbClr val="AAB4B4"/>
      </a:accent1>
      <a:accent2>
        <a:srgbClr val="E15759"/>
      </a:accent2>
      <a:accent3>
        <a:srgbClr val="4E79A7"/>
      </a:accent3>
      <a:accent4>
        <a:srgbClr val="76B7B2"/>
      </a:accent4>
      <a:accent5>
        <a:srgbClr val="F28E2B"/>
      </a:accent5>
      <a:accent6>
        <a:srgbClr val="BCD727"/>
      </a:accent6>
      <a:hlink>
        <a:srgbClr val="BCD727"/>
      </a:hlink>
      <a:folHlink>
        <a:srgbClr val="954F72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neral Presentation Theme" id="{617D407F-0F1F-405D-A13B-BE7690CBDA2A}" vid="{44CD57B0-E653-4561-A953-0FF3EAB174B5}"/>
    </a:ext>
  </a:extLst>
</a:theme>
</file>

<file path=ppt/theme/theme2.xml><?xml version="1.0" encoding="utf-8"?>
<a:theme xmlns:a="http://schemas.openxmlformats.org/drawingml/2006/main" name="1_1. Title Slides">
  <a:themeElements>
    <a:clrScheme name="Open Box Colours">
      <a:dk1>
        <a:sysClr val="windowText" lastClr="000000"/>
      </a:dk1>
      <a:lt1>
        <a:sysClr val="window" lastClr="FFFFFF"/>
      </a:lt1>
      <a:dk2>
        <a:srgbClr val="373C3C"/>
      </a:dk2>
      <a:lt2>
        <a:srgbClr val="6E7878"/>
      </a:lt2>
      <a:accent1>
        <a:srgbClr val="AAB4B4"/>
      </a:accent1>
      <a:accent2>
        <a:srgbClr val="E15759"/>
      </a:accent2>
      <a:accent3>
        <a:srgbClr val="4E79A7"/>
      </a:accent3>
      <a:accent4>
        <a:srgbClr val="76B7B2"/>
      </a:accent4>
      <a:accent5>
        <a:srgbClr val="F28E2B"/>
      </a:accent5>
      <a:accent6>
        <a:srgbClr val="BCD727"/>
      </a:accent6>
      <a:hlink>
        <a:srgbClr val="BCD727"/>
      </a:hlink>
      <a:folHlink>
        <a:srgbClr val="954F72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neral Presentation Theme" id="{617D407F-0F1F-405D-A13B-BE7690CBDA2A}" vid="{44CD57B0-E653-4561-A953-0FF3EAB174B5}"/>
    </a:ext>
  </a:extLst>
</a:theme>
</file>

<file path=ppt/theme/theme3.xml><?xml version="1.0" encoding="utf-8"?>
<a:theme xmlns:a="http://schemas.openxmlformats.org/drawingml/2006/main" name="2. Agenda">
  <a:themeElements>
    <a:clrScheme name="Open Box Colours">
      <a:dk1>
        <a:sysClr val="windowText" lastClr="000000"/>
      </a:dk1>
      <a:lt1>
        <a:sysClr val="window" lastClr="FFFFFF"/>
      </a:lt1>
      <a:dk2>
        <a:srgbClr val="373C3C"/>
      </a:dk2>
      <a:lt2>
        <a:srgbClr val="6E7878"/>
      </a:lt2>
      <a:accent1>
        <a:srgbClr val="AAB4B4"/>
      </a:accent1>
      <a:accent2>
        <a:srgbClr val="E15759"/>
      </a:accent2>
      <a:accent3>
        <a:srgbClr val="4E79A7"/>
      </a:accent3>
      <a:accent4>
        <a:srgbClr val="76B7B2"/>
      </a:accent4>
      <a:accent5>
        <a:srgbClr val="F28E2B"/>
      </a:accent5>
      <a:accent6>
        <a:srgbClr val="BCD727"/>
      </a:accent6>
      <a:hlink>
        <a:srgbClr val="BCD727"/>
      </a:hlink>
      <a:folHlink>
        <a:srgbClr val="954F72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. City Background">
  <a:themeElements>
    <a:clrScheme name="Open Box Colours">
      <a:dk1>
        <a:sysClr val="windowText" lastClr="000000"/>
      </a:dk1>
      <a:lt1>
        <a:sysClr val="window" lastClr="FFFFFF"/>
      </a:lt1>
      <a:dk2>
        <a:srgbClr val="373C3C"/>
      </a:dk2>
      <a:lt2>
        <a:srgbClr val="6E7878"/>
      </a:lt2>
      <a:accent1>
        <a:srgbClr val="AAB4B4"/>
      </a:accent1>
      <a:accent2>
        <a:srgbClr val="E15759"/>
      </a:accent2>
      <a:accent3>
        <a:srgbClr val="4E79A7"/>
      </a:accent3>
      <a:accent4>
        <a:srgbClr val="76B7B2"/>
      </a:accent4>
      <a:accent5>
        <a:srgbClr val="F28E2B"/>
      </a:accent5>
      <a:accent6>
        <a:srgbClr val="BCD727"/>
      </a:accent6>
      <a:hlink>
        <a:srgbClr val="BCD727"/>
      </a:hlink>
      <a:folHlink>
        <a:srgbClr val="954F72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. Blank Background">
  <a:themeElements>
    <a:clrScheme name="Open Box Colours">
      <a:dk1>
        <a:srgbClr val="000000"/>
      </a:dk1>
      <a:lt1>
        <a:sysClr val="window" lastClr="FFFFFF"/>
      </a:lt1>
      <a:dk2>
        <a:srgbClr val="373C3C"/>
      </a:dk2>
      <a:lt2>
        <a:srgbClr val="6E7878"/>
      </a:lt2>
      <a:accent1>
        <a:srgbClr val="AAB4B4"/>
      </a:accent1>
      <a:accent2>
        <a:srgbClr val="E15759"/>
      </a:accent2>
      <a:accent3>
        <a:srgbClr val="4E79A7"/>
      </a:accent3>
      <a:accent4>
        <a:srgbClr val="76B7B2"/>
      </a:accent4>
      <a:accent5>
        <a:srgbClr val="F28E2B"/>
      </a:accent5>
      <a:accent6>
        <a:srgbClr val="BCD727"/>
      </a:accent6>
      <a:hlink>
        <a:srgbClr val="BCD727"/>
      </a:hlink>
      <a:folHlink>
        <a:srgbClr val="954F72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Full Blank">
  <a:themeElements>
    <a:clrScheme name="Open Box Colours">
      <a:dk1>
        <a:sysClr val="windowText" lastClr="000000"/>
      </a:dk1>
      <a:lt1>
        <a:sysClr val="window" lastClr="FFFFFF"/>
      </a:lt1>
      <a:dk2>
        <a:srgbClr val="6E7878"/>
      </a:dk2>
      <a:lt2>
        <a:srgbClr val="6E7878"/>
      </a:lt2>
      <a:accent1>
        <a:srgbClr val="AAB4B4"/>
      </a:accent1>
      <a:accent2>
        <a:srgbClr val="E15759"/>
      </a:accent2>
      <a:accent3>
        <a:srgbClr val="4E79A7"/>
      </a:accent3>
      <a:accent4>
        <a:srgbClr val="76B7B2"/>
      </a:accent4>
      <a:accent5>
        <a:srgbClr val="F28E2B"/>
      </a:accent5>
      <a:accent6>
        <a:srgbClr val="BCD727"/>
      </a:accent6>
      <a:hlink>
        <a:srgbClr val="BCD727"/>
      </a:hlink>
      <a:folHlink>
        <a:srgbClr val="954F72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ffbd5dc-7a64-4097-8396-87f6c90b212f">
      <Value>6</Value>
      <Value>13</Value>
      <Value>12</Value>
    </TaxCatchAll>
    <nae5750f31d8428b9a1182bd8e59d390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Salesforce</TermName>
          <TermId xmlns="http://schemas.microsoft.com/office/infopath/2007/PartnerControls">65ce3b0d-68ef-4d0b-ac56-177d5509cec4</TermId>
        </TermInfo>
      </Terms>
    </nae5750f31d8428b9a1182bd8e59d390>
    <k6ebf865df8440b3a55c1aa81c9bae7c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Presentation</TermName>
          <TermId xmlns="http://schemas.microsoft.com/office/infopath/2007/PartnerControls">02c40aa7-d2e0-4382-9499-d2253b5d2a95</TermId>
        </TermInfo>
      </Terms>
    </k6ebf865df8440b3a55c1aa81c9bae7c>
    <f0dc22cb723843c1bfbb2e8bcc9db6e4 xmlns="1ffbd5dc-7a64-4097-8396-87f6c90b212f">
      <Terms xmlns="http://schemas.microsoft.com/office/infopath/2007/PartnerControls"/>
    </f0dc22cb723843c1bfbb2e8bcc9db6e4>
    <ica44df5449d49f98766f83f0bd254a7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Grainger PLC</TermName>
          <TermId xmlns="http://schemas.microsoft.com/office/infopath/2007/PartnerControls">a74f1cb5-e995-4f9e-8521-6d52e2c6bf08</TermId>
        </TermInfo>
      </Terms>
    </ica44df5449d49f98766f83f0bd254a7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Client Project Document" ma:contentTypeID="0x010100B16301FA1C2D5E4DB9305F31D037531D02070300B4E123A7400DE24C83BA9D1BFCD12C10" ma:contentTypeVersion="3" ma:contentTypeDescription="A document associated with a project for a client." ma:contentTypeScope="" ma:versionID="9d6581bc5c99e8ea3938d4fa8ba888f5">
  <xsd:schema xmlns:xsd="http://www.w3.org/2001/XMLSchema" xmlns:xs="http://www.w3.org/2001/XMLSchema" xmlns:p="http://schemas.microsoft.com/office/2006/metadata/properties" xmlns:ns2="1ffbd5dc-7a64-4097-8396-87f6c90b212f" targetNamespace="http://schemas.microsoft.com/office/2006/metadata/properties" ma:root="true" ma:fieldsID="a0c1b2c62e26289b034b466cfffa7cd3" ns2:_="">
    <xsd:import namespace="1ffbd5dc-7a64-4097-8396-87f6c90b212f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TaxCatchAllLabel" minOccurs="0"/>
                <xsd:element ref="ns2:nae5750f31d8428b9a1182bd8e59d390" minOccurs="0"/>
                <xsd:element ref="ns2:ica44df5449d49f98766f83f0bd254a7" minOccurs="0"/>
                <xsd:element ref="ns2:f0dc22cb723843c1bfbb2e8bcc9db6e4" minOccurs="0"/>
                <xsd:element ref="ns2:k6ebf865df8440b3a55c1aa81c9bae7c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fbd5dc-7a64-4097-8396-87f6c90b212f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45250ea2-cfef-416b-9e22-46de40794d29}" ma:internalName="TaxCatchAll" ma:showField="CatchAllData" ma:web="025eec05-af72-44fb-9d53-267083c6e7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9" nillable="true" ma:displayName="Taxonomy Catch All Column1" ma:hidden="true" ma:list="{45250ea2-cfef-416b-9e22-46de40794d29}" ma:internalName="TaxCatchAllLabel" ma:readOnly="true" ma:showField="CatchAllDataLabel" ma:web="025eec05-af72-44fb-9d53-267083c6e7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nae5750f31d8428b9a1182bd8e59d390" ma:index="10" ma:taxonomy="true" ma:internalName="nae5750f31d8428b9a1182bd8e59d390" ma:taxonomyFieldName="Division" ma:displayName="Division" ma:readOnly="false" ma:default="1;#Custom Software|cecfb662-fc63-4c9e-b6e4-2e3797fe6f4f" ma:fieldId="{7ae5750f-31d8-428b-9a11-82bd8e59d390}" ma:sspId="5676dd91-060c-4b71-810a-dbdca5582071" ma:termSetId="32b39d25-b397-4982-8e8d-74d5df18604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ca44df5449d49f98766f83f0bd254a7" ma:index="12" ma:taxonomy="true" ma:internalName="ica44df5449d49f98766f83f0bd254a7" ma:taxonomyFieldName="Client" ma:displayName="Client" ma:default="6;#Grainger PLC|a74f1cb5-e995-4f9e-8521-6d52e2c6bf08" ma:fieldId="{2ca44df5-449d-49f9-8766-f83f0bd254a7}" ma:sspId="5676dd91-060c-4b71-810a-dbdca5582071" ma:termSetId="26f19758-7225-4257-8796-285d454d16a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f0dc22cb723843c1bfbb2e8bcc9db6e4" ma:index="14" nillable="true" ma:taxonomy="true" ma:internalName="f0dc22cb723843c1bfbb2e8bcc9db6e4" ma:taxonomyFieldName="Client_x0020_Project" ma:displayName="Client Application" ma:default="" ma:fieldId="{f0dc22cb-7238-43c1-bfbb-2e8bcc9db6e4}" ma:sspId="5676dd91-060c-4b71-810a-dbdca5582071" ma:termSetId="503923a6-a4d2-4c0f-8ec0-fee4966b50a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6ebf865df8440b3a55c1aa81c9bae7c" ma:index="16" nillable="true" ma:taxonomy="true" ma:internalName="k6ebf865df8440b3a55c1aa81c9bae7c" ma:taxonomyFieldName="Project_x0020_Document_x0020_Type" ma:displayName="Project Document Type" ma:default="4;#Generic Project Document|258c2ed6-b93b-4ffe-8901-a23f2dc98ec9" ma:fieldId="{46ebf865-df84-40b3-a55c-1aa81c9bae7c}" ma:sspId="5676dd91-060c-4b71-810a-dbdca5582071" ma:termSetId="79e5d870-6e8b-4a88-8554-c2a1e06e1585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haredContentType xmlns="Microsoft.SharePoint.Taxonomy.ContentTypeSync" SourceId="5676dd91-060c-4b71-810a-dbdca5582071" ContentTypeId="0x010100B16301FA1C2D5E4DB9305F31D037531D020703" PreviousValue="false"/>
</file>

<file path=customXml/itemProps1.xml><?xml version="1.0" encoding="utf-8"?>
<ds:datastoreItem xmlns:ds="http://schemas.openxmlformats.org/officeDocument/2006/customXml" ds:itemID="{3CCB5E0C-6DBE-4B5A-8AAC-998D2993C1EE}">
  <ds:schemaRefs>
    <ds:schemaRef ds:uri="http://schemas.microsoft.com/office/infopath/2007/PartnerControls"/>
    <ds:schemaRef ds:uri="http://purl.org/dc/elements/1.1/"/>
    <ds:schemaRef ds:uri="http://purl.org/dc/terms/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1ffbd5dc-7a64-4097-8396-87f6c90b212f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27AD0CEA-5E55-4501-8993-E173607DEC20}">
  <ds:schemaRefs>
    <ds:schemaRef ds:uri="1ffbd5dc-7a64-4097-8396-87f6c90b212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E0A4FC1-74BD-496D-A0A1-41BECF801D37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820CA7A4-D376-4C49-A863-ECD8452C47E2}">
  <ds:schemaRefs>
    <ds:schemaRef ds:uri="Microsoft.SharePoint.Taxonomy.ContentTypeSyn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General Presentation Theme</Template>
  <TotalTime>0</TotalTime>
  <Words>1678</Words>
  <Application>Microsoft Office PowerPoint</Application>
  <PresentationFormat>Widescreen</PresentationFormat>
  <Paragraphs>185</Paragraphs>
  <Slides>16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Arial</vt:lpstr>
      <vt:lpstr>Calibri</vt:lpstr>
      <vt:lpstr>Proxima Nova Lt</vt:lpstr>
      <vt:lpstr>Proxima Nova Rg</vt:lpstr>
      <vt:lpstr>Verdana</vt:lpstr>
      <vt:lpstr>1. Title Slides</vt:lpstr>
      <vt:lpstr>1_1. Title Slides</vt:lpstr>
      <vt:lpstr>2. Agenda</vt:lpstr>
      <vt:lpstr>3. City Background</vt:lpstr>
      <vt:lpstr>4. Blank Background</vt:lpstr>
      <vt:lpstr>Full Blank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Skye Van Aswegen</dc:creator>
  <cp:lastModifiedBy>Shaun Barrett</cp:lastModifiedBy>
  <cp:revision>1</cp:revision>
  <dcterms:created xsi:type="dcterms:W3CDTF">2017-07-12T09:03:21Z</dcterms:created>
  <dcterms:modified xsi:type="dcterms:W3CDTF">2025-06-03T14:45:07Z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0x010100B16301FA1C2D5E4DB9305F31D037531D02070300B4E123A7400DE24C83BA9D1BFCD12C10</vt:lpwstr>
  </property>
  <property fmtid="{D5CDD505-2E9C-101B-9397-08002B2CF9AE}" pid="3" name="Business Document Type">
    <vt:lpwstr>5;#Marketing Document|83188caa-7371-410d-bb78-033c2f6b2dcb</vt:lpwstr>
  </property>
  <property fmtid="{D5CDD505-2E9C-101B-9397-08002B2CF9AE}" pid="4" name="display_urn">
    <vt:lpwstr>Skye Van Aswegen</vt:lpwstr>
  </property>
  <property fmtid="{D5CDD505-2E9C-101B-9397-08002B2CF9AE}" pid="5" name="Order">
    <vt:r8>41700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AuthorIds_UIVersion_3">
    <vt:lpwstr>22</vt:lpwstr>
  </property>
  <property fmtid="{D5CDD505-2E9C-101B-9397-08002B2CF9AE}" pid="11" name="AuthorIds_UIVersion_4">
    <vt:lpwstr>27</vt:lpwstr>
  </property>
  <property fmtid="{D5CDD505-2E9C-101B-9397-08002B2CF9AE}" pid="12" name="lcf76f155ced4ddcb4097134ff3c332f">
    <vt:lpwstr/>
  </property>
  <property fmtid="{D5CDD505-2E9C-101B-9397-08002B2CF9AE}" pid="13" name="MediaServiceImageTags">
    <vt:lpwstr/>
  </property>
  <property fmtid="{D5CDD505-2E9C-101B-9397-08002B2CF9AE}" pid="14" name="Project Document Type">
    <vt:lpwstr>12;#Presentation|02c40aa7-d2e0-4382-9499-d2253b5d2a95</vt:lpwstr>
  </property>
  <property fmtid="{D5CDD505-2E9C-101B-9397-08002B2CF9AE}" pid="15" name="Division">
    <vt:lpwstr>13;#Salesforce|65ce3b0d-68ef-4d0b-ac56-177d5509cec4</vt:lpwstr>
  </property>
  <property fmtid="{D5CDD505-2E9C-101B-9397-08002B2CF9AE}" pid="16" name="Client">
    <vt:lpwstr>6;#Grainger PLC|a74f1cb5-e995-4f9e-8521-6d52e2c6bf08</vt:lpwstr>
  </property>
  <property fmtid="{D5CDD505-2E9C-101B-9397-08002B2CF9AE}" pid="17" name="Client Project">
    <vt:lpwstr/>
  </property>
  <property fmtid="{D5CDD505-2E9C-101B-9397-08002B2CF9AE}" pid="18" name="SharedWithUsers">
    <vt:lpwstr>177;#Handre Van Der Merwe;#210;#Sam Duncan;#23;#Craig Mackintosh;#255;#Tapiwa Shumba</vt:lpwstr>
  </property>
  <property fmtid="{D5CDD505-2E9C-101B-9397-08002B2CF9AE}" pid="19" name="Project_x0020_Document_x0020_Type">
    <vt:lpwstr>12;#Presentation|02c40aa7-d2e0-4382-9499-d2253b5d2a95</vt:lpwstr>
  </property>
  <property fmtid="{D5CDD505-2E9C-101B-9397-08002B2CF9AE}" pid="20" name="Client_x0020_Project">
    <vt:lpwstr/>
  </property>
</Properties>
</file>