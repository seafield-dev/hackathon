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9" r:id="rId6"/>
    <p:sldId id="260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46A"/>
    <a:srgbClr val="65BC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A89F2D-F64D-404C-B56C-2C8BA0CA2CED}" v="1365" dt="2023-12-06T16:03:14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ki Papenfus" userId="2a405823-0c8b-419b-afb6-8159926c2e17" providerId="ADAL" clId="{58A89F2D-F64D-404C-B56C-2C8BA0CA2CED}"/>
    <pc:docChg chg="undo custSel addSld delSld modSld sldOrd">
      <pc:chgData name="Nikki Papenfus" userId="2a405823-0c8b-419b-afb6-8159926c2e17" providerId="ADAL" clId="{58A89F2D-F64D-404C-B56C-2C8BA0CA2CED}" dt="2023-12-06T16:03:42.201" v="2385" actId="14100"/>
      <pc:docMkLst>
        <pc:docMk/>
      </pc:docMkLst>
      <pc:sldChg chg="del">
        <pc:chgData name="Nikki Papenfus" userId="2a405823-0c8b-419b-afb6-8159926c2e17" providerId="ADAL" clId="{58A89F2D-F64D-404C-B56C-2C8BA0CA2CED}" dt="2023-12-04T12:41:26.586" v="868" actId="47"/>
        <pc:sldMkLst>
          <pc:docMk/>
          <pc:sldMk cId="3122586632" sldId="256"/>
        </pc:sldMkLst>
      </pc:sldChg>
      <pc:sldChg chg="addSp modSp mod ord">
        <pc:chgData name="Nikki Papenfus" userId="2a405823-0c8b-419b-afb6-8159926c2e17" providerId="ADAL" clId="{58A89F2D-F64D-404C-B56C-2C8BA0CA2CED}" dt="2023-12-05T14:45:40.317" v="2194" actId="207"/>
        <pc:sldMkLst>
          <pc:docMk/>
          <pc:sldMk cId="3558967748" sldId="257"/>
        </pc:sldMkLst>
        <pc:spChg chg="add mod">
          <ac:chgData name="Nikki Papenfus" userId="2a405823-0c8b-419b-afb6-8159926c2e17" providerId="ADAL" clId="{58A89F2D-F64D-404C-B56C-2C8BA0CA2CED}" dt="2023-12-05T14:45:40.317" v="2194" actId="207"/>
          <ac:spMkLst>
            <pc:docMk/>
            <pc:sldMk cId="3558967748" sldId="257"/>
            <ac:spMk id="4" creationId="{EE7BECD6-00AE-D763-D1F4-FD148AAFFF53}"/>
          </ac:spMkLst>
        </pc:spChg>
        <pc:spChg chg="add mod">
          <ac:chgData name="Nikki Papenfus" userId="2a405823-0c8b-419b-afb6-8159926c2e17" providerId="ADAL" clId="{58A89F2D-F64D-404C-B56C-2C8BA0CA2CED}" dt="2023-12-05T14:45:40.317" v="2194" actId="207"/>
          <ac:spMkLst>
            <pc:docMk/>
            <pc:sldMk cId="3558967748" sldId="257"/>
            <ac:spMk id="5" creationId="{3B51A336-4528-ACBA-9796-3A37A37F52DE}"/>
          </ac:spMkLst>
        </pc:spChg>
        <pc:grpChg chg="add mod">
          <ac:chgData name="Nikki Papenfus" userId="2a405823-0c8b-419b-afb6-8159926c2e17" providerId="ADAL" clId="{58A89F2D-F64D-404C-B56C-2C8BA0CA2CED}" dt="2023-12-05T14:45:40.317" v="2194" actId="207"/>
          <ac:grpSpMkLst>
            <pc:docMk/>
            <pc:sldMk cId="3558967748" sldId="257"/>
            <ac:grpSpMk id="3" creationId="{8D78636F-E2BD-DF04-8201-AD06DD95EFF4}"/>
          </ac:grpSpMkLst>
        </pc:grpChg>
        <pc:graphicFrameChg chg="mod modGraphic">
          <ac:chgData name="Nikki Papenfus" userId="2a405823-0c8b-419b-afb6-8159926c2e17" providerId="ADAL" clId="{58A89F2D-F64D-404C-B56C-2C8BA0CA2CED}" dt="2023-12-05T14:45:32.932" v="2192" actId="207"/>
          <ac:graphicFrameMkLst>
            <pc:docMk/>
            <pc:sldMk cId="3558967748" sldId="257"/>
            <ac:graphicFrameMk id="2" creationId="{1A8CD7B8-52ED-586E-FA04-DD0482B2447E}"/>
          </ac:graphicFrameMkLst>
        </pc:graphicFrameChg>
      </pc:sldChg>
      <pc:sldChg chg="addSp delSp modSp del mod setBg">
        <pc:chgData name="Nikki Papenfus" userId="2a405823-0c8b-419b-afb6-8159926c2e17" providerId="ADAL" clId="{58A89F2D-F64D-404C-B56C-2C8BA0CA2CED}" dt="2023-12-05T10:22:52.139" v="940" actId="47"/>
        <pc:sldMkLst>
          <pc:docMk/>
          <pc:sldMk cId="1123366881" sldId="258"/>
        </pc:sldMkLst>
        <pc:spChg chg="add mod">
          <ac:chgData name="Nikki Papenfus" userId="2a405823-0c8b-419b-afb6-8159926c2e17" providerId="ADAL" clId="{58A89F2D-F64D-404C-B56C-2C8BA0CA2CED}" dt="2023-12-04T12:11:30.247" v="819" actId="1076"/>
          <ac:spMkLst>
            <pc:docMk/>
            <pc:sldMk cId="1123366881" sldId="258"/>
            <ac:spMk id="10" creationId="{872E7FA4-CC53-DF16-58B5-61A064122891}"/>
          </ac:spMkLst>
        </pc:spChg>
        <pc:spChg chg="add del">
          <ac:chgData name="Nikki Papenfus" userId="2a405823-0c8b-419b-afb6-8159926c2e17" providerId="ADAL" clId="{58A89F2D-F64D-404C-B56C-2C8BA0CA2CED}" dt="2023-12-04T11:22:57.286" v="35" actId="26606"/>
          <ac:spMkLst>
            <pc:docMk/>
            <pc:sldMk cId="1123366881" sldId="258"/>
            <ac:spMk id="12" creationId="{E02239D2-A05D-4A1C-9F06-FBA7FC730E1B}"/>
          </ac:spMkLst>
        </pc:spChg>
        <pc:spChg chg="add mod">
          <ac:chgData name="Nikki Papenfus" userId="2a405823-0c8b-419b-afb6-8159926c2e17" providerId="ADAL" clId="{58A89F2D-F64D-404C-B56C-2C8BA0CA2CED}" dt="2023-12-04T11:50:54.992" v="151" actId="1076"/>
          <ac:spMkLst>
            <pc:docMk/>
            <pc:sldMk cId="1123366881" sldId="258"/>
            <ac:spMk id="16" creationId="{6E41EBC5-3CED-CAB6-396F-ADD817386BEA}"/>
          </ac:spMkLst>
        </pc:spChg>
        <pc:spChg chg="add mod">
          <ac:chgData name="Nikki Papenfus" userId="2a405823-0c8b-419b-afb6-8159926c2e17" providerId="ADAL" clId="{58A89F2D-F64D-404C-B56C-2C8BA0CA2CED}" dt="2023-12-04T12:41:19.303" v="866" actId="1076"/>
          <ac:spMkLst>
            <pc:docMk/>
            <pc:sldMk cId="1123366881" sldId="258"/>
            <ac:spMk id="17" creationId="{AA4CB6F1-FBEB-A18D-30CD-F53A4472D3ED}"/>
          </ac:spMkLst>
        </pc:spChg>
        <pc:spChg chg="add mod">
          <ac:chgData name="Nikki Papenfus" userId="2a405823-0c8b-419b-afb6-8159926c2e17" providerId="ADAL" clId="{58A89F2D-F64D-404C-B56C-2C8BA0CA2CED}" dt="2023-12-04T12:41:19.303" v="866" actId="1076"/>
          <ac:spMkLst>
            <pc:docMk/>
            <pc:sldMk cId="1123366881" sldId="258"/>
            <ac:spMk id="18" creationId="{90B9214E-D792-2BF5-41F6-22BF87FA677D}"/>
          </ac:spMkLst>
        </pc:spChg>
        <pc:spChg chg="add del mod">
          <ac:chgData name="Nikki Papenfus" userId="2a405823-0c8b-419b-afb6-8159926c2e17" providerId="ADAL" clId="{58A89F2D-F64D-404C-B56C-2C8BA0CA2CED}" dt="2023-12-04T12:11:15.297" v="809" actId="478"/>
          <ac:spMkLst>
            <pc:docMk/>
            <pc:sldMk cId="1123366881" sldId="258"/>
            <ac:spMk id="21" creationId="{1397AF10-2B9B-B1B8-5595-9ACBC9BE2FD6}"/>
          </ac:spMkLst>
        </pc:spChg>
        <pc:spChg chg="add mod ord">
          <ac:chgData name="Nikki Papenfus" userId="2a405823-0c8b-419b-afb6-8159926c2e17" providerId="ADAL" clId="{58A89F2D-F64D-404C-B56C-2C8BA0CA2CED}" dt="2023-12-04T12:00:30.029" v="476" actId="166"/>
          <ac:spMkLst>
            <pc:docMk/>
            <pc:sldMk cId="1123366881" sldId="258"/>
            <ac:spMk id="26" creationId="{FF8A7ACB-15C8-FDA6-DF79-3FD852F12AE6}"/>
          </ac:spMkLst>
        </pc:spChg>
        <pc:spChg chg="add mod ord">
          <ac:chgData name="Nikki Papenfus" userId="2a405823-0c8b-419b-afb6-8159926c2e17" providerId="ADAL" clId="{58A89F2D-F64D-404C-B56C-2C8BA0CA2CED}" dt="2023-12-04T12:00:30.029" v="476" actId="166"/>
          <ac:spMkLst>
            <pc:docMk/>
            <pc:sldMk cId="1123366881" sldId="258"/>
            <ac:spMk id="27" creationId="{8A403716-407B-3F50-53BD-69C1A791B3C0}"/>
          </ac:spMkLst>
        </pc:spChg>
        <pc:spChg chg="add del mod">
          <ac:chgData name="Nikki Papenfus" userId="2a405823-0c8b-419b-afb6-8159926c2e17" providerId="ADAL" clId="{58A89F2D-F64D-404C-B56C-2C8BA0CA2CED}" dt="2023-12-04T12:11:07.274" v="806" actId="478"/>
          <ac:spMkLst>
            <pc:docMk/>
            <pc:sldMk cId="1123366881" sldId="258"/>
            <ac:spMk id="28" creationId="{850B3356-AFEF-7CEF-A258-AEF956309EAE}"/>
          </ac:spMkLst>
        </pc:spChg>
        <pc:spChg chg="add del mod">
          <ac:chgData name="Nikki Papenfus" userId="2a405823-0c8b-419b-afb6-8159926c2e17" providerId="ADAL" clId="{58A89F2D-F64D-404C-B56C-2C8BA0CA2CED}" dt="2023-12-04T12:05:16.839" v="557" actId="478"/>
          <ac:spMkLst>
            <pc:docMk/>
            <pc:sldMk cId="1123366881" sldId="258"/>
            <ac:spMk id="33" creationId="{FB244C04-A4E0-5A48-E023-D49981D0C0DB}"/>
          </ac:spMkLst>
        </pc:spChg>
        <pc:spChg chg="add mod ord">
          <ac:chgData name="Nikki Papenfus" userId="2a405823-0c8b-419b-afb6-8159926c2e17" providerId="ADAL" clId="{58A89F2D-F64D-404C-B56C-2C8BA0CA2CED}" dt="2023-12-04T11:59:34.464" v="452" actId="166"/>
          <ac:spMkLst>
            <pc:docMk/>
            <pc:sldMk cId="1123366881" sldId="258"/>
            <ac:spMk id="36" creationId="{1DFD1533-E431-EF2C-B849-A3268753FFE3}"/>
          </ac:spMkLst>
        </pc:spChg>
        <pc:spChg chg="add mod">
          <ac:chgData name="Nikki Papenfus" userId="2a405823-0c8b-419b-afb6-8159926c2e17" providerId="ADAL" clId="{58A89F2D-F64D-404C-B56C-2C8BA0CA2CED}" dt="2023-12-04T12:41:31.660" v="869" actId="14100"/>
          <ac:spMkLst>
            <pc:docMk/>
            <pc:sldMk cId="1123366881" sldId="258"/>
            <ac:spMk id="37" creationId="{0EB62BFD-CC83-36B4-6B7D-5FA286C3924F}"/>
          </ac:spMkLst>
        </pc:spChg>
        <pc:spChg chg="add del mod">
          <ac:chgData name="Nikki Papenfus" userId="2a405823-0c8b-419b-afb6-8159926c2e17" providerId="ADAL" clId="{58A89F2D-F64D-404C-B56C-2C8BA0CA2CED}" dt="2023-12-04T12:00:11.681" v="471"/>
          <ac:spMkLst>
            <pc:docMk/>
            <pc:sldMk cId="1123366881" sldId="258"/>
            <ac:spMk id="38" creationId="{5BF8CEF2-039A-E52E-1A79-BCE81157BD33}"/>
          </ac:spMkLst>
        </pc:spChg>
        <pc:spChg chg="add mod">
          <ac:chgData name="Nikki Papenfus" userId="2a405823-0c8b-419b-afb6-8159926c2e17" providerId="ADAL" clId="{58A89F2D-F64D-404C-B56C-2C8BA0CA2CED}" dt="2023-12-04T12:00:19.274" v="473" actId="1076"/>
          <ac:spMkLst>
            <pc:docMk/>
            <pc:sldMk cId="1123366881" sldId="258"/>
            <ac:spMk id="39" creationId="{3C82ACE9-FC8E-EC97-5C15-430A8C34B2D7}"/>
          </ac:spMkLst>
        </pc:spChg>
        <pc:spChg chg="add mod">
          <ac:chgData name="Nikki Papenfus" userId="2a405823-0c8b-419b-afb6-8159926c2e17" providerId="ADAL" clId="{58A89F2D-F64D-404C-B56C-2C8BA0CA2CED}" dt="2023-12-04T12:00:22.420" v="475" actId="1076"/>
          <ac:spMkLst>
            <pc:docMk/>
            <pc:sldMk cId="1123366881" sldId="258"/>
            <ac:spMk id="40" creationId="{F6D79EB0-DC29-5321-E387-C4EEE04B7CE4}"/>
          </ac:spMkLst>
        </pc:spChg>
        <pc:spChg chg="add mod">
          <ac:chgData name="Nikki Papenfus" userId="2a405823-0c8b-419b-afb6-8159926c2e17" providerId="ADAL" clId="{58A89F2D-F64D-404C-B56C-2C8BA0CA2CED}" dt="2023-12-04T12:01:26.010" v="509" actId="14100"/>
          <ac:spMkLst>
            <pc:docMk/>
            <pc:sldMk cId="1123366881" sldId="258"/>
            <ac:spMk id="41" creationId="{D1028603-6B44-9D2E-3F33-D585C2B56825}"/>
          </ac:spMkLst>
        </pc:spChg>
        <pc:spChg chg="add mod">
          <ac:chgData name="Nikki Papenfus" userId="2a405823-0c8b-419b-afb6-8159926c2e17" providerId="ADAL" clId="{58A89F2D-F64D-404C-B56C-2C8BA0CA2CED}" dt="2023-12-04T12:05:26.875" v="563" actId="1076"/>
          <ac:spMkLst>
            <pc:docMk/>
            <pc:sldMk cId="1123366881" sldId="258"/>
            <ac:spMk id="42" creationId="{EDB256F9-7AFC-D581-3DFE-1B2E753BB6E9}"/>
          </ac:spMkLst>
        </pc:spChg>
        <pc:spChg chg="add mod">
          <ac:chgData name="Nikki Papenfus" userId="2a405823-0c8b-419b-afb6-8159926c2e17" providerId="ADAL" clId="{58A89F2D-F64D-404C-B56C-2C8BA0CA2CED}" dt="2023-12-04T12:05:09.254" v="554" actId="1076"/>
          <ac:spMkLst>
            <pc:docMk/>
            <pc:sldMk cId="1123366881" sldId="258"/>
            <ac:spMk id="43" creationId="{0B5719E7-929C-96AF-3BC2-A45AF7426366}"/>
          </ac:spMkLst>
        </pc:spChg>
        <pc:spChg chg="add mod">
          <ac:chgData name="Nikki Papenfus" userId="2a405823-0c8b-419b-afb6-8159926c2e17" providerId="ADAL" clId="{58A89F2D-F64D-404C-B56C-2C8BA0CA2CED}" dt="2023-12-04T12:05:51.691" v="602" actId="1076"/>
          <ac:spMkLst>
            <pc:docMk/>
            <pc:sldMk cId="1123366881" sldId="258"/>
            <ac:spMk id="45" creationId="{D75874B8-582D-37DB-6BCB-CD140F68A48B}"/>
          </ac:spMkLst>
        </pc:spChg>
        <pc:spChg chg="add mod">
          <ac:chgData name="Nikki Papenfus" userId="2a405823-0c8b-419b-afb6-8159926c2e17" providerId="ADAL" clId="{58A89F2D-F64D-404C-B56C-2C8BA0CA2CED}" dt="2023-12-04T12:02:59.137" v="539" actId="20577"/>
          <ac:spMkLst>
            <pc:docMk/>
            <pc:sldMk cId="1123366881" sldId="258"/>
            <ac:spMk id="49" creationId="{31A022B7-EF71-91E5-9542-474191D389FF}"/>
          </ac:spMkLst>
        </pc:spChg>
        <pc:spChg chg="add mod">
          <ac:chgData name="Nikki Papenfus" userId="2a405823-0c8b-419b-afb6-8159926c2e17" providerId="ADAL" clId="{58A89F2D-F64D-404C-B56C-2C8BA0CA2CED}" dt="2023-12-04T12:08:01.935" v="761" actId="20577"/>
          <ac:spMkLst>
            <pc:docMk/>
            <pc:sldMk cId="1123366881" sldId="258"/>
            <ac:spMk id="62" creationId="{113FF4F3-EE9B-E9F3-449D-CE883B1C0614}"/>
          </ac:spMkLst>
        </pc:spChg>
        <pc:spChg chg="add mod">
          <ac:chgData name="Nikki Papenfus" userId="2a405823-0c8b-419b-afb6-8159926c2e17" providerId="ADAL" clId="{58A89F2D-F64D-404C-B56C-2C8BA0CA2CED}" dt="2023-12-04T12:09:46.210" v="784" actId="108"/>
          <ac:spMkLst>
            <pc:docMk/>
            <pc:sldMk cId="1123366881" sldId="258"/>
            <ac:spMk id="63" creationId="{31E4D097-1323-50EA-0B66-A882A989570A}"/>
          </ac:spMkLst>
        </pc:spChg>
        <pc:spChg chg="add mod">
          <ac:chgData name="Nikki Papenfus" userId="2a405823-0c8b-419b-afb6-8159926c2e17" providerId="ADAL" clId="{58A89F2D-F64D-404C-B56C-2C8BA0CA2CED}" dt="2023-12-04T12:08:16.427" v="766" actId="1076"/>
          <ac:spMkLst>
            <pc:docMk/>
            <pc:sldMk cId="1123366881" sldId="258"/>
            <ac:spMk id="64" creationId="{6DC01491-D215-2B22-0319-C7DF2E5CDECD}"/>
          </ac:spMkLst>
        </pc:spChg>
        <pc:spChg chg="add mod">
          <ac:chgData name="Nikki Papenfus" userId="2a405823-0c8b-419b-afb6-8159926c2e17" providerId="ADAL" clId="{58A89F2D-F64D-404C-B56C-2C8BA0CA2CED}" dt="2023-12-04T12:07:53.645" v="742" actId="1076"/>
          <ac:spMkLst>
            <pc:docMk/>
            <pc:sldMk cId="1123366881" sldId="258"/>
            <ac:spMk id="65" creationId="{517AB36D-A285-4C06-33A0-2455790F0559}"/>
          </ac:spMkLst>
        </pc:spChg>
        <pc:spChg chg="add mod ord">
          <ac:chgData name="Nikki Papenfus" userId="2a405823-0c8b-419b-afb6-8159926c2e17" providerId="ADAL" clId="{58A89F2D-F64D-404C-B56C-2C8BA0CA2CED}" dt="2023-12-04T12:07:50.520" v="740" actId="167"/>
          <ac:spMkLst>
            <pc:docMk/>
            <pc:sldMk cId="1123366881" sldId="258"/>
            <ac:spMk id="66" creationId="{FFE22510-4B8A-794D-F44A-4285B4010074}"/>
          </ac:spMkLst>
        </pc:spChg>
        <pc:spChg chg="add mod ord">
          <ac:chgData name="Nikki Papenfus" userId="2a405823-0c8b-419b-afb6-8159926c2e17" providerId="ADAL" clId="{58A89F2D-F64D-404C-B56C-2C8BA0CA2CED}" dt="2023-12-04T12:41:13.201" v="865" actId="1076"/>
          <ac:spMkLst>
            <pc:docMk/>
            <pc:sldMk cId="1123366881" sldId="258"/>
            <ac:spMk id="69" creationId="{D91A6E2F-8335-D096-4CFF-81E1EA82D33F}"/>
          </ac:spMkLst>
        </pc:spChg>
        <pc:spChg chg="add mod">
          <ac:chgData name="Nikki Papenfus" userId="2a405823-0c8b-419b-afb6-8159926c2e17" providerId="ADAL" clId="{58A89F2D-F64D-404C-B56C-2C8BA0CA2CED}" dt="2023-12-04T12:41:19.303" v="866" actId="1076"/>
          <ac:spMkLst>
            <pc:docMk/>
            <pc:sldMk cId="1123366881" sldId="258"/>
            <ac:spMk id="70" creationId="{034C581E-48A3-617D-946E-D608FB13208C}"/>
          </ac:spMkLst>
        </pc:spChg>
        <pc:spChg chg="add mod">
          <ac:chgData name="Nikki Papenfus" userId="2a405823-0c8b-419b-afb6-8159926c2e17" providerId="ADAL" clId="{58A89F2D-F64D-404C-B56C-2C8BA0CA2CED}" dt="2023-12-04T12:11:58.595" v="841" actId="20577"/>
          <ac:spMkLst>
            <pc:docMk/>
            <pc:sldMk cId="1123366881" sldId="258"/>
            <ac:spMk id="72" creationId="{6BEA0BE3-4F0A-D2D6-3D20-66D1FE3C80EF}"/>
          </ac:spMkLst>
        </pc:spChg>
        <pc:spChg chg="add mod">
          <ac:chgData name="Nikki Papenfus" userId="2a405823-0c8b-419b-afb6-8159926c2e17" providerId="ADAL" clId="{58A89F2D-F64D-404C-B56C-2C8BA0CA2CED}" dt="2023-12-04T12:40:11.667" v="854" actId="1076"/>
          <ac:spMkLst>
            <pc:docMk/>
            <pc:sldMk cId="1123366881" sldId="258"/>
            <ac:spMk id="74" creationId="{42C77602-0830-8372-0446-F2AB735BC29F}"/>
          </ac:spMkLst>
        </pc:spChg>
        <pc:spChg chg="add mod">
          <ac:chgData name="Nikki Papenfus" userId="2a405823-0c8b-419b-afb6-8159926c2e17" providerId="ADAL" clId="{58A89F2D-F64D-404C-B56C-2C8BA0CA2CED}" dt="2023-12-04T12:42:58.352" v="921" actId="14100"/>
          <ac:spMkLst>
            <pc:docMk/>
            <pc:sldMk cId="1123366881" sldId="258"/>
            <ac:spMk id="75" creationId="{4DF67026-0325-2641-303E-406B89CBCF32}"/>
          </ac:spMkLst>
        </pc:spChg>
        <pc:spChg chg="add mod">
          <ac:chgData name="Nikki Papenfus" userId="2a405823-0c8b-419b-afb6-8159926c2e17" providerId="ADAL" clId="{58A89F2D-F64D-404C-B56C-2C8BA0CA2CED}" dt="2023-12-04T12:42:50.120" v="918" actId="1076"/>
          <ac:spMkLst>
            <pc:docMk/>
            <pc:sldMk cId="1123366881" sldId="258"/>
            <ac:spMk id="76" creationId="{8CE4CF2B-AEFF-F046-62C0-367F6C670079}"/>
          </ac:spMkLst>
        </pc:spChg>
        <pc:graphicFrameChg chg="del mod modGraphic">
          <ac:chgData name="Nikki Papenfus" userId="2a405823-0c8b-419b-afb6-8159926c2e17" providerId="ADAL" clId="{58A89F2D-F64D-404C-B56C-2C8BA0CA2CED}" dt="2023-12-05T10:22:47.280" v="937" actId="21"/>
          <ac:graphicFrameMkLst>
            <pc:docMk/>
            <pc:sldMk cId="1123366881" sldId="258"/>
            <ac:graphicFrameMk id="7" creationId="{B0259BA1-CA4F-6899-8ADB-222C5A855506}"/>
          </ac:graphicFrameMkLst>
        </pc:graphicFrameChg>
        <pc:picChg chg="mod">
          <ac:chgData name="Nikki Papenfus" userId="2a405823-0c8b-419b-afb6-8159926c2e17" providerId="ADAL" clId="{58A89F2D-F64D-404C-B56C-2C8BA0CA2CED}" dt="2023-12-04T11:58:16.422" v="344" actId="1076"/>
          <ac:picMkLst>
            <pc:docMk/>
            <pc:sldMk cId="1123366881" sldId="258"/>
            <ac:picMk id="3" creationId="{986B53C3-F217-9E7D-BAF0-4B83809498C1}"/>
          </ac:picMkLst>
        </pc:picChg>
        <pc:picChg chg="add del mod">
          <ac:chgData name="Nikki Papenfus" userId="2a405823-0c8b-419b-afb6-8159926c2e17" providerId="ADAL" clId="{58A89F2D-F64D-404C-B56C-2C8BA0CA2CED}" dt="2023-12-04T12:05:17.815" v="559" actId="478"/>
          <ac:picMkLst>
            <pc:docMk/>
            <pc:sldMk cId="1123366881" sldId="258"/>
            <ac:picMk id="13" creationId="{5377C82F-7D27-5275-10B5-4D0E57B3F264}"/>
          </ac:picMkLst>
        </pc:picChg>
        <pc:picChg chg="add mod">
          <ac:chgData name="Nikki Papenfus" userId="2a405823-0c8b-419b-afb6-8159926c2e17" providerId="ADAL" clId="{58A89F2D-F64D-404C-B56C-2C8BA0CA2CED}" dt="2023-12-04T12:09:42.085" v="782" actId="14861"/>
          <ac:picMkLst>
            <pc:docMk/>
            <pc:sldMk cId="1123366881" sldId="258"/>
            <ac:picMk id="15" creationId="{6474D52E-D226-6E74-5E23-8A9EC1D6CF71}"/>
          </ac:picMkLst>
        </pc:picChg>
        <pc:picChg chg="add del">
          <ac:chgData name="Nikki Papenfus" userId="2a405823-0c8b-419b-afb6-8159926c2e17" providerId="ADAL" clId="{58A89F2D-F64D-404C-B56C-2C8BA0CA2CED}" dt="2023-12-04T11:51:28.823" v="171" actId="478"/>
          <ac:picMkLst>
            <pc:docMk/>
            <pc:sldMk cId="1123366881" sldId="258"/>
            <ac:picMk id="20" creationId="{988AE947-CBFA-2277-DE80-75A226EAA660}"/>
          </ac:picMkLst>
        </pc:picChg>
        <pc:picChg chg="add del">
          <ac:chgData name="Nikki Papenfus" userId="2a405823-0c8b-419b-afb6-8159926c2e17" providerId="ADAL" clId="{58A89F2D-F64D-404C-B56C-2C8BA0CA2CED}" dt="2023-12-04T11:53:29.823" v="320" actId="478"/>
          <ac:picMkLst>
            <pc:docMk/>
            <pc:sldMk cId="1123366881" sldId="258"/>
            <ac:picMk id="23" creationId="{3A089252-74CC-1FED-0580-AC6659932342}"/>
          </ac:picMkLst>
        </pc:picChg>
        <pc:picChg chg="add del">
          <ac:chgData name="Nikki Papenfus" userId="2a405823-0c8b-419b-afb6-8159926c2e17" providerId="ADAL" clId="{58A89F2D-F64D-404C-B56C-2C8BA0CA2CED}" dt="2023-12-04T11:52:39.270" v="254" actId="478"/>
          <ac:picMkLst>
            <pc:docMk/>
            <pc:sldMk cId="1123366881" sldId="258"/>
            <ac:picMk id="25" creationId="{3B4DC2F0-44DA-515C-3A97-C8ABA8160764}"/>
          </ac:picMkLst>
        </pc:picChg>
        <pc:picChg chg="add mod">
          <ac:chgData name="Nikki Papenfus" userId="2a405823-0c8b-419b-afb6-8159926c2e17" providerId="ADAL" clId="{58A89F2D-F64D-404C-B56C-2C8BA0CA2CED}" dt="2023-12-04T12:09:20.254" v="779" actId="14861"/>
          <ac:picMkLst>
            <pc:docMk/>
            <pc:sldMk cId="1123366881" sldId="258"/>
            <ac:picMk id="30" creationId="{49CE289A-73AD-B656-CE7D-4C18BEF4B17E}"/>
          </ac:picMkLst>
        </pc:picChg>
        <pc:picChg chg="add del mod">
          <ac:chgData name="Nikki Papenfus" userId="2a405823-0c8b-419b-afb6-8159926c2e17" providerId="ADAL" clId="{58A89F2D-F64D-404C-B56C-2C8BA0CA2CED}" dt="2023-12-04T12:05:11.535" v="556" actId="478"/>
          <ac:picMkLst>
            <pc:docMk/>
            <pc:sldMk cId="1123366881" sldId="258"/>
            <ac:picMk id="32" creationId="{F24D0F08-E783-DA9A-DF2B-A8E2A578556E}"/>
          </ac:picMkLst>
        </pc:picChg>
        <pc:picChg chg="add del mod">
          <ac:chgData name="Nikki Papenfus" userId="2a405823-0c8b-419b-afb6-8159926c2e17" providerId="ADAL" clId="{58A89F2D-F64D-404C-B56C-2C8BA0CA2CED}" dt="2023-12-04T12:05:10.843" v="555" actId="478"/>
          <ac:picMkLst>
            <pc:docMk/>
            <pc:sldMk cId="1123366881" sldId="258"/>
            <ac:picMk id="35" creationId="{AC112522-3206-5A9A-959F-13326C2510B1}"/>
          </ac:picMkLst>
        </pc:picChg>
        <pc:picChg chg="add mod">
          <ac:chgData name="Nikki Papenfus" userId="2a405823-0c8b-419b-afb6-8159926c2e17" providerId="ADAL" clId="{58A89F2D-F64D-404C-B56C-2C8BA0CA2CED}" dt="2023-12-04T12:09:48.955" v="785" actId="108"/>
          <ac:picMkLst>
            <pc:docMk/>
            <pc:sldMk cId="1123366881" sldId="258"/>
            <ac:picMk id="44" creationId="{B5DC300F-0F59-895D-6B3C-401B5EE931E5}"/>
          </ac:picMkLst>
        </pc:picChg>
        <pc:picChg chg="add del mod">
          <ac:chgData name="Nikki Papenfus" userId="2a405823-0c8b-419b-afb6-8159926c2e17" providerId="ADAL" clId="{58A89F2D-F64D-404C-B56C-2C8BA0CA2CED}" dt="2023-12-04T12:08:21.997" v="767" actId="478"/>
          <ac:picMkLst>
            <pc:docMk/>
            <pc:sldMk cId="1123366881" sldId="258"/>
            <ac:picMk id="46" creationId="{73FE99E0-0376-2C94-4F29-FD8A3BBE6C8D}"/>
          </ac:picMkLst>
        </pc:picChg>
        <pc:picChg chg="add mod">
          <ac:chgData name="Nikki Papenfus" userId="2a405823-0c8b-419b-afb6-8159926c2e17" providerId="ADAL" clId="{58A89F2D-F64D-404C-B56C-2C8BA0CA2CED}" dt="2023-12-04T12:08:09.338" v="762" actId="1076"/>
          <ac:picMkLst>
            <pc:docMk/>
            <pc:sldMk cId="1123366881" sldId="258"/>
            <ac:picMk id="48" creationId="{431FE2D3-F778-1BD5-C6E6-5CDB73618E1D}"/>
          </ac:picMkLst>
        </pc:picChg>
        <pc:picChg chg="add mod">
          <ac:chgData name="Nikki Papenfus" userId="2a405823-0c8b-419b-afb6-8159926c2e17" providerId="ADAL" clId="{58A89F2D-F64D-404C-B56C-2C8BA0CA2CED}" dt="2023-12-04T12:03:37.942" v="541" actId="1076"/>
          <ac:picMkLst>
            <pc:docMk/>
            <pc:sldMk cId="1123366881" sldId="258"/>
            <ac:picMk id="51" creationId="{DD7632E2-593C-EFCD-DA0D-81F7805D977D}"/>
          </ac:picMkLst>
        </pc:picChg>
        <pc:picChg chg="add mod">
          <ac:chgData name="Nikki Papenfus" userId="2a405823-0c8b-419b-afb6-8159926c2e17" providerId="ADAL" clId="{58A89F2D-F64D-404C-B56C-2C8BA0CA2CED}" dt="2023-12-04T12:07:55.264" v="743" actId="1076"/>
          <ac:picMkLst>
            <pc:docMk/>
            <pc:sldMk cId="1123366881" sldId="258"/>
            <ac:picMk id="53" creationId="{D09635C0-E2E1-A7C4-BE83-C344427F2AFD}"/>
          </ac:picMkLst>
        </pc:picChg>
        <pc:picChg chg="add mod">
          <ac:chgData name="Nikki Papenfus" userId="2a405823-0c8b-419b-afb6-8159926c2e17" providerId="ADAL" clId="{58A89F2D-F64D-404C-B56C-2C8BA0CA2CED}" dt="2023-12-04T12:08:14.194" v="765" actId="1076"/>
          <ac:picMkLst>
            <pc:docMk/>
            <pc:sldMk cId="1123366881" sldId="258"/>
            <ac:picMk id="55" creationId="{EBAD2DF5-F343-E6D8-45D8-3F3B329C7524}"/>
          </ac:picMkLst>
        </pc:picChg>
        <pc:picChg chg="add mod">
          <ac:chgData name="Nikki Papenfus" userId="2a405823-0c8b-419b-afb6-8159926c2e17" providerId="ADAL" clId="{58A89F2D-F64D-404C-B56C-2C8BA0CA2CED}" dt="2023-12-04T12:04:23.532" v="547" actId="1076"/>
          <ac:picMkLst>
            <pc:docMk/>
            <pc:sldMk cId="1123366881" sldId="258"/>
            <ac:picMk id="57" creationId="{A28349BF-09E8-85A7-91FB-1E5348DECC8D}"/>
          </ac:picMkLst>
        </pc:picChg>
        <pc:picChg chg="add mod">
          <ac:chgData name="Nikki Papenfus" userId="2a405823-0c8b-419b-afb6-8159926c2e17" providerId="ADAL" clId="{58A89F2D-F64D-404C-B56C-2C8BA0CA2CED}" dt="2023-12-04T12:41:24.056" v="867" actId="1076"/>
          <ac:picMkLst>
            <pc:docMk/>
            <pc:sldMk cId="1123366881" sldId="258"/>
            <ac:picMk id="59" creationId="{39B61F85-B152-FAD1-8665-BAC3693DBA17}"/>
          </ac:picMkLst>
        </pc:picChg>
        <pc:picChg chg="add mod">
          <ac:chgData name="Nikki Papenfus" userId="2a405823-0c8b-419b-afb6-8159926c2e17" providerId="ADAL" clId="{58A89F2D-F64D-404C-B56C-2C8BA0CA2CED}" dt="2023-12-04T12:05:00.426" v="551" actId="1076"/>
          <ac:picMkLst>
            <pc:docMk/>
            <pc:sldMk cId="1123366881" sldId="258"/>
            <ac:picMk id="61" creationId="{1F22322D-E40A-5614-F44A-32C992630E31}"/>
          </ac:picMkLst>
        </pc:picChg>
        <pc:picChg chg="add mod">
          <ac:chgData name="Nikki Papenfus" userId="2a405823-0c8b-419b-afb6-8159926c2e17" providerId="ADAL" clId="{58A89F2D-F64D-404C-B56C-2C8BA0CA2CED}" dt="2023-12-04T12:41:13.201" v="865" actId="1076"/>
          <ac:picMkLst>
            <pc:docMk/>
            <pc:sldMk cId="1123366881" sldId="258"/>
            <ac:picMk id="68" creationId="{CD499C75-CCD5-3AF7-C56D-7857EE720039}"/>
          </ac:picMkLst>
        </pc:picChg>
        <pc:picChg chg="add mod">
          <ac:chgData name="Nikki Papenfus" userId="2a405823-0c8b-419b-afb6-8159926c2e17" providerId="ADAL" clId="{58A89F2D-F64D-404C-B56C-2C8BA0CA2CED}" dt="2023-12-04T12:41:19.303" v="866" actId="1076"/>
          <ac:picMkLst>
            <pc:docMk/>
            <pc:sldMk cId="1123366881" sldId="258"/>
            <ac:picMk id="71" creationId="{B08329A5-EBCE-7ED6-556C-0BB65634AABB}"/>
          </ac:picMkLst>
        </pc:picChg>
        <pc:picChg chg="add mod">
          <ac:chgData name="Nikki Papenfus" userId="2a405823-0c8b-419b-afb6-8159926c2e17" providerId="ADAL" clId="{58A89F2D-F64D-404C-B56C-2C8BA0CA2CED}" dt="2023-12-04T12:11:53.322" v="825" actId="1076"/>
          <ac:picMkLst>
            <pc:docMk/>
            <pc:sldMk cId="1123366881" sldId="258"/>
            <ac:picMk id="73" creationId="{0A8E70B6-B696-3876-9C6B-637D9BEDCC59}"/>
          </ac:picMkLst>
        </pc:picChg>
      </pc:sldChg>
      <pc:sldChg chg="addSp modSp new mod ord">
        <pc:chgData name="Nikki Papenfus" userId="2a405823-0c8b-419b-afb6-8159926c2e17" providerId="ADAL" clId="{58A89F2D-F64D-404C-B56C-2C8BA0CA2CED}" dt="2023-12-06T10:15:29.317" v="2284" actId="14100"/>
        <pc:sldMkLst>
          <pc:docMk/>
          <pc:sldMk cId="2216056610" sldId="259"/>
        </pc:sldMkLst>
        <pc:graphicFrameChg chg="add mod modGraphic">
          <ac:chgData name="Nikki Papenfus" userId="2a405823-0c8b-419b-afb6-8159926c2e17" providerId="ADAL" clId="{58A89F2D-F64D-404C-B56C-2C8BA0CA2CED}" dt="2023-12-05T14:10:06.377" v="2140" actId="14100"/>
          <ac:graphicFrameMkLst>
            <pc:docMk/>
            <pc:sldMk cId="2216056610" sldId="259"/>
            <ac:graphicFrameMk id="2" creationId="{E13E72E7-1DE4-6C97-F47A-10463C6DA9DA}"/>
          </ac:graphicFrameMkLst>
        </pc:graphicFrameChg>
        <pc:graphicFrameChg chg="add mod modGraphic">
          <ac:chgData name="Nikki Papenfus" userId="2a405823-0c8b-419b-afb6-8159926c2e17" providerId="ADAL" clId="{58A89F2D-F64D-404C-B56C-2C8BA0CA2CED}" dt="2023-12-05T14:11:20.256" v="2141" actId="207"/>
          <ac:graphicFrameMkLst>
            <pc:docMk/>
            <pc:sldMk cId="2216056610" sldId="259"/>
            <ac:graphicFrameMk id="3" creationId="{AC2B4F9C-A295-9D33-5D1A-4BB681AB24F1}"/>
          </ac:graphicFrameMkLst>
        </pc:graphicFrameChg>
        <pc:graphicFrameChg chg="add mod modGraphic">
          <ac:chgData name="Nikki Papenfus" userId="2a405823-0c8b-419b-afb6-8159926c2e17" providerId="ADAL" clId="{58A89F2D-F64D-404C-B56C-2C8BA0CA2CED}" dt="2023-12-06T10:15:29.317" v="2284" actId="14100"/>
          <ac:graphicFrameMkLst>
            <pc:docMk/>
            <pc:sldMk cId="2216056610" sldId="259"/>
            <ac:graphicFrameMk id="4" creationId="{39C14129-269B-E3F9-84CE-4BBD6C0F8FD4}"/>
          </ac:graphicFrameMkLst>
        </pc:graphicFrameChg>
      </pc:sldChg>
      <pc:sldChg chg="addSp delSp modSp new mod">
        <pc:chgData name="Nikki Papenfus" userId="2a405823-0c8b-419b-afb6-8159926c2e17" providerId="ADAL" clId="{58A89F2D-F64D-404C-B56C-2C8BA0CA2CED}" dt="2023-12-06T16:03:42.201" v="2385" actId="14100"/>
        <pc:sldMkLst>
          <pc:docMk/>
          <pc:sldMk cId="2115688612" sldId="260"/>
        </pc:sldMkLst>
        <pc:graphicFrameChg chg="add del mod">
          <ac:chgData name="Nikki Papenfus" userId="2a405823-0c8b-419b-afb6-8159926c2e17" providerId="ADAL" clId="{58A89F2D-F64D-404C-B56C-2C8BA0CA2CED}" dt="2023-12-05T10:26:30.687" v="1054" actId="478"/>
          <ac:graphicFrameMkLst>
            <pc:docMk/>
            <pc:sldMk cId="2115688612" sldId="260"/>
            <ac:graphicFrameMk id="2" creationId="{CCFEFEB0-200B-F4F8-3AF6-54085E89EEF4}"/>
          </ac:graphicFrameMkLst>
        </pc:graphicFrameChg>
        <pc:graphicFrameChg chg="add mod modGraphic">
          <ac:chgData name="Nikki Papenfus" userId="2a405823-0c8b-419b-afb6-8159926c2e17" providerId="ADAL" clId="{58A89F2D-F64D-404C-B56C-2C8BA0CA2CED}" dt="2023-12-06T16:03:42.201" v="2385" actId="14100"/>
          <ac:graphicFrameMkLst>
            <pc:docMk/>
            <pc:sldMk cId="2115688612" sldId="260"/>
            <ac:graphicFrameMk id="3" creationId="{4D2C84A0-1D21-BE52-C238-8BCDC74415AA}"/>
          </ac:graphicFrameMkLst>
        </pc:graphicFrameChg>
        <pc:graphicFrameChg chg="add del modGraphic">
          <ac:chgData name="Nikki Papenfus" userId="2a405823-0c8b-419b-afb6-8159926c2e17" providerId="ADAL" clId="{58A89F2D-F64D-404C-B56C-2C8BA0CA2CED}" dt="2023-12-05T10:28:06.067" v="1061" actId="1032"/>
          <ac:graphicFrameMkLst>
            <pc:docMk/>
            <pc:sldMk cId="2115688612" sldId="260"/>
            <ac:graphicFrameMk id="4" creationId="{FDFB27BD-0615-18FC-6503-1874B7788C52}"/>
          </ac:graphicFrameMkLst>
        </pc:graphicFrameChg>
        <pc:graphicFrameChg chg="add del mod modGraphic">
          <ac:chgData name="Nikki Papenfus" userId="2a405823-0c8b-419b-afb6-8159926c2e17" providerId="ADAL" clId="{58A89F2D-F64D-404C-B56C-2C8BA0CA2CED}" dt="2023-12-05T10:30:08.230" v="1124" actId="478"/>
          <ac:graphicFrameMkLst>
            <pc:docMk/>
            <pc:sldMk cId="2115688612" sldId="260"/>
            <ac:graphicFrameMk id="5" creationId="{824181BE-384E-51C3-FE60-67A125A5699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C3240E-62F5-4B8C-B208-392D3357A433}" type="doc">
      <dgm:prSet loTypeId="urn:microsoft.com/office/officeart/2005/8/layout/chevron1" loCatId="process" qsTypeId="urn:microsoft.com/office/officeart/2005/8/quickstyle/simple5" qsCatId="simple" csTypeId="urn:microsoft.com/office/officeart/2005/8/colors/accent3_1" csCatId="accent3" phldr="1"/>
      <dgm:spPr/>
    </dgm:pt>
    <dgm:pt modelId="{3526210A-D904-4F4C-A109-1EB28777EB0C}">
      <dgm:prSet phldrT="[Text]" custT="1"/>
      <dgm:spPr/>
      <dgm:t>
        <a:bodyPr/>
        <a:lstStyle/>
        <a:p>
          <a:r>
            <a: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Receive Notice</a:t>
          </a:r>
          <a:endParaRPr lang="en-US" sz="10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47730E-2C91-44F5-9C62-A610A15FCE9D}" type="parTrans" cxnId="{141551FD-CB34-4082-9047-97608968DA99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76B6D7-B35D-44B1-8375-58F69B003118}" type="sibTrans" cxnId="{141551FD-CB34-4082-9047-97608968DA99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1FCB43F-FE72-4EE8-8C35-469E4C2B2818}">
      <dgm:prSet phldrT="[Text]" custT="1"/>
      <dgm:spPr/>
      <dgm:t>
        <a:bodyPr/>
        <a:lstStyle/>
        <a:p>
          <a:r>
            <a: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Move Out</a:t>
          </a:r>
          <a:endParaRPr lang="en-US" sz="10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83550C-3B3F-4467-AEE2-79AF5BF59DDB}" type="parTrans" cxnId="{F8798F6A-EABF-4ADF-A55E-971F725F882D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BC7F48-6DD5-4E52-ADD9-EAEEF55AC1BF}" type="sibTrans" cxnId="{F8798F6A-EABF-4ADF-A55E-971F725F882D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D810A0-D2C2-41D4-A183-9E570F94D38D}">
      <dgm:prSet phldrT="[Text]" custT="1"/>
      <dgm:spPr/>
      <dgm:t>
        <a:bodyPr/>
        <a:lstStyle/>
        <a:p>
          <a:r>
            <a: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Refurb/</a:t>
          </a:r>
          <a:br>
            <a: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Refresh</a:t>
          </a:r>
        </a:p>
      </dgm:t>
    </dgm:pt>
    <dgm:pt modelId="{AB6F5B43-742C-4598-82F5-0927DAD18DD1}" type="parTrans" cxnId="{5FB1EDD7-C02B-476F-871A-FE6FF91B8837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622725A-41DF-4542-A120-0F3CEB406685}" type="sibTrans" cxnId="{5FB1EDD7-C02B-476F-871A-FE6FF91B8837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F5F3AB-4753-4A2F-A93D-90F6669398CA}">
      <dgm:prSet phldrT="[Text]" custT="1"/>
      <dgm:spPr/>
      <dgm:t>
        <a:bodyPr/>
        <a:lstStyle/>
        <a:p>
          <a:r>
            <a: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Notify Stake-holders</a:t>
          </a:r>
        </a:p>
      </dgm:t>
    </dgm:pt>
    <dgm:pt modelId="{65E624EF-610C-4995-9675-1AB13998D9AD}" type="parTrans" cxnId="{523B246E-442B-4271-BFDD-A2FC57D04995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F877F5-83F4-4D5F-86BA-0BFE697597FD}" type="sibTrans" cxnId="{523B246E-442B-4271-BFDD-A2FC57D04995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12BBF2-AEE7-4AAD-A6AD-CA704BDC879C}">
      <dgm:prSet phldrT="[Text]" custT="1"/>
      <dgm:spPr/>
      <dgm:t>
        <a:bodyPr/>
        <a:lstStyle/>
        <a:p>
          <a:r>
            <a: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PVI</a:t>
          </a:r>
          <a:endParaRPr lang="en-US" sz="10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C0FCC2-20C6-425A-AA57-0487B34289F9}" type="parTrans" cxnId="{105669B7-FABF-49D3-AFF6-D4562AE83BC1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DA2749-DC3A-4375-8A96-141FB686A141}" type="sibTrans" cxnId="{105669B7-FABF-49D3-AFF6-D4562AE83BC1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895535-D4FA-4A82-BFE4-D08901E06B76}">
      <dgm:prSet phldrT="[Text]" custT="1"/>
      <dgm:spPr/>
      <dgm:t>
        <a:bodyPr/>
        <a:lstStyle/>
        <a:p>
          <a:r>
            <a: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Book Works</a:t>
          </a:r>
          <a:endParaRPr lang="en-US" sz="10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086FBD-EBA8-4C83-9964-45F5DD4E39F7}" type="parTrans" cxnId="{7A10C539-0D50-4EDB-9F3C-53A8BC19EBF0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89E6C9-5AF1-4782-A11D-028D41567C73}" type="sibTrans" cxnId="{7A10C539-0D50-4EDB-9F3C-53A8BC19EBF0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7C6FE1-E62F-4064-B3C8-D8E1D22A01E0}">
      <dgm:prSet phldrT="[Text]" custT="1"/>
      <dgm:spPr/>
      <dgm:t>
        <a:bodyPr/>
        <a:lstStyle/>
        <a:p>
          <a:r>
            <a: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Release Deposit</a:t>
          </a:r>
        </a:p>
      </dgm:t>
    </dgm:pt>
    <dgm:pt modelId="{D81F3A0C-EE71-4AAF-84BB-491D3C5A23D4}" type="parTrans" cxnId="{F3A08C1B-3C5E-485C-839C-5EEC21B33B21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575380-80E5-4BC0-9FEE-1A729B9C553A}" type="sibTrans" cxnId="{F3A08C1B-3C5E-485C-839C-5EEC21B33B21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16E085-B18E-4A88-B795-269D8BE89BAB}" type="pres">
      <dgm:prSet presAssocID="{50C3240E-62F5-4B8C-B208-392D3357A433}" presName="Name0" presStyleCnt="0">
        <dgm:presLayoutVars>
          <dgm:dir/>
          <dgm:animLvl val="lvl"/>
          <dgm:resizeHandles val="exact"/>
        </dgm:presLayoutVars>
      </dgm:prSet>
      <dgm:spPr/>
    </dgm:pt>
    <dgm:pt modelId="{F5672599-39FE-4520-9816-BCBEB7E4392F}" type="pres">
      <dgm:prSet presAssocID="{3526210A-D904-4F4C-A109-1EB28777EB0C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A0DC3F45-4988-4A92-B1B0-657BA168661F}" type="pres">
      <dgm:prSet presAssocID="{1476B6D7-B35D-44B1-8375-58F69B003118}" presName="parTxOnlySpace" presStyleCnt="0"/>
      <dgm:spPr/>
    </dgm:pt>
    <dgm:pt modelId="{BE96575F-FA9D-4300-9CBF-86190C6DAD9D}" type="pres">
      <dgm:prSet presAssocID="{8AF5F3AB-4753-4A2F-A93D-90F6669398CA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75CD6311-EEFA-4EFB-B53D-BC3947616580}" type="pres">
      <dgm:prSet presAssocID="{C0F877F5-83F4-4D5F-86BA-0BFE697597FD}" presName="parTxOnlySpace" presStyleCnt="0"/>
      <dgm:spPr/>
    </dgm:pt>
    <dgm:pt modelId="{F4C7F380-D7BE-4627-B0FE-76E9C0D5897E}" type="pres">
      <dgm:prSet presAssocID="{8312BBF2-AEE7-4AAD-A6AD-CA704BDC879C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47122E5-4BC8-4A32-8332-44B24058DB16}" type="pres">
      <dgm:prSet presAssocID="{9EDA2749-DC3A-4375-8A96-141FB686A141}" presName="parTxOnlySpace" presStyleCnt="0"/>
      <dgm:spPr/>
    </dgm:pt>
    <dgm:pt modelId="{416BF404-C861-4DAA-8728-8497157AD8B5}" type="pres">
      <dgm:prSet presAssocID="{5D895535-D4FA-4A82-BFE4-D08901E06B76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72824C7B-C2B7-478F-ACF1-01FFDED07D28}" type="pres">
      <dgm:prSet presAssocID="{6989E6C9-5AF1-4782-A11D-028D41567C73}" presName="parTxOnlySpace" presStyleCnt="0"/>
      <dgm:spPr/>
    </dgm:pt>
    <dgm:pt modelId="{991CED3A-8BCA-4D18-8A24-F1B8906FC66B}" type="pres">
      <dgm:prSet presAssocID="{D1FCB43F-FE72-4EE8-8C35-469E4C2B2818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19213581-A40A-4DBD-8568-686DCC293F3D}" type="pres">
      <dgm:prSet presAssocID="{AABC7F48-6DD5-4E52-ADD9-EAEEF55AC1BF}" presName="parTxOnlySpace" presStyleCnt="0"/>
      <dgm:spPr/>
    </dgm:pt>
    <dgm:pt modelId="{2E7CD72F-83FE-4FBD-9C45-83E98465EB6E}" type="pres">
      <dgm:prSet presAssocID="{F0D810A0-D2C2-41D4-A183-9E570F94D38D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19FADC4B-FFBC-449E-A56F-7D366CA3C8C4}" type="pres">
      <dgm:prSet presAssocID="{7622725A-41DF-4542-A120-0F3CEB406685}" presName="parTxOnlySpace" presStyleCnt="0"/>
      <dgm:spPr/>
    </dgm:pt>
    <dgm:pt modelId="{5DDF617F-0C9A-4770-8710-501603EBF97A}" type="pres">
      <dgm:prSet presAssocID="{8C7C6FE1-E62F-4064-B3C8-D8E1D22A01E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6501500A-ABF6-4958-B67F-FB74F5E4DA45}" type="presOf" srcId="{8312BBF2-AEE7-4AAD-A6AD-CA704BDC879C}" destId="{F4C7F380-D7BE-4627-B0FE-76E9C0D5897E}" srcOrd="0" destOrd="0" presId="urn:microsoft.com/office/officeart/2005/8/layout/chevron1"/>
    <dgm:cxn modelId="{F3A08C1B-3C5E-485C-839C-5EEC21B33B21}" srcId="{50C3240E-62F5-4B8C-B208-392D3357A433}" destId="{8C7C6FE1-E62F-4064-B3C8-D8E1D22A01E0}" srcOrd="6" destOrd="0" parTransId="{D81F3A0C-EE71-4AAF-84BB-491D3C5A23D4}" sibTransId="{C7575380-80E5-4BC0-9FEE-1A729B9C553A}"/>
    <dgm:cxn modelId="{7A10C539-0D50-4EDB-9F3C-53A8BC19EBF0}" srcId="{50C3240E-62F5-4B8C-B208-392D3357A433}" destId="{5D895535-D4FA-4A82-BFE4-D08901E06B76}" srcOrd="3" destOrd="0" parTransId="{C4086FBD-EBA8-4C83-9964-45F5DD4E39F7}" sibTransId="{6989E6C9-5AF1-4782-A11D-028D41567C73}"/>
    <dgm:cxn modelId="{6AE30B60-A457-4161-8A10-2C9E1B905894}" type="presOf" srcId="{50C3240E-62F5-4B8C-B208-392D3357A433}" destId="{ED16E085-B18E-4A88-B795-269D8BE89BAB}" srcOrd="0" destOrd="0" presId="urn:microsoft.com/office/officeart/2005/8/layout/chevron1"/>
    <dgm:cxn modelId="{65FA7A65-B997-4316-AB3D-8BF554A9A268}" type="presOf" srcId="{D1FCB43F-FE72-4EE8-8C35-469E4C2B2818}" destId="{991CED3A-8BCA-4D18-8A24-F1B8906FC66B}" srcOrd="0" destOrd="0" presId="urn:microsoft.com/office/officeart/2005/8/layout/chevron1"/>
    <dgm:cxn modelId="{F8798F6A-EABF-4ADF-A55E-971F725F882D}" srcId="{50C3240E-62F5-4B8C-B208-392D3357A433}" destId="{D1FCB43F-FE72-4EE8-8C35-469E4C2B2818}" srcOrd="4" destOrd="0" parTransId="{0283550C-3B3F-4467-AEE2-79AF5BF59DDB}" sibTransId="{AABC7F48-6DD5-4E52-ADD9-EAEEF55AC1BF}"/>
    <dgm:cxn modelId="{523B246E-442B-4271-BFDD-A2FC57D04995}" srcId="{50C3240E-62F5-4B8C-B208-392D3357A433}" destId="{8AF5F3AB-4753-4A2F-A93D-90F6669398CA}" srcOrd="1" destOrd="0" parTransId="{65E624EF-610C-4995-9675-1AB13998D9AD}" sibTransId="{C0F877F5-83F4-4D5F-86BA-0BFE697597FD}"/>
    <dgm:cxn modelId="{E6636457-FCF5-475F-9ADF-E2DE7B8FC335}" type="presOf" srcId="{F0D810A0-D2C2-41D4-A183-9E570F94D38D}" destId="{2E7CD72F-83FE-4FBD-9C45-83E98465EB6E}" srcOrd="0" destOrd="0" presId="urn:microsoft.com/office/officeart/2005/8/layout/chevron1"/>
    <dgm:cxn modelId="{8237A259-3F64-44CB-B285-3FEC09732532}" type="presOf" srcId="{5D895535-D4FA-4A82-BFE4-D08901E06B76}" destId="{416BF404-C861-4DAA-8728-8497157AD8B5}" srcOrd="0" destOrd="0" presId="urn:microsoft.com/office/officeart/2005/8/layout/chevron1"/>
    <dgm:cxn modelId="{F6C479B0-9742-4638-B6BC-E714964E928B}" type="presOf" srcId="{8AF5F3AB-4753-4A2F-A93D-90F6669398CA}" destId="{BE96575F-FA9D-4300-9CBF-86190C6DAD9D}" srcOrd="0" destOrd="0" presId="urn:microsoft.com/office/officeart/2005/8/layout/chevron1"/>
    <dgm:cxn modelId="{105669B7-FABF-49D3-AFF6-D4562AE83BC1}" srcId="{50C3240E-62F5-4B8C-B208-392D3357A433}" destId="{8312BBF2-AEE7-4AAD-A6AD-CA704BDC879C}" srcOrd="2" destOrd="0" parTransId="{02C0FCC2-20C6-425A-AA57-0487B34289F9}" sibTransId="{9EDA2749-DC3A-4375-8A96-141FB686A141}"/>
    <dgm:cxn modelId="{934332C8-CC9A-49A7-B099-C047FB76AF12}" type="presOf" srcId="{8C7C6FE1-E62F-4064-B3C8-D8E1D22A01E0}" destId="{5DDF617F-0C9A-4770-8710-501603EBF97A}" srcOrd="0" destOrd="0" presId="urn:microsoft.com/office/officeart/2005/8/layout/chevron1"/>
    <dgm:cxn modelId="{5FB1EDD7-C02B-476F-871A-FE6FF91B8837}" srcId="{50C3240E-62F5-4B8C-B208-392D3357A433}" destId="{F0D810A0-D2C2-41D4-A183-9E570F94D38D}" srcOrd="5" destOrd="0" parTransId="{AB6F5B43-742C-4598-82F5-0927DAD18DD1}" sibTransId="{7622725A-41DF-4542-A120-0F3CEB406685}"/>
    <dgm:cxn modelId="{07076AFA-F4AC-460A-982A-AA856CEC8559}" type="presOf" srcId="{3526210A-D904-4F4C-A109-1EB28777EB0C}" destId="{F5672599-39FE-4520-9816-BCBEB7E4392F}" srcOrd="0" destOrd="0" presId="urn:microsoft.com/office/officeart/2005/8/layout/chevron1"/>
    <dgm:cxn modelId="{141551FD-CB34-4082-9047-97608968DA99}" srcId="{50C3240E-62F5-4B8C-B208-392D3357A433}" destId="{3526210A-D904-4F4C-A109-1EB28777EB0C}" srcOrd="0" destOrd="0" parTransId="{4347730E-2C91-44F5-9C62-A610A15FCE9D}" sibTransId="{1476B6D7-B35D-44B1-8375-58F69B003118}"/>
    <dgm:cxn modelId="{28CD4B18-5CB3-4649-AA9F-757F7675881E}" type="presParOf" srcId="{ED16E085-B18E-4A88-B795-269D8BE89BAB}" destId="{F5672599-39FE-4520-9816-BCBEB7E4392F}" srcOrd="0" destOrd="0" presId="urn:microsoft.com/office/officeart/2005/8/layout/chevron1"/>
    <dgm:cxn modelId="{7B65BE7E-8CD9-4BDD-9D15-E66E09DFC0E1}" type="presParOf" srcId="{ED16E085-B18E-4A88-B795-269D8BE89BAB}" destId="{A0DC3F45-4988-4A92-B1B0-657BA168661F}" srcOrd="1" destOrd="0" presId="urn:microsoft.com/office/officeart/2005/8/layout/chevron1"/>
    <dgm:cxn modelId="{1A9F5A0A-7141-427A-A7A1-0609ADE896DE}" type="presParOf" srcId="{ED16E085-B18E-4A88-B795-269D8BE89BAB}" destId="{BE96575F-FA9D-4300-9CBF-86190C6DAD9D}" srcOrd="2" destOrd="0" presId="urn:microsoft.com/office/officeart/2005/8/layout/chevron1"/>
    <dgm:cxn modelId="{FAC4FDC2-649E-4D87-81CD-43E270C34A38}" type="presParOf" srcId="{ED16E085-B18E-4A88-B795-269D8BE89BAB}" destId="{75CD6311-EEFA-4EFB-B53D-BC3947616580}" srcOrd="3" destOrd="0" presId="urn:microsoft.com/office/officeart/2005/8/layout/chevron1"/>
    <dgm:cxn modelId="{313EFF75-B443-4404-B3EE-E8A658B48093}" type="presParOf" srcId="{ED16E085-B18E-4A88-B795-269D8BE89BAB}" destId="{F4C7F380-D7BE-4627-B0FE-76E9C0D5897E}" srcOrd="4" destOrd="0" presId="urn:microsoft.com/office/officeart/2005/8/layout/chevron1"/>
    <dgm:cxn modelId="{6DEAF931-719F-4AB0-A232-5450A15FAFF3}" type="presParOf" srcId="{ED16E085-B18E-4A88-B795-269D8BE89BAB}" destId="{847122E5-4BC8-4A32-8332-44B24058DB16}" srcOrd="5" destOrd="0" presId="urn:microsoft.com/office/officeart/2005/8/layout/chevron1"/>
    <dgm:cxn modelId="{320AC338-C2AC-4009-B945-D6F5D4890861}" type="presParOf" srcId="{ED16E085-B18E-4A88-B795-269D8BE89BAB}" destId="{416BF404-C861-4DAA-8728-8497157AD8B5}" srcOrd="6" destOrd="0" presId="urn:microsoft.com/office/officeart/2005/8/layout/chevron1"/>
    <dgm:cxn modelId="{ACE5F71D-6A18-4315-94D0-FB130F07EA6D}" type="presParOf" srcId="{ED16E085-B18E-4A88-B795-269D8BE89BAB}" destId="{72824C7B-C2B7-478F-ACF1-01FFDED07D28}" srcOrd="7" destOrd="0" presId="urn:microsoft.com/office/officeart/2005/8/layout/chevron1"/>
    <dgm:cxn modelId="{F8610051-CE1A-4A5D-91A9-48B3A64712E0}" type="presParOf" srcId="{ED16E085-B18E-4A88-B795-269D8BE89BAB}" destId="{991CED3A-8BCA-4D18-8A24-F1B8906FC66B}" srcOrd="8" destOrd="0" presId="urn:microsoft.com/office/officeart/2005/8/layout/chevron1"/>
    <dgm:cxn modelId="{36CF331F-0270-4A12-A862-A76A0AFCB896}" type="presParOf" srcId="{ED16E085-B18E-4A88-B795-269D8BE89BAB}" destId="{19213581-A40A-4DBD-8568-686DCC293F3D}" srcOrd="9" destOrd="0" presId="urn:microsoft.com/office/officeart/2005/8/layout/chevron1"/>
    <dgm:cxn modelId="{427D536D-B755-4EC1-B856-60354997E528}" type="presParOf" srcId="{ED16E085-B18E-4A88-B795-269D8BE89BAB}" destId="{2E7CD72F-83FE-4FBD-9C45-83E98465EB6E}" srcOrd="10" destOrd="0" presId="urn:microsoft.com/office/officeart/2005/8/layout/chevron1"/>
    <dgm:cxn modelId="{B1FB1853-DB73-476F-8E98-BE0F5832E0DB}" type="presParOf" srcId="{ED16E085-B18E-4A88-B795-269D8BE89BAB}" destId="{19FADC4B-FFBC-449E-A56F-7D366CA3C8C4}" srcOrd="11" destOrd="0" presId="urn:microsoft.com/office/officeart/2005/8/layout/chevron1"/>
    <dgm:cxn modelId="{FCCAC6BE-91C2-473D-9A38-28CF47F0026B}" type="presParOf" srcId="{ED16E085-B18E-4A88-B795-269D8BE89BAB}" destId="{5DDF617F-0C9A-4770-8710-501603EBF97A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C3240E-62F5-4B8C-B208-392D3357A433}" type="doc">
      <dgm:prSet loTypeId="urn:microsoft.com/office/officeart/2005/8/layout/chevron1" loCatId="process" qsTypeId="urn:microsoft.com/office/officeart/2005/8/quickstyle/simple5" qsCatId="simple" csTypeId="urn:microsoft.com/office/officeart/2005/8/colors/accent3_1" csCatId="accent3" phldr="1"/>
      <dgm:spPr/>
    </dgm:pt>
    <dgm:pt modelId="{3526210A-D904-4F4C-A109-1EB28777EB0C}">
      <dgm:prSet phldrT="[Text]" custT="1"/>
      <dgm:spPr/>
      <dgm:t>
        <a:bodyPr/>
        <a:lstStyle/>
        <a:p>
          <a:r>
            <a: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Receive Notice</a:t>
          </a:r>
          <a:endParaRPr lang="en-US" sz="10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47730E-2C91-44F5-9C62-A610A15FCE9D}" type="parTrans" cxnId="{141551FD-CB34-4082-9047-97608968DA99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76B6D7-B35D-44B1-8375-58F69B003118}" type="sibTrans" cxnId="{141551FD-CB34-4082-9047-97608968DA99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1FCB43F-FE72-4EE8-8C35-469E4C2B2818}">
      <dgm:prSet phldrT="[Text]" custT="1"/>
      <dgm:spPr/>
      <dgm:t>
        <a:bodyPr/>
        <a:lstStyle/>
        <a:p>
          <a:r>
            <a: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Move Out</a:t>
          </a:r>
          <a:endParaRPr lang="en-US" sz="10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83550C-3B3F-4467-AEE2-79AF5BF59DDB}" type="parTrans" cxnId="{F8798F6A-EABF-4ADF-A55E-971F725F882D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BC7F48-6DD5-4E52-ADD9-EAEEF55AC1BF}" type="sibTrans" cxnId="{F8798F6A-EABF-4ADF-A55E-971F725F882D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D810A0-D2C2-41D4-A183-9E570F94D38D}">
      <dgm:prSet phldrT="[Text]" custT="1"/>
      <dgm:spPr/>
      <dgm:t>
        <a:bodyPr/>
        <a:lstStyle/>
        <a:p>
          <a:r>
            <a: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Refurb/</a:t>
          </a:r>
          <a:br>
            <a: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Refresh</a:t>
          </a:r>
        </a:p>
      </dgm:t>
    </dgm:pt>
    <dgm:pt modelId="{AB6F5B43-742C-4598-82F5-0927DAD18DD1}" type="parTrans" cxnId="{5FB1EDD7-C02B-476F-871A-FE6FF91B8837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622725A-41DF-4542-A120-0F3CEB406685}" type="sibTrans" cxnId="{5FB1EDD7-C02B-476F-871A-FE6FF91B8837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F5F3AB-4753-4A2F-A93D-90F6669398CA}">
      <dgm:prSet phldrT="[Text]" custT="1"/>
      <dgm:spPr/>
      <dgm:t>
        <a:bodyPr/>
        <a:lstStyle/>
        <a:p>
          <a:r>
            <a: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Notify Stakeholders</a:t>
          </a:r>
          <a:endParaRPr lang="en-US" sz="10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E624EF-610C-4995-9675-1AB13998D9AD}" type="parTrans" cxnId="{523B246E-442B-4271-BFDD-A2FC57D04995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F877F5-83F4-4D5F-86BA-0BFE697597FD}" type="sibTrans" cxnId="{523B246E-442B-4271-BFDD-A2FC57D04995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12BBF2-AEE7-4AAD-A6AD-CA704BDC879C}">
      <dgm:prSet phldrT="[Text]" custT="1"/>
      <dgm:spPr/>
      <dgm:t>
        <a:bodyPr/>
        <a:lstStyle/>
        <a:p>
          <a:r>
            <a: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PVI</a:t>
          </a:r>
        </a:p>
      </dgm:t>
    </dgm:pt>
    <dgm:pt modelId="{02C0FCC2-20C6-425A-AA57-0487B34289F9}" type="parTrans" cxnId="{105669B7-FABF-49D3-AFF6-D4562AE83BC1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DA2749-DC3A-4375-8A96-141FB686A141}" type="sibTrans" cxnId="{105669B7-FABF-49D3-AFF6-D4562AE83BC1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895535-D4FA-4A82-BFE4-D08901E06B76}">
      <dgm:prSet phldrT="[Text]" custT="1"/>
      <dgm:spPr/>
      <dgm:t>
        <a:bodyPr/>
        <a:lstStyle/>
        <a:p>
          <a:r>
            <a: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Book Works</a:t>
          </a:r>
          <a:endParaRPr lang="en-US" sz="10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086FBD-EBA8-4C83-9964-45F5DD4E39F7}" type="parTrans" cxnId="{7A10C539-0D50-4EDB-9F3C-53A8BC19EBF0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89E6C9-5AF1-4782-A11D-028D41567C73}" type="sibTrans" cxnId="{7A10C539-0D50-4EDB-9F3C-53A8BC19EBF0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7C6FE1-E62F-4064-B3C8-D8E1D22A01E0}">
      <dgm:prSet phldrT="[Text]" custT="1"/>
      <dgm:spPr/>
      <dgm:t>
        <a:bodyPr/>
        <a:lstStyle/>
        <a:p>
          <a:r>
            <a: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Release Deposit</a:t>
          </a:r>
        </a:p>
      </dgm:t>
    </dgm:pt>
    <dgm:pt modelId="{C7575380-80E5-4BC0-9FEE-1A729B9C553A}" type="sibTrans" cxnId="{F3A08C1B-3C5E-485C-839C-5EEC21B33B21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1F3A0C-EE71-4AAF-84BB-491D3C5A23D4}" type="parTrans" cxnId="{F3A08C1B-3C5E-485C-839C-5EEC21B33B21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16E085-B18E-4A88-B795-269D8BE89BAB}" type="pres">
      <dgm:prSet presAssocID="{50C3240E-62F5-4B8C-B208-392D3357A433}" presName="Name0" presStyleCnt="0">
        <dgm:presLayoutVars>
          <dgm:dir/>
          <dgm:animLvl val="lvl"/>
          <dgm:resizeHandles val="exact"/>
        </dgm:presLayoutVars>
      </dgm:prSet>
      <dgm:spPr/>
    </dgm:pt>
    <dgm:pt modelId="{F5672599-39FE-4520-9816-BCBEB7E4392F}" type="pres">
      <dgm:prSet presAssocID="{3526210A-D904-4F4C-A109-1EB28777EB0C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A0DC3F45-4988-4A92-B1B0-657BA168661F}" type="pres">
      <dgm:prSet presAssocID="{1476B6D7-B35D-44B1-8375-58F69B003118}" presName="parTxOnlySpace" presStyleCnt="0"/>
      <dgm:spPr/>
    </dgm:pt>
    <dgm:pt modelId="{BE96575F-FA9D-4300-9CBF-86190C6DAD9D}" type="pres">
      <dgm:prSet presAssocID="{8AF5F3AB-4753-4A2F-A93D-90F6669398CA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75CD6311-EEFA-4EFB-B53D-BC3947616580}" type="pres">
      <dgm:prSet presAssocID="{C0F877F5-83F4-4D5F-86BA-0BFE697597FD}" presName="parTxOnlySpace" presStyleCnt="0"/>
      <dgm:spPr/>
    </dgm:pt>
    <dgm:pt modelId="{F4C7F380-D7BE-4627-B0FE-76E9C0D5897E}" type="pres">
      <dgm:prSet presAssocID="{8312BBF2-AEE7-4AAD-A6AD-CA704BDC879C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47122E5-4BC8-4A32-8332-44B24058DB16}" type="pres">
      <dgm:prSet presAssocID="{9EDA2749-DC3A-4375-8A96-141FB686A141}" presName="parTxOnlySpace" presStyleCnt="0"/>
      <dgm:spPr/>
    </dgm:pt>
    <dgm:pt modelId="{416BF404-C861-4DAA-8728-8497157AD8B5}" type="pres">
      <dgm:prSet presAssocID="{5D895535-D4FA-4A82-BFE4-D08901E06B76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72824C7B-C2B7-478F-ACF1-01FFDED07D28}" type="pres">
      <dgm:prSet presAssocID="{6989E6C9-5AF1-4782-A11D-028D41567C73}" presName="parTxOnlySpace" presStyleCnt="0"/>
      <dgm:spPr/>
    </dgm:pt>
    <dgm:pt modelId="{991CED3A-8BCA-4D18-8A24-F1B8906FC66B}" type="pres">
      <dgm:prSet presAssocID="{D1FCB43F-FE72-4EE8-8C35-469E4C2B2818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19213581-A40A-4DBD-8568-686DCC293F3D}" type="pres">
      <dgm:prSet presAssocID="{AABC7F48-6DD5-4E52-ADD9-EAEEF55AC1BF}" presName="parTxOnlySpace" presStyleCnt="0"/>
      <dgm:spPr/>
    </dgm:pt>
    <dgm:pt modelId="{2E7CD72F-83FE-4FBD-9C45-83E98465EB6E}" type="pres">
      <dgm:prSet presAssocID="{F0D810A0-D2C2-41D4-A183-9E570F94D38D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19FADC4B-FFBC-449E-A56F-7D366CA3C8C4}" type="pres">
      <dgm:prSet presAssocID="{7622725A-41DF-4542-A120-0F3CEB406685}" presName="parTxOnlySpace" presStyleCnt="0"/>
      <dgm:spPr/>
    </dgm:pt>
    <dgm:pt modelId="{5DDF617F-0C9A-4770-8710-501603EBF97A}" type="pres">
      <dgm:prSet presAssocID="{8C7C6FE1-E62F-4064-B3C8-D8E1D22A01E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6501500A-ABF6-4958-B67F-FB74F5E4DA45}" type="presOf" srcId="{8312BBF2-AEE7-4AAD-A6AD-CA704BDC879C}" destId="{F4C7F380-D7BE-4627-B0FE-76E9C0D5897E}" srcOrd="0" destOrd="0" presId="urn:microsoft.com/office/officeart/2005/8/layout/chevron1"/>
    <dgm:cxn modelId="{F3A08C1B-3C5E-485C-839C-5EEC21B33B21}" srcId="{50C3240E-62F5-4B8C-B208-392D3357A433}" destId="{8C7C6FE1-E62F-4064-B3C8-D8E1D22A01E0}" srcOrd="6" destOrd="0" parTransId="{D81F3A0C-EE71-4AAF-84BB-491D3C5A23D4}" sibTransId="{C7575380-80E5-4BC0-9FEE-1A729B9C553A}"/>
    <dgm:cxn modelId="{7A10C539-0D50-4EDB-9F3C-53A8BC19EBF0}" srcId="{50C3240E-62F5-4B8C-B208-392D3357A433}" destId="{5D895535-D4FA-4A82-BFE4-D08901E06B76}" srcOrd="3" destOrd="0" parTransId="{C4086FBD-EBA8-4C83-9964-45F5DD4E39F7}" sibTransId="{6989E6C9-5AF1-4782-A11D-028D41567C73}"/>
    <dgm:cxn modelId="{6AE30B60-A457-4161-8A10-2C9E1B905894}" type="presOf" srcId="{50C3240E-62F5-4B8C-B208-392D3357A433}" destId="{ED16E085-B18E-4A88-B795-269D8BE89BAB}" srcOrd="0" destOrd="0" presId="urn:microsoft.com/office/officeart/2005/8/layout/chevron1"/>
    <dgm:cxn modelId="{65FA7A65-B997-4316-AB3D-8BF554A9A268}" type="presOf" srcId="{D1FCB43F-FE72-4EE8-8C35-469E4C2B2818}" destId="{991CED3A-8BCA-4D18-8A24-F1B8906FC66B}" srcOrd="0" destOrd="0" presId="urn:microsoft.com/office/officeart/2005/8/layout/chevron1"/>
    <dgm:cxn modelId="{F8798F6A-EABF-4ADF-A55E-971F725F882D}" srcId="{50C3240E-62F5-4B8C-B208-392D3357A433}" destId="{D1FCB43F-FE72-4EE8-8C35-469E4C2B2818}" srcOrd="4" destOrd="0" parTransId="{0283550C-3B3F-4467-AEE2-79AF5BF59DDB}" sibTransId="{AABC7F48-6DD5-4E52-ADD9-EAEEF55AC1BF}"/>
    <dgm:cxn modelId="{523B246E-442B-4271-BFDD-A2FC57D04995}" srcId="{50C3240E-62F5-4B8C-B208-392D3357A433}" destId="{8AF5F3AB-4753-4A2F-A93D-90F6669398CA}" srcOrd="1" destOrd="0" parTransId="{65E624EF-610C-4995-9675-1AB13998D9AD}" sibTransId="{C0F877F5-83F4-4D5F-86BA-0BFE697597FD}"/>
    <dgm:cxn modelId="{E6636457-FCF5-475F-9ADF-E2DE7B8FC335}" type="presOf" srcId="{F0D810A0-D2C2-41D4-A183-9E570F94D38D}" destId="{2E7CD72F-83FE-4FBD-9C45-83E98465EB6E}" srcOrd="0" destOrd="0" presId="urn:microsoft.com/office/officeart/2005/8/layout/chevron1"/>
    <dgm:cxn modelId="{8237A259-3F64-44CB-B285-3FEC09732532}" type="presOf" srcId="{5D895535-D4FA-4A82-BFE4-D08901E06B76}" destId="{416BF404-C861-4DAA-8728-8497157AD8B5}" srcOrd="0" destOrd="0" presId="urn:microsoft.com/office/officeart/2005/8/layout/chevron1"/>
    <dgm:cxn modelId="{F6C479B0-9742-4638-B6BC-E714964E928B}" type="presOf" srcId="{8AF5F3AB-4753-4A2F-A93D-90F6669398CA}" destId="{BE96575F-FA9D-4300-9CBF-86190C6DAD9D}" srcOrd="0" destOrd="0" presId="urn:microsoft.com/office/officeart/2005/8/layout/chevron1"/>
    <dgm:cxn modelId="{105669B7-FABF-49D3-AFF6-D4562AE83BC1}" srcId="{50C3240E-62F5-4B8C-B208-392D3357A433}" destId="{8312BBF2-AEE7-4AAD-A6AD-CA704BDC879C}" srcOrd="2" destOrd="0" parTransId="{02C0FCC2-20C6-425A-AA57-0487B34289F9}" sibTransId="{9EDA2749-DC3A-4375-8A96-141FB686A141}"/>
    <dgm:cxn modelId="{934332C8-CC9A-49A7-B099-C047FB76AF12}" type="presOf" srcId="{8C7C6FE1-E62F-4064-B3C8-D8E1D22A01E0}" destId="{5DDF617F-0C9A-4770-8710-501603EBF97A}" srcOrd="0" destOrd="0" presId="urn:microsoft.com/office/officeart/2005/8/layout/chevron1"/>
    <dgm:cxn modelId="{5FB1EDD7-C02B-476F-871A-FE6FF91B8837}" srcId="{50C3240E-62F5-4B8C-B208-392D3357A433}" destId="{F0D810A0-D2C2-41D4-A183-9E570F94D38D}" srcOrd="5" destOrd="0" parTransId="{AB6F5B43-742C-4598-82F5-0927DAD18DD1}" sibTransId="{7622725A-41DF-4542-A120-0F3CEB406685}"/>
    <dgm:cxn modelId="{07076AFA-F4AC-460A-982A-AA856CEC8559}" type="presOf" srcId="{3526210A-D904-4F4C-A109-1EB28777EB0C}" destId="{F5672599-39FE-4520-9816-BCBEB7E4392F}" srcOrd="0" destOrd="0" presId="urn:microsoft.com/office/officeart/2005/8/layout/chevron1"/>
    <dgm:cxn modelId="{141551FD-CB34-4082-9047-97608968DA99}" srcId="{50C3240E-62F5-4B8C-B208-392D3357A433}" destId="{3526210A-D904-4F4C-A109-1EB28777EB0C}" srcOrd="0" destOrd="0" parTransId="{4347730E-2C91-44F5-9C62-A610A15FCE9D}" sibTransId="{1476B6D7-B35D-44B1-8375-58F69B003118}"/>
    <dgm:cxn modelId="{28CD4B18-5CB3-4649-AA9F-757F7675881E}" type="presParOf" srcId="{ED16E085-B18E-4A88-B795-269D8BE89BAB}" destId="{F5672599-39FE-4520-9816-BCBEB7E4392F}" srcOrd="0" destOrd="0" presId="urn:microsoft.com/office/officeart/2005/8/layout/chevron1"/>
    <dgm:cxn modelId="{7B65BE7E-8CD9-4BDD-9D15-E66E09DFC0E1}" type="presParOf" srcId="{ED16E085-B18E-4A88-B795-269D8BE89BAB}" destId="{A0DC3F45-4988-4A92-B1B0-657BA168661F}" srcOrd="1" destOrd="0" presId="urn:microsoft.com/office/officeart/2005/8/layout/chevron1"/>
    <dgm:cxn modelId="{1A9F5A0A-7141-427A-A7A1-0609ADE896DE}" type="presParOf" srcId="{ED16E085-B18E-4A88-B795-269D8BE89BAB}" destId="{BE96575F-FA9D-4300-9CBF-86190C6DAD9D}" srcOrd="2" destOrd="0" presId="urn:microsoft.com/office/officeart/2005/8/layout/chevron1"/>
    <dgm:cxn modelId="{FAC4FDC2-649E-4D87-81CD-43E270C34A38}" type="presParOf" srcId="{ED16E085-B18E-4A88-B795-269D8BE89BAB}" destId="{75CD6311-EEFA-4EFB-B53D-BC3947616580}" srcOrd="3" destOrd="0" presId="urn:microsoft.com/office/officeart/2005/8/layout/chevron1"/>
    <dgm:cxn modelId="{313EFF75-B443-4404-B3EE-E8A658B48093}" type="presParOf" srcId="{ED16E085-B18E-4A88-B795-269D8BE89BAB}" destId="{F4C7F380-D7BE-4627-B0FE-76E9C0D5897E}" srcOrd="4" destOrd="0" presId="urn:microsoft.com/office/officeart/2005/8/layout/chevron1"/>
    <dgm:cxn modelId="{6DEAF931-719F-4AB0-A232-5450A15FAFF3}" type="presParOf" srcId="{ED16E085-B18E-4A88-B795-269D8BE89BAB}" destId="{847122E5-4BC8-4A32-8332-44B24058DB16}" srcOrd="5" destOrd="0" presId="urn:microsoft.com/office/officeart/2005/8/layout/chevron1"/>
    <dgm:cxn modelId="{320AC338-C2AC-4009-B945-D6F5D4890861}" type="presParOf" srcId="{ED16E085-B18E-4A88-B795-269D8BE89BAB}" destId="{416BF404-C861-4DAA-8728-8497157AD8B5}" srcOrd="6" destOrd="0" presId="urn:microsoft.com/office/officeart/2005/8/layout/chevron1"/>
    <dgm:cxn modelId="{ACE5F71D-6A18-4315-94D0-FB130F07EA6D}" type="presParOf" srcId="{ED16E085-B18E-4A88-B795-269D8BE89BAB}" destId="{72824C7B-C2B7-478F-ACF1-01FFDED07D28}" srcOrd="7" destOrd="0" presId="urn:microsoft.com/office/officeart/2005/8/layout/chevron1"/>
    <dgm:cxn modelId="{F8610051-CE1A-4A5D-91A9-48B3A64712E0}" type="presParOf" srcId="{ED16E085-B18E-4A88-B795-269D8BE89BAB}" destId="{991CED3A-8BCA-4D18-8A24-F1B8906FC66B}" srcOrd="8" destOrd="0" presId="urn:microsoft.com/office/officeart/2005/8/layout/chevron1"/>
    <dgm:cxn modelId="{36CF331F-0270-4A12-A862-A76A0AFCB896}" type="presParOf" srcId="{ED16E085-B18E-4A88-B795-269D8BE89BAB}" destId="{19213581-A40A-4DBD-8568-686DCC293F3D}" srcOrd="9" destOrd="0" presId="urn:microsoft.com/office/officeart/2005/8/layout/chevron1"/>
    <dgm:cxn modelId="{427D536D-B755-4EC1-B856-60354997E528}" type="presParOf" srcId="{ED16E085-B18E-4A88-B795-269D8BE89BAB}" destId="{2E7CD72F-83FE-4FBD-9C45-83E98465EB6E}" srcOrd="10" destOrd="0" presId="urn:microsoft.com/office/officeart/2005/8/layout/chevron1"/>
    <dgm:cxn modelId="{B1FB1853-DB73-476F-8E98-BE0F5832E0DB}" type="presParOf" srcId="{ED16E085-B18E-4A88-B795-269D8BE89BAB}" destId="{19FADC4B-FFBC-449E-A56F-7D366CA3C8C4}" srcOrd="11" destOrd="0" presId="urn:microsoft.com/office/officeart/2005/8/layout/chevron1"/>
    <dgm:cxn modelId="{FCCAC6BE-91C2-473D-9A38-28CF47F0026B}" type="presParOf" srcId="{ED16E085-B18E-4A88-B795-269D8BE89BAB}" destId="{5DDF617F-0C9A-4770-8710-501603EBF97A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C3240E-62F5-4B8C-B208-392D3357A433}" type="doc">
      <dgm:prSet loTypeId="urn:microsoft.com/office/officeart/2005/8/layout/chevron1" loCatId="process" qsTypeId="urn:microsoft.com/office/officeart/2005/8/quickstyle/simple5" qsCatId="simple" csTypeId="urn:microsoft.com/office/officeart/2005/8/colors/accent3_1" csCatId="accent3" phldr="1"/>
      <dgm:spPr/>
    </dgm:pt>
    <dgm:pt modelId="{3526210A-D904-4F4C-A109-1EB28777EB0C}">
      <dgm:prSet phldrT="[Text]" custT="1"/>
      <dgm:spPr/>
      <dgm:t>
        <a:bodyPr/>
        <a:lstStyle/>
        <a:p>
          <a:r>
            <a: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Audit</a:t>
          </a:r>
        </a:p>
      </dgm:t>
    </dgm:pt>
    <dgm:pt modelId="{4347730E-2C91-44F5-9C62-A610A15FCE9D}" type="parTrans" cxnId="{141551FD-CB34-4082-9047-97608968DA99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76B6D7-B35D-44B1-8375-58F69B003118}" type="sibTrans" cxnId="{141551FD-CB34-4082-9047-97608968DA99}">
      <dgm:prSet/>
      <dgm:spPr/>
      <dgm:t>
        <a:bodyPr/>
        <a:lstStyle/>
        <a:p>
          <a:endParaRPr lang="en-US" sz="1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16E085-B18E-4A88-B795-269D8BE89BAB}" type="pres">
      <dgm:prSet presAssocID="{50C3240E-62F5-4B8C-B208-392D3357A433}" presName="Name0" presStyleCnt="0">
        <dgm:presLayoutVars>
          <dgm:dir/>
          <dgm:animLvl val="lvl"/>
          <dgm:resizeHandles val="exact"/>
        </dgm:presLayoutVars>
      </dgm:prSet>
      <dgm:spPr/>
    </dgm:pt>
    <dgm:pt modelId="{F5672599-39FE-4520-9816-BCBEB7E4392F}" type="pres">
      <dgm:prSet presAssocID="{3526210A-D904-4F4C-A109-1EB28777EB0C}" presName="parTxOnly" presStyleLbl="node1" presStyleIdx="0" presStyleCnt="1" custLinFactX="100000" custLinFactY="-31580" custLinFactNeighborX="161313" custLinFactNeighborY="-100000">
        <dgm:presLayoutVars>
          <dgm:chMax val="0"/>
          <dgm:chPref val="0"/>
          <dgm:bulletEnabled val="1"/>
        </dgm:presLayoutVars>
      </dgm:prSet>
      <dgm:spPr/>
    </dgm:pt>
  </dgm:ptLst>
  <dgm:cxnLst>
    <dgm:cxn modelId="{6AE30B60-A457-4161-8A10-2C9E1B905894}" type="presOf" srcId="{50C3240E-62F5-4B8C-B208-392D3357A433}" destId="{ED16E085-B18E-4A88-B795-269D8BE89BAB}" srcOrd="0" destOrd="0" presId="urn:microsoft.com/office/officeart/2005/8/layout/chevron1"/>
    <dgm:cxn modelId="{07076AFA-F4AC-460A-982A-AA856CEC8559}" type="presOf" srcId="{3526210A-D904-4F4C-A109-1EB28777EB0C}" destId="{F5672599-39FE-4520-9816-BCBEB7E4392F}" srcOrd="0" destOrd="0" presId="urn:microsoft.com/office/officeart/2005/8/layout/chevron1"/>
    <dgm:cxn modelId="{141551FD-CB34-4082-9047-97608968DA99}" srcId="{50C3240E-62F5-4B8C-B208-392D3357A433}" destId="{3526210A-D904-4F4C-A109-1EB28777EB0C}" srcOrd="0" destOrd="0" parTransId="{4347730E-2C91-44F5-9C62-A610A15FCE9D}" sibTransId="{1476B6D7-B35D-44B1-8375-58F69B003118}"/>
    <dgm:cxn modelId="{28CD4B18-5CB3-4649-AA9F-757F7675881E}" type="presParOf" srcId="{ED16E085-B18E-4A88-B795-269D8BE89BAB}" destId="{F5672599-39FE-4520-9816-BCBEB7E4392F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2CF4F6-9ABD-49C3-A70C-5B653AF11C18}" type="doc">
      <dgm:prSet loTypeId="urn:microsoft.com/office/officeart/2005/8/layout/chevron2" loCatId="process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92574213-EC9D-47F2-8ED8-3F5560151C15}">
      <dgm:prSet phldrT="[Text]"/>
      <dgm:spPr/>
      <dgm:t>
        <a:bodyPr/>
        <a:lstStyle/>
        <a:p>
          <a:r>
            <a:rPr 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Pending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B03561A-5F66-4236-961A-69F133B09FC0}" type="parTrans" cxnId="{7380C19C-A918-461D-80B7-AEDEB513FDE8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3CB090-B4C7-4693-8167-6A724FC01F4D}" type="sibTrans" cxnId="{7380C19C-A918-461D-80B7-AEDEB513FDE8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3F1493-C880-41C3-AD51-8FFADF441AB7}">
      <dgm:prSet phldrT="[Text]" custT="1"/>
      <dgm:spPr/>
      <dgm:t>
        <a:bodyPr/>
        <a:lstStyle/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100" b="1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Pending tasks are not yet ready to be worked on</a:t>
          </a: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3D8ABCA0-A0DE-46CF-A88C-7A47C96CECD6}" type="parTrans" cxnId="{ED9322A7-C01B-47BE-8816-966CB5A35038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DD9572-2051-4B49-9C06-1FE737C97F33}" type="sibTrans" cxnId="{ED9322A7-C01B-47BE-8816-966CB5A35038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4D0B6DF-9796-4BED-9784-5E53533D6FE6}">
      <dgm:prSet phldrT="[Text]" custT="1"/>
      <dgm:spPr/>
      <dgm:t>
        <a:bodyPr/>
        <a:lstStyle/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Any prerequisite tasks are not yet complete.</a:t>
          </a:r>
        </a:p>
      </dgm:t>
    </dgm:pt>
    <dgm:pt modelId="{1583926D-ABC2-409D-AA53-7EB05D4DB798}" type="parTrans" cxnId="{36A53E5F-B349-4678-9E04-DF8F8528BD0D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3E5118-0FCD-477B-AF83-664AF1D90FC1}" type="sibTrans" cxnId="{36A53E5F-B349-4678-9E04-DF8F8528BD0D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D065AE-8A9B-4702-91B4-945C62E8C142}">
      <dgm:prSet phldrT="[Text]"/>
      <dgm:spPr/>
      <dgm:t>
        <a:bodyPr/>
        <a:lstStyle/>
        <a:p>
          <a:r>
            <a:rPr 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Active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373667-118B-475C-B305-88DA57EBF6EB}" type="parTrans" cxnId="{30D3C3FA-A9A5-43A2-A26C-14EE1C3FD1C1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7C1F3BA-41BA-4F15-A4D2-C3046E0621FA}" type="sibTrans" cxnId="{30D3C3FA-A9A5-43A2-A26C-14EE1C3FD1C1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502031-B77E-4A86-BD89-3035BF36817B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Active tasks are ready to be worked on once the Start Date is reached</a:t>
          </a: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FDDFBFD5-C328-4290-80EE-1271FA3B31A1}" type="parTrans" cxnId="{A07CEA32-C15F-48D3-BC3B-8ADA74053DF6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0253C2-8D79-4D09-8309-8E331E44E286}" type="sibTrans" cxnId="{A07CEA32-C15F-48D3-BC3B-8ADA74053DF6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EC5A21-3ADD-4892-9AC0-A76B549DA939}">
      <dgm:prSet phldrT="[Text]"/>
      <dgm:spPr/>
      <dgm:t>
        <a:bodyPr/>
        <a:lstStyle/>
        <a:p>
          <a:r>
            <a:rPr 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In Progress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A31689-1E0C-4D40-A291-953928CE8B69}" type="parTrans" cxnId="{35855E22-ED2F-4388-A9A1-623572339464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681B44-0565-4884-8951-50127C266D5C}" type="sibTrans" cxnId="{35855E22-ED2F-4388-A9A1-623572339464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E9A93D6-5208-4412-A423-9552A9A99561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The task status updates to ‘In Progress’ when the task owner starts the task.</a:t>
          </a:r>
        </a:p>
      </dgm:t>
    </dgm:pt>
    <dgm:pt modelId="{7DE50C23-B6C1-41F2-B66B-34776CB584B1}" type="parTrans" cxnId="{88424D09-3841-49CC-98BE-3E92D6632479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243EEF-0B4E-48CF-98F7-75FDA91CE02E}" type="sibTrans" cxnId="{88424D09-3841-49CC-98BE-3E92D6632479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33B91E5-263A-41C9-9C76-CAC46B677119}">
      <dgm:prSet phldrT="[Text]"/>
      <dgm:spPr/>
      <dgm:t>
        <a:bodyPr/>
        <a:lstStyle/>
        <a:p>
          <a:r>
            <a:rPr 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Complete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373CDD-CFBC-49AA-99B2-7B26245B032B}" type="parTrans" cxnId="{C61691B1-1B9F-405D-89A1-038896E52DE7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870D23-34EE-40FA-B480-4636D18A741A}" type="sibTrans" cxnId="{C61691B1-1B9F-405D-89A1-038896E52DE7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555BBE-C83C-440E-9592-3AF162838FDF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The task has been fully completed. </a:t>
          </a:r>
        </a:p>
      </dgm:t>
    </dgm:pt>
    <dgm:pt modelId="{84D469C2-0216-49BA-9148-37E2906F89DD}" type="parTrans" cxnId="{50B854BD-1587-42D0-9833-C1F53DDEF41C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F9DA1E-A9ED-478B-9FAE-0D22D54F9418}" type="sibTrans" cxnId="{50B854BD-1587-42D0-9833-C1F53DDEF41C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17358B-274C-4F59-B6F6-2FC17683BDC1}">
      <dgm:prSet phldrT="[Text]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The start date is confirmed, and</a:t>
          </a:r>
        </a:p>
      </dgm:t>
    </dgm:pt>
    <dgm:pt modelId="{4EDE152B-04CD-41AA-9BCB-D5E5224F49EC}" type="parTrans" cxnId="{A44AC2CA-3471-4FD0-A7D1-D51E8A60EC89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715602-0797-48C8-82AB-31406766FDC1}" type="sibTrans" cxnId="{A44AC2CA-3471-4FD0-A7D1-D51E8A60EC89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0C251D7-C570-415E-8655-C0DDB14B316D}">
      <dgm:prSet phldrT="[Text]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Any/all prerequisite tasks have been completed.</a:t>
          </a:r>
        </a:p>
      </dgm:t>
    </dgm:pt>
    <dgm:pt modelId="{F96AE0DC-32D2-4FC9-AC18-5B95D71D630F}" type="parTrans" cxnId="{330A9783-EB0F-4108-A6E3-C6828DCE6387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AAE5B3-1C3F-4731-BF97-1BB675F4637C}" type="sibTrans" cxnId="{330A9783-EB0F-4108-A6E3-C6828DCE6387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E1DEBC-B72D-4749-8F5E-6FD980FD3029}">
      <dgm:prSet phldrT="[Text]" custT="1"/>
      <dgm:spPr/>
      <dgm:t>
        <a:bodyPr/>
        <a:lstStyle/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Tasks start in a ‘Pending’ status which means:</a:t>
          </a:r>
        </a:p>
      </dgm:t>
    </dgm:pt>
    <dgm:pt modelId="{4E988887-A323-49DC-AB74-CCACF36E64D0}" type="parTrans" cxnId="{FF6671A5-7A2A-48A5-BA1E-F277DD0A8691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70840A2-5E83-4A31-8BFB-725C2BD21143}" type="sibTrans" cxnId="{FF6671A5-7A2A-48A5-BA1E-F277DD0A8691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B58F827-59B5-4A1C-868F-0162BD9D9535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The task status is </a:t>
          </a:r>
          <a:r>
            <a:rPr lang="en-US" i="1" u="non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automatically</a:t>
          </a: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updated to ‘Active’ once:</a:t>
          </a:r>
        </a:p>
      </dgm:t>
    </dgm:pt>
    <dgm:pt modelId="{15941B27-EB0C-4242-B66C-DF93A7693106}" type="parTrans" cxnId="{126E32AB-EAAD-421F-A721-5D44A030830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3A6EB9-0411-4E71-BADD-F08C1EEAF2D3}" type="sibTrans" cxnId="{126E32AB-EAAD-421F-A721-5D44A030830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0F256A-1D7D-4451-9E8B-62C9FA6B352A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The task is being worked on.</a:t>
          </a:r>
        </a:p>
      </dgm:t>
    </dgm:pt>
    <dgm:pt modelId="{B5342315-A082-4FCA-9211-0C90FED55041}" type="parTrans" cxnId="{8AABCC42-971D-486D-92CD-CEEF4788CAC9}">
      <dgm:prSet/>
      <dgm:spPr/>
      <dgm:t>
        <a:bodyPr/>
        <a:lstStyle/>
        <a:p>
          <a:endParaRPr lang="en-US"/>
        </a:p>
      </dgm:t>
    </dgm:pt>
    <dgm:pt modelId="{0346E924-C3EA-4505-80CE-761AF43AD180}" type="sibTrans" cxnId="{8AABCC42-971D-486D-92CD-CEEF4788CAC9}">
      <dgm:prSet/>
      <dgm:spPr/>
      <dgm:t>
        <a:bodyPr/>
        <a:lstStyle/>
        <a:p>
          <a:endParaRPr lang="en-US"/>
        </a:p>
      </dgm:t>
    </dgm:pt>
    <dgm:pt modelId="{AF16FAD7-E840-4393-AD69-AA1DC0D4C41B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The task status updates to ‘Complete’ when the task owner closes the task. </a:t>
          </a:r>
        </a:p>
      </dgm:t>
    </dgm:pt>
    <dgm:pt modelId="{A17BA1BA-98F1-4442-8392-C069F3991390}" type="parTrans" cxnId="{472AC8D2-18B6-4694-A423-ED606CA7210B}">
      <dgm:prSet/>
      <dgm:spPr/>
      <dgm:t>
        <a:bodyPr/>
        <a:lstStyle/>
        <a:p>
          <a:endParaRPr lang="en-US"/>
        </a:p>
      </dgm:t>
    </dgm:pt>
    <dgm:pt modelId="{516309B3-1BD1-4B2C-9B01-B052E26A9D51}" type="sibTrans" cxnId="{472AC8D2-18B6-4694-A423-ED606CA7210B}">
      <dgm:prSet/>
      <dgm:spPr/>
      <dgm:t>
        <a:bodyPr/>
        <a:lstStyle/>
        <a:p>
          <a:endParaRPr lang="en-US"/>
        </a:p>
      </dgm:t>
    </dgm:pt>
    <dgm:pt modelId="{FC779C40-1447-4F65-B942-1461C8168614}">
      <dgm:prSet phldrT="[Text]" custT="1"/>
      <dgm:spPr/>
      <dgm:t>
        <a:bodyPr/>
        <a:lstStyle/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The task start date is not yet confirmed.</a:t>
          </a:r>
        </a:p>
      </dgm:t>
    </dgm:pt>
    <dgm:pt modelId="{08CD6950-2B68-426D-B6F7-CC448DF128AF}" type="parTrans" cxnId="{79DD6A0F-9B5C-4F70-A54D-52AAB018F0A6}">
      <dgm:prSet/>
      <dgm:spPr/>
      <dgm:t>
        <a:bodyPr/>
        <a:lstStyle/>
        <a:p>
          <a:endParaRPr lang="en-US"/>
        </a:p>
      </dgm:t>
    </dgm:pt>
    <dgm:pt modelId="{7EC9CB2B-4F09-478C-81C8-E08493A989E1}" type="sibTrans" cxnId="{79DD6A0F-9B5C-4F70-A54D-52AAB018F0A6}">
      <dgm:prSet/>
      <dgm:spPr/>
      <dgm:t>
        <a:bodyPr/>
        <a:lstStyle/>
        <a:p>
          <a:endParaRPr lang="en-US"/>
        </a:p>
      </dgm:t>
    </dgm:pt>
    <dgm:pt modelId="{F64C778B-2A66-41CA-ACE7-041C0ECA6F25}" type="pres">
      <dgm:prSet presAssocID="{7E2CF4F6-9ABD-49C3-A70C-5B653AF11C18}" presName="linearFlow" presStyleCnt="0">
        <dgm:presLayoutVars>
          <dgm:dir/>
          <dgm:animLvl val="lvl"/>
          <dgm:resizeHandles val="exact"/>
        </dgm:presLayoutVars>
      </dgm:prSet>
      <dgm:spPr/>
    </dgm:pt>
    <dgm:pt modelId="{DD272225-55D3-438F-99F1-A0B2967CEF49}" type="pres">
      <dgm:prSet presAssocID="{92574213-EC9D-47F2-8ED8-3F5560151C15}" presName="composite" presStyleCnt="0"/>
      <dgm:spPr/>
    </dgm:pt>
    <dgm:pt modelId="{4E027E54-8648-490D-BC16-EE9A3D61F167}" type="pres">
      <dgm:prSet presAssocID="{92574213-EC9D-47F2-8ED8-3F5560151C15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8DAE4F48-6885-4160-B1AA-7CB9B845FFE6}" type="pres">
      <dgm:prSet presAssocID="{92574213-EC9D-47F2-8ED8-3F5560151C15}" presName="descendantText" presStyleLbl="alignAcc1" presStyleIdx="0" presStyleCnt="4">
        <dgm:presLayoutVars>
          <dgm:bulletEnabled val="1"/>
        </dgm:presLayoutVars>
      </dgm:prSet>
      <dgm:spPr/>
    </dgm:pt>
    <dgm:pt modelId="{13A86E43-74E1-4D42-9A2C-C0873D171726}" type="pres">
      <dgm:prSet presAssocID="{423CB090-B4C7-4693-8167-6A724FC01F4D}" presName="sp" presStyleCnt="0"/>
      <dgm:spPr/>
    </dgm:pt>
    <dgm:pt modelId="{0E04EEAF-C307-4E79-B046-135C5E02FAB0}" type="pres">
      <dgm:prSet presAssocID="{57D065AE-8A9B-4702-91B4-945C62E8C142}" presName="composite" presStyleCnt="0"/>
      <dgm:spPr/>
    </dgm:pt>
    <dgm:pt modelId="{47D08244-6572-42E2-A33E-A45569F63BA9}" type="pres">
      <dgm:prSet presAssocID="{57D065AE-8A9B-4702-91B4-945C62E8C142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21ECC120-D43D-4F19-8AEE-A338C349A77B}" type="pres">
      <dgm:prSet presAssocID="{57D065AE-8A9B-4702-91B4-945C62E8C142}" presName="descendantText" presStyleLbl="alignAcc1" presStyleIdx="1" presStyleCnt="4">
        <dgm:presLayoutVars>
          <dgm:bulletEnabled val="1"/>
        </dgm:presLayoutVars>
      </dgm:prSet>
      <dgm:spPr/>
    </dgm:pt>
    <dgm:pt modelId="{9449C0FA-BECD-4729-B48C-82F96095F62C}" type="pres">
      <dgm:prSet presAssocID="{F7C1F3BA-41BA-4F15-A4D2-C3046E0621FA}" presName="sp" presStyleCnt="0"/>
      <dgm:spPr/>
    </dgm:pt>
    <dgm:pt modelId="{F24A0E78-81A6-420B-9E9D-C51A00142A1B}" type="pres">
      <dgm:prSet presAssocID="{89EC5A21-3ADD-4892-9AC0-A76B549DA939}" presName="composite" presStyleCnt="0"/>
      <dgm:spPr/>
    </dgm:pt>
    <dgm:pt modelId="{15CCD617-4C9A-4525-9F85-40FA800031E1}" type="pres">
      <dgm:prSet presAssocID="{89EC5A21-3ADD-4892-9AC0-A76B549DA939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235A79FA-826C-47A8-8BA0-55A2F3B64EEA}" type="pres">
      <dgm:prSet presAssocID="{89EC5A21-3ADD-4892-9AC0-A76B549DA939}" presName="descendantText" presStyleLbl="alignAcc1" presStyleIdx="2" presStyleCnt="4">
        <dgm:presLayoutVars>
          <dgm:bulletEnabled val="1"/>
        </dgm:presLayoutVars>
      </dgm:prSet>
      <dgm:spPr/>
    </dgm:pt>
    <dgm:pt modelId="{2EEEBF6B-209E-4EF0-B5D7-4B5370737229}" type="pres">
      <dgm:prSet presAssocID="{B8681B44-0565-4884-8951-50127C266D5C}" presName="sp" presStyleCnt="0"/>
      <dgm:spPr/>
    </dgm:pt>
    <dgm:pt modelId="{EC0A5210-A062-4AFC-A1C8-3AD9C0E13AFE}" type="pres">
      <dgm:prSet presAssocID="{C33B91E5-263A-41C9-9C76-CAC46B677119}" presName="composite" presStyleCnt="0"/>
      <dgm:spPr/>
    </dgm:pt>
    <dgm:pt modelId="{50CF8D97-E9E3-4317-BD44-1DB3F3866D44}" type="pres">
      <dgm:prSet presAssocID="{C33B91E5-263A-41C9-9C76-CAC46B677119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83D5054D-6FB9-46DB-B546-140E52D4A395}" type="pres">
      <dgm:prSet presAssocID="{C33B91E5-263A-41C9-9C76-CAC46B677119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88424D09-3841-49CC-98BE-3E92D6632479}" srcId="{89EC5A21-3ADD-4892-9AC0-A76B549DA939}" destId="{DE9A93D6-5208-4412-A423-9552A9A99561}" srcOrd="1" destOrd="0" parTransId="{7DE50C23-B6C1-41F2-B66B-34776CB584B1}" sibTransId="{18243EEF-0B4E-48CF-98F7-75FDA91CE02E}"/>
    <dgm:cxn modelId="{6612C00A-8C32-4CC0-BCCD-05AE3E915BEA}" type="presOf" srcId="{FC779C40-1447-4F65-B942-1461C8168614}" destId="{8DAE4F48-6885-4160-B1AA-7CB9B845FFE6}" srcOrd="0" destOrd="2" presId="urn:microsoft.com/office/officeart/2005/8/layout/chevron2"/>
    <dgm:cxn modelId="{0D55CB0B-8E8D-47AF-A30C-81B789028119}" type="presOf" srcId="{DE9A93D6-5208-4412-A423-9552A9A99561}" destId="{235A79FA-826C-47A8-8BA0-55A2F3B64EEA}" srcOrd="0" destOrd="1" presId="urn:microsoft.com/office/officeart/2005/8/layout/chevron2"/>
    <dgm:cxn modelId="{79DD6A0F-9B5C-4F70-A54D-52AAB018F0A6}" srcId="{CCE1DEBC-B72D-4749-8F5E-6FD980FD3029}" destId="{FC779C40-1447-4F65-B942-1461C8168614}" srcOrd="0" destOrd="0" parTransId="{08CD6950-2B68-426D-B6F7-CC448DF128AF}" sibTransId="{7EC9CB2B-4F09-478C-81C8-E08493A989E1}"/>
    <dgm:cxn modelId="{2564C813-B19A-4A17-AC93-38FE3FFA2717}" type="presOf" srcId="{33502031-B77E-4A86-BD89-3035BF36817B}" destId="{21ECC120-D43D-4F19-8AEE-A338C349A77B}" srcOrd="0" destOrd="0" presId="urn:microsoft.com/office/officeart/2005/8/layout/chevron2"/>
    <dgm:cxn modelId="{35855E22-ED2F-4388-A9A1-623572339464}" srcId="{7E2CF4F6-9ABD-49C3-A70C-5B653AF11C18}" destId="{89EC5A21-3ADD-4892-9AC0-A76B549DA939}" srcOrd="2" destOrd="0" parTransId="{D4A31689-1E0C-4D40-A291-953928CE8B69}" sibTransId="{B8681B44-0565-4884-8951-50127C266D5C}"/>
    <dgm:cxn modelId="{3411E02D-C711-4A22-9D69-3E5FA419C39C}" type="presOf" srcId="{CB58F827-59B5-4A1C-868F-0162BD9D9535}" destId="{21ECC120-D43D-4F19-8AEE-A338C349A77B}" srcOrd="0" destOrd="1" presId="urn:microsoft.com/office/officeart/2005/8/layout/chevron2"/>
    <dgm:cxn modelId="{C9E6982F-5A1B-4156-AF2B-49A28834C8A1}" type="presOf" srcId="{AF16FAD7-E840-4393-AD69-AA1DC0D4C41B}" destId="{83D5054D-6FB9-46DB-B546-140E52D4A395}" srcOrd="0" destOrd="1" presId="urn:microsoft.com/office/officeart/2005/8/layout/chevron2"/>
    <dgm:cxn modelId="{A07CEA32-C15F-48D3-BC3B-8ADA74053DF6}" srcId="{57D065AE-8A9B-4702-91B4-945C62E8C142}" destId="{33502031-B77E-4A86-BD89-3035BF36817B}" srcOrd="0" destOrd="0" parTransId="{FDDFBFD5-C328-4290-80EE-1271FA3B31A1}" sibTransId="{350253C2-8D79-4D09-8309-8E331E44E286}"/>
    <dgm:cxn modelId="{36A53E5F-B349-4678-9E04-DF8F8528BD0D}" srcId="{92574213-EC9D-47F2-8ED8-3F5560151C15}" destId="{34D0B6DF-9796-4BED-9784-5E53533D6FE6}" srcOrd="2" destOrd="0" parTransId="{1583926D-ABC2-409D-AA53-7EB05D4DB798}" sibTransId="{2E3E5118-0FCD-477B-AF83-664AF1D90FC1}"/>
    <dgm:cxn modelId="{8AABCC42-971D-486D-92CD-CEEF4788CAC9}" srcId="{89EC5A21-3ADD-4892-9AC0-A76B549DA939}" destId="{CE0F256A-1D7D-4451-9E8B-62C9FA6B352A}" srcOrd="0" destOrd="0" parTransId="{B5342315-A082-4FCA-9211-0C90FED55041}" sibTransId="{0346E924-C3EA-4505-80CE-761AF43AD180}"/>
    <dgm:cxn modelId="{247B3448-4BF3-43BB-9C11-56197CB50991}" type="presOf" srcId="{70C251D7-C570-415E-8655-C0DDB14B316D}" destId="{21ECC120-D43D-4F19-8AEE-A338C349A77B}" srcOrd="0" destOrd="3" presId="urn:microsoft.com/office/officeart/2005/8/layout/chevron2"/>
    <dgm:cxn modelId="{FF01A052-114E-460D-8C2B-A52DB581DC56}" type="presOf" srcId="{CE0F256A-1D7D-4451-9E8B-62C9FA6B352A}" destId="{235A79FA-826C-47A8-8BA0-55A2F3B64EEA}" srcOrd="0" destOrd="0" presId="urn:microsoft.com/office/officeart/2005/8/layout/chevron2"/>
    <dgm:cxn modelId="{40DAE87E-1898-4EAE-89A7-F7DAEA84F067}" type="presOf" srcId="{D5555BBE-C83C-440E-9592-3AF162838FDF}" destId="{83D5054D-6FB9-46DB-B546-140E52D4A395}" srcOrd="0" destOrd="0" presId="urn:microsoft.com/office/officeart/2005/8/layout/chevron2"/>
    <dgm:cxn modelId="{C16D1A80-77B7-4B74-88D9-D77F0FA9B14B}" type="presOf" srcId="{2F3F1493-C880-41C3-AD51-8FFADF441AB7}" destId="{8DAE4F48-6885-4160-B1AA-7CB9B845FFE6}" srcOrd="0" destOrd="0" presId="urn:microsoft.com/office/officeart/2005/8/layout/chevron2"/>
    <dgm:cxn modelId="{15244082-1CAD-4CCF-A619-F7167B321CC0}" type="presOf" srcId="{C33B91E5-263A-41C9-9C76-CAC46B677119}" destId="{50CF8D97-E9E3-4317-BD44-1DB3F3866D44}" srcOrd="0" destOrd="0" presId="urn:microsoft.com/office/officeart/2005/8/layout/chevron2"/>
    <dgm:cxn modelId="{330A9783-EB0F-4108-A6E3-C6828DCE6387}" srcId="{CB58F827-59B5-4A1C-868F-0162BD9D9535}" destId="{70C251D7-C570-415E-8655-C0DDB14B316D}" srcOrd="1" destOrd="0" parTransId="{F96AE0DC-32D2-4FC9-AC18-5B95D71D630F}" sibTransId="{49AAE5B3-1C3F-4731-BF97-1BB675F4637C}"/>
    <dgm:cxn modelId="{43AD898B-1BC4-4153-9ABD-776B41FC21F0}" type="presOf" srcId="{57D065AE-8A9B-4702-91B4-945C62E8C142}" destId="{47D08244-6572-42E2-A33E-A45569F63BA9}" srcOrd="0" destOrd="0" presId="urn:microsoft.com/office/officeart/2005/8/layout/chevron2"/>
    <dgm:cxn modelId="{7380C19C-A918-461D-80B7-AEDEB513FDE8}" srcId="{7E2CF4F6-9ABD-49C3-A70C-5B653AF11C18}" destId="{92574213-EC9D-47F2-8ED8-3F5560151C15}" srcOrd="0" destOrd="0" parTransId="{0B03561A-5F66-4236-961A-69F133B09FC0}" sibTransId="{423CB090-B4C7-4693-8167-6A724FC01F4D}"/>
    <dgm:cxn modelId="{6646C59F-88E3-4BEA-8646-3799107892D8}" type="presOf" srcId="{34D0B6DF-9796-4BED-9784-5E53533D6FE6}" destId="{8DAE4F48-6885-4160-B1AA-7CB9B845FFE6}" srcOrd="0" destOrd="3" presId="urn:microsoft.com/office/officeart/2005/8/layout/chevron2"/>
    <dgm:cxn modelId="{FF6671A5-7A2A-48A5-BA1E-F277DD0A8691}" srcId="{92574213-EC9D-47F2-8ED8-3F5560151C15}" destId="{CCE1DEBC-B72D-4749-8F5E-6FD980FD3029}" srcOrd="1" destOrd="0" parTransId="{4E988887-A323-49DC-AB74-CCACF36E64D0}" sibTransId="{A70840A2-5E83-4A31-8BFB-725C2BD21143}"/>
    <dgm:cxn modelId="{ED9322A7-C01B-47BE-8816-966CB5A35038}" srcId="{92574213-EC9D-47F2-8ED8-3F5560151C15}" destId="{2F3F1493-C880-41C3-AD51-8FFADF441AB7}" srcOrd="0" destOrd="0" parTransId="{3D8ABCA0-A0DE-46CF-A88C-7A47C96CECD6}" sibTransId="{EDDD9572-2051-4B49-9C06-1FE737C97F33}"/>
    <dgm:cxn modelId="{126E32AB-EAAD-421F-A721-5D44A0308305}" srcId="{57D065AE-8A9B-4702-91B4-945C62E8C142}" destId="{CB58F827-59B5-4A1C-868F-0162BD9D9535}" srcOrd="1" destOrd="0" parTransId="{15941B27-EB0C-4242-B66C-DF93A7693106}" sibTransId="{543A6EB9-0411-4E71-BADD-F08C1EEAF2D3}"/>
    <dgm:cxn modelId="{C61691B1-1B9F-405D-89A1-038896E52DE7}" srcId="{7E2CF4F6-9ABD-49C3-A70C-5B653AF11C18}" destId="{C33B91E5-263A-41C9-9C76-CAC46B677119}" srcOrd="3" destOrd="0" parTransId="{8C373CDD-CFBC-49AA-99B2-7B26245B032B}" sibTransId="{02870D23-34EE-40FA-B480-4636D18A741A}"/>
    <dgm:cxn modelId="{CBB7BABC-4807-487B-9FAD-2AFBBA8EF771}" type="presOf" srcId="{89EC5A21-3ADD-4892-9AC0-A76B549DA939}" destId="{15CCD617-4C9A-4525-9F85-40FA800031E1}" srcOrd="0" destOrd="0" presId="urn:microsoft.com/office/officeart/2005/8/layout/chevron2"/>
    <dgm:cxn modelId="{50B854BD-1587-42D0-9833-C1F53DDEF41C}" srcId="{C33B91E5-263A-41C9-9C76-CAC46B677119}" destId="{D5555BBE-C83C-440E-9592-3AF162838FDF}" srcOrd="0" destOrd="0" parTransId="{84D469C2-0216-49BA-9148-37E2906F89DD}" sibTransId="{90F9DA1E-A9ED-478B-9FAE-0D22D54F9418}"/>
    <dgm:cxn modelId="{A44AC2CA-3471-4FD0-A7D1-D51E8A60EC89}" srcId="{CB58F827-59B5-4A1C-868F-0162BD9D9535}" destId="{F917358B-274C-4F59-B6F6-2FC17683BDC1}" srcOrd="0" destOrd="0" parTransId="{4EDE152B-04CD-41AA-9BCB-D5E5224F49EC}" sibTransId="{CE715602-0797-48C8-82AB-31406766FDC1}"/>
    <dgm:cxn modelId="{472AC8D2-18B6-4694-A423-ED606CA7210B}" srcId="{C33B91E5-263A-41C9-9C76-CAC46B677119}" destId="{AF16FAD7-E840-4393-AD69-AA1DC0D4C41B}" srcOrd="1" destOrd="0" parTransId="{A17BA1BA-98F1-4442-8392-C069F3991390}" sibTransId="{516309B3-1BD1-4B2C-9B01-B052E26A9D51}"/>
    <dgm:cxn modelId="{0F8654E6-B097-488B-95D9-79846020D1B7}" type="presOf" srcId="{92574213-EC9D-47F2-8ED8-3F5560151C15}" destId="{4E027E54-8648-490D-BC16-EE9A3D61F167}" srcOrd="0" destOrd="0" presId="urn:microsoft.com/office/officeart/2005/8/layout/chevron2"/>
    <dgm:cxn modelId="{7C2991EA-661B-4B05-A7AE-5F8EC62008CD}" type="presOf" srcId="{F917358B-274C-4F59-B6F6-2FC17683BDC1}" destId="{21ECC120-D43D-4F19-8AEE-A338C349A77B}" srcOrd="0" destOrd="2" presId="urn:microsoft.com/office/officeart/2005/8/layout/chevron2"/>
    <dgm:cxn modelId="{30D3C3FA-A9A5-43A2-A26C-14EE1C3FD1C1}" srcId="{7E2CF4F6-9ABD-49C3-A70C-5B653AF11C18}" destId="{57D065AE-8A9B-4702-91B4-945C62E8C142}" srcOrd="1" destOrd="0" parTransId="{D4373667-118B-475C-B305-88DA57EBF6EB}" sibTransId="{F7C1F3BA-41BA-4F15-A4D2-C3046E0621FA}"/>
    <dgm:cxn modelId="{F6FDBEFE-0755-4215-A46E-640CF180E240}" type="presOf" srcId="{7E2CF4F6-9ABD-49C3-A70C-5B653AF11C18}" destId="{F64C778B-2A66-41CA-ACE7-041C0ECA6F25}" srcOrd="0" destOrd="0" presId="urn:microsoft.com/office/officeart/2005/8/layout/chevron2"/>
    <dgm:cxn modelId="{83E92FFF-AFF8-432D-870F-E987E92BD94F}" type="presOf" srcId="{CCE1DEBC-B72D-4749-8F5E-6FD980FD3029}" destId="{8DAE4F48-6885-4160-B1AA-7CB9B845FFE6}" srcOrd="0" destOrd="1" presId="urn:microsoft.com/office/officeart/2005/8/layout/chevron2"/>
    <dgm:cxn modelId="{0792D059-6B15-485C-B55F-02A2C2213515}" type="presParOf" srcId="{F64C778B-2A66-41CA-ACE7-041C0ECA6F25}" destId="{DD272225-55D3-438F-99F1-A0B2967CEF49}" srcOrd="0" destOrd="0" presId="urn:microsoft.com/office/officeart/2005/8/layout/chevron2"/>
    <dgm:cxn modelId="{3FEC6674-1133-4FE2-931A-B8AF706206E5}" type="presParOf" srcId="{DD272225-55D3-438F-99F1-A0B2967CEF49}" destId="{4E027E54-8648-490D-BC16-EE9A3D61F167}" srcOrd="0" destOrd="0" presId="urn:microsoft.com/office/officeart/2005/8/layout/chevron2"/>
    <dgm:cxn modelId="{DAE103A7-D1BD-4C4E-98ED-BD1A9568688B}" type="presParOf" srcId="{DD272225-55D3-438F-99F1-A0B2967CEF49}" destId="{8DAE4F48-6885-4160-B1AA-7CB9B845FFE6}" srcOrd="1" destOrd="0" presId="urn:microsoft.com/office/officeart/2005/8/layout/chevron2"/>
    <dgm:cxn modelId="{DB2169E3-192A-4B35-8CF9-D0523C85A535}" type="presParOf" srcId="{F64C778B-2A66-41CA-ACE7-041C0ECA6F25}" destId="{13A86E43-74E1-4D42-9A2C-C0873D171726}" srcOrd="1" destOrd="0" presId="urn:microsoft.com/office/officeart/2005/8/layout/chevron2"/>
    <dgm:cxn modelId="{9BB73581-8EA2-4FEF-8107-1BB2EC037AA1}" type="presParOf" srcId="{F64C778B-2A66-41CA-ACE7-041C0ECA6F25}" destId="{0E04EEAF-C307-4E79-B046-135C5E02FAB0}" srcOrd="2" destOrd="0" presId="urn:microsoft.com/office/officeart/2005/8/layout/chevron2"/>
    <dgm:cxn modelId="{95A33333-4B50-4EE9-808B-EE35DEDA991E}" type="presParOf" srcId="{0E04EEAF-C307-4E79-B046-135C5E02FAB0}" destId="{47D08244-6572-42E2-A33E-A45569F63BA9}" srcOrd="0" destOrd="0" presId="urn:microsoft.com/office/officeart/2005/8/layout/chevron2"/>
    <dgm:cxn modelId="{4D298BE9-8E2C-44AD-9C6B-36566274BCCA}" type="presParOf" srcId="{0E04EEAF-C307-4E79-B046-135C5E02FAB0}" destId="{21ECC120-D43D-4F19-8AEE-A338C349A77B}" srcOrd="1" destOrd="0" presId="urn:microsoft.com/office/officeart/2005/8/layout/chevron2"/>
    <dgm:cxn modelId="{1DD5AF41-8974-47D0-A537-4FA37DBC8CE9}" type="presParOf" srcId="{F64C778B-2A66-41CA-ACE7-041C0ECA6F25}" destId="{9449C0FA-BECD-4729-B48C-82F96095F62C}" srcOrd="3" destOrd="0" presId="urn:microsoft.com/office/officeart/2005/8/layout/chevron2"/>
    <dgm:cxn modelId="{1EF9CF1F-51D3-4DCC-89D5-6DB3DB1A2E2B}" type="presParOf" srcId="{F64C778B-2A66-41CA-ACE7-041C0ECA6F25}" destId="{F24A0E78-81A6-420B-9E9D-C51A00142A1B}" srcOrd="4" destOrd="0" presId="urn:microsoft.com/office/officeart/2005/8/layout/chevron2"/>
    <dgm:cxn modelId="{111239F3-1647-4D47-85E0-3F7C1A8F7D92}" type="presParOf" srcId="{F24A0E78-81A6-420B-9E9D-C51A00142A1B}" destId="{15CCD617-4C9A-4525-9F85-40FA800031E1}" srcOrd="0" destOrd="0" presId="urn:microsoft.com/office/officeart/2005/8/layout/chevron2"/>
    <dgm:cxn modelId="{16667DC3-1687-47F7-90F6-F74873E8AF9B}" type="presParOf" srcId="{F24A0E78-81A6-420B-9E9D-C51A00142A1B}" destId="{235A79FA-826C-47A8-8BA0-55A2F3B64EEA}" srcOrd="1" destOrd="0" presId="urn:microsoft.com/office/officeart/2005/8/layout/chevron2"/>
    <dgm:cxn modelId="{4EBA3E22-AF99-47DB-B09D-F164B79686EB}" type="presParOf" srcId="{F64C778B-2A66-41CA-ACE7-041C0ECA6F25}" destId="{2EEEBF6B-209E-4EF0-B5D7-4B5370737229}" srcOrd="5" destOrd="0" presId="urn:microsoft.com/office/officeart/2005/8/layout/chevron2"/>
    <dgm:cxn modelId="{C41FDC59-6898-42C2-B07E-35FEC2EA38C5}" type="presParOf" srcId="{F64C778B-2A66-41CA-ACE7-041C0ECA6F25}" destId="{EC0A5210-A062-4AFC-A1C8-3AD9C0E13AFE}" srcOrd="6" destOrd="0" presId="urn:microsoft.com/office/officeart/2005/8/layout/chevron2"/>
    <dgm:cxn modelId="{636499DE-3C78-4979-891B-6121AE09669E}" type="presParOf" srcId="{EC0A5210-A062-4AFC-A1C8-3AD9C0E13AFE}" destId="{50CF8D97-E9E3-4317-BD44-1DB3F3866D44}" srcOrd="0" destOrd="0" presId="urn:microsoft.com/office/officeart/2005/8/layout/chevron2"/>
    <dgm:cxn modelId="{5EDE0E1A-4B3A-4977-8658-988E96B1A4D2}" type="presParOf" srcId="{EC0A5210-A062-4AFC-A1C8-3AD9C0E13AFE}" destId="{83D5054D-6FB9-46DB-B546-140E52D4A39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87CC09-AEB2-43F0-92FE-BD63C9EF7DA9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812AC6-E8DE-4D0D-B427-6633CB55B8E3}">
      <dgm:prSet phldrT="[Text]" custT="1"/>
      <dgm:spPr>
        <a:solidFill>
          <a:srgbClr val="25646A"/>
        </a:solidFill>
      </dgm:spPr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Move In</a:t>
          </a:r>
        </a:p>
      </dgm:t>
    </dgm:pt>
    <dgm:pt modelId="{1FC14CE0-9259-4F47-BC91-2F703E284368}" type="parTrans" cxnId="{74290D73-DDE2-4525-9CC2-666EF0F7D520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87007C1-A063-4571-B109-117DB3FE17E9}" type="sibTrans" cxnId="{74290D73-DDE2-4525-9CC2-666EF0F7D520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AB58FD-45A2-4710-BF90-E7E81E1E140B}">
      <dgm:prSet phldrT="[Text]" custT="1"/>
      <dgm:spPr>
        <a:solidFill>
          <a:srgbClr val="25646A"/>
        </a:solidFill>
      </dgm:spPr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Tenancy </a:t>
          </a:r>
        </a:p>
      </dgm:t>
    </dgm:pt>
    <dgm:pt modelId="{FA819D62-6BF1-4D16-8294-7083AC1D6C71}" type="parTrans" cxnId="{FC0F4D43-59E5-464D-814B-0095CBFA63D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08E702-16B9-482B-9A8F-770B9870E700}" type="sibTrans" cxnId="{FC0F4D43-59E5-464D-814B-0095CBFA63DC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75A71F-401E-4FC2-A3C7-EC38474DD122}">
      <dgm:prSet phldrT="[Text]" custT="1"/>
      <dgm:spPr>
        <a:solidFill>
          <a:srgbClr val="65BCAC"/>
        </a:solidFill>
      </dgm:spPr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End of Tenancy</a:t>
          </a:r>
        </a:p>
      </dgm:t>
    </dgm:pt>
    <dgm:pt modelId="{2939F32F-39ED-4157-972E-3905AB8A48E0}" type="parTrans" cxnId="{D00A6E1F-9254-48E9-A7CA-04CBB392682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D69941-D28B-445C-953C-C7364445FC1E}" type="sibTrans" cxnId="{D00A6E1F-9254-48E9-A7CA-04CBB392682C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E895A4-4240-45C2-81AC-40C9BA1C7D2B}">
      <dgm:prSet phldrT="[Text]" custT="1"/>
      <dgm:spPr>
        <a:solidFill>
          <a:srgbClr val="25646A"/>
        </a:solidFill>
      </dgm:spPr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Lead</a:t>
          </a:r>
        </a:p>
      </dgm:t>
    </dgm:pt>
    <dgm:pt modelId="{6ADA8C93-3298-4FE0-A004-79BDF2F4BA80}" type="parTrans" cxnId="{78914719-CAF5-4483-84C3-8EFF1C3DF78F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47CC42-3A49-47B3-96F5-547A867D4C00}" type="sibTrans" cxnId="{78914719-CAF5-4483-84C3-8EFF1C3DF78F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CE42FC-166C-4C88-8D18-8851861D709A}">
      <dgm:prSet phldrT="[Text]" custT="1"/>
      <dgm:spPr>
        <a:solidFill>
          <a:srgbClr val="25646A"/>
        </a:solidFill>
      </dgm:spPr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Opportunity</a:t>
          </a:r>
        </a:p>
      </dgm:t>
    </dgm:pt>
    <dgm:pt modelId="{27BF3065-5994-4BE9-8F45-91F1DCDF9752}" type="parTrans" cxnId="{DF63BD02-3818-4064-BE41-94202DC9FC3E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1B49CE-F9A8-476F-808B-77CF04E8F9DC}" type="sibTrans" cxnId="{DF63BD02-3818-4064-BE41-94202DC9FC3E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D7C4ED-5565-422D-B84C-B0E46D7AF228}" type="pres">
      <dgm:prSet presAssocID="{4987CC09-AEB2-43F0-92FE-BD63C9EF7DA9}" presName="cycle" presStyleCnt="0">
        <dgm:presLayoutVars>
          <dgm:dir/>
          <dgm:resizeHandles val="exact"/>
        </dgm:presLayoutVars>
      </dgm:prSet>
      <dgm:spPr/>
    </dgm:pt>
    <dgm:pt modelId="{D41306DD-D479-4FAC-9651-1FFE2B2B900F}" type="pres">
      <dgm:prSet presAssocID="{52812AC6-E8DE-4D0D-B427-6633CB55B8E3}" presName="node" presStyleLbl="node1" presStyleIdx="0" presStyleCnt="5">
        <dgm:presLayoutVars>
          <dgm:bulletEnabled val="1"/>
        </dgm:presLayoutVars>
      </dgm:prSet>
      <dgm:spPr/>
    </dgm:pt>
    <dgm:pt modelId="{3FA33A60-784B-4621-9CFB-4FCBFB84212C}" type="pres">
      <dgm:prSet presAssocID="{487007C1-A063-4571-B109-117DB3FE17E9}" presName="sibTrans" presStyleLbl="sibTrans2D1" presStyleIdx="0" presStyleCnt="5"/>
      <dgm:spPr/>
    </dgm:pt>
    <dgm:pt modelId="{3C946704-22A4-4999-A5FF-01CAA6F6A610}" type="pres">
      <dgm:prSet presAssocID="{487007C1-A063-4571-B109-117DB3FE17E9}" presName="connectorText" presStyleLbl="sibTrans2D1" presStyleIdx="0" presStyleCnt="5"/>
      <dgm:spPr/>
    </dgm:pt>
    <dgm:pt modelId="{FC05A254-9465-489B-AC06-43C397AC8D14}" type="pres">
      <dgm:prSet presAssocID="{68AB58FD-45A2-4710-BF90-E7E81E1E140B}" presName="node" presStyleLbl="node1" presStyleIdx="1" presStyleCnt="5">
        <dgm:presLayoutVars>
          <dgm:bulletEnabled val="1"/>
        </dgm:presLayoutVars>
      </dgm:prSet>
      <dgm:spPr/>
    </dgm:pt>
    <dgm:pt modelId="{DAE0AF00-2BBA-4857-A9A2-92971236DFBA}" type="pres">
      <dgm:prSet presAssocID="{1508E702-16B9-482B-9A8F-770B9870E700}" presName="sibTrans" presStyleLbl="sibTrans2D1" presStyleIdx="1" presStyleCnt="5"/>
      <dgm:spPr/>
    </dgm:pt>
    <dgm:pt modelId="{CB99DE3A-3548-4CAB-940C-723E3D3EB785}" type="pres">
      <dgm:prSet presAssocID="{1508E702-16B9-482B-9A8F-770B9870E700}" presName="connectorText" presStyleLbl="sibTrans2D1" presStyleIdx="1" presStyleCnt="5"/>
      <dgm:spPr/>
    </dgm:pt>
    <dgm:pt modelId="{A78C70D9-4A7F-42B9-A8B6-17FF19A0C44F}" type="pres">
      <dgm:prSet presAssocID="{8B75A71F-401E-4FC2-A3C7-EC38474DD122}" presName="node" presStyleLbl="node1" presStyleIdx="2" presStyleCnt="5">
        <dgm:presLayoutVars>
          <dgm:bulletEnabled val="1"/>
        </dgm:presLayoutVars>
      </dgm:prSet>
      <dgm:spPr/>
    </dgm:pt>
    <dgm:pt modelId="{98A57B61-0E41-4711-AF61-17B1CA5A5EFD}" type="pres">
      <dgm:prSet presAssocID="{AFD69941-D28B-445C-953C-C7364445FC1E}" presName="sibTrans" presStyleLbl="sibTrans2D1" presStyleIdx="2" presStyleCnt="5"/>
      <dgm:spPr/>
    </dgm:pt>
    <dgm:pt modelId="{B27105BF-73D0-4F83-9249-250654CF55F1}" type="pres">
      <dgm:prSet presAssocID="{AFD69941-D28B-445C-953C-C7364445FC1E}" presName="connectorText" presStyleLbl="sibTrans2D1" presStyleIdx="2" presStyleCnt="5"/>
      <dgm:spPr/>
    </dgm:pt>
    <dgm:pt modelId="{1C369162-F4D0-4DD5-9948-B2445FFBD35A}" type="pres">
      <dgm:prSet presAssocID="{B1E895A4-4240-45C2-81AC-40C9BA1C7D2B}" presName="node" presStyleLbl="node1" presStyleIdx="3" presStyleCnt="5">
        <dgm:presLayoutVars>
          <dgm:bulletEnabled val="1"/>
        </dgm:presLayoutVars>
      </dgm:prSet>
      <dgm:spPr/>
    </dgm:pt>
    <dgm:pt modelId="{DAD94AA5-6AEC-471A-9189-736FBCD9DE96}" type="pres">
      <dgm:prSet presAssocID="{9C47CC42-3A49-47B3-96F5-547A867D4C00}" presName="sibTrans" presStyleLbl="sibTrans2D1" presStyleIdx="3" presStyleCnt="5"/>
      <dgm:spPr/>
    </dgm:pt>
    <dgm:pt modelId="{F1A50089-8CD8-4CD4-9FE8-378EABDF8F39}" type="pres">
      <dgm:prSet presAssocID="{9C47CC42-3A49-47B3-96F5-547A867D4C00}" presName="connectorText" presStyleLbl="sibTrans2D1" presStyleIdx="3" presStyleCnt="5"/>
      <dgm:spPr/>
    </dgm:pt>
    <dgm:pt modelId="{9F66E996-A11C-467E-AED0-7F3C142999B0}" type="pres">
      <dgm:prSet presAssocID="{1ACE42FC-166C-4C88-8D18-8851861D709A}" presName="node" presStyleLbl="node1" presStyleIdx="4" presStyleCnt="5">
        <dgm:presLayoutVars>
          <dgm:bulletEnabled val="1"/>
        </dgm:presLayoutVars>
      </dgm:prSet>
      <dgm:spPr/>
    </dgm:pt>
    <dgm:pt modelId="{0B70B6CB-9ECD-4827-B153-FF3CD39E5510}" type="pres">
      <dgm:prSet presAssocID="{3C1B49CE-F9A8-476F-808B-77CF04E8F9DC}" presName="sibTrans" presStyleLbl="sibTrans2D1" presStyleIdx="4" presStyleCnt="5"/>
      <dgm:spPr/>
    </dgm:pt>
    <dgm:pt modelId="{D4450884-E5A5-4D85-8F84-510663610CB9}" type="pres">
      <dgm:prSet presAssocID="{3C1B49CE-F9A8-476F-808B-77CF04E8F9DC}" presName="connectorText" presStyleLbl="sibTrans2D1" presStyleIdx="4" presStyleCnt="5"/>
      <dgm:spPr/>
    </dgm:pt>
  </dgm:ptLst>
  <dgm:cxnLst>
    <dgm:cxn modelId="{DF63BD02-3818-4064-BE41-94202DC9FC3E}" srcId="{4987CC09-AEB2-43F0-92FE-BD63C9EF7DA9}" destId="{1ACE42FC-166C-4C88-8D18-8851861D709A}" srcOrd="4" destOrd="0" parTransId="{27BF3065-5994-4BE9-8F45-91F1DCDF9752}" sibTransId="{3C1B49CE-F9A8-476F-808B-77CF04E8F9DC}"/>
    <dgm:cxn modelId="{19638317-5F1D-4C00-8FB8-AF064F16BFB5}" type="presOf" srcId="{9C47CC42-3A49-47B3-96F5-547A867D4C00}" destId="{F1A50089-8CD8-4CD4-9FE8-378EABDF8F39}" srcOrd="1" destOrd="0" presId="urn:microsoft.com/office/officeart/2005/8/layout/cycle2"/>
    <dgm:cxn modelId="{78914719-CAF5-4483-84C3-8EFF1C3DF78F}" srcId="{4987CC09-AEB2-43F0-92FE-BD63C9EF7DA9}" destId="{B1E895A4-4240-45C2-81AC-40C9BA1C7D2B}" srcOrd="3" destOrd="0" parTransId="{6ADA8C93-3298-4FE0-A004-79BDF2F4BA80}" sibTransId="{9C47CC42-3A49-47B3-96F5-547A867D4C00}"/>
    <dgm:cxn modelId="{C960BA1E-1ED0-4D32-A33B-9FEB3A30EF0A}" type="presOf" srcId="{9C47CC42-3A49-47B3-96F5-547A867D4C00}" destId="{DAD94AA5-6AEC-471A-9189-736FBCD9DE96}" srcOrd="0" destOrd="0" presId="urn:microsoft.com/office/officeart/2005/8/layout/cycle2"/>
    <dgm:cxn modelId="{1FB8301F-3BE8-445D-AD3B-E951B127BDD5}" type="presOf" srcId="{52812AC6-E8DE-4D0D-B427-6633CB55B8E3}" destId="{D41306DD-D479-4FAC-9651-1FFE2B2B900F}" srcOrd="0" destOrd="0" presId="urn:microsoft.com/office/officeart/2005/8/layout/cycle2"/>
    <dgm:cxn modelId="{D00A6E1F-9254-48E9-A7CA-04CBB392682C}" srcId="{4987CC09-AEB2-43F0-92FE-BD63C9EF7DA9}" destId="{8B75A71F-401E-4FC2-A3C7-EC38474DD122}" srcOrd="2" destOrd="0" parTransId="{2939F32F-39ED-4157-972E-3905AB8A48E0}" sibTransId="{AFD69941-D28B-445C-953C-C7364445FC1E}"/>
    <dgm:cxn modelId="{0ED0F95F-A70E-4698-9C7F-F0DDFC23580A}" type="presOf" srcId="{1ACE42FC-166C-4C88-8D18-8851861D709A}" destId="{9F66E996-A11C-467E-AED0-7F3C142999B0}" srcOrd="0" destOrd="0" presId="urn:microsoft.com/office/officeart/2005/8/layout/cycle2"/>
    <dgm:cxn modelId="{FC0F4D43-59E5-464D-814B-0095CBFA63DC}" srcId="{4987CC09-AEB2-43F0-92FE-BD63C9EF7DA9}" destId="{68AB58FD-45A2-4710-BF90-E7E81E1E140B}" srcOrd="1" destOrd="0" parTransId="{FA819D62-6BF1-4D16-8294-7083AC1D6C71}" sibTransId="{1508E702-16B9-482B-9A8F-770B9870E700}"/>
    <dgm:cxn modelId="{C79CFE43-CDF6-4083-97E7-5C74D6B757EE}" type="presOf" srcId="{4987CC09-AEB2-43F0-92FE-BD63C9EF7DA9}" destId="{E8D7C4ED-5565-422D-B84C-B0E46D7AF228}" srcOrd="0" destOrd="0" presId="urn:microsoft.com/office/officeart/2005/8/layout/cycle2"/>
    <dgm:cxn modelId="{95207948-6C96-4DB3-A9DE-536988D86DC9}" type="presOf" srcId="{8B75A71F-401E-4FC2-A3C7-EC38474DD122}" destId="{A78C70D9-4A7F-42B9-A8B6-17FF19A0C44F}" srcOrd="0" destOrd="0" presId="urn:microsoft.com/office/officeart/2005/8/layout/cycle2"/>
    <dgm:cxn modelId="{B6F3716E-536A-4121-A135-6DA8605ADCC6}" type="presOf" srcId="{1508E702-16B9-482B-9A8F-770B9870E700}" destId="{CB99DE3A-3548-4CAB-940C-723E3D3EB785}" srcOrd="1" destOrd="0" presId="urn:microsoft.com/office/officeart/2005/8/layout/cycle2"/>
    <dgm:cxn modelId="{74290D73-DDE2-4525-9CC2-666EF0F7D520}" srcId="{4987CC09-AEB2-43F0-92FE-BD63C9EF7DA9}" destId="{52812AC6-E8DE-4D0D-B427-6633CB55B8E3}" srcOrd="0" destOrd="0" parTransId="{1FC14CE0-9259-4F47-BC91-2F703E284368}" sibTransId="{487007C1-A063-4571-B109-117DB3FE17E9}"/>
    <dgm:cxn modelId="{98C3DA73-778D-4DF4-8C67-0E864023A199}" type="presOf" srcId="{AFD69941-D28B-445C-953C-C7364445FC1E}" destId="{B27105BF-73D0-4F83-9249-250654CF55F1}" srcOrd="1" destOrd="0" presId="urn:microsoft.com/office/officeart/2005/8/layout/cycle2"/>
    <dgm:cxn modelId="{070AE58E-D29E-4931-B907-9E8A0C72006C}" type="presOf" srcId="{68AB58FD-45A2-4710-BF90-E7E81E1E140B}" destId="{FC05A254-9465-489B-AC06-43C397AC8D14}" srcOrd="0" destOrd="0" presId="urn:microsoft.com/office/officeart/2005/8/layout/cycle2"/>
    <dgm:cxn modelId="{3D47EDA7-74EA-46BA-9F76-7D3BB2D5CC7C}" type="presOf" srcId="{AFD69941-D28B-445C-953C-C7364445FC1E}" destId="{98A57B61-0E41-4711-AF61-17B1CA5A5EFD}" srcOrd="0" destOrd="0" presId="urn:microsoft.com/office/officeart/2005/8/layout/cycle2"/>
    <dgm:cxn modelId="{D18D55AF-0767-45E1-BE19-6D41C8BE35F1}" type="presOf" srcId="{B1E895A4-4240-45C2-81AC-40C9BA1C7D2B}" destId="{1C369162-F4D0-4DD5-9948-B2445FFBD35A}" srcOrd="0" destOrd="0" presId="urn:microsoft.com/office/officeart/2005/8/layout/cycle2"/>
    <dgm:cxn modelId="{EF6AB9B7-FD79-4AE8-8245-10CCA0A376EA}" type="presOf" srcId="{487007C1-A063-4571-B109-117DB3FE17E9}" destId="{3C946704-22A4-4999-A5FF-01CAA6F6A610}" srcOrd="1" destOrd="0" presId="urn:microsoft.com/office/officeart/2005/8/layout/cycle2"/>
    <dgm:cxn modelId="{B63C7ADB-CBDB-4DE2-A8AD-696E45439323}" type="presOf" srcId="{3C1B49CE-F9A8-476F-808B-77CF04E8F9DC}" destId="{0B70B6CB-9ECD-4827-B153-FF3CD39E5510}" srcOrd="0" destOrd="0" presId="urn:microsoft.com/office/officeart/2005/8/layout/cycle2"/>
    <dgm:cxn modelId="{06F956E2-503C-4501-AB12-1A0A9AC4577D}" type="presOf" srcId="{487007C1-A063-4571-B109-117DB3FE17E9}" destId="{3FA33A60-784B-4621-9CFB-4FCBFB84212C}" srcOrd="0" destOrd="0" presId="urn:microsoft.com/office/officeart/2005/8/layout/cycle2"/>
    <dgm:cxn modelId="{4F46AEE4-5395-4843-8494-B7BCD6864D3C}" type="presOf" srcId="{1508E702-16B9-482B-9A8F-770B9870E700}" destId="{DAE0AF00-2BBA-4857-A9A2-92971236DFBA}" srcOrd="0" destOrd="0" presId="urn:microsoft.com/office/officeart/2005/8/layout/cycle2"/>
    <dgm:cxn modelId="{DFB6FDF8-081F-4BE6-A385-F4F531000A1F}" type="presOf" srcId="{3C1B49CE-F9A8-476F-808B-77CF04E8F9DC}" destId="{D4450884-E5A5-4D85-8F84-510663610CB9}" srcOrd="1" destOrd="0" presId="urn:microsoft.com/office/officeart/2005/8/layout/cycle2"/>
    <dgm:cxn modelId="{F1958552-3B85-40DC-818F-1F02F04E82A5}" type="presParOf" srcId="{E8D7C4ED-5565-422D-B84C-B0E46D7AF228}" destId="{D41306DD-D479-4FAC-9651-1FFE2B2B900F}" srcOrd="0" destOrd="0" presId="urn:microsoft.com/office/officeart/2005/8/layout/cycle2"/>
    <dgm:cxn modelId="{58E9347B-1949-40D4-BF37-584D6816DCB0}" type="presParOf" srcId="{E8D7C4ED-5565-422D-B84C-B0E46D7AF228}" destId="{3FA33A60-784B-4621-9CFB-4FCBFB84212C}" srcOrd="1" destOrd="0" presId="urn:microsoft.com/office/officeart/2005/8/layout/cycle2"/>
    <dgm:cxn modelId="{59764E44-24E0-4786-8CF7-DB39354CF865}" type="presParOf" srcId="{3FA33A60-784B-4621-9CFB-4FCBFB84212C}" destId="{3C946704-22A4-4999-A5FF-01CAA6F6A610}" srcOrd="0" destOrd="0" presId="urn:microsoft.com/office/officeart/2005/8/layout/cycle2"/>
    <dgm:cxn modelId="{6BB7EBE2-7285-43B2-AD6F-51B6FADEAE11}" type="presParOf" srcId="{E8D7C4ED-5565-422D-B84C-B0E46D7AF228}" destId="{FC05A254-9465-489B-AC06-43C397AC8D14}" srcOrd="2" destOrd="0" presId="urn:microsoft.com/office/officeart/2005/8/layout/cycle2"/>
    <dgm:cxn modelId="{7CD1F18B-5F87-46BE-8284-AD60B8D629AB}" type="presParOf" srcId="{E8D7C4ED-5565-422D-B84C-B0E46D7AF228}" destId="{DAE0AF00-2BBA-4857-A9A2-92971236DFBA}" srcOrd="3" destOrd="0" presId="urn:microsoft.com/office/officeart/2005/8/layout/cycle2"/>
    <dgm:cxn modelId="{E5AEA128-CC8B-41C8-9440-5D2F3554AFE7}" type="presParOf" srcId="{DAE0AF00-2BBA-4857-A9A2-92971236DFBA}" destId="{CB99DE3A-3548-4CAB-940C-723E3D3EB785}" srcOrd="0" destOrd="0" presId="urn:microsoft.com/office/officeart/2005/8/layout/cycle2"/>
    <dgm:cxn modelId="{8450B291-F13A-43A2-8F78-7E34B68E76EA}" type="presParOf" srcId="{E8D7C4ED-5565-422D-B84C-B0E46D7AF228}" destId="{A78C70D9-4A7F-42B9-A8B6-17FF19A0C44F}" srcOrd="4" destOrd="0" presId="urn:microsoft.com/office/officeart/2005/8/layout/cycle2"/>
    <dgm:cxn modelId="{B7165417-0723-441E-9EAC-548F63FC3EE3}" type="presParOf" srcId="{E8D7C4ED-5565-422D-B84C-B0E46D7AF228}" destId="{98A57B61-0E41-4711-AF61-17B1CA5A5EFD}" srcOrd="5" destOrd="0" presId="urn:microsoft.com/office/officeart/2005/8/layout/cycle2"/>
    <dgm:cxn modelId="{AA419C95-674B-4624-9CA1-83634844D4D0}" type="presParOf" srcId="{98A57B61-0E41-4711-AF61-17B1CA5A5EFD}" destId="{B27105BF-73D0-4F83-9249-250654CF55F1}" srcOrd="0" destOrd="0" presId="urn:microsoft.com/office/officeart/2005/8/layout/cycle2"/>
    <dgm:cxn modelId="{7A66E61A-0A0B-441B-A3D5-CCC087E8689B}" type="presParOf" srcId="{E8D7C4ED-5565-422D-B84C-B0E46D7AF228}" destId="{1C369162-F4D0-4DD5-9948-B2445FFBD35A}" srcOrd="6" destOrd="0" presId="urn:microsoft.com/office/officeart/2005/8/layout/cycle2"/>
    <dgm:cxn modelId="{F54A9852-3262-479E-B7C1-FBD74D615CD0}" type="presParOf" srcId="{E8D7C4ED-5565-422D-B84C-B0E46D7AF228}" destId="{DAD94AA5-6AEC-471A-9189-736FBCD9DE96}" srcOrd="7" destOrd="0" presId="urn:microsoft.com/office/officeart/2005/8/layout/cycle2"/>
    <dgm:cxn modelId="{8CEA4F0A-FA17-483D-A404-873A11FF619C}" type="presParOf" srcId="{DAD94AA5-6AEC-471A-9189-736FBCD9DE96}" destId="{F1A50089-8CD8-4CD4-9FE8-378EABDF8F39}" srcOrd="0" destOrd="0" presId="urn:microsoft.com/office/officeart/2005/8/layout/cycle2"/>
    <dgm:cxn modelId="{95FD8672-86DB-474A-95BB-F8D131FD66E7}" type="presParOf" srcId="{E8D7C4ED-5565-422D-B84C-B0E46D7AF228}" destId="{9F66E996-A11C-467E-AED0-7F3C142999B0}" srcOrd="8" destOrd="0" presId="urn:microsoft.com/office/officeart/2005/8/layout/cycle2"/>
    <dgm:cxn modelId="{55BE684D-433A-4059-B2F6-1DA488271200}" type="presParOf" srcId="{E8D7C4ED-5565-422D-B84C-B0E46D7AF228}" destId="{0B70B6CB-9ECD-4827-B153-FF3CD39E5510}" srcOrd="9" destOrd="0" presId="urn:microsoft.com/office/officeart/2005/8/layout/cycle2"/>
    <dgm:cxn modelId="{6403E935-67B1-4356-B371-43974E6B610F}" type="presParOf" srcId="{0B70B6CB-9ECD-4827-B153-FF3CD39E5510}" destId="{D4450884-E5A5-4D85-8F84-510663610CB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72599-39FE-4520-9816-BCBEB7E4392F}">
      <dsp:nvSpPr>
        <dsp:cNvPr id="0" name=""/>
        <dsp:cNvSpPr/>
      </dsp:nvSpPr>
      <dsp:spPr>
        <a:xfrm>
          <a:off x="0" y="390055"/>
          <a:ext cx="1079562" cy="431825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Receive Notice</a:t>
          </a:r>
          <a:endParaRPr lang="en-US" sz="1000" kern="12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5913" y="390055"/>
        <a:ext cx="647737" cy="431825"/>
      </dsp:txXfrm>
    </dsp:sp>
    <dsp:sp modelId="{BE96575F-FA9D-4300-9CBF-86190C6DAD9D}">
      <dsp:nvSpPr>
        <dsp:cNvPr id="0" name=""/>
        <dsp:cNvSpPr/>
      </dsp:nvSpPr>
      <dsp:spPr>
        <a:xfrm>
          <a:off x="971606" y="390055"/>
          <a:ext cx="1079562" cy="431825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Notify Stake-holders</a:t>
          </a:r>
        </a:p>
      </dsp:txBody>
      <dsp:txXfrm>
        <a:off x="1187519" y="390055"/>
        <a:ext cx="647737" cy="431825"/>
      </dsp:txXfrm>
    </dsp:sp>
    <dsp:sp modelId="{F4C7F380-D7BE-4627-B0FE-76E9C0D5897E}">
      <dsp:nvSpPr>
        <dsp:cNvPr id="0" name=""/>
        <dsp:cNvSpPr/>
      </dsp:nvSpPr>
      <dsp:spPr>
        <a:xfrm>
          <a:off x="1943213" y="390055"/>
          <a:ext cx="1079562" cy="431825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PVI</a:t>
          </a:r>
          <a:endParaRPr lang="en-US" sz="1000" kern="12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59126" y="390055"/>
        <a:ext cx="647737" cy="431825"/>
      </dsp:txXfrm>
    </dsp:sp>
    <dsp:sp modelId="{416BF404-C861-4DAA-8728-8497157AD8B5}">
      <dsp:nvSpPr>
        <dsp:cNvPr id="0" name=""/>
        <dsp:cNvSpPr/>
      </dsp:nvSpPr>
      <dsp:spPr>
        <a:xfrm>
          <a:off x="2914820" y="390055"/>
          <a:ext cx="1079562" cy="431825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Book Works</a:t>
          </a:r>
          <a:endParaRPr lang="en-US" sz="1000" kern="12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30733" y="390055"/>
        <a:ext cx="647737" cy="431825"/>
      </dsp:txXfrm>
    </dsp:sp>
    <dsp:sp modelId="{991CED3A-8BCA-4D18-8A24-F1B8906FC66B}">
      <dsp:nvSpPr>
        <dsp:cNvPr id="0" name=""/>
        <dsp:cNvSpPr/>
      </dsp:nvSpPr>
      <dsp:spPr>
        <a:xfrm>
          <a:off x="3886426" y="390055"/>
          <a:ext cx="1079562" cy="431825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Move Out</a:t>
          </a:r>
          <a:endParaRPr lang="en-US" sz="1000" kern="12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02339" y="390055"/>
        <a:ext cx="647737" cy="431825"/>
      </dsp:txXfrm>
    </dsp:sp>
    <dsp:sp modelId="{2E7CD72F-83FE-4FBD-9C45-83E98465EB6E}">
      <dsp:nvSpPr>
        <dsp:cNvPr id="0" name=""/>
        <dsp:cNvSpPr/>
      </dsp:nvSpPr>
      <dsp:spPr>
        <a:xfrm>
          <a:off x="4858033" y="390055"/>
          <a:ext cx="1079562" cy="431825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Refurb/</a:t>
          </a:r>
          <a:br>
            <a:rPr lang="en-US" sz="100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00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Refresh</a:t>
          </a:r>
        </a:p>
      </dsp:txBody>
      <dsp:txXfrm>
        <a:off x="5073946" y="390055"/>
        <a:ext cx="647737" cy="431825"/>
      </dsp:txXfrm>
    </dsp:sp>
    <dsp:sp modelId="{5DDF617F-0C9A-4770-8710-501603EBF97A}">
      <dsp:nvSpPr>
        <dsp:cNvPr id="0" name=""/>
        <dsp:cNvSpPr/>
      </dsp:nvSpPr>
      <dsp:spPr>
        <a:xfrm>
          <a:off x="5829640" y="390055"/>
          <a:ext cx="1079562" cy="431825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Release Deposit</a:t>
          </a:r>
        </a:p>
      </dsp:txBody>
      <dsp:txXfrm>
        <a:off x="6045553" y="390055"/>
        <a:ext cx="647737" cy="4318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72599-39FE-4520-9816-BCBEB7E4392F}">
      <dsp:nvSpPr>
        <dsp:cNvPr id="0" name=""/>
        <dsp:cNvSpPr/>
      </dsp:nvSpPr>
      <dsp:spPr>
        <a:xfrm>
          <a:off x="0" y="2605"/>
          <a:ext cx="1335699" cy="534279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Receive Notice</a:t>
          </a:r>
          <a:endParaRPr lang="en-US" sz="1000" kern="12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7140" y="2605"/>
        <a:ext cx="801420" cy="534279"/>
      </dsp:txXfrm>
    </dsp:sp>
    <dsp:sp modelId="{BE96575F-FA9D-4300-9CBF-86190C6DAD9D}">
      <dsp:nvSpPr>
        <dsp:cNvPr id="0" name=""/>
        <dsp:cNvSpPr/>
      </dsp:nvSpPr>
      <dsp:spPr>
        <a:xfrm>
          <a:off x="1202129" y="2605"/>
          <a:ext cx="1335699" cy="534279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Notify Stakeholders</a:t>
          </a:r>
          <a:endParaRPr lang="en-US" sz="1000" kern="12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69269" y="2605"/>
        <a:ext cx="801420" cy="534279"/>
      </dsp:txXfrm>
    </dsp:sp>
    <dsp:sp modelId="{F4C7F380-D7BE-4627-B0FE-76E9C0D5897E}">
      <dsp:nvSpPr>
        <dsp:cNvPr id="0" name=""/>
        <dsp:cNvSpPr/>
      </dsp:nvSpPr>
      <dsp:spPr>
        <a:xfrm>
          <a:off x="2404258" y="2605"/>
          <a:ext cx="1335699" cy="534279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PVI</a:t>
          </a:r>
        </a:p>
      </dsp:txBody>
      <dsp:txXfrm>
        <a:off x="2671398" y="2605"/>
        <a:ext cx="801420" cy="534279"/>
      </dsp:txXfrm>
    </dsp:sp>
    <dsp:sp modelId="{416BF404-C861-4DAA-8728-8497157AD8B5}">
      <dsp:nvSpPr>
        <dsp:cNvPr id="0" name=""/>
        <dsp:cNvSpPr/>
      </dsp:nvSpPr>
      <dsp:spPr>
        <a:xfrm>
          <a:off x="3606388" y="2605"/>
          <a:ext cx="1335699" cy="534279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Book Works</a:t>
          </a:r>
          <a:endParaRPr lang="en-US" sz="1000" kern="12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73528" y="2605"/>
        <a:ext cx="801420" cy="534279"/>
      </dsp:txXfrm>
    </dsp:sp>
    <dsp:sp modelId="{991CED3A-8BCA-4D18-8A24-F1B8906FC66B}">
      <dsp:nvSpPr>
        <dsp:cNvPr id="0" name=""/>
        <dsp:cNvSpPr/>
      </dsp:nvSpPr>
      <dsp:spPr>
        <a:xfrm>
          <a:off x="4808517" y="2605"/>
          <a:ext cx="1335699" cy="534279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Move Out</a:t>
          </a:r>
          <a:endParaRPr lang="en-US" sz="1000" kern="12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75657" y="2605"/>
        <a:ext cx="801420" cy="534279"/>
      </dsp:txXfrm>
    </dsp:sp>
    <dsp:sp modelId="{2E7CD72F-83FE-4FBD-9C45-83E98465EB6E}">
      <dsp:nvSpPr>
        <dsp:cNvPr id="0" name=""/>
        <dsp:cNvSpPr/>
      </dsp:nvSpPr>
      <dsp:spPr>
        <a:xfrm>
          <a:off x="6010647" y="2605"/>
          <a:ext cx="1335699" cy="534279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Refurb/</a:t>
          </a:r>
          <a:br>
            <a:rPr lang="en-US" sz="100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00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Refresh</a:t>
          </a:r>
        </a:p>
      </dsp:txBody>
      <dsp:txXfrm>
        <a:off x="6277787" y="2605"/>
        <a:ext cx="801420" cy="534279"/>
      </dsp:txXfrm>
    </dsp:sp>
    <dsp:sp modelId="{5DDF617F-0C9A-4770-8710-501603EBF97A}">
      <dsp:nvSpPr>
        <dsp:cNvPr id="0" name=""/>
        <dsp:cNvSpPr/>
      </dsp:nvSpPr>
      <dsp:spPr>
        <a:xfrm>
          <a:off x="7212776" y="2605"/>
          <a:ext cx="1335699" cy="534279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Release Deposit</a:t>
          </a:r>
        </a:p>
      </dsp:txBody>
      <dsp:txXfrm>
        <a:off x="7479916" y="2605"/>
        <a:ext cx="801420" cy="5342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72599-39FE-4520-9816-BCBEB7E4392F}">
      <dsp:nvSpPr>
        <dsp:cNvPr id="0" name=""/>
        <dsp:cNvSpPr/>
      </dsp:nvSpPr>
      <dsp:spPr>
        <a:xfrm>
          <a:off x="0" y="0"/>
          <a:ext cx="791575" cy="31663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Audit</a:t>
          </a:r>
        </a:p>
      </dsp:txBody>
      <dsp:txXfrm>
        <a:off x="158315" y="0"/>
        <a:ext cx="474945" cy="3166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27E54-8648-490D-BC16-EE9A3D61F167}">
      <dsp:nvSpPr>
        <dsp:cNvPr id="0" name=""/>
        <dsp:cNvSpPr/>
      </dsp:nvSpPr>
      <dsp:spPr>
        <a:xfrm rot="5400000">
          <a:off x="-182243" y="183016"/>
          <a:ext cx="1214957" cy="85047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Pending</a:t>
          </a:r>
          <a:endParaRPr lang="en-US" sz="1300" kern="12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426007"/>
        <a:ext cx="850470" cy="364487"/>
      </dsp:txXfrm>
    </dsp:sp>
    <dsp:sp modelId="{8DAE4F48-6885-4160-B1AA-7CB9B845FFE6}">
      <dsp:nvSpPr>
        <dsp:cNvPr id="0" name=""/>
        <dsp:cNvSpPr/>
      </dsp:nvSpPr>
      <dsp:spPr>
        <a:xfrm rot="5400000">
          <a:off x="3070903" y="-2219660"/>
          <a:ext cx="789722" cy="5230589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100" b="1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Pending tasks are not yet ready to be worked on</a:t>
          </a: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Tasks start in a ‘Pending’ status which means: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The task start date is not yet confirmed.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Any prerequisite tasks are not yet complete.</a:t>
          </a:r>
        </a:p>
      </dsp:txBody>
      <dsp:txXfrm rot="-5400000">
        <a:off x="850470" y="39324"/>
        <a:ext cx="5192038" cy="712620"/>
      </dsp:txXfrm>
    </dsp:sp>
    <dsp:sp modelId="{47D08244-6572-42E2-A33E-A45569F63BA9}">
      <dsp:nvSpPr>
        <dsp:cNvPr id="0" name=""/>
        <dsp:cNvSpPr/>
      </dsp:nvSpPr>
      <dsp:spPr>
        <a:xfrm rot="5400000">
          <a:off x="-182243" y="1250714"/>
          <a:ext cx="1214957" cy="85047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Active</a:t>
          </a:r>
          <a:endParaRPr lang="en-US" sz="1300" kern="12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1493705"/>
        <a:ext cx="850470" cy="364487"/>
      </dsp:txXfrm>
    </dsp:sp>
    <dsp:sp modelId="{21ECC120-D43D-4F19-8AEE-A338C349A77B}">
      <dsp:nvSpPr>
        <dsp:cNvPr id="0" name=""/>
        <dsp:cNvSpPr/>
      </dsp:nvSpPr>
      <dsp:spPr>
        <a:xfrm rot="5400000">
          <a:off x="3070903" y="-1151962"/>
          <a:ext cx="789722" cy="5230589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100" b="1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Active tasks are ready to be worked on once the Start Date is reached</a:t>
          </a: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The task status is </a:t>
          </a:r>
          <a:r>
            <a:rPr lang="en-US" sz="1100" i="1" u="none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automatically</a:t>
          </a: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updated to ‘Active’ once: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The start date is confirmed, and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Any/all prerequisite tasks have been completed.</a:t>
          </a:r>
        </a:p>
      </dsp:txBody>
      <dsp:txXfrm rot="-5400000">
        <a:off x="850470" y="1107022"/>
        <a:ext cx="5192038" cy="712620"/>
      </dsp:txXfrm>
    </dsp:sp>
    <dsp:sp modelId="{15CCD617-4C9A-4525-9F85-40FA800031E1}">
      <dsp:nvSpPr>
        <dsp:cNvPr id="0" name=""/>
        <dsp:cNvSpPr/>
      </dsp:nvSpPr>
      <dsp:spPr>
        <a:xfrm rot="5400000">
          <a:off x="-182243" y="2318412"/>
          <a:ext cx="1214957" cy="85047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In Progress</a:t>
          </a:r>
          <a:endParaRPr lang="en-US" sz="1300" kern="12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2561403"/>
        <a:ext cx="850470" cy="364487"/>
      </dsp:txXfrm>
    </dsp:sp>
    <dsp:sp modelId="{235A79FA-826C-47A8-8BA0-55A2F3B64EEA}">
      <dsp:nvSpPr>
        <dsp:cNvPr id="0" name=""/>
        <dsp:cNvSpPr/>
      </dsp:nvSpPr>
      <dsp:spPr>
        <a:xfrm rot="5400000">
          <a:off x="3070903" y="-84264"/>
          <a:ext cx="789722" cy="5230589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b="1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The task is being worked on.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The task status updates to ‘In Progress’ when the task owner starts the task.</a:t>
          </a:r>
        </a:p>
      </dsp:txBody>
      <dsp:txXfrm rot="-5400000">
        <a:off x="850470" y="2174720"/>
        <a:ext cx="5192038" cy="712620"/>
      </dsp:txXfrm>
    </dsp:sp>
    <dsp:sp modelId="{50CF8D97-E9E3-4317-BD44-1DB3F3866D44}">
      <dsp:nvSpPr>
        <dsp:cNvPr id="0" name=""/>
        <dsp:cNvSpPr/>
      </dsp:nvSpPr>
      <dsp:spPr>
        <a:xfrm rot="5400000">
          <a:off x="-182243" y="3386110"/>
          <a:ext cx="1214957" cy="85047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Complete</a:t>
          </a:r>
          <a:endParaRPr lang="en-US" sz="1300" kern="12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3629101"/>
        <a:ext cx="850470" cy="364487"/>
      </dsp:txXfrm>
    </dsp:sp>
    <dsp:sp modelId="{83D5054D-6FB9-46DB-B546-140E52D4A395}">
      <dsp:nvSpPr>
        <dsp:cNvPr id="0" name=""/>
        <dsp:cNvSpPr/>
      </dsp:nvSpPr>
      <dsp:spPr>
        <a:xfrm rot="5400000">
          <a:off x="3070903" y="983432"/>
          <a:ext cx="789722" cy="5230589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100" b="1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The task has been fully completed.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The task status updates to ‘Complete’ when the task owner closes the task. </a:t>
          </a:r>
        </a:p>
      </dsp:txBody>
      <dsp:txXfrm rot="-5400000">
        <a:off x="850470" y="3242417"/>
        <a:ext cx="5192038" cy="7126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1306DD-D479-4FAC-9651-1FFE2B2B900F}">
      <dsp:nvSpPr>
        <dsp:cNvPr id="0" name=""/>
        <dsp:cNvSpPr/>
      </dsp:nvSpPr>
      <dsp:spPr>
        <a:xfrm>
          <a:off x="3246437" y="534"/>
          <a:ext cx="1635124" cy="1635124"/>
        </a:xfrm>
        <a:prstGeom prst="ellipse">
          <a:avLst/>
        </a:prstGeom>
        <a:solidFill>
          <a:srgbClr val="25646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Move In</a:t>
          </a:r>
        </a:p>
      </dsp:txBody>
      <dsp:txXfrm>
        <a:off x="3485895" y="239992"/>
        <a:ext cx="1156208" cy="1156208"/>
      </dsp:txXfrm>
    </dsp:sp>
    <dsp:sp modelId="{3FA33A60-784B-4621-9CFB-4FCBFB84212C}">
      <dsp:nvSpPr>
        <dsp:cNvPr id="0" name=""/>
        <dsp:cNvSpPr/>
      </dsp:nvSpPr>
      <dsp:spPr>
        <a:xfrm rot="2160000">
          <a:off x="4830234" y="1257302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42728" y="1329221"/>
        <a:ext cx="305286" cy="331112"/>
      </dsp:txXfrm>
    </dsp:sp>
    <dsp:sp modelId="{FC05A254-9465-489B-AC06-43C397AC8D14}">
      <dsp:nvSpPr>
        <dsp:cNvPr id="0" name=""/>
        <dsp:cNvSpPr/>
      </dsp:nvSpPr>
      <dsp:spPr>
        <a:xfrm>
          <a:off x="5235001" y="1445310"/>
          <a:ext cx="1635124" cy="1635124"/>
        </a:xfrm>
        <a:prstGeom prst="ellipse">
          <a:avLst/>
        </a:prstGeom>
        <a:solidFill>
          <a:srgbClr val="25646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Tenancy </a:t>
          </a:r>
        </a:p>
      </dsp:txBody>
      <dsp:txXfrm>
        <a:off x="5474459" y="1684768"/>
        <a:ext cx="1156208" cy="1156208"/>
      </dsp:txXfrm>
    </dsp:sp>
    <dsp:sp modelId="{DAE0AF00-2BBA-4857-A9A2-92971236DFBA}">
      <dsp:nvSpPr>
        <dsp:cNvPr id="0" name=""/>
        <dsp:cNvSpPr/>
      </dsp:nvSpPr>
      <dsp:spPr>
        <a:xfrm rot="6480000">
          <a:off x="5458534" y="3144055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5544168" y="3192209"/>
        <a:ext cx="305286" cy="331112"/>
      </dsp:txXfrm>
    </dsp:sp>
    <dsp:sp modelId="{A78C70D9-4A7F-42B9-A8B6-17FF19A0C44F}">
      <dsp:nvSpPr>
        <dsp:cNvPr id="0" name=""/>
        <dsp:cNvSpPr/>
      </dsp:nvSpPr>
      <dsp:spPr>
        <a:xfrm>
          <a:off x="4475437" y="3783007"/>
          <a:ext cx="1635124" cy="1635124"/>
        </a:xfrm>
        <a:prstGeom prst="ellipse">
          <a:avLst/>
        </a:prstGeom>
        <a:solidFill>
          <a:srgbClr val="65BCA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End of Tenancy</a:t>
          </a:r>
        </a:p>
      </dsp:txBody>
      <dsp:txXfrm>
        <a:off x="4714895" y="4022465"/>
        <a:ext cx="1156208" cy="1156208"/>
      </dsp:txXfrm>
    </dsp:sp>
    <dsp:sp modelId="{98A57B61-0E41-4711-AF61-17B1CA5A5EFD}">
      <dsp:nvSpPr>
        <dsp:cNvPr id="0" name=""/>
        <dsp:cNvSpPr/>
      </dsp:nvSpPr>
      <dsp:spPr>
        <a:xfrm rot="10800000">
          <a:off x="3858281" y="4324642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3989118" y="4435013"/>
        <a:ext cx="305286" cy="331112"/>
      </dsp:txXfrm>
    </dsp:sp>
    <dsp:sp modelId="{1C369162-F4D0-4DD5-9948-B2445FFBD35A}">
      <dsp:nvSpPr>
        <dsp:cNvPr id="0" name=""/>
        <dsp:cNvSpPr/>
      </dsp:nvSpPr>
      <dsp:spPr>
        <a:xfrm>
          <a:off x="2017437" y="3783007"/>
          <a:ext cx="1635124" cy="1635124"/>
        </a:xfrm>
        <a:prstGeom prst="ellipse">
          <a:avLst/>
        </a:prstGeom>
        <a:solidFill>
          <a:srgbClr val="25646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Lead</a:t>
          </a:r>
        </a:p>
      </dsp:txBody>
      <dsp:txXfrm>
        <a:off x="2256895" y="4022465"/>
        <a:ext cx="1156208" cy="1156208"/>
      </dsp:txXfrm>
    </dsp:sp>
    <dsp:sp modelId="{DAD94AA5-6AEC-471A-9189-736FBCD9DE96}">
      <dsp:nvSpPr>
        <dsp:cNvPr id="0" name=""/>
        <dsp:cNvSpPr/>
      </dsp:nvSpPr>
      <dsp:spPr>
        <a:xfrm rot="15120000">
          <a:off x="2240970" y="3167533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2326604" y="3340121"/>
        <a:ext cx="305286" cy="331112"/>
      </dsp:txXfrm>
    </dsp:sp>
    <dsp:sp modelId="{9F66E996-A11C-467E-AED0-7F3C142999B0}">
      <dsp:nvSpPr>
        <dsp:cNvPr id="0" name=""/>
        <dsp:cNvSpPr/>
      </dsp:nvSpPr>
      <dsp:spPr>
        <a:xfrm>
          <a:off x="1257873" y="1445310"/>
          <a:ext cx="1635124" cy="1635124"/>
        </a:xfrm>
        <a:prstGeom prst="ellipse">
          <a:avLst/>
        </a:prstGeom>
        <a:solidFill>
          <a:srgbClr val="25646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Opportunity</a:t>
          </a:r>
        </a:p>
      </dsp:txBody>
      <dsp:txXfrm>
        <a:off x="1497331" y="1684768"/>
        <a:ext cx="1156208" cy="1156208"/>
      </dsp:txXfrm>
    </dsp:sp>
    <dsp:sp modelId="{0B70B6CB-9ECD-4827-B153-FF3CD39E5510}">
      <dsp:nvSpPr>
        <dsp:cNvPr id="0" name=""/>
        <dsp:cNvSpPr/>
      </dsp:nvSpPr>
      <dsp:spPr>
        <a:xfrm rot="19440000">
          <a:off x="2841670" y="1271812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54164" y="1420635"/>
        <a:ext cx="305286" cy="3311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82811-DEF9-E639-EB00-1EDC2BA6A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FB7E56-2808-0FC3-3FD2-807EACE21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D4C04-9006-7B45-146F-629C82F48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1321-FAE1-450D-A7F0-EFCCDF5CD403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FFC2A-108F-EEB6-952E-702189E0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AB4A3-8864-07B3-8F92-48B5C5F6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E433-16F1-4904-9313-051C9D92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95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0AABD-1D3C-8BCD-781C-AA5ADE566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6A491-371B-A58D-CB72-C337A05A6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C1360-E909-C139-2CB6-7AC0EFBA6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1321-FAE1-450D-A7F0-EFCCDF5CD403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A6624-1171-5316-B9C6-385293264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58BF1-00A0-A5CF-BBE9-23136D2DD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E433-16F1-4904-9313-051C9D92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8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2203-AEAC-3E7B-295F-2EBC1FF8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19E0B-89E5-73E6-197C-3CCDA8F2B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AFA4E-4E1B-2AB6-E477-252AD0525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1321-FAE1-450D-A7F0-EFCCDF5CD403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83535-BB0B-AD94-C787-1069B0408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286F2-B95D-DE8D-82DF-4228CA21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E433-16F1-4904-9313-051C9D92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79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5469-A5CE-E2AE-8F59-14E4DA22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F0A38-9790-B048-746A-504F820438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86D92-D050-3E8C-83F5-791742095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4F313-84DC-313F-768B-CFBA7CAA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1321-FAE1-450D-A7F0-EFCCDF5CD403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ABE43-3115-6922-DFDB-4E434DB9A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B8FAA-D25F-7CBF-A8E0-62F226B4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E433-16F1-4904-9313-051C9D92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34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92476-720E-4A92-D0BE-2BD126AB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115B2-9369-D8A7-7B27-93247B78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9533A-E8D5-5306-E3E8-459F6B2D0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605947-61A6-AB24-57DD-B55C26991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E2B3D1-15DD-D7A0-72E6-BDB2D0F2F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6D079C-65DA-5802-30B6-D61A13C6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1321-FAE1-450D-A7F0-EFCCDF5CD403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34BF85-8A87-5B75-D402-EE6F8DCE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91C46-90CB-0A2F-7CEA-B5481B7F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E433-16F1-4904-9313-051C9D92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79F93-EBCB-3F64-D940-7DBB3449E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4F26C-1AD7-0943-F8CB-814CFA76B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1321-FAE1-450D-A7F0-EFCCDF5CD403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C6C12-39FF-3FEE-549E-9580E3609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52568-EAB4-7C01-9F49-74C5531CB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E433-16F1-4904-9313-051C9D92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5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AB768-2413-1B0E-6B33-A0DADA52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1321-FAE1-450D-A7F0-EFCCDF5CD403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C2643-D185-CD99-4F91-F6F64C9B9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567A2-BA21-2CA8-4710-67759AA2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E433-16F1-4904-9313-051C9D92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03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73B7-B6E5-0D8E-676A-F892B3CAF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3FD87-1DCB-6BB8-D423-BA006BF9D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6452E-0EAF-3F6E-9AA0-D89806928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C7BCC-14D0-E289-F2AD-202FB5506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1321-FAE1-450D-A7F0-EFCCDF5CD403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E5FC2-46FD-6956-A3DD-625FDF01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70FFB-AEC5-3B9A-E5E5-81CB0A89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E433-16F1-4904-9313-051C9D92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56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22F6-1062-9555-B340-1F30EAD0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C7180-2404-0E0B-E1BD-AC61361717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EF0B2-BA04-4466-5A9F-F14CD8E2C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417D5-8194-AD6B-120E-E1910AB05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1321-FAE1-450D-A7F0-EFCCDF5CD403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ABA50-3A50-4717-A7A7-86D98F33E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ED4C8-29C4-37DB-7517-B22F2715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E433-16F1-4904-9313-051C9D92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23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F5C6-73BE-9A49-6341-3CE66B0EC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94996-772D-A7C9-0972-3F80651F8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03B10-B898-09CE-1430-0981E0B6E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1321-FAE1-450D-A7F0-EFCCDF5CD403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A7E17-3A80-ACCD-5274-54FA9571C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43ACD-3723-4D5C-9CF3-B6258FDF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E433-16F1-4904-9313-051C9D92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50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7FA3A6-D33F-5CE7-62F7-158EAEF6A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3A3D9-E78C-558C-09B9-546FA6261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FA3C4-FCEA-7A14-667A-253E9DA33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1321-FAE1-450D-A7F0-EFCCDF5CD403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7C69E-92A2-EAFC-C32B-FE1AFBD6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E515B-EA0E-E239-B38B-45B28AEEF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E433-16F1-4904-9313-051C9D92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60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806C13-7BDC-2321-9787-3828938E5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18634-31ED-DAA4-D437-7D960D743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54963-6CA1-B0F9-232A-7E1A6629A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81321-FAE1-450D-A7F0-EFCCDF5CD403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905F7-8E5E-5E82-53EE-D9DA9A5CB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37E96-F04F-EE55-A279-1EB936A7A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1E433-16F1-4904-9313-051C9D92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90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13E72E7-1DE4-6C97-F47A-10463C6DA9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6478174"/>
              </p:ext>
            </p:extLst>
          </p:nvPr>
        </p:nvGraphicFramePr>
        <p:xfrm>
          <a:off x="3224611" y="921664"/>
          <a:ext cx="6909203" cy="1211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C2B4F9C-A295-9D33-5D1A-4BB681AB24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3664600"/>
              </p:ext>
            </p:extLst>
          </p:nvPr>
        </p:nvGraphicFramePr>
        <p:xfrm>
          <a:off x="1722791" y="2505830"/>
          <a:ext cx="8548476" cy="539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9C14129-269B-E3F9-84CE-4BBD6C0F8F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486832"/>
              </p:ext>
            </p:extLst>
          </p:nvPr>
        </p:nvGraphicFramePr>
        <p:xfrm>
          <a:off x="2892919" y="4104136"/>
          <a:ext cx="791575" cy="6381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216056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D2C84A0-1D21-BE52-C238-8BCDC74415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6949179"/>
              </p:ext>
            </p:extLst>
          </p:nvPr>
        </p:nvGraphicFramePr>
        <p:xfrm>
          <a:off x="3475316" y="215156"/>
          <a:ext cx="6081060" cy="4419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5688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A8CD7B8-52ED-586E-FA04-DD0482B244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561727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8D78636F-E2BD-DF04-8201-AD06DD95EFF4}"/>
              </a:ext>
            </a:extLst>
          </p:cNvPr>
          <p:cNvGrpSpPr/>
          <p:nvPr/>
        </p:nvGrpSpPr>
        <p:grpSpPr>
          <a:xfrm>
            <a:off x="5251546" y="2772807"/>
            <a:ext cx="1635124" cy="1635124"/>
            <a:chOff x="3246437" y="534"/>
            <a:chExt cx="1635124" cy="1635124"/>
          </a:xfrm>
          <a:solidFill>
            <a:srgbClr val="25646A"/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E7BECD6-00AE-D763-D1F4-FD148AAFFF53}"/>
                </a:ext>
              </a:extLst>
            </p:cNvPr>
            <p:cNvSpPr/>
            <p:nvPr/>
          </p:nvSpPr>
          <p:spPr>
            <a:xfrm>
              <a:off x="3246437" y="534"/>
              <a:ext cx="1635124" cy="163512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B51A336-4528-ACBA-9796-3A37A37F52DE}"/>
                </a:ext>
              </a:extLst>
            </p:cNvPr>
            <p:cNvSpPr txBox="1"/>
            <p:nvPr/>
          </p:nvSpPr>
          <p:spPr>
            <a:xfrm>
              <a:off x="3485895" y="239992"/>
              <a:ext cx="1156208" cy="115620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590" tIns="21590" rIns="21590" bIns="2159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>
                  <a:latin typeface="Arial" panose="020B0604020202020204" pitchFamily="34" charset="0"/>
                  <a:cs typeface="Arial" panose="020B0604020202020204" pitchFamily="34" charset="0"/>
                </a:rPr>
                <a:t>Unit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8967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9d6581bc5c99e8ea3938d4fa8ba888f5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a0c1b2c62e26289b034b466cfffa7cd3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nillable="true" ma:taxonomy="true" ma:internalName="k6ebf865df8440b3a55c1aa81c9bae7c" ma:taxonomyFieldName="Project_x0020_Document_x0020_Type" ma:displayName="Project Document Type" ma:default="4;#Generic Project Document|258c2ed6-b93b-4ffe-8901-a23f2dc98ec9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Generic Project Document</TermName>
          <TermId xmlns="http://schemas.microsoft.com/office/infopath/2007/PartnerControls">258c2ed6-b93b-4ffe-8901-a23f2dc98ec9</TermId>
        </TermInfo>
      </Terms>
    </k6ebf865df8440b3a55c1aa81c9bae7c>
    <f0dc22cb723843c1bfbb2e8bcc9db6e4 xmlns="1ffbd5dc-7a64-4097-8396-87f6c90b212f">
      <Terms xmlns="http://schemas.microsoft.com/office/infopath/2007/PartnerControls"/>
    </f0dc22cb723843c1bfbb2e8bcc9db6e4>
    <TaxCatchAll xmlns="1ffbd5dc-7a64-4097-8396-87f6c90b212f">
      <Value>6</Value>
      <Value>5</Value>
      <Value>4</Value>
    </TaxCatchAll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</documentManagement>
</p:properties>
</file>

<file path=customXml/itemProps1.xml><?xml version="1.0" encoding="utf-8"?>
<ds:datastoreItem xmlns:ds="http://schemas.openxmlformats.org/officeDocument/2006/customXml" ds:itemID="{3706431A-AD5B-4731-BD0F-BEEBAEC882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E00394-0A2A-4F69-950B-F3D7EA965A14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C785A738-58A7-42E4-BDE2-FA3B9CBFDD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fbd5dc-7a64-4097-8396-87f6c90b21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DAF723B5-C996-47F1-A86E-BDF3BD34F4CA}">
  <ds:schemaRefs>
    <ds:schemaRef ds:uri="http://schemas.openxmlformats.org/package/2006/metadata/core-properties"/>
    <ds:schemaRef ds:uri="1ffbd5dc-7a64-4097-8396-87f6c90b212f"/>
    <ds:schemaRef ds:uri="http://schemas.microsoft.com/office/2006/metadata/properties"/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186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Nikki Papenfus</dc:creator>
  <cp:lastModifiedBy>Nikki Papenfus</cp:lastModifiedBy>
  <cp:revision>1</cp:revision>
  <dcterms:created xsi:type="dcterms:W3CDTF">2023-12-04T08:52:09Z</dcterms:created>
  <dcterms:modified xsi:type="dcterms:W3CDTF">2023-12-06T16:03:47Z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Project Document Type">
    <vt:lpwstr>4;#Generic Project Document|258c2ed6-b93b-4ffe-8901-a23f2dc98ec9</vt:lpwstr>
  </property>
  <property fmtid="{D5CDD505-2E9C-101B-9397-08002B2CF9AE}" pid="4" name="Client">
    <vt:lpwstr>6;#Grainger PLC|a74f1cb5-e995-4f9e-8521-6d52e2c6bf08</vt:lpwstr>
  </property>
  <property fmtid="{D5CDD505-2E9C-101B-9397-08002B2CF9AE}" pid="5" name="Division">
    <vt:lpwstr>5;#Enterprise Solutions|08c57b01-67e8-4a4f-abc6-ffb3392ace7f</vt:lpwstr>
  </property>
  <property fmtid="{D5CDD505-2E9C-101B-9397-08002B2CF9AE}" pid="6" name="Client Project">
    <vt:lpwstr/>
  </property>
</Properties>
</file>