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5.xml" ContentType="application/vnd.openxmlformats-officedocument.theme+xml"/>
  <Override PartName="/ppt/slideLayouts/slideLayout11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5"/>
    <p:sldMasterId id="2147483684" r:id="rId6"/>
    <p:sldMasterId id="2147483677" r:id="rId7"/>
    <p:sldMasterId id="2147483663" r:id="rId8"/>
    <p:sldMasterId id="2147483653" r:id="rId9"/>
    <p:sldMasterId id="2147483682" r:id="rId10"/>
  </p:sldMasterIdLst>
  <p:notesMasterIdLst>
    <p:notesMasterId r:id="rId23"/>
  </p:notesMasterIdLst>
  <p:sldIdLst>
    <p:sldId id="490" r:id="rId11"/>
    <p:sldId id="318" r:id="rId12"/>
    <p:sldId id="484" r:id="rId13"/>
    <p:sldId id="493" r:id="rId14"/>
    <p:sldId id="486" r:id="rId15"/>
    <p:sldId id="485" r:id="rId16"/>
    <p:sldId id="481" r:id="rId17"/>
    <p:sldId id="487" r:id="rId18"/>
    <p:sldId id="492" r:id="rId19"/>
    <p:sldId id="488" r:id="rId20"/>
    <p:sldId id="489" r:id="rId21"/>
    <p:sldId id="461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30D6411-7978-41C6-9982-043F23376546}">
          <p14:sldIdLst>
            <p14:sldId id="490"/>
            <p14:sldId id="318"/>
            <p14:sldId id="484"/>
            <p14:sldId id="493"/>
            <p14:sldId id="486"/>
            <p14:sldId id="485"/>
            <p14:sldId id="481"/>
            <p14:sldId id="487"/>
            <p14:sldId id="492"/>
            <p14:sldId id="488"/>
            <p14:sldId id="489"/>
            <p14:sldId id="461"/>
          </p14:sldIdLst>
        </p14:section>
        <p14:section name="Recycle Bin" id="{44FD4C45-270F-4052-BFA9-22F0D2BA6433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6355633-B58B-FA2B-F94C-72D860131590}" name="Craig Mackintosh" initials="CM" userId="S::cmackintosh@openboxsoftware.com::60563cfe-5481-48be-93e8-059b7c3b7ecd" providerId="AD"/>
  <p188:author id="{C2738A47-0931-5B04-1172-CB56C1D1FB87}" name="Nikki Papenfus" initials="NP" userId="S::npapenfus@openboxsoftware.com::2a405823-0c8b-419b-afb6-8159926c2e17" providerId="AD"/>
  <p188:author id="{B27D6C62-A87E-9EA8-949E-BE3DB87D866D}" name="Shaun Barrett" initials="SB" userId="S::sbarrett@openboxsoftware.com::2e21295b-21c9-4734-b4c8-23b29a1a1ba3" providerId="AD"/>
  <p188:author id="{F676EB76-A351-5D1A-90C7-82F15A7D79D3}" name="Handre Van Der Merwe" initials="HVDM" userId="S::hvandermerwe@openboxsoftware.com::cff7518e-6e24-4c87-9d41-565d39f45972" providerId="AD"/>
  <p188:author id="{411D59CB-E194-D74B-FCF5-28A77AEB51E7}" name="Sam Duncan" initials="SD" userId="S::sduncan@openboxsoftware.com::c1d0992b-0ec5-443a-8c6c-87e1361e2b1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  <a:srgbClr val="F0B968"/>
    <a:srgbClr val="BCD727"/>
    <a:srgbClr val="999999"/>
    <a:srgbClr val="B4B8B8"/>
    <a:srgbClr val="7F7F7F"/>
    <a:srgbClr val="D9D9D9"/>
    <a:srgbClr val="DDEB91"/>
    <a:srgbClr val="B7DDE8"/>
    <a:srgbClr val="D8D8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73"/>
    <p:restoredTop sz="94719"/>
  </p:normalViewPr>
  <p:slideViewPr>
    <p:cSldViewPr snapToGrid="0">
      <p:cViewPr varScale="1">
        <p:scale>
          <a:sx n="105" d="100"/>
          <a:sy n="105" d="100"/>
        </p:scale>
        <p:origin x="93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1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1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5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Master" Target="slideMasters/slideMaster6.xml"/><Relationship Id="rId19" Type="http://schemas.openxmlformats.org/officeDocument/2006/relationships/slide" Target="slides/slide9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elle Millar" userId="S::mmillar@openboxsoftware.com::ca2c1bca-f194-43da-b766-a2d0350c5abf" providerId="AD" clId="Web-{D57C8158-EC5A-AD51-4EEB-9BE30BD9A294}"/>
    <pc:docChg chg="modSld">
      <pc:chgData name="Michelle Millar" userId="S::mmillar@openboxsoftware.com::ca2c1bca-f194-43da-b766-a2d0350c5abf" providerId="AD" clId="Web-{D57C8158-EC5A-AD51-4EEB-9BE30BD9A294}" dt="2022-04-04T07:51:03.715" v="49" actId="20577"/>
      <pc:docMkLst>
        <pc:docMk/>
      </pc:docMkLst>
      <pc:sldChg chg="modSp">
        <pc:chgData name="Michelle Millar" userId="S::mmillar@openboxsoftware.com::ca2c1bca-f194-43da-b766-a2d0350c5abf" providerId="AD" clId="Web-{D57C8158-EC5A-AD51-4EEB-9BE30BD9A294}" dt="2022-04-04T07:51:03.715" v="49" actId="20577"/>
        <pc:sldMkLst>
          <pc:docMk/>
          <pc:sldMk cId="1027954244" sldId="310"/>
        </pc:sldMkLst>
        <pc:spChg chg="mod">
          <ac:chgData name="Michelle Millar" userId="S::mmillar@openboxsoftware.com::ca2c1bca-f194-43da-b766-a2d0350c5abf" providerId="AD" clId="Web-{D57C8158-EC5A-AD51-4EEB-9BE30BD9A294}" dt="2022-04-04T07:51:03.715" v="49" actId="20577"/>
          <ac:spMkLst>
            <pc:docMk/>
            <pc:sldMk cId="1027954244" sldId="310"/>
            <ac:spMk id="2" creationId="{926268CD-6A91-46D5-9F2E-D63140C574C1}"/>
          </ac:spMkLst>
        </pc:spChg>
        <pc:spChg chg="mod">
          <ac:chgData name="Michelle Millar" userId="S::mmillar@openboxsoftware.com::ca2c1bca-f194-43da-b766-a2d0350c5abf" providerId="AD" clId="Web-{D57C8158-EC5A-AD51-4EEB-9BE30BD9A294}" dt="2022-04-04T07:50:23.526" v="40" actId="20577"/>
          <ac:spMkLst>
            <pc:docMk/>
            <pc:sldMk cId="1027954244" sldId="310"/>
            <ac:spMk id="3" creationId="{CCE055E0-7725-4859-9475-AA12EAB230DD}"/>
          </ac:spMkLst>
        </pc:spChg>
      </pc:sldChg>
    </pc:docChg>
  </pc:docChgLst>
  <pc:docChgLst>
    <pc:chgData name="Nikki Papenfus" userId="S::npapenfus@openboxsoftware.com::2a405823-0c8b-419b-afb6-8159926c2e17" providerId="AD" clId="Web-{0721D5C1-4EA1-130A-0737-A6E32FDAA28B}"/>
    <pc:docChg chg="modSld">
      <pc:chgData name="Nikki Papenfus" userId="S::npapenfus@openboxsoftware.com::2a405823-0c8b-419b-afb6-8159926c2e17" providerId="AD" clId="Web-{0721D5C1-4EA1-130A-0737-A6E32FDAA28B}" dt="2023-10-27T13:46:37.272" v="0" actId="1076"/>
      <pc:docMkLst>
        <pc:docMk/>
      </pc:docMkLst>
      <pc:sldChg chg="modSp">
        <pc:chgData name="Nikki Papenfus" userId="S::npapenfus@openboxsoftware.com::2a405823-0c8b-419b-afb6-8159926c2e17" providerId="AD" clId="Web-{0721D5C1-4EA1-130A-0737-A6E32FDAA28B}" dt="2023-10-27T13:46:37.272" v="0" actId="1076"/>
        <pc:sldMkLst>
          <pc:docMk/>
          <pc:sldMk cId="52612252" sldId="487"/>
        </pc:sldMkLst>
        <pc:graphicFrameChg chg="mod">
          <ac:chgData name="Nikki Papenfus" userId="S::npapenfus@openboxsoftware.com::2a405823-0c8b-419b-afb6-8159926c2e17" providerId="AD" clId="Web-{0721D5C1-4EA1-130A-0737-A6E32FDAA28B}" dt="2023-10-27T13:46:37.272" v="0" actId="1076"/>
          <ac:graphicFrameMkLst>
            <pc:docMk/>
            <pc:sldMk cId="52612252" sldId="487"/>
            <ac:graphicFrameMk id="6" creationId="{D7FFC429-8834-FB85-D6C5-648030B4F708}"/>
          </ac:graphicFrameMkLst>
        </pc:graphicFrameChg>
      </pc:sldChg>
    </pc:docChg>
  </pc:docChgLst>
  <pc:docChgLst>
    <pc:chgData name="Shaun Barrett" userId="2e21295b-21c9-4734-b4c8-23b29a1a1ba3" providerId="ADAL" clId="{BBC5654B-B16B-40EF-8EF1-C5AB13034054}"/>
    <pc:docChg chg="custSel addSld modSld modSection">
      <pc:chgData name="Shaun Barrett" userId="2e21295b-21c9-4734-b4c8-23b29a1a1ba3" providerId="ADAL" clId="{BBC5654B-B16B-40EF-8EF1-C5AB13034054}" dt="2024-08-15T15:25:14.866" v="10" actId="20577"/>
      <pc:docMkLst>
        <pc:docMk/>
      </pc:docMkLst>
      <pc:sldChg chg="delSp modSp add mod">
        <pc:chgData name="Shaun Barrett" userId="2e21295b-21c9-4734-b4c8-23b29a1a1ba3" providerId="ADAL" clId="{BBC5654B-B16B-40EF-8EF1-C5AB13034054}" dt="2024-08-15T15:25:14.866" v="10" actId="20577"/>
        <pc:sldMkLst>
          <pc:docMk/>
          <pc:sldMk cId="2372615812" sldId="493"/>
        </pc:sldMkLst>
        <pc:spChg chg="mod">
          <ac:chgData name="Shaun Barrett" userId="2e21295b-21c9-4734-b4c8-23b29a1a1ba3" providerId="ADAL" clId="{BBC5654B-B16B-40EF-8EF1-C5AB13034054}" dt="2024-08-15T15:25:14.866" v="10" actId="20577"/>
          <ac:spMkLst>
            <pc:docMk/>
            <pc:sldMk cId="2372615812" sldId="493"/>
            <ac:spMk id="34" creationId="{4DA2E7B2-C2A5-4185-BB23-F40C23BDD30E}"/>
          </ac:spMkLst>
        </pc:spChg>
        <pc:spChg chg="del mod">
          <ac:chgData name="Shaun Barrett" userId="2e21295b-21c9-4734-b4c8-23b29a1a1ba3" providerId="ADAL" clId="{BBC5654B-B16B-40EF-8EF1-C5AB13034054}" dt="2024-08-15T15:24:53.872" v="3" actId="478"/>
          <ac:spMkLst>
            <pc:docMk/>
            <pc:sldMk cId="2372615812" sldId="493"/>
            <ac:spMk id="57" creationId="{747AD4AD-E35C-75F2-4224-5D13AABEFAB5}"/>
          </ac:spMkLst>
        </pc:spChg>
      </pc:sldChg>
    </pc:docChg>
  </pc:docChgLst>
  <pc:docChgLst>
    <pc:chgData name="Sam Duncan" userId="S::sduncan@openboxsoftware.com::c1d0992b-0ec5-443a-8c6c-87e1361e2b1d" providerId="AD" clId="Web-{ECDF7DB5-B8E3-83C0-2247-B5F853118CDA}"/>
    <pc:docChg chg="">
      <pc:chgData name="Sam Duncan" userId="S::sduncan@openboxsoftware.com::c1d0992b-0ec5-443a-8c6c-87e1361e2b1d" providerId="AD" clId="Web-{ECDF7DB5-B8E3-83C0-2247-B5F853118CDA}" dt="2023-08-23T10:04:55.016" v="0"/>
      <pc:docMkLst>
        <pc:docMk/>
      </pc:docMkLst>
      <pc:sldChg chg="modCm">
        <pc:chgData name="Sam Duncan" userId="S::sduncan@openboxsoftware.com::c1d0992b-0ec5-443a-8c6c-87e1361e2b1d" providerId="AD" clId="Web-{ECDF7DB5-B8E3-83C0-2247-B5F853118CDA}" dt="2023-08-23T10:04:55.016" v="0"/>
        <pc:sldMkLst>
          <pc:docMk/>
          <pc:sldMk cId="1438138567" sldId="48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Sam Duncan" userId="S::sduncan@openboxsoftware.com::c1d0992b-0ec5-443a-8c6c-87e1361e2b1d" providerId="AD" clId="Web-{ECDF7DB5-B8E3-83C0-2247-B5F853118CDA}" dt="2023-08-23T10:04:55.016" v="0"/>
              <pc2:cmMkLst xmlns:pc2="http://schemas.microsoft.com/office/powerpoint/2019/9/main/command">
                <pc:docMk/>
                <pc:sldMk cId="1438138567" sldId="489"/>
                <pc2:cmMk id="{E28657DE-0380-43C6-ADDE-889CA8F3463B}"/>
              </pc2:cmMkLst>
              <pc226:cmRplyChg chg="add">
                <pc226:chgData name="Sam Duncan" userId="S::sduncan@openboxsoftware.com::c1d0992b-0ec5-443a-8c6c-87e1361e2b1d" providerId="AD" clId="Web-{ECDF7DB5-B8E3-83C0-2247-B5F853118CDA}" dt="2023-08-23T10:04:55.016" v="0"/>
                <pc2:cmRplyMkLst xmlns:pc2="http://schemas.microsoft.com/office/powerpoint/2019/9/main/command">
                  <pc:docMk/>
                  <pc:sldMk cId="1438138567" sldId="489"/>
                  <pc2:cmMk id="{E28657DE-0380-43C6-ADDE-889CA8F3463B}"/>
                  <pc2:cmRplyMk id="{62811D2D-6571-41D5-BBB2-A609ED379C65}"/>
                </pc2:cmRplyMkLst>
              </pc226:cmRplyChg>
            </pc226:cmChg>
          </p:ext>
        </pc:extLst>
      </pc:sldChg>
    </pc:docChg>
  </pc:docChgLst>
  <pc:docChgLst>
    <pc:chgData name="Shaun Barrett" userId="2e21295b-21c9-4734-b4c8-23b29a1a1ba3" providerId="ADAL" clId="{C6BFCB4D-0CFF-4441-901C-FA463DF9B171}"/>
    <pc:docChg chg="undo custSel modSld">
      <pc:chgData name="Shaun Barrett" userId="2e21295b-21c9-4734-b4c8-23b29a1a1ba3" providerId="ADAL" clId="{C6BFCB4D-0CFF-4441-901C-FA463DF9B171}" dt="2023-08-23T09:58:19.435" v="299"/>
      <pc:docMkLst>
        <pc:docMk/>
      </pc:docMkLst>
      <pc:sldChg chg="delSp mod">
        <pc:chgData name="Shaun Barrett" userId="2e21295b-21c9-4734-b4c8-23b29a1a1ba3" providerId="ADAL" clId="{C6BFCB4D-0CFF-4441-901C-FA463DF9B171}" dt="2023-08-23T08:32:12.412" v="0" actId="478"/>
        <pc:sldMkLst>
          <pc:docMk/>
          <pc:sldMk cId="324089379" sldId="484"/>
        </pc:sldMkLst>
        <pc:cxnChg chg="del">
          <ac:chgData name="Shaun Barrett" userId="2e21295b-21c9-4734-b4c8-23b29a1a1ba3" providerId="ADAL" clId="{C6BFCB4D-0CFF-4441-901C-FA463DF9B171}" dt="2023-08-23T08:32:12.412" v="0" actId="478"/>
          <ac:cxnSpMkLst>
            <pc:docMk/>
            <pc:sldMk cId="324089379" sldId="484"/>
            <ac:cxnSpMk id="52" creationId="{76866BC4-011C-7CCF-C852-4A99ED28EA81}"/>
          </ac:cxnSpMkLst>
        </pc:cxnChg>
      </pc:sldChg>
      <pc:sldChg chg="addSp modSp mod addCm modCm">
        <pc:chgData name="Shaun Barrett" userId="2e21295b-21c9-4734-b4c8-23b29a1a1ba3" providerId="ADAL" clId="{C6BFCB4D-0CFF-4441-901C-FA463DF9B171}" dt="2023-08-23T09:20:42.532" v="245" actId="1076"/>
        <pc:sldMkLst>
          <pc:docMk/>
          <pc:sldMk cId="975271368" sldId="485"/>
        </pc:sldMkLst>
        <pc:spChg chg="mod">
          <ac:chgData name="Shaun Barrett" userId="2e21295b-21c9-4734-b4c8-23b29a1a1ba3" providerId="ADAL" clId="{C6BFCB4D-0CFF-4441-901C-FA463DF9B171}" dt="2023-08-23T09:20:14.572" v="238" actId="6549"/>
          <ac:spMkLst>
            <pc:docMk/>
            <pc:sldMk cId="975271368" sldId="485"/>
            <ac:spMk id="3" creationId="{804C656F-3AAB-48C0-B167-4723DFB899F7}"/>
          </ac:spMkLst>
        </pc:spChg>
        <pc:spChg chg="add mod">
          <ac:chgData name="Shaun Barrett" userId="2e21295b-21c9-4734-b4c8-23b29a1a1ba3" providerId="ADAL" clId="{C6BFCB4D-0CFF-4441-901C-FA463DF9B171}" dt="2023-08-23T09:20:09.911" v="237" actId="1076"/>
          <ac:spMkLst>
            <pc:docMk/>
            <pc:sldMk cId="975271368" sldId="485"/>
            <ac:spMk id="8" creationId="{5BE6DD73-466C-7743-6862-6ACA9A770081}"/>
          </ac:spMkLst>
        </pc:spChg>
        <pc:spChg chg="add mod">
          <ac:chgData name="Shaun Barrett" userId="2e21295b-21c9-4734-b4c8-23b29a1a1ba3" providerId="ADAL" clId="{C6BFCB4D-0CFF-4441-901C-FA463DF9B171}" dt="2023-08-23T09:20:42.532" v="245" actId="1076"/>
          <ac:spMkLst>
            <pc:docMk/>
            <pc:sldMk cId="975271368" sldId="485"/>
            <ac:spMk id="9" creationId="{560B050B-65DF-08FB-F349-98EE2CFE74AD}"/>
          </ac:spMkLst>
        </pc:spChg>
        <pc:picChg chg="add mod">
          <ac:chgData name="Shaun Barrett" userId="2e21295b-21c9-4734-b4c8-23b29a1a1ba3" providerId="ADAL" clId="{C6BFCB4D-0CFF-4441-901C-FA463DF9B171}" dt="2023-08-23T09:20:39.407" v="244" actId="1076"/>
          <ac:picMkLst>
            <pc:docMk/>
            <pc:sldMk cId="975271368" sldId="485"/>
            <ac:picMk id="5" creationId="{EDAFC790-7CC5-1BE2-422C-78FA0C9CF876}"/>
          </ac:picMkLst>
        </pc:picChg>
        <pc:picChg chg="add mod">
          <ac:chgData name="Shaun Barrett" userId="2e21295b-21c9-4734-b4c8-23b29a1a1ba3" providerId="ADAL" clId="{C6BFCB4D-0CFF-4441-901C-FA463DF9B171}" dt="2023-08-23T09:18:50.591" v="206" actId="1076"/>
          <ac:picMkLst>
            <pc:docMk/>
            <pc:sldMk cId="975271368" sldId="485"/>
            <ac:picMk id="7" creationId="{7F310492-AC24-0554-0599-3CBAB883A9B2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Shaun Barrett" userId="2e21295b-21c9-4734-b4c8-23b29a1a1ba3" providerId="ADAL" clId="{C6BFCB4D-0CFF-4441-901C-FA463DF9B171}" dt="2023-08-23T09:20:14.572" v="238" actId="6549"/>
              <pc2:cmMkLst xmlns:pc2="http://schemas.microsoft.com/office/powerpoint/2019/9/main/command">
                <pc:docMk/>
                <pc:sldMk cId="975271368" sldId="485"/>
                <pc2:cmMk id="{7969ED34-715A-4F55-8349-6F4038681B3E}"/>
              </pc2:cmMkLst>
              <pc226:cmRplyChg chg="add">
                <pc226:chgData name="Shaun Barrett" userId="2e21295b-21c9-4734-b4c8-23b29a1a1ba3" providerId="ADAL" clId="{C6BFCB4D-0CFF-4441-901C-FA463DF9B171}" dt="2023-08-23T08:49:29.903" v="106"/>
                <pc2:cmRplyMkLst xmlns:pc2="http://schemas.microsoft.com/office/powerpoint/2019/9/main/command">
                  <pc:docMk/>
                  <pc:sldMk cId="975271368" sldId="485"/>
                  <pc2:cmMk id="{7969ED34-715A-4F55-8349-6F4038681B3E}"/>
                  <pc2:cmRplyMk id="{A6626A53-70DC-42FF-B45A-F1115C33053E}"/>
                </pc2:cmRplyMkLst>
              </pc226:cmRplyChg>
            </pc226:cmChg>
            <pc226:cmChg xmlns:pc226="http://schemas.microsoft.com/office/powerpoint/2022/06/main/command" chg="mod">
              <pc226:chgData name="Shaun Barrett" userId="2e21295b-21c9-4734-b4c8-23b29a1a1ba3" providerId="ADAL" clId="{C6BFCB4D-0CFF-4441-901C-FA463DF9B171}" dt="2023-08-23T09:20:14.572" v="238" actId="6549"/>
              <pc2:cmMkLst xmlns:pc2="http://schemas.microsoft.com/office/powerpoint/2019/9/main/command">
                <pc:docMk/>
                <pc:sldMk cId="975271368" sldId="485"/>
                <pc2:cmMk id="{16A81A91-C266-484D-B152-24C92863C68E}"/>
              </pc2:cmMkLst>
            </pc226:cmChg>
            <pc226:cmChg xmlns:pc226="http://schemas.microsoft.com/office/powerpoint/2022/06/main/command" chg="mod">
              <pc226:chgData name="Shaun Barrett" userId="2e21295b-21c9-4734-b4c8-23b29a1a1ba3" providerId="ADAL" clId="{C6BFCB4D-0CFF-4441-901C-FA463DF9B171}" dt="2023-08-23T09:20:14.572" v="238" actId="6549"/>
              <pc2:cmMkLst xmlns:pc2="http://schemas.microsoft.com/office/powerpoint/2019/9/main/command">
                <pc:docMk/>
                <pc:sldMk cId="975271368" sldId="485"/>
                <pc2:cmMk id="{EF0FF3A1-8A7D-44B1-AD0B-CD2D21BFF3F5}"/>
              </pc2:cmMkLst>
            </pc226:cmChg>
            <pc226:cmChg xmlns:pc226="http://schemas.microsoft.com/office/powerpoint/2022/06/main/command" chg="mod">
              <pc226:chgData name="Shaun Barrett" userId="2e21295b-21c9-4734-b4c8-23b29a1a1ba3" providerId="ADAL" clId="{C6BFCB4D-0CFF-4441-901C-FA463DF9B171}" dt="2023-08-23T09:20:14.572" v="238" actId="6549"/>
              <pc2:cmMkLst xmlns:pc2="http://schemas.microsoft.com/office/powerpoint/2019/9/main/command">
                <pc:docMk/>
                <pc:sldMk cId="975271368" sldId="485"/>
                <pc2:cmMk id="{3560E2D7-FC4F-4713-9960-74167ED1D442}"/>
              </pc2:cmMkLst>
              <pc226:cmRplyChg chg="add">
                <pc226:chgData name="Shaun Barrett" userId="2e21295b-21c9-4734-b4c8-23b29a1a1ba3" providerId="ADAL" clId="{C6BFCB4D-0CFF-4441-901C-FA463DF9B171}" dt="2023-08-23T08:50:57.367" v="121"/>
                <pc2:cmRplyMkLst xmlns:pc2="http://schemas.microsoft.com/office/powerpoint/2019/9/main/command">
                  <pc:docMk/>
                  <pc:sldMk cId="975271368" sldId="485"/>
                  <pc2:cmMk id="{3560E2D7-FC4F-4713-9960-74167ED1D442}"/>
                  <pc2:cmRplyMk id="{9FDCB163-DB7F-4157-915D-F0A36F23A194}"/>
                </pc2:cmRplyMkLst>
              </pc226:cmRplyChg>
            </pc226:cmChg>
            <pc226:cmChg xmlns:pc226="http://schemas.microsoft.com/office/powerpoint/2022/06/main/command" chg="add">
              <pc226:chgData name="Shaun Barrett" userId="2e21295b-21c9-4734-b4c8-23b29a1a1ba3" providerId="ADAL" clId="{C6BFCB4D-0CFF-4441-901C-FA463DF9B171}" dt="2023-08-23T08:56:35.520" v="125"/>
              <pc2:cmMkLst xmlns:pc2="http://schemas.microsoft.com/office/powerpoint/2019/9/main/command">
                <pc:docMk/>
                <pc:sldMk cId="975271368" sldId="485"/>
                <pc2:cmMk id="{A348F9E6-E7E2-4A93-9DC2-61EC272DC9FB}"/>
              </pc2:cmMkLst>
            </pc226:cmChg>
          </p:ext>
        </pc:extLst>
      </pc:sldChg>
      <pc:sldChg chg="modSp mod modCm">
        <pc:chgData name="Shaun Barrett" userId="2e21295b-21c9-4734-b4c8-23b29a1a1ba3" providerId="ADAL" clId="{C6BFCB4D-0CFF-4441-901C-FA463DF9B171}" dt="2023-08-23T08:36:52.359" v="21"/>
        <pc:sldMkLst>
          <pc:docMk/>
          <pc:sldMk cId="3547567370" sldId="486"/>
        </pc:sldMkLst>
        <pc:spChg chg="mod">
          <ac:chgData name="Shaun Barrett" userId="2e21295b-21c9-4734-b4c8-23b29a1a1ba3" providerId="ADAL" clId="{C6BFCB4D-0CFF-4441-901C-FA463DF9B171}" dt="2023-08-23T08:34:47.556" v="4" actId="20577"/>
          <ac:spMkLst>
            <pc:docMk/>
            <pc:sldMk cId="3547567370" sldId="486"/>
            <ac:spMk id="106" creationId="{FF53CA81-3C11-FE24-7147-3BB3EBD6058B}"/>
          </ac:spMkLst>
        </pc:spChg>
        <pc:spChg chg="mod">
          <ac:chgData name="Shaun Barrett" userId="2e21295b-21c9-4734-b4c8-23b29a1a1ba3" providerId="ADAL" clId="{C6BFCB4D-0CFF-4441-901C-FA463DF9B171}" dt="2023-08-23T08:35:17.703" v="20" actId="14100"/>
          <ac:spMkLst>
            <pc:docMk/>
            <pc:sldMk cId="3547567370" sldId="486"/>
            <ac:spMk id="108" creationId="{B2ECD538-42EA-F2A7-8E72-355A88170D84}"/>
          </ac:spMkLst>
        </pc:spChg>
        <pc:picChg chg="mod">
          <ac:chgData name="Shaun Barrett" userId="2e21295b-21c9-4734-b4c8-23b29a1a1ba3" providerId="ADAL" clId="{C6BFCB4D-0CFF-4441-901C-FA463DF9B171}" dt="2023-08-23T08:33:07.816" v="2" actId="1076"/>
          <ac:picMkLst>
            <pc:docMk/>
            <pc:sldMk cId="3547567370" sldId="486"/>
            <ac:picMk id="125" creationId="{2E967811-2A70-C55B-F4C4-D536F13CE4EF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Shaun Barrett" userId="2e21295b-21c9-4734-b4c8-23b29a1a1ba3" providerId="ADAL" clId="{C6BFCB4D-0CFF-4441-901C-FA463DF9B171}" dt="2023-08-23T08:36:52.359" v="21"/>
              <pc2:cmMkLst xmlns:pc2="http://schemas.microsoft.com/office/powerpoint/2019/9/main/command">
                <pc:docMk/>
                <pc:sldMk cId="3547567370" sldId="486"/>
                <pc2:cmMk id="{5FCFBF9F-0C73-4544-AD89-E647C2595916}"/>
              </pc2:cmMkLst>
              <pc226:cmRplyChg chg="add">
                <pc226:chgData name="Shaun Barrett" userId="2e21295b-21c9-4734-b4c8-23b29a1a1ba3" providerId="ADAL" clId="{C6BFCB4D-0CFF-4441-901C-FA463DF9B171}" dt="2023-08-23T08:36:52.359" v="21"/>
                <pc2:cmRplyMkLst xmlns:pc2="http://schemas.microsoft.com/office/powerpoint/2019/9/main/command">
                  <pc:docMk/>
                  <pc:sldMk cId="3547567370" sldId="486"/>
                  <pc2:cmMk id="{5FCFBF9F-0C73-4544-AD89-E647C2595916}"/>
                  <pc2:cmRplyMk id="{CFD5A4C6-84EE-4154-930F-19D5024D4267}"/>
                </pc2:cmRplyMkLst>
              </pc226:cmRplyChg>
            </pc226:cmChg>
          </p:ext>
        </pc:extLst>
      </pc:sldChg>
      <pc:sldChg chg="modSp mod addCm modCm">
        <pc:chgData name="Shaun Barrett" userId="2e21295b-21c9-4734-b4c8-23b29a1a1ba3" providerId="ADAL" clId="{C6BFCB4D-0CFF-4441-901C-FA463DF9B171}" dt="2023-08-23T09:57:30.259" v="298"/>
        <pc:sldMkLst>
          <pc:docMk/>
          <pc:sldMk cId="3589474059" sldId="488"/>
        </pc:sldMkLst>
        <pc:spChg chg="mod">
          <ac:chgData name="Shaun Barrett" userId="2e21295b-21c9-4734-b4c8-23b29a1a1ba3" providerId="ADAL" clId="{C6BFCB4D-0CFF-4441-901C-FA463DF9B171}" dt="2023-08-23T09:34:29.051" v="280" actId="313"/>
          <ac:spMkLst>
            <pc:docMk/>
            <pc:sldMk cId="3589474059" sldId="488"/>
            <ac:spMk id="15" creationId="{A0FDE8E2-168A-D1CD-31E0-A514D43E2C6D}"/>
          </ac:spMkLst>
        </pc:spChg>
        <pc:spChg chg="mod">
          <ac:chgData name="Shaun Barrett" userId="2e21295b-21c9-4734-b4c8-23b29a1a1ba3" providerId="ADAL" clId="{C6BFCB4D-0CFF-4441-901C-FA463DF9B171}" dt="2023-08-23T09:56:33.244" v="297" actId="20577"/>
          <ac:spMkLst>
            <pc:docMk/>
            <pc:sldMk cId="3589474059" sldId="488"/>
            <ac:spMk id="21" creationId="{C2A789A4-637F-CCAC-A71A-C47F5C419F66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Shaun Barrett" userId="2e21295b-21c9-4734-b4c8-23b29a1a1ba3" providerId="ADAL" clId="{C6BFCB4D-0CFF-4441-901C-FA463DF9B171}" dt="2023-08-23T09:57:30.259" v="298"/>
              <pc2:cmMkLst xmlns:pc2="http://schemas.microsoft.com/office/powerpoint/2019/9/main/command">
                <pc:docMk/>
                <pc:sldMk cId="3589474059" sldId="488"/>
                <pc2:cmMk id="{7E6EEA17-494A-4501-9E5B-A0A8DABD2064}"/>
              </pc2:cmMkLst>
              <pc226:cmRplyChg chg="add">
                <pc226:chgData name="Shaun Barrett" userId="2e21295b-21c9-4734-b4c8-23b29a1a1ba3" providerId="ADAL" clId="{C6BFCB4D-0CFF-4441-901C-FA463DF9B171}" dt="2023-08-23T09:57:30.259" v="298"/>
                <pc2:cmRplyMkLst xmlns:pc2="http://schemas.microsoft.com/office/powerpoint/2019/9/main/command">
                  <pc:docMk/>
                  <pc:sldMk cId="3589474059" sldId="488"/>
                  <pc2:cmMk id="{7E6EEA17-494A-4501-9E5B-A0A8DABD2064}"/>
                  <pc2:cmRplyMk id="{F0FEBA0B-7B01-4D5F-95A7-6EDD8CC1A930}"/>
                </pc2:cmRplyMkLst>
              </pc226:cmRplyChg>
            </pc226:cmChg>
            <pc226:cmChg xmlns:pc226="http://schemas.microsoft.com/office/powerpoint/2022/06/main/command" chg="add">
              <pc226:chgData name="Shaun Barrett" userId="2e21295b-21c9-4734-b4c8-23b29a1a1ba3" providerId="ADAL" clId="{C6BFCB4D-0CFF-4441-901C-FA463DF9B171}" dt="2023-08-23T09:35:01.632" v="281"/>
              <pc2:cmMkLst xmlns:pc2="http://schemas.microsoft.com/office/powerpoint/2019/9/main/command">
                <pc:docMk/>
                <pc:sldMk cId="3589474059" sldId="488"/>
                <pc2:cmMk id="{A67987AE-1D78-4DCB-9A36-5D694155DB72}"/>
              </pc2:cmMkLst>
            </pc226:cmChg>
          </p:ext>
        </pc:extLst>
      </pc:sldChg>
      <pc:sldChg chg="addCm">
        <pc:chgData name="Shaun Barrett" userId="2e21295b-21c9-4734-b4c8-23b29a1a1ba3" providerId="ADAL" clId="{C6BFCB4D-0CFF-4441-901C-FA463DF9B171}" dt="2023-08-23T09:58:19.435" v="299"/>
        <pc:sldMkLst>
          <pc:docMk/>
          <pc:sldMk cId="1438138567" sldId="48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haun Barrett" userId="2e21295b-21c9-4734-b4c8-23b29a1a1ba3" providerId="ADAL" clId="{C6BFCB4D-0CFF-4441-901C-FA463DF9B171}" dt="2023-08-23T09:58:19.435" v="299"/>
              <pc2:cmMkLst xmlns:pc2="http://schemas.microsoft.com/office/powerpoint/2019/9/main/command">
                <pc:docMk/>
                <pc:sldMk cId="1438138567" sldId="489"/>
                <pc2:cmMk id="{E28657DE-0380-43C6-ADDE-889CA8F3463B}"/>
              </pc2:cmMkLst>
            </pc226:cmChg>
          </p:ext>
        </pc:extLst>
      </pc:sldChg>
    </pc:docChg>
  </pc:docChgLst>
  <pc:docChgLst>
    <pc:chgData name="Sam Duncan" userId="S::sduncan@openboxsoftware.com::c1d0992b-0ec5-443a-8c6c-87e1361e2b1d" providerId="AD" clId="Web-{EB8882C2-7172-5A5C-C7AA-F3AEC75EA8EE}"/>
    <pc:docChg chg="mod">
      <pc:chgData name="Sam Duncan" userId="S::sduncan@openboxsoftware.com::c1d0992b-0ec5-443a-8c6c-87e1361e2b1d" providerId="AD" clId="Web-{EB8882C2-7172-5A5C-C7AA-F3AEC75EA8EE}" dt="2022-12-12T15:55:16.448" v="2"/>
      <pc:docMkLst>
        <pc:docMk/>
      </pc:docMkLst>
      <pc:sldChg chg="addCm modCm">
        <pc:chgData name="Sam Duncan" userId="S::sduncan@openboxsoftware.com::c1d0992b-0ec5-443a-8c6c-87e1361e2b1d" providerId="AD" clId="Web-{EB8882C2-7172-5A5C-C7AA-F3AEC75EA8EE}" dt="2022-12-12T15:55:16.448" v="2"/>
        <pc:sldMkLst>
          <pc:docMk/>
          <pc:sldMk cId="4062416932" sldId="462"/>
        </pc:sldMkLst>
      </pc:sldChg>
    </pc:docChg>
  </pc:docChgLst>
  <pc:docChgLst>
    <pc:chgData name="Craig Mackintosh" userId="60563cfe-5481-48be-93e8-059b7c3b7ecd" providerId="ADAL" clId="{B6F223D6-0D61-4587-91EE-38C64A9676C5}"/>
    <pc:docChg chg="undo redo custSel addSld delSld modSld sldOrd addMainMaster modMainMaster">
      <pc:chgData name="Craig Mackintosh" userId="60563cfe-5481-48be-93e8-059b7c3b7ecd" providerId="ADAL" clId="{B6F223D6-0D61-4587-91EE-38C64A9676C5}" dt="2023-01-23T20:42:32.842" v="10640" actId="1038"/>
      <pc:docMkLst>
        <pc:docMk/>
      </pc:docMkLst>
      <pc:sldChg chg="modSp mod modClrScheme chgLayout">
        <pc:chgData name="Craig Mackintosh" userId="60563cfe-5481-48be-93e8-059b7c3b7ecd" providerId="ADAL" clId="{B6F223D6-0D61-4587-91EE-38C64A9676C5}" dt="2022-12-05T20:54:32.985" v="623" actId="20577"/>
        <pc:sldMkLst>
          <pc:docMk/>
          <pc:sldMk cId="1027954244" sldId="310"/>
        </pc:sldMkLst>
        <pc:spChg chg="mod ord">
          <ac:chgData name="Craig Mackintosh" userId="60563cfe-5481-48be-93e8-059b7c3b7ecd" providerId="ADAL" clId="{B6F223D6-0D61-4587-91EE-38C64A9676C5}" dt="2022-12-01T19:45:59.867" v="288" actId="700"/>
          <ac:spMkLst>
            <pc:docMk/>
            <pc:sldMk cId="1027954244" sldId="310"/>
            <ac:spMk id="2" creationId="{926268CD-6A91-46D5-9F2E-D63140C574C1}"/>
          </ac:spMkLst>
        </pc:spChg>
        <pc:spChg chg="mod ord">
          <ac:chgData name="Craig Mackintosh" userId="60563cfe-5481-48be-93e8-059b7c3b7ecd" providerId="ADAL" clId="{B6F223D6-0D61-4587-91EE-38C64A9676C5}" dt="2022-12-05T20:54:32.985" v="623" actId="20577"/>
          <ac:spMkLst>
            <pc:docMk/>
            <pc:sldMk cId="1027954244" sldId="310"/>
            <ac:spMk id="3" creationId="{CCE055E0-7725-4859-9475-AA12EAB230DD}"/>
          </ac:spMkLst>
        </pc:spChg>
      </pc:sldChg>
      <pc:sldChg chg="del">
        <pc:chgData name="Craig Mackintosh" userId="60563cfe-5481-48be-93e8-059b7c3b7ecd" providerId="ADAL" clId="{B6F223D6-0D61-4587-91EE-38C64A9676C5}" dt="2022-12-05T21:05:10.255" v="743" actId="2696"/>
        <pc:sldMkLst>
          <pc:docMk/>
          <pc:sldMk cId="703502951" sldId="311"/>
        </pc:sldMkLst>
      </pc:sldChg>
      <pc:sldChg chg="del">
        <pc:chgData name="Craig Mackintosh" userId="60563cfe-5481-48be-93e8-059b7c3b7ecd" providerId="ADAL" clId="{B6F223D6-0D61-4587-91EE-38C64A9676C5}" dt="2022-12-06T21:33:26.100" v="8685" actId="2696"/>
        <pc:sldMkLst>
          <pc:docMk/>
          <pc:sldMk cId="2472886114" sldId="316"/>
        </pc:sldMkLst>
      </pc:sldChg>
      <pc:sldChg chg="del">
        <pc:chgData name="Craig Mackintosh" userId="60563cfe-5481-48be-93e8-059b7c3b7ecd" providerId="ADAL" clId="{B6F223D6-0D61-4587-91EE-38C64A9676C5}" dt="2022-12-06T21:33:26.100" v="8685" actId="2696"/>
        <pc:sldMkLst>
          <pc:docMk/>
          <pc:sldMk cId="1161295314" sldId="317"/>
        </pc:sldMkLst>
      </pc:sldChg>
      <pc:sldChg chg="modSp mod addCm delCm modCm">
        <pc:chgData name="Craig Mackintosh" userId="60563cfe-5481-48be-93e8-059b7c3b7ecd" providerId="ADAL" clId="{B6F223D6-0D61-4587-91EE-38C64A9676C5}" dt="2023-01-23T20:17:10.681" v="10581"/>
        <pc:sldMkLst>
          <pc:docMk/>
          <pc:sldMk cId="2898931480" sldId="318"/>
        </pc:sldMkLst>
        <pc:spChg chg="mod">
          <ac:chgData name="Craig Mackintosh" userId="60563cfe-5481-48be-93e8-059b7c3b7ecd" providerId="ADAL" clId="{B6F223D6-0D61-4587-91EE-38C64A9676C5}" dt="2022-12-09T21:00:56.161" v="10377" actId="20577"/>
          <ac:spMkLst>
            <pc:docMk/>
            <pc:sldMk cId="2898931480" sldId="318"/>
            <ac:spMk id="2" creationId="{22755BA2-B953-4F06-9DC7-ACF132689491}"/>
          </ac:spMkLst>
        </pc:spChg>
      </pc:sldChg>
      <pc:sldChg chg="del">
        <pc:chgData name="Craig Mackintosh" userId="60563cfe-5481-48be-93e8-059b7c3b7ecd" providerId="ADAL" clId="{B6F223D6-0D61-4587-91EE-38C64A9676C5}" dt="2022-12-06T21:33:26.100" v="8685" actId="2696"/>
        <pc:sldMkLst>
          <pc:docMk/>
          <pc:sldMk cId="2279783741" sldId="400"/>
        </pc:sldMkLst>
      </pc:sldChg>
      <pc:sldChg chg="modSp del mod">
        <pc:chgData name="Craig Mackintosh" userId="60563cfe-5481-48be-93e8-059b7c3b7ecd" providerId="ADAL" clId="{B6F223D6-0D61-4587-91EE-38C64A9676C5}" dt="2022-12-06T19:14:19.532" v="3307" actId="2696"/>
        <pc:sldMkLst>
          <pc:docMk/>
          <pc:sldMk cId="3679185987" sldId="430"/>
        </pc:sldMkLst>
        <pc:spChg chg="mod">
          <ac:chgData name="Craig Mackintosh" userId="60563cfe-5481-48be-93e8-059b7c3b7ecd" providerId="ADAL" clId="{B6F223D6-0D61-4587-91EE-38C64A9676C5}" dt="2022-12-05T21:03:43.563" v="636" actId="20577"/>
          <ac:spMkLst>
            <pc:docMk/>
            <pc:sldMk cId="3679185987" sldId="430"/>
            <ac:spMk id="3" creationId="{BACA01FC-744B-464E-BDF0-299DFF2B29E0}"/>
          </ac:spMkLst>
        </pc:spChg>
      </pc:sldChg>
      <pc:sldChg chg="del">
        <pc:chgData name="Craig Mackintosh" userId="60563cfe-5481-48be-93e8-059b7c3b7ecd" providerId="ADAL" clId="{B6F223D6-0D61-4587-91EE-38C64A9676C5}" dt="2022-12-06T21:33:26.100" v="8685" actId="2696"/>
        <pc:sldMkLst>
          <pc:docMk/>
          <pc:sldMk cId="4222423401" sldId="432"/>
        </pc:sldMkLst>
      </pc:sldChg>
      <pc:sldChg chg="del">
        <pc:chgData name="Craig Mackintosh" userId="60563cfe-5481-48be-93e8-059b7c3b7ecd" providerId="ADAL" clId="{B6F223D6-0D61-4587-91EE-38C64A9676C5}" dt="2022-12-06T21:33:26.100" v="8685" actId="2696"/>
        <pc:sldMkLst>
          <pc:docMk/>
          <pc:sldMk cId="2464022326" sldId="433"/>
        </pc:sldMkLst>
      </pc:sldChg>
      <pc:sldChg chg="del">
        <pc:chgData name="Craig Mackintosh" userId="60563cfe-5481-48be-93e8-059b7c3b7ecd" providerId="ADAL" clId="{B6F223D6-0D61-4587-91EE-38C64A9676C5}" dt="2022-12-06T21:33:26.100" v="8685" actId="2696"/>
        <pc:sldMkLst>
          <pc:docMk/>
          <pc:sldMk cId="993271843" sldId="436"/>
        </pc:sldMkLst>
      </pc:sldChg>
      <pc:sldChg chg="del">
        <pc:chgData name="Craig Mackintosh" userId="60563cfe-5481-48be-93e8-059b7c3b7ecd" providerId="ADAL" clId="{B6F223D6-0D61-4587-91EE-38C64A9676C5}" dt="2022-12-06T21:33:26.100" v="8685" actId="2696"/>
        <pc:sldMkLst>
          <pc:docMk/>
          <pc:sldMk cId="1299222041" sldId="438"/>
        </pc:sldMkLst>
      </pc:sldChg>
      <pc:sldChg chg="del">
        <pc:chgData name="Craig Mackintosh" userId="60563cfe-5481-48be-93e8-059b7c3b7ecd" providerId="ADAL" clId="{B6F223D6-0D61-4587-91EE-38C64A9676C5}" dt="2022-12-06T21:33:26.100" v="8685" actId="2696"/>
        <pc:sldMkLst>
          <pc:docMk/>
          <pc:sldMk cId="2717870734" sldId="439"/>
        </pc:sldMkLst>
      </pc:sldChg>
      <pc:sldChg chg="del">
        <pc:chgData name="Craig Mackintosh" userId="60563cfe-5481-48be-93e8-059b7c3b7ecd" providerId="ADAL" clId="{B6F223D6-0D61-4587-91EE-38C64A9676C5}" dt="2022-12-06T21:33:26.100" v="8685" actId="2696"/>
        <pc:sldMkLst>
          <pc:docMk/>
          <pc:sldMk cId="1913690058" sldId="440"/>
        </pc:sldMkLst>
      </pc:sldChg>
      <pc:sldChg chg="del">
        <pc:chgData name="Craig Mackintosh" userId="60563cfe-5481-48be-93e8-059b7c3b7ecd" providerId="ADAL" clId="{B6F223D6-0D61-4587-91EE-38C64A9676C5}" dt="2022-12-06T21:33:26.100" v="8685" actId="2696"/>
        <pc:sldMkLst>
          <pc:docMk/>
          <pc:sldMk cId="728783684" sldId="446"/>
        </pc:sldMkLst>
      </pc:sldChg>
      <pc:sldChg chg="del">
        <pc:chgData name="Craig Mackintosh" userId="60563cfe-5481-48be-93e8-059b7c3b7ecd" providerId="ADAL" clId="{B6F223D6-0D61-4587-91EE-38C64A9676C5}" dt="2022-12-06T21:33:26.100" v="8685" actId="2696"/>
        <pc:sldMkLst>
          <pc:docMk/>
          <pc:sldMk cId="1469594050" sldId="449"/>
        </pc:sldMkLst>
      </pc:sldChg>
      <pc:sldChg chg="del">
        <pc:chgData name="Craig Mackintosh" userId="60563cfe-5481-48be-93e8-059b7c3b7ecd" providerId="ADAL" clId="{B6F223D6-0D61-4587-91EE-38C64A9676C5}" dt="2022-12-06T21:33:26.100" v="8685" actId="2696"/>
        <pc:sldMkLst>
          <pc:docMk/>
          <pc:sldMk cId="726772087" sldId="450"/>
        </pc:sldMkLst>
      </pc:sldChg>
      <pc:sldChg chg="del">
        <pc:chgData name="Craig Mackintosh" userId="60563cfe-5481-48be-93e8-059b7c3b7ecd" providerId="ADAL" clId="{B6F223D6-0D61-4587-91EE-38C64A9676C5}" dt="2022-12-06T21:33:26.100" v="8685" actId="2696"/>
        <pc:sldMkLst>
          <pc:docMk/>
          <pc:sldMk cId="809790528" sldId="451"/>
        </pc:sldMkLst>
      </pc:sldChg>
      <pc:sldChg chg="del">
        <pc:chgData name="Craig Mackintosh" userId="60563cfe-5481-48be-93e8-059b7c3b7ecd" providerId="ADAL" clId="{B6F223D6-0D61-4587-91EE-38C64A9676C5}" dt="2022-12-06T21:33:26.100" v="8685" actId="2696"/>
        <pc:sldMkLst>
          <pc:docMk/>
          <pc:sldMk cId="1397542363" sldId="452"/>
        </pc:sldMkLst>
      </pc:sldChg>
      <pc:sldChg chg="modSp new del mod">
        <pc:chgData name="Craig Mackintosh" userId="60563cfe-5481-48be-93e8-059b7c3b7ecd" providerId="ADAL" clId="{B6F223D6-0D61-4587-91EE-38C64A9676C5}" dt="2022-12-08T14:47:36.817" v="9570" actId="2696"/>
        <pc:sldMkLst>
          <pc:docMk/>
          <pc:sldMk cId="2494680725" sldId="453"/>
        </pc:sldMkLst>
        <pc:spChg chg="mod">
          <ac:chgData name="Craig Mackintosh" userId="60563cfe-5481-48be-93e8-059b7c3b7ecd" providerId="ADAL" clId="{B6F223D6-0D61-4587-91EE-38C64A9676C5}" dt="2022-12-05T21:03:48.721" v="652" actId="20577"/>
          <ac:spMkLst>
            <pc:docMk/>
            <pc:sldMk cId="2494680725" sldId="453"/>
            <ac:spMk id="2" creationId="{E0661D5F-5BC1-43DC-8573-F06E748EC2DB}"/>
          </ac:spMkLst>
        </pc:spChg>
      </pc:sldChg>
      <pc:sldChg chg="addSp delSp modSp add mod ord modClrScheme chgLayout">
        <pc:chgData name="Craig Mackintosh" userId="60563cfe-5481-48be-93e8-059b7c3b7ecd" providerId="ADAL" clId="{B6F223D6-0D61-4587-91EE-38C64A9676C5}" dt="2022-12-06T20:45:35.138" v="5957" actId="20577"/>
        <pc:sldMkLst>
          <pc:docMk/>
          <pc:sldMk cId="139807255" sldId="454"/>
        </pc:sldMkLst>
        <pc:spChg chg="mod ord">
          <ac:chgData name="Craig Mackintosh" userId="60563cfe-5481-48be-93e8-059b7c3b7ecd" providerId="ADAL" clId="{B6F223D6-0D61-4587-91EE-38C64A9676C5}" dt="2022-12-06T20:43:16.080" v="5845" actId="700"/>
          <ac:spMkLst>
            <pc:docMk/>
            <pc:sldMk cId="139807255" sldId="454"/>
            <ac:spMk id="3" creationId="{39F74062-9E6D-4148-95DF-299673D9159E}"/>
          </ac:spMkLst>
        </pc:spChg>
        <pc:spChg chg="add del mod ord">
          <ac:chgData name="Craig Mackintosh" userId="60563cfe-5481-48be-93e8-059b7c3b7ecd" providerId="ADAL" clId="{B6F223D6-0D61-4587-91EE-38C64A9676C5}" dt="2022-12-06T20:20:52.889" v="4932" actId="478"/>
          <ac:spMkLst>
            <pc:docMk/>
            <pc:sldMk cId="139807255" sldId="454"/>
            <ac:spMk id="7" creationId="{AF3CC9C7-7096-4100-B4F6-F104BAF52209}"/>
          </ac:spMkLst>
        </pc:spChg>
        <pc:spChg chg="add mod ord">
          <ac:chgData name="Craig Mackintosh" userId="60563cfe-5481-48be-93e8-059b7c3b7ecd" providerId="ADAL" clId="{B6F223D6-0D61-4587-91EE-38C64A9676C5}" dt="2022-12-06T20:45:35.138" v="5957" actId="20577"/>
          <ac:spMkLst>
            <pc:docMk/>
            <pc:sldMk cId="139807255" sldId="454"/>
            <ac:spMk id="11" creationId="{AFD8BFAD-84A1-49D7-AA69-7E5AB02D5421}"/>
          </ac:spMkLst>
        </pc:spChg>
        <pc:spChg chg="del">
          <ac:chgData name="Craig Mackintosh" userId="60563cfe-5481-48be-93e8-059b7c3b7ecd" providerId="ADAL" clId="{B6F223D6-0D61-4587-91EE-38C64A9676C5}" dt="2022-12-05T17:37:05.512" v="543" actId="478"/>
          <ac:spMkLst>
            <pc:docMk/>
            <pc:sldMk cId="139807255" sldId="454"/>
            <ac:spMk id="22" creationId="{06B4E222-34C9-44FC-B41A-0A9226791E42}"/>
          </ac:spMkLst>
        </pc:spChg>
        <pc:spChg chg="del">
          <ac:chgData name="Craig Mackintosh" userId="60563cfe-5481-48be-93e8-059b7c3b7ecd" providerId="ADAL" clId="{B6F223D6-0D61-4587-91EE-38C64A9676C5}" dt="2022-12-05T17:37:05.512" v="543" actId="478"/>
          <ac:spMkLst>
            <pc:docMk/>
            <pc:sldMk cId="139807255" sldId="454"/>
            <ac:spMk id="23" creationId="{11B688A7-7F4D-4638-B093-FAA7B92EA92B}"/>
          </ac:spMkLst>
        </pc:spChg>
        <pc:spChg chg="del">
          <ac:chgData name="Craig Mackintosh" userId="60563cfe-5481-48be-93e8-059b7c3b7ecd" providerId="ADAL" clId="{B6F223D6-0D61-4587-91EE-38C64A9676C5}" dt="2022-12-05T17:37:05.512" v="543" actId="478"/>
          <ac:spMkLst>
            <pc:docMk/>
            <pc:sldMk cId="139807255" sldId="454"/>
            <ac:spMk id="24" creationId="{B1C74B72-436F-4D65-AA96-95F07B43F0E4}"/>
          </ac:spMkLst>
        </pc:spChg>
        <pc:spChg chg="del">
          <ac:chgData name="Craig Mackintosh" userId="60563cfe-5481-48be-93e8-059b7c3b7ecd" providerId="ADAL" clId="{B6F223D6-0D61-4587-91EE-38C64A9676C5}" dt="2022-12-05T17:37:05.512" v="543" actId="478"/>
          <ac:spMkLst>
            <pc:docMk/>
            <pc:sldMk cId="139807255" sldId="454"/>
            <ac:spMk id="25" creationId="{252F3F2F-5980-498D-BBE8-650CFB4CD555}"/>
          </ac:spMkLst>
        </pc:spChg>
        <pc:spChg chg="del">
          <ac:chgData name="Craig Mackintosh" userId="60563cfe-5481-48be-93e8-059b7c3b7ecd" providerId="ADAL" clId="{B6F223D6-0D61-4587-91EE-38C64A9676C5}" dt="2022-12-05T17:37:05.512" v="543" actId="478"/>
          <ac:spMkLst>
            <pc:docMk/>
            <pc:sldMk cId="139807255" sldId="454"/>
            <ac:spMk id="26" creationId="{910E719E-17AD-4D8B-AED2-CBD23B2BD258}"/>
          </ac:spMkLst>
        </pc:spChg>
        <pc:spChg chg="del">
          <ac:chgData name="Craig Mackintosh" userId="60563cfe-5481-48be-93e8-059b7c3b7ecd" providerId="ADAL" clId="{B6F223D6-0D61-4587-91EE-38C64A9676C5}" dt="2022-12-05T17:37:05.512" v="543" actId="478"/>
          <ac:spMkLst>
            <pc:docMk/>
            <pc:sldMk cId="139807255" sldId="454"/>
            <ac:spMk id="27" creationId="{1126A74D-B3E7-4608-80BD-D8F4A063F153}"/>
          </ac:spMkLst>
        </pc:spChg>
        <pc:spChg chg="add del">
          <ac:chgData name="Craig Mackintosh" userId="60563cfe-5481-48be-93e8-059b7c3b7ecd" providerId="ADAL" clId="{B6F223D6-0D61-4587-91EE-38C64A9676C5}" dt="2022-12-06T20:42:55.233" v="5838" actId="22"/>
          <ac:spMkLst>
            <pc:docMk/>
            <pc:sldMk cId="139807255" sldId="454"/>
            <ac:spMk id="28" creationId="{1FD35FC8-1C3E-40B8-A56E-BF1FF9E96DA2}"/>
          </ac:spMkLst>
        </pc:spChg>
        <pc:picChg chg="add del mod">
          <ac:chgData name="Craig Mackintosh" userId="60563cfe-5481-48be-93e8-059b7c3b7ecd" providerId="ADAL" clId="{B6F223D6-0D61-4587-91EE-38C64A9676C5}" dt="2022-12-06T20:43:11.047" v="5843" actId="478"/>
          <ac:picMkLst>
            <pc:docMk/>
            <pc:sldMk cId="139807255" sldId="454"/>
            <ac:picMk id="6" creationId="{975E8235-263C-4E73-9ED5-04FF5AF44100}"/>
          </ac:picMkLst>
        </pc:picChg>
        <pc:picChg chg="add del mod">
          <ac:chgData name="Craig Mackintosh" userId="60563cfe-5481-48be-93e8-059b7c3b7ecd" providerId="ADAL" clId="{B6F223D6-0D61-4587-91EE-38C64A9676C5}" dt="2022-12-06T20:43:10.282" v="5842" actId="21"/>
          <ac:picMkLst>
            <pc:docMk/>
            <pc:sldMk cId="139807255" sldId="454"/>
            <ac:picMk id="10" creationId="{67693D65-2BEC-4296-8F91-D091EAAC8754}"/>
          </ac:picMkLst>
        </pc:picChg>
        <pc:picChg chg="add del mod">
          <ac:chgData name="Craig Mackintosh" userId="60563cfe-5481-48be-93e8-059b7c3b7ecd" providerId="ADAL" clId="{B6F223D6-0D61-4587-91EE-38C64A9676C5}" dt="2022-12-06T20:44:15.872" v="5875" actId="21"/>
          <ac:picMkLst>
            <pc:docMk/>
            <pc:sldMk cId="139807255" sldId="454"/>
            <ac:picMk id="13" creationId="{6B154413-4071-4274-B6AD-1D228B8C5475}"/>
          </ac:picMkLst>
        </pc:picChg>
        <pc:picChg chg="add del mod">
          <ac:chgData name="Craig Mackintosh" userId="60563cfe-5481-48be-93e8-059b7c3b7ecd" providerId="ADAL" clId="{B6F223D6-0D61-4587-91EE-38C64A9676C5}" dt="2022-12-06T20:20:44.212" v="4930" actId="21"/>
          <ac:picMkLst>
            <pc:docMk/>
            <pc:sldMk cId="139807255" sldId="454"/>
            <ac:picMk id="17" creationId="{FA08F28F-84D3-4048-B9D6-A73AA53EFE8B}"/>
          </ac:picMkLst>
        </pc:picChg>
        <pc:picChg chg="del">
          <ac:chgData name="Craig Mackintosh" userId="60563cfe-5481-48be-93e8-059b7c3b7ecd" providerId="ADAL" clId="{B6F223D6-0D61-4587-91EE-38C64A9676C5}" dt="2022-12-05T17:37:05.512" v="543" actId="478"/>
          <ac:picMkLst>
            <pc:docMk/>
            <pc:sldMk cId="139807255" sldId="454"/>
            <ac:picMk id="19" creationId="{237C5551-86C2-4B95-878D-9C8906E6D988}"/>
          </ac:picMkLst>
        </pc:picChg>
        <pc:picChg chg="del">
          <ac:chgData name="Craig Mackintosh" userId="60563cfe-5481-48be-93e8-059b7c3b7ecd" providerId="ADAL" clId="{B6F223D6-0D61-4587-91EE-38C64A9676C5}" dt="2022-12-05T17:37:05.512" v="543" actId="478"/>
          <ac:picMkLst>
            <pc:docMk/>
            <pc:sldMk cId="139807255" sldId="454"/>
            <ac:picMk id="20" creationId="{38818DE6-41B4-4517-BD5D-98F69F6E9C41}"/>
          </ac:picMkLst>
        </pc:picChg>
        <pc:picChg chg="del">
          <ac:chgData name="Craig Mackintosh" userId="60563cfe-5481-48be-93e8-059b7c3b7ecd" providerId="ADAL" clId="{B6F223D6-0D61-4587-91EE-38C64A9676C5}" dt="2022-12-05T17:37:05.512" v="543" actId="478"/>
          <ac:picMkLst>
            <pc:docMk/>
            <pc:sldMk cId="139807255" sldId="454"/>
            <ac:picMk id="21" creationId="{DB4B8A80-E83D-4720-8512-37AC221B5864}"/>
          </ac:picMkLst>
        </pc:picChg>
        <pc:picChg chg="add del mod modCrop">
          <ac:chgData name="Craig Mackintosh" userId="60563cfe-5481-48be-93e8-059b7c3b7ecd" providerId="ADAL" clId="{B6F223D6-0D61-4587-91EE-38C64A9676C5}" dt="2022-12-06T20:44:16.951" v="5876" actId="478"/>
          <ac:picMkLst>
            <pc:docMk/>
            <pc:sldMk cId="139807255" sldId="454"/>
            <ac:picMk id="29" creationId="{2A7B62E6-FF4B-42A9-897B-F95A5FE12006}"/>
          </ac:picMkLst>
        </pc:picChg>
        <pc:picChg chg="add mod">
          <ac:chgData name="Craig Mackintosh" userId="60563cfe-5481-48be-93e8-059b7c3b7ecd" providerId="ADAL" clId="{B6F223D6-0D61-4587-91EE-38C64A9676C5}" dt="2022-12-06T20:44:17.234" v="5877"/>
          <ac:picMkLst>
            <pc:docMk/>
            <pc:sldMk cId="139807255" sldId="454"/>
            <ac:picMk id="30" creationId="{A402FA97-712A-4514-ACE1-7CA99A436165}"/>
          </ac:picMkLst>
        </pc:picChg>
        <pc:picChg chg="add del mod">
          <ac:chgData name="Craig Mackintosh" userId="60563cfe-5481-48be-93e8-059b7c3b7ecd" providerId="ADAL" clId="{B6F223D6-0D61-4587-91EE-38C64A9676C5}" dt="2022-12-06T20:45:03.436" v="5885" actId="21"/>
          <ac:picMkLst>
            <pc:docMk/>
            <pc:sldMk cId="139807255" sldId="454"/>
            <ac:picMk id="31" creationId="{79E1E500-3DF8-4798-916C-3DF8835A511B}"/>
          </ac:picMkLst>
        </pc:picChg>
        <pc:cxnChg chg="del">
          <ac:chgData name="Craig Mackintosh" userId="60563cfe-5481-48be-93e8-059b7c3b7ecd" providerId="ADAL" clId="{B6F223D6-0D61-4587-91EE-38C64A9676C5}" dt="2022-12-05T17:37:05.512" v="543" actId="478"/>
          <ac:cxnSpMkLst>
            <pc:docMk/>
            <pc:sldMk cId="139807255" sldId="454"/>
            <ac:cxnSpMk id="4" creationId="{D8CF04BC-8E3F-4653-BC84-46888BA21AE0}"/>
          </ac:cxnSpMkLst>
        </pc:cxnChg>
        <pc:cxnChg chg="del">
          <ac:chgData name="Craig Mackintosh" userId="60563cfe-5481-48be-93e8-059b7c3b7ecd" providerId="ADAL" clId="{B6F223D6-0D61-4587-91EE-38C64A9676C5}" dt="2022-12-05T17:37:05.512" v="543" actId="478"/>
          <ac:cxnSpMkLst>
            <pc:docMk/>
            <pc:sldMk cId="139807255" sldId="454"/>
            <ac:cxnSpMk id="5" creationId="{F66A8EE4-FA9D-4206-BAAC-894E230C2F66}"/>
          </ac:cxnSpMkLst>
        </pc:cxnChg>
      </pc:sldChg>
      <pc:sldChg chg="addSp delSp modSp add mod ord modClrScheme chgLayout">
        <pc:chgData name="Craig Mackintosh" userId="60563cfe-5481-48be-93e8-059b7c3b7ecd" providerId="ADAL" clId="{B6F223D6-0D61-4587-91EE-38C64A9676C5}" dt="2023-01-23T20:40:34.402" v="10606" actId="108"/>
        <pc:sldMkLst>
          <pc:docMk/>
          <pc:sldMk cId="3575621473" sldId="455"/>
        </pc:sldMkLst>
        <pc:spChg chg="mod ord">
          <ac:chgData name="Craig Mackintosh" userId="60563cfe-5481-48be-93e8-059b7c3b7ecd" providerId="ADAL" clId="{B6F223D6-0D61-4587-91EE-38C64A9676C5}" dt="2022-12-06T20:42:32.529" v="5799" actId="20577"/>
          <ac:spMkLst>
            <pc:docMk/>
            <pc:sldMk cId="3575621473" sldId="455"/>
            <ac:spMk id="3" creationId="{39F74062-9E6D-4148-95DF-299673D9159E}"/>
          </ac:spMkLst>
        </pc:spChg>
        <pc:spChg chg="add mod ord">
          <ac:chgData name="Craig Mackintosh" userId="60563cfe-5481-48be-93e8-059b7c3b7ecd" providerId="ADAL" clId="{B6F223D6-0D61-4587-91EE-38C64A9676C5}" dt="2022-12-06T21:40:29.052" v="8686" actId="20577"/>
          <ac:spMkLst>
            <pc:docMk/>
            <pc:sldMk cId="3575621473" sldId="455"/>
            <ac:spMk id="5" creationId="{3B0C4C1C-201B-4F1F-9C49-04AAAC06128E}"/>
          </ac:spMkLst>
        </pc:spChg>
        <pc:spChg chg="add mod">
          <ac:chgData name="Craig Mackintosh" userId="60563cfe-5481-48be-93e8-059b7c3b7ecd" providerId="ADAL" clId="{B6F223D6-0D61-4587-91EE-38C64A9676C5}" dt="2023-01-23T20:40:34.402" v="10606" actId="108"/>
          <ac:spMkLst>
            <pc:docMk/>
            <pc:sldMk cId="3575621473" sldId="455"/>
            <ac:spMk id="7" creationId="{3C62B757-B484-460C-9655-BD2DC77EF12F}"/>
          </ac:spMkLst>
        </pc:spChg>
        <pc:picChg chg="add del">
          <ac:chgData name="Craig Mackintosh" userId="60563cfe-5481-48be-93e8-059b7c3b7ecd" providerId="ADAL" clId="{B6F223D6-0D61-4587-91EE-38C64A9676C5}" dt="2022-12-06T20:20:13.921" v="4893" actId="21"/>
          <ac:picMkLst>
            <pc:docMk/>
            <pc:sldMk cId="3575621473" sldId="455"/>
            <ac:picMk id="4" creationId="{1DEC661D-546F-45B4-838F-4A0F936A7045}"/>
          </ac:picMkLst>
        </pc:picChg>
        <pc:picChg chg="del">
          <ac:chgData name="Craig Mackintosh" userId="60563cfe-5481-48be-93e8-059b7c3b7ecd" providerId="ADAL" clId="{B6F223D6-0D61-4587-91EE-38C64A9676C5}" dt="2022-12-05T17:37:26.427" v="577" actId="478"/>
          <ac:picMkLst>
            <pc:docMk/>
            <pc:sldMk cId="3575621473" sldId="455"/>
            <ac:picMk id="6" creationId="{975E8235-263C-4E73-9ED5-04FF5AF44100}"/>
          </ac:picMkLst>
        </pc:picChg>
      </pc:sldChg>
      <pc:sldChg chg="addSp delSp modSp add del mod ord">
        <pc:chgData name="Craig Mackintosh" userId="60563cfe-5481-48be-93e8-059b7c3b7ecd" providerId="ADAL" clId="{B6F223D6-0D61-4587-91EE-38C64A9676C5}" dt="2022-12-06T19:11:23.004" v="3292" actId="2696"/>
        <pc:sldMkLst>
          <pc:docMk/>
          <pc:sldMk cId="3865817207" sldId="456"/>
        </pc:sldMkLst>
        <pc:spChg chg="mod">
          <ac:chgData name="Craig Mackintosh" userId="60563cfe-5481-48be-93e8-059b7c3b7ecd" providerId="ADAL" clId="{B6F223D6-0D61-4587-91EE-38C64A9676C5}" dt="2022-12-06T18:28:44.552" v="1964" actId="20577"/>
          <ac:spMkLst>
            <pc:docMk/>
            <pc:sldMk cId="3865817207" sldId="456"/>
            <ac:spMk id="3" creationId="{39F74062-9E6D-4148-95DF-299673D9159E}"/>
          </ac:spMkLst>
        </pc:spChg>
        <pc:spChg chg="add del mod">
          <ac:chgData name="Craig Mackintosh" userId="60563cfe-5481-48be-93e8-059b7c3b7ecd" providerId="ADAL" clId="{B6F223D6-0D61-4587-91EE-38C64A9676C5}" dt="2022-12-06T18:28:29.696" v="1902" actId="478"/>
          <ac:spMkLst>
            <pc:docMk/>
            <pc:sldMk cId="3865817207" sldId="456"/>
            <ac:spMk id="5" creationId="{F0AE3268-71B1-4555-AA1B-38DB7FD6C51F}"/>
          </ac:spMkLst>
        </pc:spChg>
        <pc:spChg chg="add mod">
          <ac:chgData name="Craig Mackintosh" userId="60563cfe-5481-48be-93e8-059b7c3b7ecd" providerId="ADAL" clId="{B6F223D6-0D61-4587-91EE-38C64A9676C5}" dt="2022-12-06T18:57:35.441" v="2865" actId="20577"/>
          <ac:spMkLst>
            <pc:docMk/>
            <pc:sldMk cId="3865817207" sldId="456"/>
            <ac:spMk id="6" creationId="{0D94FD1B-6DFC-469E-A77C-7A2E93513D60}"/>
          </ac:spMkLst>
        </pc:spChg>
        <pc:picChg chg="del">
          <ac:chgData name="Craig Mackintosh" userId="60563cfe-5481-48be-93e8-059b7c3b7ecd" providerId="ADAL" clId="{B6F223D6-0D61-4587-91EE-38C64A9676C5}" dt="2022-12-05T18:20:59.404" v="597" actId="478"/>
          <ac:picMkLst>
            <pc:docMk/>
            <pc:sldMk cId="3865817207" sldId="456"/>
            <ac:picMk id="4" creationId="{1DEC661D-546F-45B4-838F-4A0F936A7045}"/>
          </ac:picMkLst>
        </pc:picChg>
      </pc:sldChg>
      <pc:sldChg chg="modSp new del mod">
        <pc:chgData name="Craig Mackintosh" userId="60563cfe-5481-48be-93e8-059b7c3b7ecd" providerId="ADAL" clId="{B6F223D6-0D61-4587-91EE-38C64A9676C5}" dt="2022-12-06T20:18:58.072" v="4828" actId="2696"/>
        <pc:sldMkLst>
          <pc:docMk/>
          <pc:sldMk cId="230569231" sldId="457"/>
        </pc:sldMkLst>
        <pc:spChg chg="mod">
          <ac:chgData name="Craig Mackintosh" userId="60563cfe-5481-48be-93e8-059b7c3b7ecd" providerId="ADAL" clId="{B6F223D6-0D61-4587-91EE-38C64A9676C5}" dt="2022-12-05T21:03:59.403" v="672" actId="20577"/>
          <ac:spMkLst>
            <pc:docMk/>
            <pc:sldMk cId="230569231" sldId="457"/>
            <ac:spMk id="2" creationId="{4A9D4165-4DB0-444F-8574-48CD3F66573F}"/>
          </ac:spMkLst>
        </pc:spChg>
      </pc:sldChg>
      <pc:sldChg chg="modSp new del mod">
        <pc:chgData name="Craig Mackintosh" userId="60563cfe-5481-48be-93e8-059b7c3b7ecd" providerId="ADAL" clId="{B6F223D6-0D61-4587-91EE-38C64A9676C5}" dt="2022-12-06T20:23:45.091" v="4979" actId="2696"/>
        <pc:sldMkLst>
          <pc:docMk/>
          <pc:sldMk cId="1015614005" sldId="458"/>
        </pc:sldMkLst>
        <pc:spChg chg="mod">
          <ac:chgData name="Craig Mackintosh" userId="60563cfe-5481-48be-93e8-059b7c3b7ecd" providerId="ADAL" clId="{B6F223D6-0D61-4587-91EE-38C64A9676C5}" dt="2022-12-05T21:04:04.871" v="687" actId="20577"/>
          <ac:spMkLst>
            <pc:docMk/>
            <pc:sldMk cId="1015614005" sldId="458"/>
            <ac:spMk id="2" creationId="{9A52995C-46AD-4C94-8133-D842764F8786}"/>
          </ac:spMkLst>
        </pc:spChg>
      </pc:sldChg>
      <pc:sldChg chg="modSp new del mod">
        <pc:chgData name="Craig Mackintosh" userId="60563cfe-5481-48be-93e8-059b7c3b7ecd" providerId="ADAL" clId="{B6F223D6-0D61-4587-91EE-38C64A9676C5}" dt="2022-12-06T20:45:46.355" v="5967" actId="2696"/>
        <pc:sldMkLst>
          <pc:docMk/>
          <pc:sldMk cId="1287420622" sldId="459"/>
        </pc:sldMkLst>
        <pc:spChg chg="mod">
          <ac:chgData name="Craig Mackintosh" userId="60563cfe-5481-48be-93e8-059b7c3b7ecd" providerId="ADAL" clId="{B6F223D6-0D61-4587-91EE-38C64A9676C5}" dt="2022-12-05T21:04:13.309" v="702" actId="20577"/>
          <ac:spMkLst>
            <pc:docMk/>
            <pc:sldMk cId="1287420622" sldId="459"/>
            <ac:spMk id="2" creationId="{0B262CAC-A253-4600-B574-24049CF1A2A6}"/>
          </ac:spMkLst>
        </pc:spChg>
      </pc:sldChg>
      <pc:sldChg chg="modSp new del mod">
        <pc:chgData name="Craig Mackintosh" userId="60563cfe-5481-48be-93e8-059b7c3b7ecd" providerId="ADAL" clId="{B6F223D6-0D61-4587-91EE-38C64A9676C5}" dt="2022-12-06T21:08:22.576" v="7972" actId="2696"/>
        <pc:sldMkLst>
          <pc:docMk/>
          <pc:sldMk cId="2563183999" sldId="460"/>
        </pc:sldMkLst>
        <pc:spChg chg="mod">
          <ac:chgData name="Craig Mackintosh" userId="60563cfe-5481-48be-93e8-059b7c3b7ecd" providerId="ADAL" clId="{B6F223D6-0D61-4587-91EE-38C64A9676C5}" dt="2022-12-05T21:04:27.439" v="725" actId="20577"/>
          <ac:spMkLst>
            <pc:docMk/>
            <pc:sldMk cId="2563183999" sldId="460"/>
            <ac:spMk id="2" creationId="{1680395F-EC77-4A3C-966D-C9E2EDD18728}"/>
          </ac:spMkLst>
        </pc:spChg>
      </pc:sldChg>
      <pc:sldChg chg="modSp new mod">
        <pc:chgData name="Craig Mackintosh" userId="60563cfe-5481-48be-93e8-059b7c3b7ecd" providerId="ADAL" clId="{B6F223D6-0D61-4587-91EE-38C64A9676C5}" dt="2022-12-05T21:04:36.395" v="736" actId="20577"/>
        <pc:sldMkLst>
          <pc:docMk/>
          <pc:sldMk cId="89667174" sldId="461"/>
        </pc:sldMkLst>
        <pc:spChg chg="mod">
          <ac:chgData name="Craig Mackintosh" userId="60563cfe-5481-48be-93e8-059b7c3b7ecd" providerId="ADAL" clId="{B6F223D6-0D61-4587-91EE-38C64A9676C5}" dt="2022-12-05T21:04:36.395" v="736" actId="20577"/>
          <ac:spMkLst>
            <pc:docMk/>
            <pc:sldMk cId="89667174" sldId="461"/>
            <ac:spMk id="2" creationId="{9BEB2F47-3F1E-4B42-822A-F48433BEE2DA}"/>
          </ac:spMkLst>
        </pc:spChg>
      </pc:sldChg>
      <pc:sldChg chg="new del">
        <pc:chgData name="Craig Mackintosh" userId="60563cfe-5481-48be-93e8-059b7c3b7ecd" providerId="ADAL" clId="{B6F223D6-0D61-4587-91EE-38C64A9676C5}" dt="2022-12-05T21:12:52.378" v="745" actId="2696"/>
        <pc:sldMkLst>
          <pc:docMk/>
          <pc:sldMk cId="3181155084" sldId="462"/>
        </pc:sldMkLst>
      </pc:sldChg>
      <pc:sldChg chg="addSp delSp modSp add del mod ord modClrScheme addCm modCm chgLayout">
        <pc:chgData name="Craig Mackintosh" userId="60563cfe-5481-48be-93e8-059b7c3b7ecd" providerId="ADAL" clId="{B6F223D6-0D61-4587-91EE-38C64A9676C5}" dt="2022-12-12T19:52:05.918" v="10552" actId="2696"/>
        <pc:sldMkLst>
          <pc:docMk/>
          <pc:sldMk cId="4062416932" sldId="462"/>
        </pc:sldMkLst>
        <pc:spChg chg="mod ord">
          <ac:chgData name="Craig Mackintosh" userId="60563cfe-5481-48be-93e8-059b7c3b7ecd" providerId="ADAL" clId="{B6F223D6-0D61-4587-91EE-38C64A9676C5}" dt="2022-12-05T21:23:52.510" v="1516" actId="700"/>
          <ac:spMkLst>
            <pc:docMk/>
            <pc:sldMk cId="4062416932" sldId="462"/>
            <ac:spMk id="2" creationId="{D079F0D4-0810-4BC7-AD42-AAB894C55C1E}"/>
          </ac:spMkLst>
        </pc:spChg>
        <pc:spChg chg="add del mod ord">
          <ac:chgData name="Craig Mackintosh" userId="60563cfe-5481-48be-93e8-059b7c3b7ecd" providerId="ADAL" clId="{B6F223D6-0D61-4587-91EE-38C64A9676C5}" dt="2022-12-05T21:13:06.453" v="748" actId="700"/>
          <ac:spMkLst>
            <pc:docMk/>
            <pc:sldMk cId="4062416932" sldId="462"/>
            <ac:spMk id="3" creationId="{26129275-5090-445F-AA03-806D46EBF645}"/>
          </ac:spMkLst>
        </pc:spChg>
        <pc:spChg chg="add del mod">
          <ac:chgData name="Craig Mackintosh" userId="60563cfe-5481-48be-93e8-059b7c3b7ecd" providerId="ADAL" clId="{B6F223D6-0D61-4587-91EE-38C64A9676C5}" dt="2022-12-06T21:28:04.020" v="8430" actId="21"/>
          <ac:spMkLst>
            <pc:docMk/>
            <pc:sldMk cId="4062416932" sldId="462"/>
            <ac:spMk id="18" creationId="{E5B320ED-F09A-4F6A-BE93-F6147C70B9B7}"/>
          </ac:spMkLst>
        </pc:spChg>
        <pc:spChg chg="add del mod">
          <ac:chgData name="Craig Mackintosh" userId="60563cfe-5481-48be-93e8-059b7c3b7ecd" providerId="ADAL" clId="{B6F223D6-0D61-4587-91EE-38C64A9676C5}" dt="2022-12-05T21:19:23.649" v="1247" actId="478"/>
          <ac:spMkLst>
            <pc:docMk/>
            <pc:sldMk cId="4062416932" sldId="462"/>
            <ac:spMk id="19" creationId="{008C03A9-7FB6-4A67-B8FC-A656EC6C8694}"/>
          </ac:spMkLst>
        </pc:spChg>
        <pc:spChg chg="add del mod">
          <ac:chgData name="Craig Mackintosh" userId="60563cfe-5481-48be-93e8-059b7c3b7ecd" providerId="ADAL" clId="{B6F223D6-0D61-4587-91EE-38C64A9676C5}" dt="2022-12-06T21:28:04.020" v="8430" actId="21"/>
          <ac:spMkLst>
            <pc:docMk/>
            <pc:sldMk cId="4062416932" sldId="462"/>
            <ac:spMk id="21" creationId="{CAF2E269-63AC-4E45-9BAB-FE4B05E24872}"/>
          </ac:spMkLst>
        </pc:spChg>
        <pc:spChg chg="add del mod">
          <ac:chgData name="Craig Mackintosh" userId="60563cfe-5481-48be-93e8-059b7c3b7ecd" providerId="ADAL" clId="{B6F223D6-0D61-4587-91EE-38C64A9676C5}" dt="2022-12-05T21:16:42.209" v="987" actId="478"/>
          <ac:spMkLst>
            <pc:docMk/>
            <pc:sldMk cId="4062416932" sldId="462"/>
            <ac:spMk id="22" creationId="{DF43F5E5-3C29-4AD6-9CB5-CB034FBA0B76}"/>
          </ac:spMkLst>
        </pc:spChg>
        <pc:spChg chg="mod">
          <ac:chgData name="Craig Mackintosh" userId="60563cfe-5481-48be-93e8-059b7c3b7ecd" providerId="ADAL" clId="{B6F223D6-0D61-4587-91EE-38C64A9676C5}" dt="2022-12-07T18:38:41.150" v="9463" actId="1035"/>
          <ac:spMkLst>
            <pc:docMk/>
            <pc:sldMk cId="4062416932" sldId="462"/>
            <ac:spMk id="23" creationId="{A6ADCD5B-9F2D-43AB-ABC3-FFD98E48D2DF}"/>
          </ac:spMkLst>
        </pc:spChg>
        <pc:spChg chg="add del mod">
          <ac:chgData name="Craig Mackintosh" userId="60563cfe-5481-48be-93e8-059b7c3b7ecd" providerId="ADAL" clId="{B6F223D6-0D61-4587-91EE-38C64A9676C5}" dt="2022-12-06T21:28:04.020" v="8430" actId="21"/>
          <ac:spMkLst>
            <pc:docMk/>
            <pc:sldMk cId="4062416932" sldId="462"/>
            <ac:spMk id="24" creationId="{72C27215-580D-44AE-A1E8-4DB0222E53C7}"/>
          </ac:spMkLst>
        </pc:spChg>
        <pc:spChg chg="add del mod">
          <ac:chgData name="Craig Mackintosh" userId="60563cfe-5481-48be-93e8-059b7c3b7ecd" providerId="ADAL" clId="{B6F223D6-0D61-4587-91EE-38C64A9676C5}" dt="2022-12-05T21:19:14.064" v="1244" actId="478"/>
          <ac:spMkLst>
            <pc:docMk/>
            <pc:sldMk cId="4062416932" sldId="462"/>
            <ac:spMk id="25" creationId="{11E966A2-483C-4383-B756-EF5E65F8161E}"/>
          </ac:spMkLst>
        </pc:spChg>
        <pc:spChg chg="add del mod">
          <ac:chgData name="Craig Mackintosh" userId="60563cfe-5481-48be-93e8-059b7c3b7ecd" providerId="ADAL" clId="{B6F223D6-0D61-4587-91EE-38C64A9676C5}" dt="2022-12-05T21:19:14.064" v="1244" actId="478"/>
          <ac:spMkLst>
            <pc:docMk/>
            <pc:sldMk cId="4062416932" sldId="462"/>
            <ac:spMk id="26" creationId="{47F749E4-1CDE-4004-9BEC-F9A89DFC4638}"/>
          </ac:spMkLst>
        </pc:spChg>
        <pc:spChg chg="mod">
          <ac:chgData name="Craig Mackintosh" userId="60563cfe-5481-48be-93e8-059b7c3b7ecd" providerId="ADAL" clId="{B6F223D6-0D61-4587-91EE-38C64A9676C5}" dt="2022-12-07T18:38:41.150" v="9463" actId="1035"/>
          <ac:spMkLst>
            <pc:docMk/>
            <pc:sldMk cId="4062416932" sldId="462"/>
            <ac:spMk id="27" creationId="{8E19ACDB-5432-473E-853E-EE1CF52623FE}"/>
          </ac:spMkLst>
        </pc:spChg>
        <pc:spChg chg="add del mod">
          <ac:chgData name="Craig Mackintosh" userId="60563cfe-5481-48be-93e8-059b7c3b7ecd" providerId="ADAL" clId="{B6F223D6-0D61-4587-91EE-38C64A9676C5}" dt="2022-12-06T21:28:04.020" v="8430" actId="21"/>
          <ac:spMkLst>
            <pc:docMk/>
            <pc:sldMk cId="4062416932" sldId="462"/>
            <ac:spMk id="28" creationId="{262DE633-B4C3-4E70-8157-A26BAE1CBD56}"/>
          </ac:spMkLst>
        </pc:spChg>
        <pc:spChg chg="add del mod">
          <ac:chgData name="Craig Mackintosh" userId="60563cfe-5481-48be-93e8-059b7c3b7ecd" providerId="ADAL" clId="{B6F223D6-0D61-4587-91EE-38C64A9676C5}" dt="2022-12-06T21:28:04.020" v="8430" actId="21"/>
          <ac:spMkLst>
            <pc:docMk/>
            <pc:sldMk cId="4062416932" sldId="462"/>
            <ac:spMk id="29" creationId="{A3232754-C755-4BB3-8C83-C70BD983C294}"/>
          </ac:spMkLst>
        </pc:spChg>
        <pc:spChg chg="add del mod">
          <ac:chgData name="Craig Mackintosh" userId="60563cfe-5481-48be-93e8-059b7c3b7ecd" providerId="ADAL" clId="{B6F223D6-0D61-4587-91EE-38C64A9676C5}" dt="2022-12-06T21:28:04.020" v="8430" actId="21"/>
          <ac:spMkLst>
            <pc:docMk/>
            <pc:sldMk cId="4062416932" sldId="462"/>
            <ac:spMk id="30" creationId="{AAF3E80D-A0D6-4E91-A919-3D76BDC36EFC}"/>
          </ac:spMkLst>
        </pc:spChg>
        <pc:spChg chg="add del mod">
          <ac:chgData name="Craig Mackintosh" userId="60563cfe-5481-48be-93e8-059b7c3b7ecd" providerId="ADAL" clId="{B6F223D6-0D61-4587-91EE-38C64A9676C5}" dt="2022-12-05T21:19:14.064" v="1244" actId="478"/>
          <ac:spMkLst>
            <pc:docMk/>
            <pc:sldMk cId="4062416932" sldId="462"/>
            <ac:spMk id="31" creationId="{43BDCD50-1F95-4428-92B3-A6CF42C0BA07}"/>
          </ac:spMkLst>
        </pc:spChg>
        <pc:spChg chg="mod">
          <ac:chgData name="Craig Mackintosh" userId="60563cfe-5481-48be-93e8-059b7c3b7ecd" providerId="ADAL" clId="{B6F223D6-0D61-4587-91EE-38C64A9676C5}" dt="2022-12-05T21:15:58.682" v="915"/>
          <ac:spMkLst>
            <pc:docMk/>
            <pc:sldMk cId="4062416932" sldId="462"/>
            <ac:spMk id="33" creationId="{1180F0F0-CBF9-42A6-912C-8F8054FB7A41}"/>
          </ac:spMkLst>
        </pc:spChg>
        <pc:spChg chg="mod">
          <ac:chgData name="Craig Mackintosh" userId="60563cfe-5481-48be-93e8-059b7c3b7ecd" providerId="ADAL" clId="{B6F223D6-0D61-4587-91EE-38C64A9676C5}" dt="2022-12-05T21:15:58.682" v="915"/>
          <ac:spMkLst>
            <pc:docMk/>
            <pc:sldMk cId="4062416932" sldId="462"/>
            <ac:spMk id="34" creationId="{44F02108-4320-4235-900B-ED93206738F0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35" creationId="{810D8DE3-5D80-4F6F-9097-8D756ACE7C0F}"/>
          </ac:spMkLst>
        </pc:spChg>
        <pc:spChg chg="mod">
          <ac:chgData name="Craig Mackintosh" userId="60563cfe-5481-48be-93e8-059b7c3b7ecd" providerId="ADAL" clId="{B6F223D6-0D61-4587-91EE-38C64A9676C5}" dt="2022-12-05T21:15:58.682" v="915"/>
          <ac:spMkLst>
            <pc:docMk/>
            <pc:sldMk cId="4062416932" sldId="462"/>
            <ac:spMk id="35" creationId="{ADD9F128-C90F-45B3-98DD-22C20A1F7E27}"/>
          </ac:spMkLst>
        </pc:spChg>
        <pc:spChg chg="add mod">
          <ac:chgData name="Craig Mackintosh" userId="60563cfe-5481-48be-93e8-059b7c3b7ecd" providerId="ADAL" clId="{B6F223D6-0D61-4587-91EE-38C64A9676C5}" dt="2022-12-07T18:47:00.928" v="9498" actId="164"/>
          <ac:spMkLst>
            <pc:docMk/>
            <pc:sldMk cId="4062416932" sldId="462"/>
            <ac:spMk id="35" creationId="{DE211BBD-2000-4C8E-B718-D4608262B213}"/>
          </ac:spMkLst>
        </pc:spChg>
        <pc:spChg chg="mod">
          <ac:chgData name="Craig Mackintosh" userId="60563cfe-5481-48be-93e8-059b7c3b7ecd" providerId="ADAL" clId="{B6F223D6-0D61-4587-91EE-38C64A9676C5}" dt="2022-12-05T21:15:58.682" v="915"/>
          <ac:spMkLst>
            <pc:docMk/>
            <pc:sldMk cId="4062416932" sldId="462"/>
            <ac:spMk id="36" creationId="{28B31449-0CF4-448F-8D8C-758DC238E044}"/>
          </ac:spMkLst>
        </pc:spChg>
        <pc:spChg chg="add mod">
          <ac:chgData name="Craig Mackintosh" userId="60563cfe-5481-48be-93e8-059b7c3b7ecd" providerId="ADAL" clId="{B6F223D6-0D61-4587-91EE-38C64A9676C5}" dt="2022-12-07T18:47:00.928" v="9498" actId="164"/>
          <ac:spMkLst>
            <pc:docMk/>
            <pc:sldMk cId="4062416932" sldId="462"/>
            <ac:spMk id="36" creationId="{2FCC9543-70E7-4354-92A9-312EFF3D8846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36" creationId="{9656CBF2-029C-4A13-A525-1299A1816DF7}"/>
          </ac:spMkLst>
        </pc:spChg>
        <pc:spChg chg="add del mod">
          <ac:chgData name="Craig Mackintosh" userId="60563cfe-5481-48be-93e8-059b7c3b7ecd" providerId="ADAL" clId="{B6F223D6-0D61-4587-91EE-38C64A9676C5}" dt="2022-12-05T21:16:55.844" v="992" actId="478"/>
          <ac:spMkLst>
            <pc:docMk/>
            <pc:sldMk cId="4062416932" sldId="462"/>
            <ac:spMk id="37" creationId="{7EBDD959-69C5-4F71-87E6-292BF2EAA28B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37" creationId="{8064EE4F-87B0-4B1D-92E6-B3E42AC0BC8A}"/>
          </ac:spMkLst>
        </pc:spChg>
        <pc:spChg chg="add mod">
          <ac:chgData name="Craig Mackintosh" userId="60563cfe-5481-48be-93e8-059b7c3b7ecd" providerId="ADAL" clId="{B6F223D6-0D61-4587-91EE-38C64A9676C5}" dt="2022-12-12T15:59:19.411" v="10422" actId="20577"/>
          <ac:spMkLst>
            <pc:docMk/>
            <pc:sldMk cId="4062416932" sldId="462"/>
            <ac:spMk id="38" creationId="{5984756A-A943-4B40-B417-EDC71653CFBF}"/>
          </ac:spMkLst>
        </pc:spChg>
        <pc:spChg chg="add del mod">
          <ac:chgData name="Craig Mackintosh" userId="60563cfe-5481-48be-93e8-059b7c3b7ecd" providerId="ADAL" clId="{B6F223D6-0D61-4587-91EE-38C64A9676C5}" dt="2022-12-05T21:16:44.124" v="989" actId="478"/>
          <ac:spMkLst>
            <pc:docMk/>
            <pc:sldMk cId="4062416932" sldId="462"/>
            <ac:spMk id="38" creationId="{BA5EC0C2-C724-4C7B-BD9B-DB338766217D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39" creationId="{5F7206D7-91D0-4A5E-95C7-F0C3E0D1DF27}"/>
          </ac:spMkLst>
        </pc:spChg>
        <pc:spChg chg="add del mod">
          <ac:chgData name="Craig Mackintosh" userId="60563cfe-5481-48be-93e8-059b7c3b7ecd" providerId="ADAL" clId="{B6F223D6-0D61-4587-91EE-38C64A9676C5}" dt="2022-12-05T21:18:35.162" v="1082" actId="478"/>
          <ac:spMkLst>
            <pc:docMk/>
            <pc:sldMk cId="4062416932" sldId="462"/>
            <ac:spMk id="39" creationId="{6FB02F4F-4435-49E6-BFEB-272BC8D6A590}"/>
          </ac:spMkLst>
        </pc:spChg>
        <pc:spChg chg="add del mod">
          <ac:chgData name="Craig Mackintosh" userId="60563cfe-5481-48be-93e8-059b7c3b7ecd" providerId="ADAL" clId="{B6F223D6-0D61-4587-91EE-38C64A9676C5}" dt="2022-12-06T21:28:04.020" v="8430" actId="21"/>
          <ac:spMkLst>
            <pc:docMk/>
            <pc:sldMk cId="4062416932" sldId="462"/>
            <ac:spMk id="40" creationId="{214094EB-7BCD-4568-ACC3-C3D4C73B4626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40" creationId="{667F515A-CED5-4292-8FB9-E8097B901CE4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41" creationId="{C6C26D51-CC5C-4955-965C-8A0B4CC9856C}"/>
          </ac:spMkLst>
        </pc:spChg>
        <pc:spChg chg="add del mod">
          <ac:chgData name="Craig Mackintosh" userId="60563cfe-5481-48be-93e8-059b7c3b7ecd" providerId="ADAL" clId="{B6F223D6-0D61-4587-91EE-38C64A9676C5}" dt="2022-12-05T21:19:14.064" v="1244" actId="478"/>
          <ac:spMkLst>
            <pc:docMk/>
            <pc:sldMk cId="4062416932" sldId="462"/>
            <ac:spMk id="41" creationId="{DFF1F506-0A9C-4CB6-BF95-9530B294FF2B}"/>
          </ac:spMkLst>
        </pc:spChg>
        <pc:spChg chg="add del mod">
          <ac:chgData name="Craig Mackintosh" userId="60563cfe-5481-48be-93e8-059b7c3b7ecd" providerId="ADAL" clId="{B6F223D6-0D61-4587-91EE-38C64A9676C5}" dt="2022-12-06T21:28:04.020" v="8430" actId="21"/>
          <ac:spMkLst>
            <pc:docMk/>
            <pc:sldMk cId="4062416932" sldId="462"/>
            <ac:spMk id="42" creationId="{4B9A590F-6538-4E41-BDE8-40E35A0AF876}"/>
          </ac:spMkLst>
        </pc:spChg>
        <pc:spChg chg="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43" creationId="{5DC6687E-6A6A-47D1-AFED-5844F59370E8}"/>
          </ac:spMkLst>
        </pc:spChg>
        <pc:spChg chg="add del mod">
          <ac:chgData name="Craig Mackintosh" userId="60563cfe-5481-48be-93e8-059b7c3b7ecd" providerId="ADAL" clId="{B6F223D6-0D61-4587-91EE-38C64A9676C5}" dt="2022-12-05T21:16:43.431" v="988" actId="478"/>
          <ac:spMkLst>
            <pc:docMk/>
            <pc:sldMk cId="4062416932" sldId="462"/>
            <ac:spMk id="43" creationId="{E25481F8-DC03-4668-89D5-6C671720A84B}"/>
          </ac:spMkLst>
        </pc:spChg>
        <pc:spChg chg="add del mod">
          <ac:chgData name="Craig Mackintosh" userId="60563cfe-5481-48be-93e8-059b7c3b7ecd" providerId="ADAL" clId="{B6F223D6-0D61-4587-91EE-38C64A9676C5}" dt="2022-12-06T21:28:04.020" v="8430" actId="21"/>
          <ac:spMkLst>
            <pc:docMk/>
            <pc:sldMk cId="4062416932" sldId="462"/>
            <ac:spMk id="44" creationId="{DE881AE4-A70A-4D88-8687-6D7DD192012B}"/>
          </ac:spMkLst>
        </pc:spChg>
        <pc:spChg chg="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44" creationId="{FA9410FA-7B3A-4C5E-AB15-19570EACF963}"/>
          </ac:spMkLst>
        </pc:spChg>
        <pc:spChg chg="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45" creationId="{2556421F-835B-4CE0-8D31-9B46EBE1CE8D}"/>
          </ac:spMkLst>
        </pc:spChg>
        <pc:spChg chg="add del mod">
          <ac:chgData name="Craig Mackintosh" userId="60563cfe-5481-48be-93e8-059b7c3b7ecd" providerId="ADAL" clId="{B6F223D6-0D61-4587-91EE-38C64A9676C5}" dt="2022-12-05T21:19:14.064" v="1244" actId="478"/>
          <ac:spMkLst>
            <pc:docMk/>
            <pc:sldMk cId="4062416932" sldId="462"/>
            <ac:spMk id="45" creationId="{280B8997-215E-477F-B630-EC050A58B885}"/>
          </ac:spMkLst>
        </pc:spChg>
        <pc:spChg chg="add del mod">
          <ac:chgData name="Craig Mackintosh" userId="60563cfe-5481-48be-93e8-059b7c3b7ecd" providerId="ADAL" clId="{B6F223D6-0D61-4587-91EE-38C64A9676C5}" dt="2022-12-05T21:19:14.064" v="1244" actId="478"/>
          <ac:spMkLst>
            <pc:docMk/>
            <pc:sldMk cId="4062416932" sldId="462"/>
            <ac:spMk id="46" creationId="{971D80FD-369F-4EF7-8BED-AC8050683678}"/>
          </ac:spMkLst>
        </pc:spChg>
        <pc:spChg chg="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46" creationId="{EDC33B76-C93D-42B5-B922-A1FEFFF2CC33}"/>
          </ac:spMkLst>
        </pc:spChg>
        <pc:spChg chg="add del mod">
          <ac:chgData name="Craig Mackintosh" userId="60563cfe-5481-48be-93e8-059b7c3b7ecd" providerId="ADAL" clId="{B6F223D6-0D61-4587-91EE-38C64A9676C5}" dt="2022-12-05T21:17:42.600" v="1081" actId="478"/>
          <ac:spMkLst>
            <pc:docMk/>
            <pc:sldMk cId="4062416932" sldId="462"/>
            <ac:spMk id="47" creationId="{AE37FFBF-72B6-49FB-8A1E-AA882FE4E52E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47" creationId="{C0F72BF2-6511-49DA-BB93-B2B6847EACB2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48" creationId="{D3CB080C-AE0E-47A7-98CE-60DEF8159387}"/>
          </ac:spMkLst>
        </pc:spChg>
        <pc:spChg chg="add del mod">
          <ac:chgData name="Craig Mackintosh" userId="60563cfe-5481-48be-93e8-059b7c3b7ecd" providerId="ADAL" clId="{B6F223D6-0D61-4587-91EE-38C64A9676C5}" dt="2022-12-05T21:21:23.245" v="1438" actId="478"/>
          <ac:spMkLst>
            <pc:docMk/>
            <pc:sldMk cId="4062416932" sldId="462"/>
            <ac:spMk id="48" creationId="{FFEBF31C-635D-441B-8616-2CBCAE0E5533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49" creationId="{0BAE28FC-6874-4134-BD59-B2ED9C02B70D}"/>
          </ac:spMkLst>
        </pc:spChg>
        <pc:spChg chg="add mod">
          <ac:chgData name="Craig Mackintosh" userId="60563cfe-5481-48be-93e8-059b7c3b7ecd" providerId="ADAL" clId="{B6F223D6-0D61-4587-91EE-38C64A9676C5}" dt="2022-12-07T18:38:41.150" v="9463" actId="1035"/>
          <ac:spMkLst>
            <pc:docMk/>
            <pc:sldMk cId="4062416932" sldId="462"/>
            <ac:spMk id="50" creationId="{FE9A49E6-9248-4115-9DDA-659D7373D796}"/>
          </ac:spMkLst>
        </pc:spChg>
        <pc:spChg chg="add mod">
          <ac:chgData name="Craig Mackintosh" userId="60563cfe-5481-48be-93e8-059b7c3b7ecd" providerId="ADAL" clId="{B6F223D6-0D61-4587-91EE-38C64A9676C5}" dt="2022-12-07T18:38:41.150" v="9463" actId="1035"/>
          <ac:spMkLst>
            <pc:docMk/>
            <pc:sldMk cId="4062416932" sldId="462"/>
            <ac:spMk id="51" creationId="{18FAD283-845F-4795-8E04-BDA2F9C25D87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53" creationId="{A85196B7-4C17-4B69-A269-53B34F659B8D}"/>
          </ac:spMkLst>
        </pc:spChg>
        <pc:spChg chg="add del mod">
          <ac:chgData name="Craig Mackintosh" userId="60563cfe-5481-48be-93e8-059b7c3b7ecd" providerId="ADAL" clId="{B6F223D6-0D61-4587-91EE-38C64A9676C5}" dt="2022-12-05T21:23:17.405" v="1493" actId="478"/>
          <ac:spMkLst>
            <pc:docMk/>
            <pc:sldMk cId="4062416932" sldId="462"/>
            <ac:spMk id="53" creationId="{C6B67CBD-1590-46C9-93DE-F44DE5F6A167}"/>
          </ac:spMkLst>
        </pc:spChg>
        <pc:spChg chg="add mod">
          <ac:chgData name="Craig Mackintosh" userId="60563cfe-5481-48be-93e8-059b7c3b7ecd" providerId="ADAL" clId="{B6F223D6-0D61-4587-91EE-38C64A9676C5}" dt="2022-12-12T16:14:51.722" v="10424" actId="20577"/>
          <ac:spMkLst>
            <pc:docMk/>
            <pc:sldMk cId="4062416932" sldId="462"/>
            <ac:spMk id="54" creationId="{6C1734C8-D9C3-48E5-8D81-1B8733EA378B}"/>
          </ac:spMkLst>
        </pc:spChg>
        <pc:spChg chg="add mod">
          <ac:chgData name="Craig Mackintosh" userId="60563cfe-5481-48be-93e8-059b7c3b7ecd" providerId="ADAL" clId="{B6F223D6-0D61-4587-91EE-38C64A9676C5}" dt="2022-12-07T18:40:04.784" v="9484" actId="20577"/>
          <ac:spMkLst>
            <pc:docMk/>
            <pc:sldMk cId="4062416932" sldId="462"/>
            <ac:spMk id="55" creationId="{2E1D2330-5056-4DE7-A6B1-86AEDFFEE9B6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56" creationId="{49F45F88-722D-40B0-8A7D-670810B3A345}"/>
          </ac:spMkLst>
        </pc:spChg>
        <pc:spChg chg="add del mod">
          <ac:chgData name="Craig Mackintosh" userId="60563cfe-5481-48be-93e8-059b7c3b7ecd" providerId="ADAL" clId="{B6F223D6-0D61-4587-91EE-38C64A9676C5}" dt="2022-12-06T21:28:24.291" v="8481" actId="21"/>
          <ac:spMkLst>
            <pc:docMk/>
            <pc:sldMk cId="4062416932" sldId="462"/>
            <ac:spMk id="56" creationId="{E1A545C0-AB04-4023-8AC2-6C02C56A97E9}"/>
          </ac:spMkLst>
        </pc:spChg>
        <pc:spChg chg="add del mod">
          <ac:chgData name="Craig Mackintosh" userId="60563cfe-5481-48be-93e8-059b7c3b7ecd" providerId="ADAL" clId="{B6F223D6-0D61-4587-91EE-38C64A9676C5}" dt="2022-12-06T21:28:24.291" v="8481" actId="21"/>
          <ac:spMkLst>
            <pc:docMk/>
            <pc:sldMk cId="4062416932" sldId="462"/>
            <ac:spMk id="57" creationId="{05AEF557-77AD-4EC5-AA73-BA52632CF7A2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57" creationId="{10902115-3C41-4B09-A3BF-92C458F3FA5C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58" creationId="{3B85353E-3AC1-48C6-A33B-2884368066FC}"/>
          </ac:spMkLst>
        </pc:spChg>
        <pc:spChg chg="add del mod">
          <ac:chgData name="Craig Mackintosh" userId="60563cfe-5481-48be-93e8-059b7c3b7ecd" providerId="ADAL" clId="{B6F223D6-0D61-4587-91EE-38C64A9676C5}" dt="2022-12-06T21:28:24.291" v="8481" actId="21"/>
          <ac:spMkLst>
            <pc:docMk/>
            <pc:sldMk cId="4062416932" sldId="462"/>
            <ac:spMk id="58" creationId="{47E74501-1C81-4A39-9E93-90A4DC23329E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59" creationId="{4AC941D6-30CA-4D2B-BEC6-B3DBA0295BFB}"/>
          </ac:spMkLst>
        </pc:spChg>
        <pc:spChg chg="add del mod">
          <ac:chgData name="Craig Mackintosh" userId="60563cfe-5481-48be-93e8-059b7c3b7ecd" providerId="ADAL" clId="{B6F223D6-0D61-4587-91EE-38C64A9676C5}" dt="2022-12-06T21:28:24.291" v="8481" actId="21"/>
          <ac:spMkLst>
            <pc:docMk/>
            <pc:sldMk cId="4062416932" sldId="462"/>
            <ac:spMk id="59" creationId="{E2BD4C73-3682-4629-8D51-95A3AE072205}"/>
          </ac:spMkLst>
        </pc:spChg>
        <pc:spChg chg="add del mod">
          <ac:chgData name="Craig Mackintosh" userId="60563cfe-5481-48be-93e8-059b7c3b7ecd" providerId="ADAL" clId="{B6F223D6-0D61-4587-91EE-38C64A9676C5}" dt="2022-12-06T21:28:24.291" v="8481" actId="21"/>
          <ac:spMkLst>
            <pc:docMk/>
            <pc:sldMk cId="4062416932" sldId="462"/>
            <ac:spMk id="60" creationId="{27426602-E121-471A-9121-781349BB8B71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60" creationId="{3B08D58A-8970-41E0-BC8E-876A804F2DCA}"/>
          </ac:spMkLst>
        </pc:spChg>
        <pc:spChg chg="add del mod">
          <ac:chgData name="Craig Mackintosh" userId="60563cfe-5481-48be-93e8-059b7c3b7ecd" providerId="ADAL" clId="{B6F223D6-0D61-4587-91EE-38C64A9676C5}" dt="2022-12-06T21:28:24.291" v="8481" actId="21"/>
          <ac:spMkLst>
            <pc:docMk/>
            <pc:sldMk cId="4062416932" sldId="462"/>
            <ac:spMk id="61" creationId="{83B4AE19-69B5-4261-8595-1DDC7A61E136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61" creationId="{A5318A84-F5EE-4E96-AAA7-77F6CEBBFC18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62" creationId="{2E09732D-5D22-475F-807D-A3DAD66476D2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63" creationId="{35315A97-F59B-4BFE-BB39-3EDD94573255}"/>
          </ac:spMkLst>
        </pc:spChg>
        <pc:spChg chg="mod">
          <ac:chgData name="Craig Mackintosh" userId="60563cfe-5481-48be-93e8-059b7c3b7ecd" providerId="ADAL" clId="{B6F223D6-0D61-4587-91EE-38C64A9676C5}" dt="2022-12-06T21:28:11.835" v="8479"/>
          <ac:spMkLst>
            <pc:docMk/>
            <pc:sldMk cId="4062416932" sldId="462"/>
            <ac:spMk id="63" creationId="{D3405D27-C64F-4F03-A42B-63D1CE85817E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64" creationId="{25E763DD-4B50-4D62-880F-B896C3503A75}"/>
          </ac:spMkLst>
        </pc:spChg>
        <pc:spChg chg="mod">
          <ac:chgData name="Craig Mackintosh" userId="60563cfe-5481-48be-93e8-059b7c3b7ecd" providerId="ADAL" clId="{B6F223D6-0D61-4587-91EE-38C64A9676C5}" dt="2022-12-06T21:28:11.835" v="8479"/>
          <ac:spMkLst>
            <pc:docMk/>
            <pc:sldMk cId="4062416932" sldId="462"/>
            <ac:spMk id="64" creationId="{6FB3436F-CFB2-4668-AD43-049CCEB19941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65" creationId="{A63DB40A-18E4-452B-9C49-77508269A812}"/>
          </ac:spMkLst>
        </pc:spChg>
        <pc:spChg chg="mod">
          <ac:chgData name="Craig Mackintosh" userId="60563cfe-5481-48be-93e8-059b7c3b7ecd" providerId="ADAL" clId="{B6F223D6-0D61-4587-91EE-38C64A9676C5}" dt="2022-12-06T21:28:11.835" v="8479"/>
          <ac:spMkLst>
            <pc:docMk/>
            <pc:sldMk cId="4062416932" sldId="462"/>
            <ac:spMk id="65" creationId="{ACFB3278-B0C2-44F1-B5F9-50F398E27C6E}"/>
          </ac:spMkLst>
        </pc:spChg>
        <pc:spChg chg="mod">
          <ac:chgData name="Craig Mackintosh" userId="60563cfe-5481-48be-93e8-059b7c3b7ecd" providerId="ADAL" clId="{B6F223D6-0D61-4587-91EE-38C64A9676C5}" dt="2022-12-06T21:28:11.835" v="8479"/>
          <ac:spMkLst>
            <pc:docMk/>
            <pc:sldMk cId="4062416932" sldId="462"/>
            <ac:spMk id="66" creationId="{C7D4784F-657D-479A-B312-2DFE1CE4A9A3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66" creationId="{D9D75F40-40F2-4188-83B7-0D832030FFBA}"/>
          </ac:spMkLst>
        </pc:spChg>
        <pc:spChg chg="add del mod">
          <ac:chgData name="Craig Mackintosh" userId="60563cfe-5481-48be-93e8-059b7c3b7ecd" providerId="ADAL" clId="{B6F223D6-0D61-4587-91EE-38C64A9676C5}" dt="2022-12-06T21:28:24.291" v="8481" actId="21"/>
          <ac:spMkLst>
            <pc:docMk/>
            <pc:sldMk cId="4062416932" sldId="462"/>
            <ac:spMk id="67" creationId="{7A0E6976-D3DE-4B1B-BD83-38AD3DBE7914}"/>
          </ac:spMkLst>
        </pc:spChg>
        <pc:spChg chg="add del mod">
          <ac:chgData name="Craig Mackintosh" userId="60563cfe-5481-48be-93e8-059b7c3b7ecd" providerId="ADAL" clId="{B6F223D6-0D61-4587-91EE-38C64A9676C5}" dt="2022-12-06T21:28:24.291" v="8481" actId="21"/>
          <ac:spMkLst>
            <pc:docMk/>
            <pc:sldMk cId="4062416932" sldId="462"/>
            <ac:spMk id="68" creationId="{1206806D-F0D8-466F-949C-3A9A1216C7A5}"/>
          </ac:spMkLst>
        </pc:spChg>
        <pc:spChg chg="add del mod">
          <ac:chgData name="Craig Mackintosh" userId="60563cfe-5481-48be-93e8-059b7c3b7ecd" providerId="ADAL" clId="{B6F223D6-0D61-4587-91EE-38C64A9676C5}" dt="2022-12-06T21:28:24.291" v="8481" actId="21"/>
          <ac:spMkLst>
            <pc:docMk/>
            <pc:sldMk cId="4062416932" sldId="462"/>
            <ac:spMk id="69" creationId="{7055AC9F-25CA-42F2-92C3-4476445ECA4F}"/>
          </ac:spMkLst>
        </pc:spChg>
        <pc:spChg chg="add mod">
          <ac:chgData name="Craig Mackintosh" userId="60563cfe-5481-48be-93e8-059b7c3b7ecd" providerId="ADAL" clId="{B6F223D6-0D61-4587-91EE-38C64A9676C5}" dt="2022-12-06T21:28:43.190" v="8504" actId="164"/>
          <ac:spMkLst>
            <pc:docMk/>
            <pc:sldMk cId="4062416932" sldId="462"/>
            <ac:spMk id="70" creationId="{BABEB8EC-183B-41ED-B618-2A3888717936}"/>
          </ac:spMkLst>
        </pc:spChg>
        <pc:spChg chg="add mod">
          <ac:chgData name="Craig Mackintosh" userId="60563cfe-5481-48be-93e8-059b7c3b7ecd" providerId="ADAL" clId="{B6F223D6-0D61-4587-91EE-38C64A9676C5}" dt="2022-12-06T21:28:43.190" v="8504" actId="164"/>
          <ac:spMkLst>
            <pc:docMk/>
            <pc:sldMk cId="4062416932" sldId="462"/>
            <ac:spMk id="71" creationId="{23D919B9-6F5C-4F4C-A85B-48F595DF820B}"/>
          </ac:spMkLst>
        </pc:spChg>
        <pc:spChg chg="add mod">
          <ac:chgData name="Craig Mackintosh" userId="60563cfe-5481-48be-93e8-059b7c3b7ecd" providerId="ADAL" clId="{B6F223D6-0D61-4587-91EE-38C64A9676C5}" dt="2022-12-06T21:28:43.190" v="8504" actId="164"/>
          <ac:spMkLst>
            <pc:docMk/>
            <pc:sldMk cId="4062416932" sldId="462"/>
            <ac:spMk id="72" creationId="{463052DC-7D56-4FA5-9D9A-FD040B7B617A}"/>
          </ac:spMkLst>
        </pc:spChg>
        <pc:spChg chg="add mod">
          <ac:chgData name="Craig Mackintosh" userId="60563cfe-5481-48be-93e8-059b7c3b7ecd" providerId="ADAL" clId="{B6F223D6-0D61-4587-91EE-38C64A9676C5}" dt="2022-12-06T21:28:43.190" v="8504" actId="164"/>
          <ac:spMkLst>
            <pc:docMk/>
            <pc:sldMk cId="4062416932" sldId="462"/>
            <ac:spMk id="73" creationId="{C5A2282F-2289-4597-8C8F-56F2F565D851}"/>
          </ac:spMkLst>
        </pc:spChg>
        <pc:spChg chg="add mod">
          <ac:chgData name="Craig Mackintosh" userId="60563cfe-5481-48be-93e8-059b7c3b7ecd" providerId="ADAL" clId="{B6F223D6-0D61-4587-91EE-38C64A9676C5}" dt="2022-12-06T21:28:43.190" v="8504" actId="164"/>
          <ac:spMkLst>
            <pc:docMk/>
            <pc:sldMk cId="4062416932" sldId="462"/>
            <ac:spMk id="74" creationId="{6BA68C23-FD5E-450F-9AAA-FE406DC46555}"/>
          </ac:spMkLst>
        </pc:spChg>
        <pc:spChg chg="del">
          <ac:chgData name="Craig Mackintosh" userId="60563cfe-5481-48be-93e8-059b7c3b7ecd" providerId="ADAL" clId="{B6F223D6-0D61-4587-91EE-38C64A9676C5}" dt="2022-12-05T21:13:53.863" v="788" actId="478"/>
          <ac:spMkLst>
            <pc:docMk/>
            <pc:sldMk cId="4062416932" sldId="462"/>
            <ac:spMk id="75" creationId="{D68CE34E-B7B9-4E50-9CD9-4FC546F48428}"/>
          </ac:spMkLst>
        </pc:spChg>
        <pc:spChg chg="add mod">
          <ac:chgData name="Craig Mackintosh" userId="60563cfe-5481-48be-93e8-059b7c3b7ecd" providerId="ADAL" clId="{B6F223D6-0D61-4587-91EE-38C64A9676C5}" dt="2022-12-06T21:28:43.190" v="8504" actId="164"/>
          <ac:spMkLst>
            <pc:docMk/>
            <pc:sldMk cId="4062416932" sldId="462"/>
            <ac:spMk id="76" creationId="{965F82D5-C7C4-4006-9AA8-949695BEEB38}"/>
          </ac:spMkLst>
        </pc:spChg>
        <pc:spChg chg="mod">
          <ac:chgData name="Craig Mackintosh" userId="60563cfe-5481-48be-93e8-059b7c3b7ecd" providerId="ADAL" clId="{B6F223D6-0D61-4587-91EE-38C64A9676C5}" dt="2022-12-06T21:28:40.385" v="8502"/>
          <ac:spMkLst>
            <pc:docMk/>
            <pc:sldMk cId="4062416932" sldId="462"/>
            <ac:spMk id="78" creationId="{1749DDD2-2927-4D76-BB1E-9C13DCCCBE92}"/>
          </ac:spMkLst>
        </pc:spChg>
        <pc:spChg chg="mod">
          <ac:chgData name="Craig Mackintosh" userId="60563cfe-5481-48be-93e8-059b7c3b7ecd" providerId="ADAL" clId="{B6F223D6-0D61-4587-91EE-38C64A9676C5}" dt="2022-12-06T21:28:40.385" v="8502"/>
          <ac:spMkLst>
            <pc:docMk/>
            <pc:sldMk cId="4062416932" sldId="462"/>
            <ac:spMk id="79" creationId="{F2585A24-6D5C-4BD8-A840-9AF5B3CF3B50}"/>
          </ac:spMkLst>
        </pc:spChg>
        <pc:spChg chg="mod">
          <ac:chgData name="Craig Mackintosh" userId="60563cfe-5481-48be-93e8-059b7c3b7ecd" providerId="ADAL" clId="{B6F223D6-0D61-4587-91EE-38C64A9676C5}" dt="2022-12-06T21:28:40.385" v="8502"/>
          <ac:spMkLst>
            <pc:docMk/>
            <pc:sldMk cId="4062416932" sldId="462"/>
            <ac:spMk id="80" creationId="{488C1EEE-C227-4191-AD07-44FCD4AECDB8}"/>
          </ac:spMkLst>
        </pc:spChg>
        <pc:spChg chg="mod">
          <ac:chgData name="Craig Mackintosh" userId="60563cfe-5481-48be-93e8-059b7c3b7ecd" providerId="ADAL" clId="{B6F223D6-0D61-4587-91EE-38C64A9676C5}" dt="2022-12-06T21:28:40.385" v="8502"/>
          <ac:spMkLst>
            <pc:docMk/>
            <pc:sldMk cId="4062416932" sldId="462"/>
            <ac:spMk id="81" creationId="{EF3CCB05-95E7-414E-9DFB-CE99D4F2B3E5}"/>
          </ac:spMkLst>
        </pc:spChg>
        <pc:spChg chg="del mod">
          <ac:chgData name="Craig Mackintosh" userId="60563cfe-5481-48be-93e8-059b7c3b7ecd" providerId="ADAL" clId="{B6F223D6-0D61-4587-91EE-38C64A9676C5}" dt="2022-12-05T21:15:50.774" v="914" actId="478"/>
          <ac:spMkLst>
            <pc:docMk/>
            <pc:sldMk cId="4062416932" sldId="462"/>
            <ac:spMk id="82" creationId="{20D943A7-E25F-4897-94AC-885ECE7E3F41}"/>
          </ac:spMkLst>
        </pc:spChg>
        <pc:spChg chg="del mod">
          <ac:chgData name="Craig Mackintosh" userId="60563cfe-5481-48be-93e8-059b7c3b7ecd" providerId="ADAL" clId="{B6F223D6-0D61-4587-91EE-38C64A9676C5}" dt="2022-12-05T21:15:13.065" v="903" actId="478"/>
          <ac:spMkLst>
            <pc:docMk/>
            <pc:sldMk cId="4062416932" sldId="462"/>
            <ac:spMk id="83" creationId="{C6E86425-80C4-4FA4-88B2-3C49566322C7}"/>
          </ac:spMkLst>
        </pc:spChg>
        <pc:spChg chg="add mod">
          <ac:chgData name="Craig Mackintosh" userId="60563cfe-5481-48be-93e8-059b7c3b7ecd" providerId="ADAL" clId="{B6F223D6-0D61-4587-91EE-38C64A9676C5}" dt="2022-12-06T21:28:43.190" v="8504" actId="164"/>
          <ac:spMkLst>
            <pc:docMk/>
            <pc:sldMk cId="4062416932" sldId="462"/>
            <ac:spMk id="85" creationId="{026F2C88-DCBF-4CBC-A7AE-823E8C87C9AA}"/>
          </ac:spMkLst>
        </pc:spChg>
        <pc:spChg chg="del mod">
          <ac:chgData name="Craig Mackintosh" userId="60563cfe-5481-48be-93e8-059b7c3b7ecd" providerId="ADAL" clId="{B6F223D6-0D61-4587-91EE-38C64A9676C5}" dt="2022-12-05T21:14:39.047" v="792" actId="21"/>
          <ac:spMkLst>
            <pc:docMk/>
            <pc:sldMk cId="4062416932" sldId="462"/>
            <ac:spMk id="87" creationId="{1FE35DBC-69FA-488B-A8CD-51DE07F30A95}"/>
          </ac:spMkLst>
        </pc:spChg>
        <pc:spChg chg="add mod">
          <ac:chgData name="Craig Mackintosh" userId="60563cfe-5481-48be-93e8-059b7c3b7ecd" providerId="ADAL" clId="{B6F223D6-0D61-4587-91EE-38C64A9676C5}" dt="2022-12-06T21:28:43.190" v="8504" actId="164"/>
          <ac:spMkLst>
            <pc:docMk/>
            <pc:sldMk cId="4062416932" sldId="462"/>
            <ac:spMk id="88" creationId="{1958D8F1-12F5-4B9F-A9FA-ACB00FCAE7AC}"/>
          </ac:spMkLst>
        </pc:spChg>
        <pc:spChg chg="add mod">
          <ac:chgData name="Craig Mackintosh" userId="60563cfe-5481-48be-93e8-059b7c3b7ecd" providerId="ADAL" clId="{B6F223D6-0D61-4587-91EE-38C64A9676C5}" dt="2022-12-06T21:28:43.190" v="8504" actId="164"/>
          <ac:spMkLst>
            <pc:docMk/>
            <pc:sldMk cId="4062416932" sldId="462"/>
            <ac:spMk id="89" creationId="{5ED86F3D-AC18-4776-AD6A-F2B72A491A14}"/>
          </ac:spMkLst>
        </pc:spChg>
        <pc:spChg chg="add del mod">
          <ac:chgData name="Craig Mackintosh" userId="60563cfe-5481-48be-93e8-059b7c3b7ecd" providerId="ADAL" clId="{B6F223D6-0D61-4587-91EE-38C64A9676C5}" dt="2022-12-06T21:29:59.526" v="8506"/>
          <ac:spMkLst>
            <pc:docMk/>
            <pc:sldMk cId="4062416932" sldId="462"/>
            <ac:spMk id="90" creationId="{9FE9FE94-4004-46C9-A6D4-1F3F2C07F955}"/>
          </ac:spMkLst>
        </pc:spChg>
        <pc:spChg chg="add del mod">
          <ac:chgData name="Craig Mackintosh" userId="60563cfe-5481-48be-93e8-059b7c3b7ecd" providerId="ADAL" clId="{B6F223D6-0D61-4587-91EE-38C64A9676C5}" dt="2022-12-06T21:29:59.526" v="8506"/>
          <ac:spMkLst>
            <pc:docMk/>
            <pc:sldMk cId="4062416932" sldId="462"/>
            <ac:spMk id="91" creationId="{42484766-1F2B-4F8E-8B9A-48075B2B42E9}"/>
          </ac:spMkLst>
        </pc:spChg>
        <pc:spChg chg="add del mod">
          <ac:chgData name="Craig Mackintosh" userId="60563cfe-5481-48be-93e8-059b7c3b7ecd" providerId="ADAL" clId="{B6F223D6-0D61-4587-91EE-38C64A9676C5}" dt="2022-12-06T21:29:59.526" v="8506"/>
          <ac:spMkLst>
            <pc:docMk/>
            <pc:sldMk cId="4062416932" sldId="462"/>
            <ac:spMk id="92" creationId="{1967696B-BC0F-441E-95D4-7D31D6E79A64}"/>
          </ac:spMkLst>
        </pc:spChg>
        <pc:spChg chg="add del mod">
          <ac:chgData name="Craig Mackintosh" userId="60563cfe-5481-48be-93e8-059b7c3b7ecd" providerId="ADAL" clId="{B6F223D6-0D61-4587-91EE-38C64A9676C5}" dt="2022-12-06T21:29:59.526" v="8506"/>
          <ac:spMkLst>
            <pc:docMk/>
            <pc:sldMk cId="4062416932" sldId="462"/>
            <ac:spMk id="93" creationId="{9C3EF925-9082-4754-9144-B43BE8AF4C6A}"/>
          </ac:spMkLst>
        </pc:spChg>
        <pc:spChg chg="del">
          <ac:chgData name="Craig Mackintosh" userId="60563cfe-5481-48be-93e8-059b7c3b7ecd" providerId="ADAL" clId="{B6F223D6-0D61-4587-91EE-38C64A9676C5}" dt="2022-12-05T21:13:59.091" v="789" actId="478"/>
          <ac:spMkLst>
            <pc:docMk/>
            <pc:sldMk cId="4062416932" sldId="462"/>
            <ac:spMk id="94" creationId="{65C175AF-847C-40ED-A576-856CA652B01C}"/>
          </ac:spMkLst>
        </pc:spChg>
        <pc:spChg chg="add del mod">
          <ac:chgData name="Craig Mackintosh" userId="60563cfe-5481-48be-93e8-059b7c3b7ecd" providerId="ADAL" clId="{B6F223D6-0D61-4587-91EE-38C64A9676C5}" dt="2022-12-06T21:29:59.526" v="8506"/>
          <ac:spMkLst>
            <pc:docMk/>
            <pc:sldMk cId="4062416932" sldId="462"/>
            <ac:spMk id="96" creationId="{059CF47B-348B-4B54-8A1C-02E8B13C51D2}"/>
          </ac:spMkLst>
        </pc:spChg>
        <pc:spChg chg="add del mod">
          <ac:chgData name="Craig Mackintosh" userId="60563cfe-5481-48be-93e8-059b7c3b7ecd" providerId="ADAL" clId="{B6F223D6-0D61-4587-91EE-38C64A9676C5}" dt="2022-12-06T21:29:59.526" v="8506"/>
          <ac:spMkLst>
            <pc:docMk/>
            <pc:sldMk cId="4062416932" sldId="462"/>
            <ac:spMk id="97" creationId="{EC35ADED-B2A6-4747-80A2-DF11ACCBD854}"/>
          </ac:spMkLst>
        </pc:spChg>
        <pc:spChg chg="mod">
          <ac:chgData name="Craig Mackintosh" userId="60563cfe-5481-48be-93e8-059b7c3b7ecd" providerId="ADAL" clId="{B6F223D6-0D61-4587-91EE-38C64A9676C5}" dt="2022-12-06T21:29:58.432" v="8505"/>
          <ac:spMkLst>
            <pc:docMk/>
            <pc:sldMk cId="4062416932" sldId="462"/>
            <ac:spMk id="99" creationId="{E3465154-C48B-4FD7-B097-FAFFEA8D605B}"/>
          </ac:spMkLst>
        </pc:spChg>
        <pc:spChg chg="mod">
          <ac:chgData name="Craig Mackintosh" userId="60563cfe-5481-48be-93e8-059b7c3b7ecd" providerId="ADAL" clId="{B6F223D6-0D61-4587-91EE-38C64A9676C5}" dt="2022-12-06T21:29:58.432" v="8505"/>
          <ac:spMkLst>
            <pc:docMk/>
            <pc:sldMk cId="4062416932" sldId="462"/>
            <ac:spMk id="100" creationId="{04BE39D2-6614-417B-B25F-4FB420C198A2}"/>
          </ac:spMkLst>
        </pc:spChg>
        <pc:spChg chg="del">
          <ac:chgData name="Craig Mackintosh" userId="60563cfe-5481-48be-93e8-059b7c3b7ecd" providerId="ADAL" clId="{B6F223D6-0D61-4587-91EE-38C64A9676C5}" dt="2022-12-05T21:13:59.091" v="789" actId="478"/>
          <ac:spMkLst>
            <pc:docMk/>
            <pc:sldMk cId="4062416932" sldId="462"/>
            <ac:spMk id="102" creationId="{597C96AE-C746-4E6F-9556-740349B94AD9}"/>
          </ac:spMkLst>
        </pc:spChg>
        <pc:spChg chg="mod">
          <ac:chgData name="Craig Mackintosh" userId="60563cfe-5481-48be-93e8-059b7c3b7ecd" providerId="ADAL" clId="{B6F223D6-0D61-4587-91EE-38C64A9676C5}" dt="2022-12-06T21:29:58.432" v="8505"/>
          <ac:spMkLst>
            <pc:docMk/>
            <pc:sldMk cId="4062416932" sldId="462"/>
            <ac:spMk id="103" creationId="{9A5E88D6-12EB-4D2C-9B43-01DF086EEABD}"/>
          </ac:spMkLst>
        </pc:spChg>
        <pc:spChg chg="mod">
          <ac:chgData name="Craig Mackintosh" userId="60563cfe-5481-48be-93e8-059b7c3b7ecd" providerId="ADAL" clId="{B6F223D6-0D61-4587-91EE-38C64A9676C5}" dt="2022-12-06T21:29:58.432" v="8505"/>
          <ac:spMkLst>
            <pc:docMk/>
            <pc:sldMk cId="4062416932" sldId="462"/>
            <ac:spMk id="105" creationId="{00F5A34F-6A2C-4366-AB54-A0B2A24D7C4E}"/>
          </ac:spMkLst>
        </pc:spChg>
        <pc:spChg chg="add del mod">
          <ac:chgData name="Craig Mackintosh" userId="60563cfe-5481-48be-93e8-059b7c3b7ecd" providerId="ADAL" clId="{B6F223D6-0D61-4587-91EE-38C64A9676C5}" dt="2022-12-06T21:29:59.526" v="8506"/>
          <ac:spMkLst>
            <pc:docMk/>
            <pc:sldMk cId="4062416932" sldId="462"/>
            <ac:spMk id="106" creationId="{048F8A2B-12D0-487F-83FB-E92F620C0523}"/>
          </ac:spMkLst>
        </pc:spChg>
        <pc:spChg chg="add del mod">
          <ac:chgData name="Craig Mackintosh" userId="60563cfe-5481-48be-93e8-059b7c3b7ecd" providerId="ADAL" clId="{B6F223D6-0D61-4587-91EE-38C64A9676C5}" dt="2022-12-06T21:29:59.526" v="8506"/>
          <ac:spMkLst>
            <pc:docMk/>
            <pc:sldMk cId="4062416932" sldId="462"/>
            <ac:spMk id="107" creationId="{3C693941-2BD0-477F-A1A2-A8F6D750A6B8}"/>
          </ac:spMkLst>
        </pc:spChg>
        <pc:spChg chg="add del mod">
          <ac:chgData name="Craig Mackintosh" userId="60563cfe-5481-48be-93e8-059b7c3b7ecd" providerId="ADAL" clId="{B6F223D6-0D61-4587-91EE-38C64A9676C5}" dt="2022-12-06T21:29:59.526" v="8506"/>
          <ac:spMkLst>
            <pc:docMk/>
            <pc:sldMk cId="4062416932" sldId="462"/>
            <ac:spMk id="108" creationId="{C94E5AB6-AEF1-4B78-84F3-A09B9AA4C139}"/>
          </ac:spMkLst>
        </pc:spChg>
        <pc:spChg chg="add mod">
          <ac:chgData name="Craig Mackintosh" userId="60563cfe-5481-48be-93e8-059b7c3b7ecd" providerId="ADAL" clId="{B6F223D6-0D61-4587-91EE-38C64A9676C5}" dt="2022-12-07T18:38:41.150" v="9463" actId="1035"/>
          <ac:spMkLst>
            <pc:docMk/>
            <pc:sldMk cId="4062416932" sldId="462"/>
            <ac:spMk id="109" creationId="{BE482FAD-8EBB-4D69-8D3B-287F55A76A14}"/>
          </ac:spMkLst>
        </pc:spChg>
        <pc:spChg chg="add del mod">
          <ac:chgData name="Craig Mackintosh" userId="60563cfe-5481-48be-93e8-059b7c3b7ecd" providerId="ADAL" clId="{B6F223D6-0D61-4587-91EE-38C64A9676C5}" dt="2022-12-06T21:33:04.372" v="8684" actId="478"/>
          <ac:spMkLst>
            <pc:docMk/>
            <pc:sldMk cId="4062416932" sldId="462"/>
            <ac:spMk id="110" creationId="{6A75C58A-D07E-4A8C-AC2D-111053EC8224}"/>
          </ac:spMkLst>
        </pc:spChg>
        <pc:spChg chg="add del mod topLvl">
          <ac:chgData name="Craig Mackintosh" userId="60563cfe-5481-48be-93e8-059b7c3b7ecd" providerId="ADAL" clId="{B6F223D6-0D61-4587-91EE-38C64A9676C5}" dt="2022-12-08T20:24:37.848" v="10283" actId="478"/>
          <ac:spMkLst>
            <pc:docMk/>
            <pc:sldMk cId="4062416932" sldId="462"/>
            <ac:spMk id="111" creationId="{F6A04D6C-4BC5-46CF-B7A4-456946D14186}"/>
          </ac:spMkLst>
        </pc:spChg>
        <pc:spChg chg="add del mod topLvl">
          <ac:chgData name="Craig Mackintosh" userId="60563cfe-5481-48be-93e8-059b7c3b7ecd" providerId="ADAL" clId="{B6F223D6-0D61-4587-91EE-38C64A9676C5}" dt="2022-12-08T20:24:37.848" v="10283" actId="478"/>
          <ac:spMkLst>
            <pc:docMk/>
            <pc:sldMk cId="4062416932" sldId="462"/>
            <ac:spMk id="112" creationId="{D3CD2491-2E26-450B-99A6-D092D6654296}"/>
          </ac:spMkLst>
        </pc:spChg>
        <pc:spChg chg="add del mod topLvl">
          <ac:chgData name="Craig Mackintosh" userId="60563cfe-5481-48be-93e8-059b7c3b7ecd" providerId="ADAL" clId="{B6F223D6-0D61-4587-91EE-38C64A9676C5}" dt="2022-12-08T20:24:37.848" v="10283" actId="478"/>
          <ac:spMkLst>
            <pc:docMk/>
            <pc:sldMk cId="4062416932" sldId="462"/>
            <ac:spMk id="113" creationId="{52988BEC-076F-4E4B-8B31-86F16CD80321}"/>
          </ac:spMkLst>
        </pc:spChg>
        <pc:spChg chg="add del mod">
          <ac:chgData name="Craig Mackintosh" userId="60563cfe-5481-48be-93e8-059b7c3b7ecd" providerId="ADAL" clId="{B6F223D6-0D61-4587-91EE-38C64A9676C5}" dt="2022-12-07T18:31:49.716" v="8883" actId="478"/>
          <ac:spMkLst>
            <pc:docMk/>
            <pc:sldMk cId="4062416932" sldId="462"/>
            <ac:spMk id="114" creationId="{EFFFC16A-C468-43B0-97E6-B75143E4A1B7}"/>
          </ac:spMkLst>
        </pc:spChg>
        <pc:spChg chg="add del mod topLvl">
          <ac:chgData name="Craig Mackintosh" userId="60563cfe-5481-48be-93e8-059b7c3b7ecd" providerId="ADAL" clId="{B6F223D6-0D61-4587-91EE-38C64A9676C5}" dt="2022-12-08T20:24:37.848" v="10283" actId="478"/>
          <ac:spMkLst>
            <pc:docMk/>
            <pc:sldMk cId="4062416932" sldId="462"/>
            <ac:spMk id="115" creationId="{9B846B7A-8234-41D6-8596-E2190C3C4A9A}"/>
          </ac:spMkLst>
        </pc:spChg>
        <pc:spChg chg="add del mod">
          <ac:chgData name="Craig Mackintosh" userId="60563cfe-5481-48be-93e8-059b7c3b7ecd" providerId="ADAL" clId="{B6F223D6-0D61-4587-91EE-38C64A9676C5}" dt="2022-12-07T18:33:00.068" v="8967" actId="478"/>
          <ac:spMkLst>
            <pc:docMk/>
            <pc:sldMk cId="4062416932" sldId="462"/>
            <ac:spMk id="116" creationId="{A9CB958D-B225-440A-9B8C-EA139D51B430}"/>
          </ac:spMkLst>
        </pc:spChg>
        <pc:spChg chg="add del mod">
          <ac:chgData name="Craig Mackintosh" userId="60563cfe-5481-48be-93e8-059b7c3b7ecd" providerId="ADAL" clId="{B6F223D6-0D61-4587-91EE-38C64A9676C5}" dt="2022-12-07T18:33:03.402" v="8969" actId="478"/>
          <ac:spMkLst>
            <pc:docMk/>
            <pc:sldMk cId="4062416932" sldId="462"/>
            <ac:spMk id="117" creationId="{BB78909C-A496-4C55-90BB-19432AE7E380}"/>
          </ac:spMkLst>
        </pc:spChg>
        <pc:spChg chg="add del mod topLvl">
          <ac:chgData name="Craig Mackintosh" userId="60563cfe-5481-48be-93e8-059b7c3b7ecd" providerId="ADAL" clId="{B6F223D6-0D61-4587-91EE-38C64A9676C5}" dt="2022-12-08T20:24:37.848" v="10283" actId="478"/>
          <ac:spMkLst>
            <pc:docMk/>
            <pc:sldMk cId="4062416932" sldId="462"/>
            <ac:spMk id="118" creationId="{F1BED11C-6200-4231-8EFE-886724FD656C}"/>
          </ac:spMkLst>
        </pc:spChg>
        <pc:spChg chg="add del mod topLvl">
          <ac:chgData name="Craig Mackintosh" userId="60563cfe-5481-48be-93e8-059b7c3b7ecd" providerId="ADAL" clId="{B6F223D6-0D61-4587-91EE-38C64A9676C5}" dt="2022-12-08T20:24:37.848" v="10283" actId="478"/>
          <ac:spMkLst>
            <pc:docMk/>
            <pc:sldMk cId="4062416932" sldId="462"/>
            <ac:spMk id="119" creationId="{9ADC49E5-08AA-43E4-8C42-87F865A26CFA}"/>
          </ac:spMkLst>
        </pc:spChg>
        <pc:spChg chg="add del mod topLvl">
          <ac:chgData name="Craig Mackintosh" userId="60563cfe-5481-48be-93e8-059b7c3b7ecd" providerId="ADAL" clId="{B6F223D6-0D61-4587-91EE-38C64A9676C5}" dt="2022-12-08T20:24:37.848" v="10283" actId="478"/>
          <ac:spMkLst>
            <pc:docMk/>
            <pc:sldMk cId="4062416932" sldId="462"/>
            <ac:spMk id="120" creationId="{0F25E15A-15CF-4F2F-9ACA-08C15E18E452}"/>
          </ac:spMkLst>
        </pc:spChg>
        <pc:spChg chg="add del mod">
          <ac:chgData name="Craig Mackintosh" userId="60563cfe-5481-48be-93e8-059b7c3b7ecd" providerId="ADAL" clId="{B6F223D6-0D61-4587-91EE-38C64A9676C5}" dt="2022-12-07T18:33:00.744" v="8968" actId="478"/>
          <ac:spMkLst>
            <pc:docMk/>
            <pc:sldMk cId="4062416932" sldId="462"/>
            <ac:spMk id="121" creationId="{31764307-C7A2-44BE-9A1F-D22F5A047CD2}"/>
          </ac:spMkLst>
        </pc:spChg>
        <pc:spChg chg="mod">
          <ac:chgData name="Craig Mackintosh" userId="60563cfe-5481-48be-93e8-059b7c3b7ecd" providerId="ADAL" clId="{B6F223D6-0D61-4587-91EE-38C64A9676C5}" dt="2022-12-07T18:39:04.687" v="9471" actId="165"/>
          <ac:spMkLst>
            <pc:docMk/>
            <pc:sldMk cId="4062416932" sldId="462"/>
            <ac:spMk id="123" creationId="{88F9F61D-DD73-4ADE-AA0A-B79E173FFB7B}"/>
          </ac:spMkLst>
        </pc:spChg>
        <pc:spChg chg="mod">
          <ac:chgData name="Craig Mackintosh" userId="60563cfe-5481-48be-93e8-059b7c3b7ecd" providerId="ADAL" clId="{B6F223D6-0D61-4587-91EE-38C64A9676C5}" dt="2022-12-07T18:39:04.687" v="9471" actId="165"/>
          <ac:spMkLst>
            <pc:docMk/>
            <pc:sldMk cId="4062416932" sldId="462"/>
            <ac:spMk id="124" creationId="{0336F0B5-0F4E-4B7D-BFB6-576FCBF5362F}"/>
          </ac:spMkLst>
        </pc:spChg>
        <pc:spChg chg="mod">
          <ac:chgData name="Craig Mackintosh" userId="60563cfe-5481-48be-93e8-059b7c3b7ecd" providerId="ADAL" clId="{B6F223D6-0D61-4587-91EE-38C64A9676C5}" dt="2022-12-07T18:39:04.687" v="9471" actId="165"/>
          <ac:spMkLst>
            <pc:docMk/>
            <pc:sldMk cId="4062416932" sldId="462"/>
            <ac:spMk id="125" creationId="{88C93E45-CAA3-4CE8-833A-16AD4BDB8A0E}"/>
          </ac:spMkLst>
        </pc:spChg>
        <pc:spChg chg="mod">
          <ac:chgData name="Craig Mackintosh" userId="60563cfe-5481-48be-93e8-059b7c3b7ecd" providerId="ADAL" clId="{B6F223D6-0D61-4587-91EE-38C64A9676C5}" dt="2022-12-07T18:39:04.687" v="9471" actId="165"/>
          <ac:spMkLst>
            <pc:docMk/>
            <pc:sldMk cId="4062416932" sldId="462"/>
            <ac:spMk id="126" creationId="{66592E59-AD4E-4EC6-A12C-71B18C4E1B3C}"/>
          </ac:spMkLst>
        </pc:spChg>
        <pc:spChg chg="add del mod topLvl">
          <ac:chgData name="Craig Mackintosh" userId="60563cfe-5481-48be-93e8-059b7c3b7ecd" providerId="ADAL" clId="{B6F223D6-0D61-4587-91EE-38C64A9676C5}" dt="2022-12-08T20:24:37.848" v="10283" actId="478"/>
          <ac:spMkLst>
            <pc:docMk/>
            <pc:sldMk cId="4062416932" sldId="462"/>
            <ac:spMk id="127" creationId="{AACACB09-C342-401E-86FB-FAC14A80C2E3}"/>
          </ac:spMkLst>
        </pc:spChg>
        <pc:spChg chg="add del mod topLvl">
          <ac:chgData name="Craig Mackintosh" userId="60563cfe-5481-48be-93e8-059b7c3b7ecd" providerId="ADAL" clId="{B6F223D6-0D61-4587-91EE-38C64A9676C5}" dt="2022-12-08T20:24:37.848" v="10283" actId="478"/>
          <ac:spMkLst>
            <pc:docMk/>
            <pc:sldMk cId="4062416932" sldId="462"/>
            <ac:spMk id="128" creationId="{42A3B07B-A399-4DBD-9CD5-390E593F82F3}"/>
          </ac:spMkLst>
        </pc:spChg>
        <pc:spChg chg="add del mod topLvl">
          <ac:chgData name="Craig Mackintosh" userId="60563cfe-5481-48be-93e8-059b7c3b7ecd" providerId="ADAL" clId="{B6F223D6-0D61-4587-91EE-38C64A9676C5}" dt="2022-12-08T20:24:37.848" v="10283" actId="478"/>
          <ac:spMkLst>
            <pc:docMk/>
            <pc:sldMk cId="4062416932" sldId="462"/>
            <ac:spMk id="129" creationId="{559D5364-F1E8-4883-BC6E-978558977616}"/>
          </ac:spMkLst>
        </pc:spChg>
        <pc:spChg chg="add del mod topLvl">
          <ac:chgData name="Craig Mackintosh" userId="60563cfe-5481-48be-93e8-059b7c3b7ecd" providerId="ADAL" clId="{B6F223D6-0D61-4587-91EE-38C64A9676C5}" dt="2022-12-08T20:24:37.848" v="10283" actId="478"/>
          <ac:spMkLst>
            <pc:docMk/>
            <pc:sldMk cId="4062416932" sldId="462"/>
            <ac:spMk id="130" creationId="{2999B1E1-8B4D-420E-825E-24510409A548}"/>
          </ac:spMkLst>
        </pc:spChg>
        <pc:spChg chg="add del mod topLvl">
          <ac:chgData name="Craig Mackintosh" userId="60563cfe-5481-48be-93e8-059b7c3b7ecd" providerId="ADAL" clId="{B6F223D6-0D61-4587-91EE-38C64A9676C5}" dt="2022-12-08T20:24:37.848" v="10283" actId="478"/>
          <ac:spMkLst>
            <pc:docMk/>
            <pc:sldMk cId="4062416932" sldId="462"/>
            <ac:spMk id="131" creationId="{F56BAC95-D116-4671-9C15-98E22506E36B}"/>
          </ac:spMkLst>
        </pc:spChg>
        <pc:spChg chg="add del mod topLvl">
          <ac:chgData name="Craig Mackintosh" userId="60563cfe-5481-48be-93e8-059b7c3b7ecd" providerId="ADAL" clId="{B6F223D6-0D61-4587-91EE-38C64A9676C5}" dt="2022-12-08T20:24:37.848" v="10283" actId="478"/>
          <ac:spMkLst>
            <pc:docMk/>
            <pc:sldMk cId="4062416932" sldId="462"/>
            <ac:spMk id="132" creationId="{CC287B38-A830-4F4C-A15D-DCFBDFA0A0C9}"/>
          </ac:spMkLst>
        </pc:spChg>
        <pc:spChg chg="add del mod topLvl">
          <ac:chgData name="Craig Mackintosh" userId="60563cfe-5481-48be-93e8-059b7c3b7ecd" providerId="ADAL" clId="{B6F223D6-0D61-4587-91EE-38C64A9676C5}" dt="2022-12-08T20:24:37.848" v="10283" actId="478"/>
          <ac:spMkLst>
            <pc:docMk/>
            <pc:sldMk cId="4062416932" sldId="462"/>
            <ac:spMk id="133" creationId="{E3DE460D-D95F-4880-97B0-5CBC8262E441}"/>
          </ac:spMkLst>
        </pc:spChg>
        <pc:spChg chg="add del mod topLvl">
          <ac:chgData name="Craig Mackintosh" userId="60563cfe-5481-48be-93e8-059b7c3b7ecd" providerId="ADAL" clId="{B6F223D6-0D61-4587-91EE-38C64A9676C5}" dt="2022-12-08T20:24:37.848" v="10283" actId="478"/>
          <ac:spMkLst>
            <pc:docMk/>
            <pc:sldMk cId="4062416932" sldId="462"/>
            <ac:spMk id="134" creationId="{4074EE43-17AD-48F5-BB56-5CF67D4FD864}"/>
          </ac:spMkLst>
        </pc:spChg>
        <pc:spChg chg="add del mod topLvl">
          <ac:chgData name="Craig Mackintosh" userId="60563cfe-5481-48be-93e8-059b7c3b7ecd" providerId="ADAL" clId="{B6F223D6-0D61-4587-91EE-38C64A9676C5}" dt="2022-12-08T20:24:37.848" v="10283" actId="478"/>
          <ac:spMkLst>
            <pc:docMk/>
            <pc:sldMk cId="4062416932" sldId="462"/>
            <ac:spMk id="135" creationId="{56AD3E14-34D7-4171-9E93-69B67C68A920}"/>
          </ac:spMkLst>
        </pc:spChg>
        <pc:spChg chg="add del mod topLvl">
          <ac:chgData name="Craig Mackintosh" userId="60563cfe-5481-48be-93e8-059b7c3b7ecd" providerId="ADAL" clId="{B6F223D6-0D61-4587-91EE-38C64A9676C5}" dt="2022-12-08T20:24:37.848" v="10283" actId="478"/>
          <ac:spMkLst>
            <pc:docMk/>
            <pc:sldMk cId="4062416932" sldId="462"/>
            <ac:spMk id="136" creationId="{DF13417A-3995-4063-8E69-D62ECD04BFEA}"/>
          </ac:spMkLst>
        </pc:spChg>
        <pc:spChg chg="add del mod topLvl">
          <ac:chgData name="Craig Mackintosh" userId="60563cfe-5481-48be-93e8-059b7c3b7ecd" providerId="ADAL" clId="{B6F223D6-0D61-4587-91EE-38C64A9676C5}" dt="2022-12-08T20:24:37.848" v="10283" actId="478"/>
          <ac:spMkLst>
            <pc:docMk/>
            <pc:sldMk cId="4062416932" sldId="462"/>
            <ac:spMk id="137" creationId="{0313A95B-2C6B-457A-B97C-C73FC2FD9510}"/>
          </ac:spMkLst>
        </pc:spChg>
        <pc:spChg chg="add del mod">
          <ac:chgData name="Craig Mackintosh" userId="60563cfe-5481-48be-93e8-059b7c3b7ecd" providerId="ADAL" clId="{B6F223D6-0D61-4587-91EE-38C64A9676C5}" dt="2022-12-07T18:36:32.540" v="9222"/>
          <ac:spMkLst>
            <pc:docMk/>
            <pc:sldMk cId="4062416932" sldId="462"/>
            <ac:spMk id="138" creationId="{BC32AC49-3EF9-4625-974A-BA526B33F585}"/>
          </ac:spMkLst>
        </pc:spChg>
        <pc:spChg chg="add del mod">
          <ac:chgData name="Craig Mackintosh" userId="60563cfe-5481-48be-93e8-059b7c3b7ecd" providerId="ADAL" clId="{B6F223D6-0D61-4587-91EE-38C64A9676C5}" dt="2022-12-07T18:36:32.540" v="9222"/>
          <ac:spMkLst>
            <pc:docMk/>
            <pc:sldMk cId="4062416932" sldId="462"/>
            <ac:spMk id="139" creationId="{D5FA301A-E22A-4FEB-A924-49958618836C}"/>
          </ac:spMkLst>
        </pc:spChg>
        <pc:spChg chg="add del mod">
          <ac:chgData name="Craig Mackintosh" userId="60563cfe-5481-48be-93e8-059b7c3b7ecd" providerId="ADAL" clId="{B6F223D6-0D61-4587-91EE-38C64A9676C5}" dt="2022-12-07T18:36:32.540" v="9222"/>
          <ac:spMkLst>
            <pc:docMk/>
            <pc:sldMk cId="4062416932" sldId="462"/>
            <ac:spMk id="140" creationId="{90C9DE72-6007-4688-85A0-88616D4A074F}"/>
          </ac:spMkLst>
        </pc:spChg>
        <pc:spChg chg="add del mod">
          <ac:chgData name="Craig Mackintosh" userId="60563cfe-5481-48be-93e8-059b7c3b7ecd" providerId="ADAL" clId="{B6F223D6-0D61-4587-91EE-38C64A9676C5}" dt="2022-12-07T18:36:32.540" v="9222"/>
          <ac:spMkLst>
            <pc:docMk/>
            <pc:sldMk cId="4062416932" sldId="462"/>
            <ac:spMk id="141" creationId="{D84B009E-37F5-4D32-957D-7B55D07EA981}"/>
          </ac:spMkLst>
        </pc:spChg>
        <pc:spChg chg="add del mod">
          <ac:chgData name="Craig Mackintosh" userId="60563cfe-5481-48be-93e8-059b7c3b7ecd" providerId="ADAL" clId="{B6F223D6-0D61-4587-91EE-38C64A9676C5}" dt="2022-12-07T18:36:32.540" v="9222"/>
          <ac:spMkLst>
            <pc:docMk/>
            <pc:sldMk cId="4062416932" sldId="462"/>
            <ac:spMk id="142" creationId="{E422ECB8-921C-4FC2-84AE-52F3D3770B52}"/>
          </ac:spMkLst>
        </pc:spChg>
        <pc:spChg chg="add del mod">
          <ac:chgData name="Craig Mackintosh" userId="60563cfe-5481-48be-93e8-059b7c3b7ecd" providerId="ADAL" clId="{B6F223D6-0D61-4587-91EE-38C64A9676C5}" dt="2022-12-07T18:36:32.540" v="9222"/>
          <ac:spMkLst>
            <pc:docMk/>
            <pc:sldMk cId="4062416932" sldId="462"/>
            <ac:spMk id="143" creationId="{322D05F9-7071-4907-B049-DEAD560AC175}"/>
          </ac:spMkLst>
        </pc:spChg>
        <pc:spChg chg="add del mod">
          <ac:chgData name="Craig Mackintosh" userId="60563cfe-5481-48be-93e8-059b7c3b7ecd" providerId="ADAL" clId="{B6F223D6-0D61-4587-91EE-38C64A9676C5}" dt="2022-12-07T18:36:32.540" v="9222"/>
          <ac:spMkLst>
            <pc:docMk/>
            <pc:sldMk cId="4062416932" sldId="462"/>
            <ac:spMk id="144" creationId="{B6C044B0-1751-49DB-9A5E-5B9959386FE1}"/>
          </ac:spMkLst>
        </pc:spChg>
        <pc:spChg chg="mod">
          <ac:chgData name="Craig Mackintosh" userId="60563cfe-5481-48be-93e8-059b7c3b7ecd" providerId="ADAL" clId="{B6F223D6-0D61-4587-91EE-38C64A9676C5}" dt="2022-12-07T18:36:24.880" v="9125"/>
          <ac:spMkLst>
            <pc:docMk/>
            <pc:sldMk cId="4062416932" sldId="462"/>
            <ac:spMk id="146" creationId="{BA3FC605-4C38-4443-BD48-A055021805E1}"/>
          </ac:spMkLst>
        </pc:spChg>
        <pc:spChg chg="mod">
          <ac:chgData name="Craig Mackintosh" userId="60563cfe-5481-48be-93e8-059b7c3b7ecd" providerId="ADAL" clId="{B6F223D6-0D61-4587-91EE-38C64A9676C5}" dt="2022-12-07T18:36:24.880" v="9125"/>
          <ac:spMkLst>
            <pc:docMk/>
            <pc:sldMk cId="4062416932" sldId="462"/>
            <ac:spMk id="147" creationId="{2C113960-D34D-4738-B554-6DB601E4FF68}"/>
          </ac:spMkLst>
        </pc:spChg>
        <pc:spChg chg="mod">
          <ac:chgData name="Craig Mackintosh" userId="60563cfe-5481-48be-93e8-059b7c3b7ecd" providerId="ADAL" clId="{B6F223D6-0D61-4587-91EE-38C64A9676C5}" dt="2022-12-07T18:36:24.880" v="9125"/>
          <ac:spMkLst>
            <pc:docMk/>
            <pc:sldMk cId="4062416932" sldId="462"/>
            <ac:spMk id="148" creationId="{1EACADA0-EE7F-4127-A055-0E43A723C84C}"/>
          </ac:spMkLst>
        </pc:spChg>
        <pc:spChg chg="mod">
          <ac:chgData name="Craig Mackintosh" userId="60563cfe-5481-48be-93e8-059b7c3b7ecd" providerId="ADAL" clId="{B6F223D6-0D61-4587-91EE-38C64A9676C5}" dt="2022-12-07T18:36:24.880" v="9125"/>
          <ac:spMkLst>
            <pc:docMk/>
            <pc:sldMk cId="4062416932" sldId="462"/>
            <ac:spMk id="149" creationId="{A977D02E-46DE-4754-A5D6-2CCB1F9D1205}"/>
          </ac:spMkLst>
        </pc:spChg>
        <pc:spChg chg="add del mod">
          <ac:chgData name="Craig Mackintosh" userId="60563cfe-5481-48be-93e8-059b7c3b7ecd" providerId="ADAL" clId="{B6F223D6-0D61-4587-91EE-38C64A9676C5}" dt="2022-12-07T18:36:32.540" v="9222"/>
          <ac:spMkLst>
            <pc:docMk/>
            <pc:sldMk cId="4062416932" sldId="462"/>
            <ac:spMk id="150" creationId="{C29C2810-41A2-4265-861A-C144239EA723}"/>
          </ac:spMkLst>
        </pc:spChg>
        <pc:spChg chg="add del mod">
          <ac:chgData name="Craig Mackintosh" userId="60563cfe-5481-48be-93e8-059b7c3b7ecd" providerId="ADAL" clId="{B6F223D6-0D61-4587-91EE-38C64A9676C5}" dt="2022-12-07T18:36:32.540" v="9222"/>
          <ac:spMkLst>
            <pc:docMk/>
            <pc:sldMk cId="4062416932" sldId="462"/>
            <ac:spMk id="151" creationId="{D391DEBC-1A61-4434-9D27-15491531C78F}"/>
          </ac:spMkLst>
        </pc:spChg>
        <pc:spChg chg="add del mod">
          <ac:chgData name="Craig Mackintosh" userId="60563cfe-5481-48be-93e8-059b7c3b7ecd" providerId="ADAL" clId="{B6F223D6-0D61-4587-91EE-38C64A9676C5}" dt="2022-12-07T18:36:32.540" v="9222"/>
          <ac:spMkLst>
            <pc:docMk/>
            <pc:sldMk cId="4062416932" sldId="462"/>
            <ac:spMk id="152" creationId="{2132C7BF-0069-42DD-ADC9-8B9C5316537B}"/>
          </ac:spMkLst>
        </pc:spChg>
        <pc:spChg chg="add del mod">
          <ac:chgData name="Craig Mackintosh" userId="60563cfe-5481-48be-93e8-059b7c3b7ecd" providerId="ADAL" clId="{B6F223D6-0D61-4587-91EE-38C64A9676C5}" dt="2022-12-07T18:36:32.540" v="9222"/>
          <ac:spMkLst>
            <pc:docMk/>
            <pc:sldMk cId="4062416932" sldId="462"/>
            <ac:spMk id="153" creationId="{28DC20E4-AAAF-47A8-82B9-C6F31865F823}"/>
          </ac:spMkLst>
        </pc:spChg>
        <pc:spChg chg="add del mod">
          <ac:chgData name="Craig Mackintosh" userId="60563cfe-5481-48be-93e8-059b7c3b7ecd" providerId="ADAL" clId="{B6F223D6-0D61-4587-91EE-38C64A9676C5}" dt="2022-12-07T18:36:32.540" v="9222"/>
          <ac:spMkLst>
            <pc:docMk/>
            <pc:sldMk cId="4062416932" sldId="462"/>
            <ac:spMk id="154" creationId="{6B4926ED-27EA-46C0-AAB3-90FE0EDE665A}"/>
          </ac:spMkLst>
        </pc:spChg>
        <pc:spChg chg="add del mod">
          <ac:chgData name="Craig Mackintosh" userId="60563cfe-5481-48be-93e8-059b7c3b7ecd" providerId="ADAL" clId="{B6F223D6-0D61-4587-91EE-38C64A9676C5}" dt="2022-12-07T18:36:32.540" v="9222"/>
          <ac:spMkLst>
            <pc:docMk/>
            <pc:sldMk cId="4062416932" sldId="462"/>
            <ac:spMk id="155" creationId="{887D0D42-F5A0-4166-8CAF-FFB3A648B152}"/>
          </ac:spMkLst>
        </pc:spChg>
        <pc:spChg chg="add del mod">
          <ac:chgData name="Craig Mackintosh" userId="60563cfe-5481-48be-93e8-059b7c3b7ecd" providerId="ADAL" clId="{B6F223D6-0D61-4587-91EE-38C64A9676C5}" dt="2022-12-07T18:36:32.540" v="9222"/>
          <ac:spMkLst>
            <pc:docMk/>
            <pc:sldMk cId="4062416932" sldId="462"/>
            <ac:spMk id="156" creationId="{1167F673-77F9-4789-BC62-FF6407A54F2A}"/>
          </ac:spMkLst>
        </pc:spChg>
        <pc:spChg chg="add del mod">
          <ac:chgData name="Craig Mackintosh" userId="60563cfe-5481-48be-93e8-059b7c3b7ecd" providerId="ADAL" clId="{B6F223D6-0D61-4587-91EE-38C64A9676C5}" dt="2022-12-07T18:36:32.540" v="9222"/>
          <ac:spMkLst>
            <pc:docMk/>
            <pc:sldMk cId="4062416932" sldId="462"/>
            <ac:spMk id="157" creationId="{C7A619AD-B78A-49E2-B974-6421DC97C706}"/>
          </ac:spMkLst>
        </pc:spChg>
        <pc:spChg chg="add del mod">
          <ac:chgData name="Craig Mackintosh" userId="60563cfe-5481-48be-93e8-059b7c3b7ecd" providerId="ADAL" clId="{B6F223D6-0D61-4587-91EE-38C64A9676C5}" dt="2022-12-07T18:36:32.540" v="9222"/>
          <ac:spMkLst>
            <pc:docMk/>
            <pc:sldMk cId="4062416932" sldId="462"/>
            <ac:spMk id="158" creationId="{5C10DC7D-BE08-4BC6-8F62-C1342EEE9833}"/>
          </ac:spMkLst>
        </pc:spChg>
        <pc:spChg chg="add del mod">
          <ac:chgData name="Craig Mackintosh" userId="60563cfe-5481-48be-93e8-059b7c3b7ecd" providerId="ADAL" clId="{B6F223D6-0D61-4587-91EE-38C64A9676C5}" dt="2022-12-07T18:36:32.540" v="9222"/>
          <ac:spMkLst>
            <pc:docMk/>
            <pc:sldMk cId="4062416932" sldId="462"/>
            <ac:spMk id="159" creationId="{6A2161CE-72C7-45F7-832C-B5E27647FFB4}"/>
          </ac:spMkLst>
        </pc:spChg>
        <pc:spChg chg="add del mod">
          <ac:chgData name="Craig Mackintosh" userId="60563cfe-5481-48be-93e8-059b7c3b7ecd" providerId="ADAL" clId="{B6F223D6-0D61-4587-91EE-38C64A9676C5}" dt="2022-12-07T18:36:32.540" v="9222"/>
          <ac:spMkLst>
            <pc:docMk/>
            <pc:sldMk cId="4062416932" sldId="462"/>
            <ac:spMk id="160" creationId="{5DB00926-7AA0-4DDE-B499-418638AB7504}"/>
          </ac:spMkLst>
        </pc:spChg>
        <pc:grpChg chg="add del mod">
          <ac:chgData name="Craig Mackintosh" userId="60563cfe-5481-48be-93e8-059b7c3b7ecd" providerId="ADAL" clId="{B6F223D6-0D61-4587-91EE-38C64A9676C5}" dt="2022-12-07T18:47:30.693" v="9532" actId="478"/>
          <ac:grpSpMkLst>
            <pc:docMk/>
            <pc:sldMk cId="4062416932" sldId="462"/>
            <ac:grpSpMk id="3" creationId="{FF74E991-6903-4683-BA4C-11F3CD26DE76}"/>
          </ac:grpSpMkLst>
        </pc:grpChg>
        <pc:grpChg chg="add del mod">
          <ac:chgData name="Craig Mackintosh" userId="60563cfe-5481-48be-93e8-059b7c3b7ecd" providerId="ADAL" clId="{B6F223D6-0D61-4587-91EE-38C64A9676C5}" dt="2022-12-06T21:32:43.840" v="8614" actId="478"/>
          <ac:grpSpMkLst>
            <pc:docMk/>
            <pc:sldMk cId="4062416932" sldId="462"/>
            <ac:grpSpMk id="4" creationId="{5551AB51-FB81-4E09-9988-BCBD133C8A0C}"/>
          </ac:grpSpMkLst>
        </pc:grpChg>
        <pc:grpChg chg="add del mod">
          <ac:chgData name="Craig Mackintosh" userId="60563cfe-5481-48be-93e8-059b7c3b7ecd" providerId="ADAL" clId="{B6F223D6-0D61-4587-91EE-38C64A9676C5}" dt="2022-12-07T18:39:04.687" v="9471" actId="165"/>
          <ac:grpSpMkLst>
            <pc:docMk/>
            <pc:sldMk cId="4062416932" sldId="462"/>
            <ac:grpSpMk id="5" creationId="{458E96CC-15D0-46EA-BAC5-E05BCA7CCD5B}"/>
          </ac:grpSpMkLst>
        </pc:grpChg>
        <pc:grpChg chg="add del mod">
          <ac:chgData name="Craig Mackintosh" userId="60563cfe-5481-48be-93e8-059b7c3b7ecd" providerId="ADAL" clId="{B6F223D6-0D61-4587-91EE-38C64A9676C5}" dt="2022-12-06T21:28:04.020" v="8430" actId="21"/>
          <ac:grpSpMkLst>
            <pc:docMk/>
            <pc:sldMk cId="4062416932" sldId="462"/>
            <ac:grpSpMk id="32" creationId="{6A46817A-F696-4D6A-9871-A6CEE463CAD3}"/>
          </ac:grpSpMkLst>
        </pc:grpChg>
        <pc:grpChg chg="add mod">
          <ac:chgData name="Craig Mackintosh" userId="60563cfe-5481-48be-93e8-059b7c3b7ecd" providerId="ADAL" clId="{B6F223D6-0D61-4587-91EE-38C64A9676C5}" dt="2022-12-08T20:24:38.373" v="10284"/>
          <ac:grpSpMkLst>
            <pc:docMk/>
            <pc:sldMk cId="4062416932" sldId="462"/>
            <ac:grpSpMk id="42" creationId="{97E732E9-2038-4CB1-84D6-79F34D3974F4}"/>
          </ac:grpSpMkLst>
        </pc:grpChg>
        <pc:grpChg chg="add del mod">
          <ac:chgData name="Craig Mackintosh" userId="60563cfe-5481-48be-93e8-059b7c3b7ecd" providerId="ADAL" clId="{B6F223D6-0D61-4587-91EE-38C64A9676C5}" dt="2022-12-06T21:28:24.291" v="8481" actId="21"/>
          <ac:grpSpMkLst>
            <pc:docMk/>
            <pc:sldMk cId="4062416932" sldId="462"/>
            <ac:grpSpMk id="62" creationId="{0A605219-BA7A-4B4E-BC7C-B348B58D6C61}"/>
          </ac:grpSpMkLst>
        </pc:grpChg>
        <pc:grpChg chg="add mod">
          <ac:chgData name="Craig Mackintosh" userId="60563cfe-5481-48be-93e8-059b7c3b7ecd" providerId="ADAL" clId="{B6F223D6-0D61-4587-91EE-38C64A9676C5}" dt="2022-12-06T21:28:43.190" v="8504" actId="164"/>
          <ac:grpSpMkLst>
            <pc:docMk/>
            <pc:sldMk cId="4062416932" sldId="462"/>
            <ac:grpSpMk id="77" creationId="{030706D9-BDFE-4136-9906-8B3D98907C94}"/>
          </ac:grpSpMkLst>
        </pc:grpChg>
        <pc:grpChg chg="add del mod">
          <ac:chgData name="Craig Mackintosh" userId="60563cfe-5481-48be-93e8-059b7c3b7ecd" providerId="ADAL" clId="{B6F223D6-0D61-4587-91EE-38C64A9676C5}" dt="2022-12-06T21:29:59.526" v="8506"/>
          <ac:grpSpMkLst>
            <pc:docMk/>
            <pc:sldMk cId="4062416932" sldId="462"/>
            <ac:grpSpMk id="98" creationId="{A8178D9B-505A-4A37-BCD2-47D83D9770E9}"/>
          </ac:grpSpMkLst>
        </pc:grpChg>
        <pc:grpChg chg="add del mod topLvl">
          <ac:chgData name="Craig Mackintosh" userId="60563cfe-5481-48be-93e8-059b7c3b7ecd" providerId="ADAL" clId="{B6F223D6-0D61-4587-91EE-38C64A9676C5}" dt="2022-12-08T20:24:37.848" v="10283" actId="478"/>
          <ac:grpSpMkLst>
            <pc:docMk/>
            <pc:sldMk cId="4062416932" sldId="462"/>
            <ac:grpSpMk id="122" creationId="{C4F6A512-B8FC-4EBD-9719-E36BA33A497B}"/>
          </ac:grpSpMkLst>
        </pc:grpChg>
        <pc:grpChg chg="add del mod">
          <ac:chgData name="Craig Mackintosh" userId="60563cfe-5481-48be-93e8-059b7c3b7ecd" providerId="ADAL" clId="{B6F223D6-0D61-4587-91EE-38C64A9676C5}" dt="2022-12-07T18:36:32.540" v="9222"/>
          <ac:grpSpMkLst>
            <pc:docMk/>
            <pc:sldMk cId="4062416932" sldId="462"/>
            <ac:grpSpMk id="145" creationId="{F4020AFF-E7CA-4A25-9625-C4FCC5EA1B5A}"/>
          </ac:grpSpMkLst>
        </pc:grpChg>
        <pc:graphicFrameChg chg="mod modGraphic">
          <ac:chgData name="Craig Mackintosh" userId="60563cfe-5481-48be-93e8-059b7c3b7ecd" providerId="ADAL" clId="{B6F223D6-0D61-4587-91EE-38C64A9676C5}" dt="2022-12-07T18:38:41.150" v="9463" actId="1035"/>
          <ac:graphicFrameMkLst>
            <pc:docMk/>
            <pc:sldMk cId="4062416932" sldId="462"/>
            <ac:graphicFrameMk id="20" creationId="{4EFEB457-B871-791C-11A0-0BB81FA31A18}"/>
          </ac:graphicFrameMkLst>
        </pc:graphicFrameChg>
        <pc:graphicFrameChg chg="add del mod">
          <ac:chgData name="Craig Mackintosh" userId="60563cfe-5481-48be-93e8-059b7c3b7ecd" providerId="ADAL" clId="{B6F223D6-0D61-4587-91EE-38C64A9676C5}" dt="2022-12-06T21:21:54.469" v="8099" actId="478"/>
          <ac:graphicFrameMkLst>
            <pc:docMk/>
            <pc:sldMk cId="4062416932" sldId="462"/>
            <ac:graphicFrameMk id="49" creationId="{E022791D-2D81-4398-B32B-8274672FE163}"/>
          </ac:graphicFrameMkLst>
        </pc:graphicFrameChg>
        <pc:graphicFrameChg chg="add mod modGraphic">
          <ac:chgData name="Craig Mackintosh" userId="60563cfe-5481-48be-93e8-059b7c3b7ecd" providerId="ADAL" clId="{B6F223D6-0D61-4587-91EE-38C64A9676C5}" dt="2022-12-12T19:46:30.699" v="10454" actId="20577"/>
          <ac:graphicFrameMkLst>
            <pc:docMk/>
            <pc:sldMk cId="4062416932" sldId="462"/>
            <ac:graphicFrameMk id="52" creationId="{D0299C4D-CF1C-4584-BC88-28A83A83EBD4}"/>
          </ac:graphicFrameMkLst>
        </pc:graphicFrameChg>
        <pc:graphicFrameChg chg="add del mod">
          <ac:chgData name="Craig Mackintosh" userId="60563cfe-5481-48be-93e8-059b7c3b7ecd" providerId="ADAL" clId="{B6F223D6-0D61-4587-91EE-38C64A9676C5}" dt="2022-12-05T21:23:35.721" v="1515" actId="478"/>
          <ac:graphicFrameMkLst>
            <pc:docMk/>
            <pc:sldMk cId="4062416932" sldId="462"/>
            <ac:graphicFrameMk id="54" creationId="{24A0C7E3-1E01-45B7-AC3B-D0548D4D460C}"/>
          </ac:graphicFrameMkLst>
        </pc:graphicFrameChg>
        <pc:graphicFrameChg chg="del mod">
          <ac:chgData name="Craig Mackintosh" userId="60563cfe-5481-48be-93e8-059b7c3b7ecd" providerId="ADAL" clId="{B6F223D6-0D61-4587-91EE-38C64A9676C5}" dt="2022-12-05T21:15:50.774" v="914" actId="478"/>
          <ac:graphicFrameMkLst>
            <pc:docMk/>
            <pc:sldMk cId="4062416932" sldId="462"/>
            <ac:graphicFrameMk id="84" creationId="{3A2206A0-DE52-42AA-ABD4-F87BE03C91AC}"/>
          </ac:graphicFrameMkLst>
        </pc:graphicFrameChg>
        <pc:graphicFrameChg chg="mod modGraphic">
          <ac:chgData name="Craig Mackintosh" userId="60563cfe-5481-48be-93e8-059b7c3b7ecd" providerId="ADAL" clId="{B6F223D6-0D61-4587-91EE-38C64A9676C5}" dt="2022-12-07T18:38:41.150" v="9463" actId="1035"/>
          <ac:graphicFrameMkLst>
            <pc:docMk/>
            <pc:sldMk cId="4062416932" sldId="462"/>
            <ac:graphicFrameMk id="86" creationId="{110BB292-CCD6-4F33-BB9C-AF79FED70797}"/>
          </ac:graphicFrameMkLst>
        </pc:graphicFrameChg>
        <pc:graphicFrameChg chg="del">
          <ac:chgData name="Craig Mackintosh" userId="60563cfe-5481-48be-93e8-059b7c3b7ecd" providerId="ADAL" clId="{B6F223D6-0D61-4587-91EE-38C64A9676C5}" dt="2022-12-05T21:13:59.091" v="789" actId="478"/>
          <ac:graphicFrameMkLst>
            <pc:docMk/>
            <pc:sldMk cId="4062416932" sldId="462"/>
            <ac:graphicFrameMk id="101" creationId="{B2E9999D-378F-4892-8C60-02FFE835B646}"/>
          </ac:graphicFrameMkLst>
        </pc:graphicFrameChg>
        <pc:picChg chg="del">
          <ac:chgData name="Craig Mackintosh" userId="60563cfe-5481-48be-93e8-059b7c3b7ecd" providerId="ADAL" clId="{B6F223D6-0D61-4587-91EE-38C64A9676C5}" dt="2022-12-05T21:13:59.091" v="789" actId="478"/>
          <ac:picMkLst>
            <pc:docMk/>
            <pc:sldMk cId="4062416932" sldId="462"/>
            <ac:picMk id="95" creationId="{5CADDF39-3B83-4F42-ADE0-C3728955D930}"/>
          </ac:picMkLst>
        </pc:picChg>
        <pc:picChg chg="del">
          <ac:chgData name="Craig Mackintosh" userId="60563cfe-5481-48be-93e8-059b7c3b7ecd" providerId="ADAL" clId="{B6F223D6-0D61-4587-91EE-38C64A9676C5}" dt="2022-12-05T21:14:00.256" v="790" actId="478"/>
          <ac:picMkLst>
            <pc:docMk/>
            <pc:sldMk cId="4062416932" sldId="462"/>
            <ac:picMk id="104" creationId="{87BA2EBD-7E86-4308-BEBC-B5638235F3EE}"/>
          </ac:picMkLst>
        </pc:picChg>
      </pc:sldChg>
      <pc:sldChg chg="addSp delSp modSp new del mod modClrScheme chgLayout">
        <pc:chgData name="Craig Mackintosh" userId="60563cfe-5481-48be-93e8-059b7c3b7ecd" providerId="ADAL" clId="{B6F223D6-0D61-4587-91EE-38C64A9676C5}" dt="2022-12-06T20:50:53.720" v="6486" actId="2696"/>
        <pc:sldMkLst>
          <pc:docMk/>
          <pc:sldMk cId="3029148531" sldId="463"/>
        </pc:sldMkLst>
        <pc:spChg chg="del">
          <ac:chgData name="Craig Mackintosh" userId="60563cfe-5481-48be-93e8-059b7c3b7ecd" providerId="ADAL" clId="{B6F223D6-0D61-4587-91EE-38C64A9676C5}" dt="2022-12-05T21:24:39.301" v="1518"/>
          <ac:spMkLst>
            <pc:docMk/>
            <pc:sldMk cId="3029148531" sldId="463"/>
            <ac:spMk id="2" creationId="{0B992CC5-5EE0-4B4E-AC17-6A60B4B4BD0B}"/>
          </ac:spMkLst>
        </pc:spChg>
        <pc:spChg chg="add del mod ord">
          <ac:chgData name="Craig Mackintosh" userId="60563cfe-5481-48be-93e8-059b7c3b7ecd" providerId="ADAL" clId="{B6F223D6-0D61-4587-91EE-38C64A9676C5}" dt="2022-12-05T21:24:42.739" v="1519" actId="700"/>
          <ac:spMkLst>
            <pc:docMk/>
            <pc:sldMk cId="3029148531" sldId="463"/>
            <ac:spMk id="3" creationId="{6494EEA3-923D-4C6D-9717-F2B7DED3B150}"/>
          </ac:spMkLst>
        </pc:spChg>
        <pc:spChg chg="add mod ord">
          <ac:chgData name="Craig Mackintosh" userId="60563cfe-5481-48be-93e8-059b7c3b7ecd" providerId="ADAL" clId="{B6F223D6-0D61-4587-91EE-38C64A9676C5}" dt="2022-12-05T21:24:51.347" v="1562" actId="20577"/>
          <ac:spMkLst>
            <pc:docMk/>
            <pc:sldMk cId="3029148531" sldId="463"/>
            <ac:spMk id="4" creationId="{60169758-F627-48B8-B62B-6DA8B3036080}"/>
          </ac:spMkLst>
        </pc:spChg>
      </pc:sldChg>
      <pc:sldChg chg="addSp delSp modSp new del mod modClrScheme chgLayout">
        <pc:chgData name="Craig Mackintosh" userId="60563cfe-5481-48be-93e8-059b7c3b7ecd" providerId="ADAL" clId="{B6F223D6-0D61-4587-91EE-38C64A9676C5}" dt="2022-12-06T21:33:26.100" v="8685" actId="2696"/>
        <pc:sldMkLst>
          <pc:docMk/>
          <pc:sldMk cId="197601348" sldId="464"/>
        </pc:sldMkLst>
        <pc:spChg chg="del mod ord">
          <ac:chgData name="Craig Mackintosh" userId="60563cfe-5481-48be-93e8-059b7c3b7ecd" providerId="ADAL" clId="{B6F223D6-0D61-4587-91EE-38C64A9676C5}" dt="2022-12-05T21:25:45.637" v="1585" actId="700"/>
          <ac:spMkLst>
            <pc:docMk/>
            <pc:sldMk cId="197601348" sldId="464"/>
            <ac:spMk id="2" creationId="{11713F6C-4BEA-48CA-A1F6-20B6BBB9B4B5}"/>
          </ac:spMkLst>
        </pc:spChg>
        <pc:spChg chg="add mod ord">
          <ac:chgData name="Craig Mackintosh" userId="60563cfe-5481-48be-93e8-059b7c3b7ecd" providerId="ADAL" clId="{B6F223D6-0D61-4587-91EE-38C64A9676C5}" dt="2022-12-05T21:25:48.023" v="1595" actId="20577"/>
          <ac:spMkLst>
            <pc:docMk/>
            <pc:sldMk cId="197601348" sldId="464"/>
            <ac:spMk id="3" creationId="{47D62D39-8094-4D92-8DFD-ACA3CD2CCE28}"/>
          </ac:spMkLst>
        </pc:spChg>
        <pc:spChg chg="add mod">
          <ac:chgData name="Craig Mackintosh" userId="60563cfe-5481-48be-93e8-059b7c3b7ecd" providerId="ADAL" clId="{B6F223D6-0D61-4587-91EE-38C64A9676C5}" dt="2022-12-05T21:27:00.359" v="1863" actId="20577"/>
          <ac:spMkLst>
            <pc:docMk/>
            <pc:sldMk cId="197601348" sldId="464"/>
            <ac:spMk id="4" creationId="{3E132324-F6F1-49AE-94B6-70AA1E9ED362}"/>
          </ac:spMkLst>
        </pc:spChg>
      </pc:sldChg>
      <pc:sldChg chg="add del">
        <pc:chgData name="Craig Mackintosh" userId="60563cfe-5481-48be-93e8-059b7c3b7ecd" providerId="ADAL" clId="{B6F223D6-0D61-4587-91EE-38C64A9676C5}" dt="2022-12-06T20:45:54.406" v="5968" actId="2696"/>
        <pc:sldMkLst>
          <pc:docMk/>
          <pc:sldMk cId="4020491816" sldId="465"/>
        </pc:sldMkLst>
      </pc:sldChg>
      <pc:sldChg chg="delSp modSp add del mod">
        <pc:chgData name="Craig Mackintosh" userId="60563cfe-5481-48be-93e8-059b7c3b7ecd" providerId="ADAL" clId="{B6F223D6-0D61-4587-91EE-38C64A9676C5}" dt="2022-12-06T18:59:25.496" v="2991" actId="47"/>
        <pc:sldMkLst>
          <pc:docMk/>
          <pc:sldMk cId="1666876249" sldId="466"/>
        </pc:sldMkLst>
        <pc:spChg chg="mod">
          <ac:chgData name="Craig Mackintosh" userId="60563cfe-5481-48be-93e8-059b7c3b7ecd" providerId="ADAL" clId="{B6F223D6-0D61-4587-91EE-38C64A9676C5}" dt="2022-12-06T18:57:29.317" v="2860" actId="20577"/>
          <ac:spMkLst>
            <pc:docMk/>
            <pc:sldMk cId="1666876249" sldId="466"/>
            <ac:spMk id="3" creationId="{39F74062-9E6D-4148-95DF-299673D9159E}"/>
          </ac:spMkLst>
        </pc:spChg>
        <pc:spChg chg="mod">
          <ac:chgData name="Craig Mackintosh" userId="60563cfe-5481-48be-93e8-059b7c3b7ecd" providerId="ADAL" clId="{B6F223D6-0D61-4587-91EE-38C64A9676C5}" dt="2022-12-06T18:57:14.809" v="2810" actId="1037"/>
          <ac:spMkLst>
            <pc:docMk/>
            <pc:sldMk cId="1666876249" sldId="466"/>
            <ac:spMk id="22" creationId="{06B4E222-34C9-44FC-B41A-0A9226791E42}"/>
          </ac:spMkLst>
        </pc:spChg>
        <pc:spChg chg="mod">
          <ac:chgData name="Craig Mackintosh" userId="60563cfe-5481-48be-93e8-059b7c3b7ecd" providerId="ADAL" clId="{B6F223D6-0D61-4587-91EE-38C64A9676C5}" dt="2022-12-06T18:58:16.121" v="2888" actId="255"/>
          <ac:spMkLst>
            <pc:docMk/>
            <pc:sldMk cId="1666876249" sldId="466"/>
            <ac:spMk id="23" creationId="{11B688A7-7F4D-4638-B093-FAA7B92EA92B}"/>
          </ac:spMkLst>
        </pc:spChg>
        <pc:spChg chg="mod">
          <ac:chgData name="Craig Mackintosh" userId="60563cfe-5481-48be-93e8-059b7c3b7ecd" providerId="ADAL" clId="{B6F223D6-0D61-4587-91EE-38C64A9676C5}" dt="2022-12-06T18:57:19.099" v="2843" actId="1038"/>
          <ac:spMkLst>
            <pc:docMk/>
            <pc:sldMk cId="1666876249" sldId="466"/>
            <ac:spMk id="24" creationId="{B1C74B72-436F-4D65-AA96-95F07B43F0E4}"/>
          </ac:spMkLst>
        </pc:spChg>
        <pc:spChg chg="del">
          <ac:chgData name="Craig Mackintosh" userId="60563cfe-5481-48be-93e8-059b7c3b7ecd" providerId="ADAL" clId="{B6F223D6-0D61-4587-91EE-38C64A9676C5}" dt="2022-12-06T18:56:29.801" v="2604" actId="478"/>
          <ac:spMkLst>
            <pc:docMk/>
            <pc:sldMk cId="1666876249" sldId="466"/>
            <ac:spMk id="25" creationId="{252F3F2F-5980-498D-BBE8-650CFB4CD555}"/>
          </ac:spMkLst>
        </pc:spChg>
        <pc:spChg chg="mod">
          <ac:chgData name="Craig Mackintosh" userId="60563cfe-5481-48be-93e8-059b7c3b7ecd" providerId="ADAL" clId="{B6F223D6-0D61-4587-91EE-38C64A9676C5}" dt="2022-12-06T18:57:00.447" v="2754" actId="1036"/>
          <ac:spMkLst>
            <pc:docMk/>
            <pc:sldMk cId="1666876249" sldId="466"/>
            <ac:spMk id="26" creationId="{910E719E-17AD-4D8B-AED2-CBD23B2BD258}"/>
          </ac:spMkLst>
        </pc:spChg>
        <pc:spChg chg="del">
          <ac:chgData name="Craig Mackintosh" userId="60563cfe-5481-48be-93e8-059b7c3b7ecd" providerId="ADAL" clId="{B6F223D6-0D61-4587-91EE-38C64A9676C5}" dt="2022-12-06T18:56:29.801" v="2604" actId="478"/>
          <ac:spMkLst>
            <pc:docMk/>
            <pc:sldMk cId="1666876249" sldId="466"/>
            <ac:spMk id="27" creationId="{1126A74D-B3E7-4608-80BD-D8F4A063F153}"/>
          </ac:spMkLst>
        </pc:spChg>
        <pc:picChg chg="del">
          <ac:chgData name="Craig Mackintosh" userId="60563cfe-5481-48be-93e8-059b7c3b7ecd" providerId="ADAL" clId="{B6F223D6-0D61-4587-91EE-38C64A9676C5}" dt="2022-12-06T18:56:31.331" v="2605" actId="478"/>
          <ac:picMkLst>
            <pc:docMk/>
            <pc:sldMk cId="1666876249" sldId="466"/>
            <ac:picMk id="19" creationId="{237C5551-86C2-4B95-878D-9C8906E6D988}"/>
          </ac:picMkLst>
        </pc:picChg>
        <pc:picChg chg="del">
          <ac:chgData name="Craig Mackintosh" userId="60563cfe-5481-48be-93e8-059b7c3b7ecd" providerId="ADAL" clId="{B6F223D6-0D61-4587-91EE-38C64A9676C5}" dt="2022-12-06T18:56:31.791" v="2606" actId="478"/>
          <ac:picMkLst>
            <pc:docMk/>
            <pc:sldMk cId="1666876249" sldId="466"/>
            <ac:picMk id="20" creationId="{38818DE6-41B4-4517-BD5D-98F69F6E9C41}"/>
          </ac:picMkLst>
        </pc:picChg>
        <pc:picChg chg="del">
          <ac:chgData name="Craig Mackintosh" userId="60563cfe-5481-48be-93e8-059b7c3b7ecd" providerId="ADAL" clId="{B6F223D6-0D61-4587-91EE-38C64A9676C5}" dt="2022-12-06T18:56:29.801" v="2604" actId="478"/>
          <ac:picMkLst>
            <pc:docMk/>
            <pc:sldMk cId="1666876249" sldId="466"/>
            <ac:picMk id="21" creationId="{DB4B8A80-E83D-4720-8512-37AC221B5864}"/>
          </ac:picMkLst>
        </pc:picChg>
        <pc:cxnChg chg="mod">
          <ac:chgData name="Craig Mackintosh" userId="60563cfe-5481-48be-93e8-059b7c3b7ecd" providerId="ADAL" clId="{B6F223D6-0D61-4587-91EE-38C64A9676C5}" dt="2022-12-06T18:56:50.976" v="2694" actId="1037"/>
          <ac:cxnSpMkLst>
            <pc:docMk/>
            <pc:sldMk cId="1666876249" sldId="466"/>
            <ac:cxnSpMk id="4" creationId="{D8CF04BC-8E3F-4653-BC84-46888BA21AE0}"/>
          </ac:cxnSpMkLst>
        </pc:cxnChg>
        <pc:cxnChg chg="del">
          <ac:chgData name="Craig Mackintosh" userId="60563cfe-5481-48be-93e8-059b7c3b7ecd" providerId="ADAL" clId="{B6F223D6-0D61-4587-91EE-38C64A9676C5}" dt="2022-12-06T18:56:29.801" v="2604" actId="478"/>
          <ac:cxnSpMkLst>
            <pc:docMk/>
            <pc:sldMk cId="1666876249" sldId="466"/>
            <ac:cxnSpMk id="5" creationId="{F66A8EE4-FA9D-4206-BAAC-894E230C2F66}"/>
          </ac:cxnSpMkLst>
        </pc:cxnChg>
      </pc:sldChg>
      <pc:sldChg chg="delSp modSp add mod ord modTransition modAnim">
        <pc:chgData name="Craig Mackintosh" userId="60563cfe-5481-48be-93e8-059b7c3b7ecd" providerId="ADAL" clId="{B6F223D6-0D61-4587-91EE-38C64A9676C5}" dt="2023-01-23T20:41:50.925" v="10622" actId="255"/>
        <pc:sldMkLst>
          <pc:docMk/>
          <pc:sldMk cId="1963387800" sldId="467"/>
        </pc:sldMkLst>
        <pc:spChg chg="mod">
          <ac:chgData name="Craig Mackintosh" userId="60563cfe-5481-48be-93e8-059b7c3b7ecd" providerId="ADAL" clId="{B6F223D6-0D61-4587-91EE-38C64A9676C5}" dt="2022-12-06T18:59:02.465" v="2933" actId="20577"/>
          <ac:spMkLst>
            <pc:docMk/>
            <pc:sldMk cId="1963387800" sldId="467"/>
            <ac:spMk id="3" creationId="{39F74062-9E6D-4148-95DF-299673D9159E}"/>
          </ac:spMkLst>
        </pc:spChg>
        <pc:spChg chg="mod">
          <ac:chgData name="Craig Mackintosh" userId="60563cfe-5481-48be-93e8-059b7c3b7ecd" providerId="ADAL" clId="{B6F223D6-0D61-4587-91EE-38C64A9676C5}" dt="2022-12-06T18:59:16.293" v="2990" actId="1036"/>
          <ac:spMkLst>
            <pc:docMk/>
            <pc:sldMk cId="1963387800" sldId="467"/>
            <ac:spMk id="22" creationId="{06B4E222-34C9-44FC-B41A-0A9226791E42}"/>
          </ac:spMkLst>
        </pc:spChg>
        <pc:spChg chg="mod">
          <ac:chgData name="Craig Mackintosh" userId="60563cfe-5481-48be-93e8-059b7c3b7ecd" providerId="ADAL" clId="{B6F223D6-0D61-4587-91EE-38C64A9676C5}" dt="2022-12-06T21:16:09.560" v="7973" actId="403"/>
          <ac:spMkLst>
            <pc:docMk/>
            <pc:sldMk cId="1963387800" sldId="467"/>
            <ac:spMk id="23" creationId="{11B688A7-7F4D-4638-B093-FAA7B92EA92B}"/>
          </ac:spMkLst>
        </pc:spChg>
        <pc:spChg chg="mod">
          <ac:chgData name="Craig Mackintosh" userId="60563cfe-5481-48be-93e8-059b7c3b7ecd" providerId="ADAL" clId="{B6F223D6-0D61-4587-91EE-38C64A9676C5}" dt="2022-12-06T18:59:16.293" v="2990" actId="1036"/>
          <ac:spMkLst>
            <pc:docMk/>
            <pc:sldMk cId="1963387800" sldId="467"/>
            <ac:spMk id="24" creationId="{B1C74B72-436F-4D65-AA96-95F07B43F0E4}"/>
          </ac:spMkLst>
        </pc:spChg>
        <pc:spChg chg="mod">
          <ac:chgData name="Craig Mackintosh" userId="60563cfe-5481-48be-93e8-059b7c3b7ecd" providerId="ADAL" clId="{B6F223D6-0D61-4587-91EE-38C64A9676C5}" dt="2022-12-06T18:59:16.293" v="2990" actId="1036"/>
          <ac:spMkLst>
            <pc:docMk/>
            <pc:sldMk cId="1963387800" sldId="467"/>
            <ac:spMk id="25" creationId="{252F3F2F-5980-498D-BBE8-650CFB4CD555}"/>
          </ac:spMkLst>
        </pc:spChg>
        <pc:spChg chg="mod">
          <ac:chgData name="Craig Mackintosh" userId="60563cfe-5481-48be-93e8-059b7c3b7ecd" providerId="ADAL" clId="{B6F223D6-0D61-4587-91EE-38C64A9676C5}" dt="2022-12-06T19:13:46.262" v="3306" actId="20577"/>
          <ac:spMkLst>
            <pc:docMk/>
            <pc:sldMk cId="1963387800" sldId="467"/>
            <ac:spMk id="26" creationId="{910E719E-17AD-4D8B-AED2-CBD23B2BD258}"/>
          </ac:spMkLst>
        </pc:spChg>
        <pc:spChg chg="mod">
          <ac:chgData name="Craig Mackintosh" userId="60563cfe-5481-48be-93e8-059b7c3b7ecd" providerId="ADAL" clId="{B6F223D6-0D61-4587-91EE-38C64A9676C5}" dt="2023-01-23T20:41:50.925" v="10622" actId="255"/>
          <ac:spMkLst>
            <pc:docMk/>
            <pc:sldMk cId="1963387800" sldId="467"/>
            <ac:spMk id="27" creationId="{1126A74D-B3E7-4608-80BD-D8F4A063F153}"/>
          </ac:spMkLst>
        </pc:spChg>
        <pc:picChg chg="del">
          <ac:chgData name="Craig Mackintosh" userId="60563cfe-5481-48be-93e8-059b7c3b7ecd" providerId="ADAL" clId="{B6F223D6-0D61-4587-91EE-38C64A9676C5}" dt="2022-12-06T18:58:57.564" v="2914" actId="478"/>
          <ac:picMkLst>
            <pc:docMk/>
            <pc:sldMk cId="1963387800" sldId="467"/>
            <ac:picMk id="19" creationId="{237C5551-86C2-4B95-878D-9C8906E6D988}"/>
          </ac:picMkLst>
        </pc:picChg>
        <pc:picChg chg="del">
          <ac:chgData name="Craig Mackintosh" userId="60563cfe-5481-48be-93e8-059b7c3b7ecd" providerId="ADAL" clId="{B6F223D6-0D61-4587-91EE-38C64A9676C5}" dt="2022-12-06T18:58:57.964" v="2915" actId="478"/>
          <ac:picMkLst>
            <pc:docMk/>
            <pc:sldMk cId="1963387800" sldId="467"/>
            <ac:picMk id="20" creationId="{38818DE6-41B4-4517-BD5D-98F69F6E9C41}"/>
          </ac:picMkLst>
        </pc:picChg>
        <pc:picChg chg="del">
          <ac:chgData name="Craig Mackintosh" userId="60563cfe-5481-48be-93e8-059b7c3b7ecd" providerId="ADAL" clId="{B6F223D6-0D61-4587-91EE-38C64A9676C5}" dt="2022-12-06T18:58:58.436" v="2916" actId="478"/>
          <ac:picMkLst>
            <pc:docMk/>
            <pc:sldMk cId="1963387800" sldId="467"/>
            <ac:picMk id="21" creationId="{DB4B8A80-E83D-4720-8512-37AC221B5864}"/>
          </ac:picMkLst>
        </pc:picChg>
      </pc:sldChg>
      <pc:sldChg chg="addSp delSp modSp add mod ord modAnim">
        <pc:chgData name="Craig Mackintosh" userId="60563cfe-5481-48be-93e8-059b7c3b7ecd" providerId="ADAL" clId="{B6F223D6-0D61-4587-91EE-38C64A9676C5}" dt="2023-01-23T20:42:32.842" v="10640" actId="1038"/>
        <pc:sldMkLst>
          <pc:docMk/>
          <pc:sldMk cId="1001950005" sldId="468"/>
        </pc:sldMkLst>
        <pc:spChg chg="mod">
          <ac:chgData name="Craig Mackintosh" userId="60563cfe-5481-48be-93e8-059b7c3b7ecd" providerId="ADAL" clId="{B6F223D6-0D61-4587-91EE-38C64A9676C5}" dt="2022-12-06T20:12:13.820" v="4721" actId="20577"/>
          <ac:spMkLst>
            <pc:docMk/>
            <pc:sldMk cId="1001950005" sldId="468"/>
            <ac:spMk id="3" creationId="{39F74062-9E6D-4148-95DF-299673D9159E}"/>
          </ac:spMkLst>
        </pc:spChg>
        <pc:spChg chg="mod">
          <ac:chgData name="Craig Mackintosh" userId="60563cfe-5481-48be-93e8-059b7c3b7ecd" providerId="ADAL" clId="{B6F223D6-0D61-4587-91EE-38C64A9676C5}" dt="2022-12-06T20:05:41.509" v="4446" actId="164"/>
          <ac:spMkLst>
            <pc:docMk/>
            <pc:sldMk cId="1001950005" sldId="468"/>
            <ac:spMk id="22" creationId="{06B4E222-34C9-44FC-B41A-0A9226791E42}"/>
          </ac:spMkLst>
        </pc:spChg>
        <pc:spChg chg="mod">
          <ac:chgData name="Craig Mackintosh" userId="60563cfe-5481-48be-93e8-059b7c3b7ecd" providerId="ADAL" clId="{B6F223D6-0D61-4587-91EE-38C64A9676C5}" dt="2022-12-06T20:05:41.509" v="4446" actId="164"/>
          <ac:spMkLst>
            <pc:docMk/>
            <pc:sldMk cId="1001950005" sldId="468"/>
            <ac:spMk id="23" creationId="{11B688A7-7F4D-4638-B093-FAA7B92EA92B}"/>
          </ac:spMkLst>
        </pc:spChg>
        <pc:spChg chg="mod">
          <ac:chgData name="Craig Mackintosh" userId="60563cfe-5481-48be-93e8-059b7c3b7ecd" providerId="ADAL" clId="{B6F223D6-0D61-4587-91EE-38C64A9676C5}" dt="2023-01-23T20:42:32.842" v="10640" actId="1038"/>
          <ac:spMkLst>
            <pc:docMk/>
            <pc:sldMk cId="1001950005" sldId="468"/>
            <ac:spMk id="24" creationId="{B1C74B72-436F-4D65-AA96-95F07B43F0E4}"/>
          </ac:spMkLst>
        </pc:spChg>
        <pc:spChg chg="mod">
          <ac:chgData name="Craig Mackintosh" userId="60563cfe-5481-48be-93e8-059b7c3b7ecd" providerId="ADAL" clId="{B6F223D6-0D61-4587-91EE-38C64A9676C5}" dt="2022-12-06T20:05:38.519" v="4445" actId="164"/>
          <ac:spMkLst>
            <pc:docMk/>
            <pc:sldMk cId="1001950005" sldId="468"/>
            <ac:spMk id="25" creationId="{252F3F2F-5980-498D-BBE8-650CFB4CD555}"/>
          </ac:spMkLst>
        </pc:spChg>
        <pc:spChg chg="mod">
          <ac:chgData name="Craig Mackintosh" userId="60563cfe-5481-48be-93e8-059b7c3b7ecd" providerId="ADAL" clId="{B6F223D6-0D61-4587-91EE-38C64A9676C5}" dt="2023-01-23T20:41:15.979" v="10616" actId="207"/>
          <ac:spMkLst>
            <pc:docMk/>
            <pc:sldMk cId="1001950005" sldId="468"/>
            <ac:spMk id="26" creationId="{910E719E-17AD-4D8B-AED2-CBD23B2BD258}"/>
          </ac:spMkLst>
        </pc:spChg>
        <pc:spChg chg="mod">
          <ac:chgData name="Craig Mackintosh" userId="60563cfe-5481-48be-93e8-059b7c3b7ecd" providerId="ADAL" clId="{B6F223D6-0D61-4587-91EE-38C64A9676C5}" dt="2022-12-06T20:05:38.519" v="4445" actId="164"/>
          <ac:spMkLst>
            <pc:docMk/>
            <pc:sldMk cId="1001950005" sldId="468"/>
            <ac:spMk id="27" creationId="{1126A74D-B3E7-4608-80BD-D8F4A063F153}"/>
          </ac:spMkLst>
        </pc:spChg>
        <pc:spChg chg="mod">
          <ac:chgData name="Craig Mackintosh" userId="60563cfe-5481-48be-93e8-059b7c3b7ecd" providerId="ADAL" clId="{B6F223D6-0D61-4587-91EE-38C64A9676C5}" dt="2022-12-06T20:05:42.869" v="4447"/>
          <ac:spMkLst>
            <pc:docMk/>
            <pc:sldMk cId="1001950005" sldId="468"/>
            <ac:spMk id="29" creationId="{B59D5E6E-3AAB-4FF6-B845-2597AC0A496D}"/>
          </ac:spMkLst>
        </pc:spChg>
        <pc:spChg chg="mod">
          <ac:chgData name="Craig Mackintosh" userId="60563cfe-5481-48be-93e8-059b7c3b7ecd" providerId="ADAL" clId="{B6F223D6-0D61-4587-91EE-38C64A9676C5}" dt="2022-12-06T20:05:42.869" v="4447"/>
          <ac:spMkLst>
            <pc:docMk/>
            <pc:sldMk cId="1001950005" sldId="468"/>
            <ac:spMk id="30" creationId="{9E4B511A-0FAA-4DA3-B239-00B74160482B}"/>
          </ac:spMkLst>
        </pc:spChg>
        <pc:spChg chg="mod topLvl">
          <ac:chgData name="Craig Mackintosh" userId="60563cfe-5481-48be-93e8-059b7c3b7ecd" providerId="ADAL" clId="{B6F223D6-0D61-4587-91EE-38C64A9676C5}" dt="2022-12-06T20:08:09.141" v="4499" actId="12789"/>
          <ac:spMkLst>
            <pc:docMk/>
            <pc:sldMk cId="1001950005" sldId="468"/>
            <ac:spMk id="33" creationId="{180A7AC4-4BF1-4816-880D-A1F01043487D}"/>
          </ac:spMkLst>
        </pc:spChg>
        <pc:spChg chg="mod topLvl">
          <ac:chgData name="Craig Mackintosh" userId="60563cfe-5481-48be-93e8-059b7c3b7ecd" providerId="ADAL" clId="{B6F223D6-0D61-4587-91EE-38C64A9676C5}" dt="2023-01-23T20:41:11.356" v="10615" actId="207"/>
          <ac:spMkLst>
            <pc:docMk/>
            <pc:sldMk cId="1001950005" sldId="468"/>
            <ac:spMk id="34" creationId="{B4136920-A221-4DDC-A97F-FEE738829EC7}"/>
          </ac:spMkLst>
        </pc:spChg>
        <pc:spChg chg="mod topLvl">
          <ac:chgData name="Craig Mackintosh" userId="60563cfe-5481-48be-93e8-059b7c3b7ecd" providerId="ADAL" clId="{B6F223D6-0D61-4587-91EE-38C64A9676C5}" dt="2022-12-06T20:08:09.141" v="4499" actId="12789"/>
          <ac:spMkLst>
            <pc:docMk/>
            <pc:sldMk cId="1001950005" sldId="468"/>
            <ac:spMk id="37" creationId="{D387CFAC-0468-4AAD-A4CC-982BFFA46087}"/>
          </ac:spMkLst>
        </pc:spChg>
        <pc:spChg chg="mod topLvl">
          <ac:chgData name="Craig Mackintosh" userId="60563cfe-5481-48be-93e8-059b7c3b7ecd" providerId="ADAL" clId="{B6F223D6-0D61-4587-91EE-38C64A9676C5}" dt="2023-01-23T20:41:18.391" v="10617" actId="207"/>
          <ac:spMkLst>
            <pc:docMk/>
            <pc:sldMk cId="1001950005" sldId="468"/>
            <ac:spMk id="38" creationId="{39EC30B7-9528-4033-9E63-7135B329D96F}"/>
          </ac:spMkLst>
        </pc:spChg>
        <pc:grpChg chg="add del mod">
          <ac:chgData name="Craig Mackintosh" userId="60563cfe-5481-48be-93e8-059b7c3b7ecd" providerId="ADAL" clId="{B6F223D6-0D61-4587-91EE-38C64A9676C5}" dt="2022-12-06T20:06:02.790" v="4454" actId="478"/>
          <ac:grpSpMkLst>
            <pc:docMk/>
            <pc:sldMk cId="1001950005" sldId="468"/>
            <ac:grpSpMk id="9" creationId="{F4495575-2362-4759-85AD-FE5E7F08A1EB}"/>
          </ac:grpSpMkLst>
        </pc:grpChg>
        <pc:grpChg chg="add del mod">
          <ac:chgData name="Craig Mackintosh" userId="60563cfe-5481-48be-93e8-059b7c3b7ecd" providerId="ADAL" clId="{B6F223D6-0D61-4587-91EE-38C64A9676C5}" dt="2022-12-06T20:06:01.919" v="4453" actId="21"/>
          <ac:grpSpMkLst>
            <pc:docMk/>
            <pc:sldMk cId="1001950005" sldId="468"/>
            <ac:grpSpMk id="10" creationId="{C31BA4D1-D740-4C28-BD44-C620A49487D4}"/>
          </ac:grpSpMkLst>
        </pc:grpChg>
        <pc:grpChg chg="add del mod">
          <ac:chgData name="Craig Mackintosh" userId="60563cfe-5481-48be-93e8-059b7c3b7ecd" providerId="ADAL" clId="{B6F223D6-0D61-4587-91EE-38C64A9676C5}" dt="2022-12-06T20:05:50.939" v="4449" actId="21"/>
          <ac:grpSpMkLst>
            <pc:docMk/>
            <pc:sldMk cId="1001950005" sldId="468"/>
            <ac:grpSpMk id="28" creationId="{059E409C-1575-40D8-B0C4-ABFCE51893DB}"/>
          </ac:grpSpMkLst>
        </pc:grpChg>
        <pc:grpChg chg="add del mod">
          <ac:chgData name="Craig Mackintosh" userId="60563cfe-5481-48be-93e8-059b7c3b7ecd" providerId="ADAL" clId="{B6F223D6-0D61-4587-91EE-38C64A9676C5}" dt="2022-12-06T20:07:56.367" v="4497" actId="165"/>
          <ac:grpSpMkLst>
            <pc:docMk/>
            <pc:sldMk cId="1001950005" sldId="468"/>
            <ac:grpSpMk id="32" creationId="{FB19E4EA-0EBC-4C2E-BC82-EAD81305ED8E}"/>
          </ac:grpSpMkLst>
        </pc:grpChg>
        <pc:grpChg chg="add del mod">
          <ac:chgData name="Craig Mackintosh" userId="60563cfe-5481-48be-93e8-059b7c3b7ecd" providerId="ADAL" clId="{B6F223D6-0D61-4587-91EE-38C64A9676C5}" dt="2022-12-06T20:08:01.800" v="4498" actId="165"/>
          <ac:grpSpMkLst>
            <pc:docMk/>
            <pc:sldMk cId="1001950005" sldId="468"/>
            <ac:grpSpMk id="36" creationId="{886F8AAB-A179-4844-A613-E2D9739A24B7}"/>
          </ac:grpSpMkLst>
        </pc:grpChg>
        <pc:picChg chg="add del mod">
          <ac:chgData name="Craig Mackintosh" userId="60563cfe-5481-48be-93e8-059b7c3b7ecd" providerId="ADAL" clId="{B6F223D6-0D61-4587-91EE-38C64A9676C5}" dt="2022-12-06T19:54:48.752" v="4155" actId="931"/>
          <ac:picMkLst>
            <pc:docMk/>
            <pc:sldMk cId="1001950005" sldId="468"/>
            <ac:picMk id="6" creationId="{12C6F894-FB1A-483F-B4FC-CAFD8F06BE6A}"/>
          </ac:picMkLst>
        </pc:picChg>
        <pc:picChg chg="add mod">
          <ac:chgData name="Craig Mackintosh" userId="60563cfe-5481-48be-93e8-059b7c3b7ecd" providerId="ADAL" clId="{B6F223D6-0D61-4587-91EE-38C64A9676C5}" dt="2022-12-06T20:05:38.519" v="4445" actId="164"/>
          <ac:picMkLst>
            <pc:docMk/>
            <pc:sldMk cId="1001950005" sldId="468"/>
            <ac:picMk id="8" creationId="{20FC2D81-3327-412A-BB0E-37BC7965BFDD}"/>
          </ac:picMkLst>
        </pc:picChg>
        <pc:picChg chg="add mod">
          <ac:chgData name="Craig Mackintosh" userId="60563cfe-5481-48be-93e8-059b7c3b7ecd" providerId="ADAL" clId="{B6F223D6-0D61-4587-91EE-38C64A9676C5}" dt="2022-12-06T20:08:20.319" v="4501" actId="12789"/>
          <ac:picMkLst>
            <pc:docMk/>
            <pc:sldMk cId="1001950005" sldId="468"/>
            <ac:picMk id="14" creationId="{3FF44FC5-F866-4D5B-9D11-910459394D01}"/>
          </ac:picMkLst>
        </pc:picChg>
        <pc:picChg chg="add mod">
          <ac:chgData name="Craig Mackintosh" userId="60563cfe-5481-48be-93e8-059b7c3b7ecd" providerId="ADAL" clId="{B6F223D6-0D61-4587-91EE-38C64A9676C5}" dt="2022-12-06T20:05:41.509" v="4446" actId="164"/>
          <ac:picMkLst>
            <pc:docMk/>
            <pc:sldMk cId="1001950005" sldId="468"/>
            <ac:picMk id="15" creationId="{007E5F9E-BE32-497A-A602-519CCB2DDAB7}"/>
          </ac:picMkLst>
        </pc:picChg>
        <pc:picChg chg="del">
          <ac:chgData name="Craig Mackintosh" userId="60563cfe-5481-48be-93e8-059b7c3b7ecd" providerId="ADAL" clId="{B6F223D6-0D61-4587-91EE-38C64A9676C5}" dt="2022-12-06T19:47:12.960" v="4144" actId="478"/>
          <ac:picMkLst>
            <pc:docMk/>
            <pc:sldMk cId="1001950005" sldId="468"/>
            <ac:picMk id="19" creationId="{237C5551-86C2-4B95-878D-9C8906E6D988}"/>
          </ac:picMkLst>
        </pc:picChg>
        <pc:picChg chg="del">
          <ac:chgData name="Craig Mackintosh" userId="60563cfe-5481-48be-93e8-059b7c3b7ecd" providerId="ADAL" clId="{B6F223D6-0D61-4587-91EE-38C64A9676C5}" dt="2022-12-06T19:47:13.505" v="4145" actId="478"/>
          <ac:picMkLst>
            <pc:docMk/>
            <pc:sldMk cId="1001950005" sldId="468"/>
            <ac:picMk id="20" creationId="{38818DE6-41B4-4517-BD5D-98F69F6E9C41}"/>
          </ac:picMkLst>
        </pc:picChg>
        <pc:picChg chg="del">
          <ac:chgData name="Craig Mackintosh" userId="60563cfe-5481-48be-93e8-059b7c3b7ecd" providerId="ADAL" clId="{B6F223D6-0D61-4587-91EE-38C64A9676C5}" dt="2022-12-06T19:47:14.244" v="4146" actId="478"/>
          <ac:picMkLst>
            <pc:docMk/>
            <pc:sldMk cId="1001950005" sldId="468"/>
            <ac:picMk id="21" creationId="{DB4B8A80-E83D-4720-8512-37AC221B5864}"/>
          </ac:picMkLst>
        </pc:picChg>
        <pc:picChg chg="mod">
          <ac:chgData name="Craig Mackintosh" userId="60563cfe-5481-48be-93e8-059b7c3b7ecd" providerId="ADAL" clId="{B6F223D6-0D61-4587-91EE-38C64A9676C5}" dt="2022-12-06T20:05:42.869" v="4447"/>
          <ac:picMkLst>
            <pc:docMk/>
            <pc:sldMk cId="1001950005" sldId="468"/>
            <ac:picMk id="31" creationId="{26C17415-7B7B-45C5-8782-675217ED51A0}"/>
          </ac:picMkLst>
        </pc:picChg>
        <pc:picChg chg="mod topLvl">
          <ac:chgData name="Craig Mackintosh" userId="60563cfe-5481-48be-93e8-059b7c3b7ecd" providerId="ADAL" clId="{B6F223D6-0D61-4587-91EE-38C64A9676C5}" dt="2022-12-06T20:08:20.319" v="4501" actId="12789"/>
          <ac:picMkLst>
            <pc:docMk/>
            <pc:sldMk cId="1001950005" sldId="468"/>
            <ac:picMk id="35" creationId="{687D8A7A-57F8-4552-B5D2-98A3939961B4}"/>
          </ac:picMkLst>
        </pc:picChg>
        <pc:picChg chg="mod topLvl">
          <ac:chgData name="Craig Mackintosh" userId="60563cfe-5481-48be-93e8-059b7c3b7ecd" providerId="ADAL" clId="{B6F223D6-0D61-4587-91EE-38C64A9676C5}" dt="2022-12-06T20:08:20.319" v="4501" actId="12789"/>
          <ac:picMkLst>
            <pc:docMk/>
            <pc:sldMk cId="1001950005" sldId="468"/>
            <ac:picMk id="39" creationId="{4C57F028-D5A9-4543-AFA7-48EC53C0C6C7}"/>
          </ac:picMkLst>
        </pc:picChg>
        <pc:cxnChg chg="mod">
          <ac:chgData name="Craig Mackintosh" userId="60563cfe-5481-48be-93e8-059b7c3b7ecd" providerId="ADAL" clId="{B6F223D6-0D61-4587-91EE-38C64A9676C5}" dt="2022-12-06T20:06:36.289" v="4484" actId="1037"/>
          <ac:cxnSpMkLst>
            <pc:docMk/>
            <pc:sldMk cId="1001950005" sldId="468"/>
            <ac:cxnSpMk id="4" creationId="{D8CF04BC-8E3F-4653-BC84-46888BA21AE0}"/>
          </ac:cxnSpMkLst>
        </pc:cxnChg>
        <pc:cxnChg chg="mod">
          <ac:chgData name="Craig Mackintosh" userId="60563cfe-5481-48be-93e8-059b7c3b7ecd" providerId="ADAL" clId="{B6F223D6-0D61-4587-91EE-38C64A9676C5}" dt="2022-12-06T20:06:39.130" v="4491" actId="1037"/>
          <ac:cxnSpMkLst>
            <pc:docMk/>
            <pc:sldMk cId="1001950005" sldId="468"/>
            <ac:cxnSpMk id="5" creationId="{F66A8EE4-FA9D-4206-BAAC-894E230C2F66}"/>
          </ac:cxnSpMkLst>
        </pc:cxnChg>
      </pc:sldChg>
      <pc:sldChg chg="addSp delSp modSp add mod ord modClrScheme delCm modCm chgLayout">
        <pc:chgData name="Craig Mackintosh" userId="60563cfe-5481-48be-93e8-059b7c3b7ecd" providerId="ADAL" clId="{B6F223D6-0D61-4587-91EE-38C64A9676C5}" dt="2023-01-23T20:40:39.527" v="10608" actId="108"/>
        <pc:sldMkLst>
          <pc:docMk/>
          <pc:sldMk cId="504221259" sldId="469"/>
        </pc:sldMkLst>
        <pc:spChg chg="add del mod ord">
          <ac:chgData name="Craig Mackintosh" userId="60563cfe-5481-48be-93e8-059b7c3b7ecd" providerId="ADAL" clId="{B6F223D6-0D61-4587-91EE-38C64A9676C5}" dt="2022-12-06T20:17:12.740" v="4801" actId="478"/>
          <ac:spMkLst>
            <pc:docMk/>
            <pc:sldMk cId="504221259" sldId="469"/>
            <ac:spMk id="2" creationId="{58BE798E-4E40-48C6-B249-15211D7488DC}"/>
          </ac:spMkLst>
        </pc:spChg>
        <pc:spChg chg="mod ord">
          <ac:chgData name="Craig Mackintosh" userId="60563cfe-5481-48be-93e8-059b7c3b7ecd" providerId="ADAL" clId="{B6F223D6-0D61-4587-91EE-38C64A9676C5}" dt="2022-12-06T20:17:30.531" v="4823" actId="20577"/>
          <ac:spMkLst>
            <pc:docMk/>
            <pc:sldMk cId="504221259" sldId="469"/>
            <ac:spMk id="3" creationId="{39F74062-9E6D-4148-95DF-299673D9159E}"/>
          </ac:spMkLst>
        </pc:spChg>
        <pc:spChg chg="add mod">
          <ac:chgData name="Craig Mackintosh" userId="60563cfe-5481-48be-93e8-059b7c3b7ecd" providerId="ADAL" clId="{B6F223D6-0D61-4587-91EE-38C64A9676C5}" dt="2023-01-23T20:40:39.527" v="10608" actId="108"/>
          <ac:spMkLst>
            <pc:docMk/>
            <pc:sldMk cId="504221259" sldId="469"/>
            <ac:spMk id="4" creationId="{341E3D30-D848-48C7-BC25-6CAF5EFDE359}"/>
          </ac:spMkLst>
        </pc:spChg>
        <pc:spChg chg="del mod">
          <ac:chgData name="Craig Mackintosh" userId="60563cfe-5481-48be-93e8-059b7c3b7ecd" providerId="ADAL" clId="{B6F223D6-0D61-4587-91EE-38C64A9676C5}" dt="2022-12-06T20:16:28.731" v="4762" actId="478"/>
          <ac:spMkLst>
            <pc:docMk/>
            <pc:sldMk cId="504221259" sldId="469"/>
            <ac:spMk id="5" creationId="{F0AE3268-71B1-4555-AA1B-38DB7FD6C51F}"/>
          </ac:spMkLst>
        </pc:spChg>
        <pc:spChg chg="add del mod">
          <ac:chgData name="Craig Mackintosh" userId="60563cfe-5481-48be-93e8-059b7c3b7ecd" providerId="ADAL" clId="{B6F223D6-0D61-4587-91EE-38C64A9676C5}" dt="2022-12-06T20:18:33.721" v="4826" actId="478"/>
          <ac:spMkLst>
            <pc:docMk/>
            <pc:sldMk cId="504221259" sldId="469"/>
            <ac:spMk id="7" creationId="{2E2F8965-0BB0-4A6A-B97E-105E7A43896D}"/>
          </ac:spMkLst>
        </pc:spChg>
        <pc:picChg chg="add del mod">
          <ac:chgData name="Craig Mackintosh" userId="60563cfe-5481-48be-93e8-059b7c3b7ecd" providerId="ADAL" clId="{B6F223D6-0D61-4587-91EE-38C64A9676C5}" dt="2022-12-06T20:17:22.592" v="4805"/>
          <ac:picMkLst>
            <pc:docMk/>
            <pc:sldMk cId="504221259" sldId="469"/>
            <ac:picMk id="6" creationId="{3440B1AF-3978-4DA2-8259-7346C9731F39}"/>
          </ac:picMkLst>
        </pc:picChg>
      </pc:sldChg>
      <pc:sldChg chg="addSp delSp modSp add mod ord modClrScheme chgLayout">
        <pc:chgData name="Craig Mackintosh" userId="60563cfe-5481-48be-93e8-059b7c3b7ecd" providerId="ADAL" clId="{B6F223D6-0D61-4587-91EE-38C64A9676C5}" dt="2023-01-23T20:39:25.050" v="10594" actId="108"/>
        <pc:sldMkLst>
          <pc:docMk/>
          <pc:sldMk cId="2096166598" sldId="470"/>
        </pc:sldMkLst>
        <pc:spChg chg="mod ord">
          <ac:chgData name="Craig Mackintosh" userId="60563cfe-5481-48be-93e8-059b7c3b7ecd" providerId="ADAL" clId="{B6F223D6-0D61-4587-91EE-38C64A9676C5}" dt="2022-12-06T20:01:17.986" v="4319" actId="700"/>
          <ac:spMkLst>
            <pc:docMk/>
            <pc:sldMk cId="2096166598" sldId="470"/>
            <ac:spMk id="3" creationId="{39F74062-9E6D-4148-95DF-299673D9159E}"/>
          </ac:spMkLst>
        </pc:spChg>
        <pc:spChg chg="add del mod">
          <ac:chgData name="Craig Mackintosh" userId="60563cfe-5481-48be-93e8-059b7c3b7ecd" providerId="ADAL" clId="{B6F223D6-0D61-4587-91EE-38C64A9676C5}" dt="2022-12-06T20:01:46.082" v="4394" actId="478"/>
          <ac:spMkLst>
            <pc:docMk/>
            <pc:sldMk cId="2096166598" sldId="470"/>
            <ac:spMk id="4" creationId="{4687BF0F-F1FC-4326-99F1-38FF05F50C15}"/>
          </ac:spMkLst>
        </pc:spChg>
        <pc:spChg chg="mod">
          <ac:chgData name="Craig Mackintosh" userId="60563cfe-5481-48be-93e8-059b7c3b7ecd" providerId="ADAL" clId="{B6F223D6-0D61-4587-91EE-38C64A9676C5}" dt="2023-01-23T20:39:25.050" v="10594" actId="108"/>
          <ac:spMkLst>
            <pc:docMk/>
            <pc:sldMk cId="2096166598" sldId="470"/>
            <ac:spMk id="5" creationId="{F0AE3268-71B1-4555-AA1B-38DB7FD6C51F}"/>
          </ac:spMkLst>
        </pc:spChg>
        <pc:spChg chg="add mod ord">
          <ac:chgData name="Craig Mackintosh" userId="60563cfe-5481-48be-93e8-059b7c3b7ecd" providerId="ADAL" clId="{B6F223D6-0D61-4587-91EE-38C64A9676C5}" dt="2022-12-06T20:01:44.199" v="4393" actId="20577"/>
          <ac:spMkLst>
            <pc:docMk/>
            <pc:sldMk cId="2096166598" sldId="470"/>
            <ac:spMk id="7" creationId="{1D87BA23-6F7C-4726-80FB-D9D4EC914F38}"/>
          </ac:spMkLst>
        </pc:spChg>
        <pc:picChg chg="add mod">
          <ac:chgData name="Craig Mackintosh" userId="60563cfe-5481-48be-93e8-059b7c3b7ecd" providerId="ADAL" clId="{B6F223D6-0D61-4587-91EE-38C64A9676C5}" dt="2022-12-06T20:06:54.377" v="4492" actId="1076"/>
          <ac:picMkLst>
            <pc:docMk/>
            <pc:sldMk cId="2096166598" sldId="470"/>
            <ac:picMk id="6" creationId="{05811149-4401-46CA-A797-6D146F128975}"/>
          </ac:picMkLst>
        </pc:picChg>
      </pc:sldChg>
      <pc:sldChg chg="add del">
        <pc:chgData name="Craig Mackintosh" userId="60563cfe-5481-48be-93e8-059b7c3b7ecd" providerId="ADAL" clId="{B6F223D6-0D61-4587-91EE-38C64A9676C5}" dt="2022-12-06T19:59:13.665" v="4227" actId="2696"/>
        <pc:sldMkLst>
          <pc:docMk/>
          <pc:sldMk cId="1252012380" sldId="471"/>
        </pc:sldMkLst>
      </pc:sldChg>
      <pc:sldChg chg="addSp delSp modSp add mod modClrScheme chgLayout">
        <pc:chgData name="Craig Mackintosh" userId="60563cfe-5481-48be-93e8-059b7c3b7ecd" providerId="ADAL" clId="{B6F223D6-0D61-4587-91EE-38C64A9676C5}" dt="2022-12-12T14:38:07.619" v="10418"/>
        <pc:sldMkLst>
          <pc:docMk/>
          <pc:sldMk cId="2177551301" sldId="471"/>
        </pc:sldMkLst>
        <pc:spChg chg="mod ord">
          <ac:chgData name="Craig Mackintosh" userId="60563cfe-5481-48be-93e8-059b7c3b7ecd" providerId="ADAL" clId="{B6F223D6-0D61-4587-91EE-38C64A9676C5}" dt="2022-12-06T20:45:15.110" v="5914" actId="700"/>
          <ac:spMkLst>
            <pc:docMk/>
            <pc:sldMk cId="2177551301" sldId="471"/>
            <ac:spMk id="3" creationId="{39F74062-9E6D-4148-95DF-299673D9159E}"/>
          </ac:spMkLst>
        </pc:spChg>
        <pc:spChg chg="del mod ord">
          <ac:chgData name="Craig Mackintosh" userId="60563cfe-5481-48be-93e8-059b7c3b7ecd" providerId="ADAL" clId="{B6F223D6-0D61-4587-91EE-38C64A9676C5}" dt="2022-12-06T20:21:07.951" v="4954" actId="478"/>
          <ac:spMkLst>
            <pc:docMk/>
            <pc:sldMk cId="2177551301" sldId="471"/>
            <ac:spMk id="7" creationId="{AF3CC9C7-7096-4100-B4F6-F104BAF52209}"/>
          </ac:spMkLst>
        </pc:spChg>
        <pc:spChg chg="add mod ord">
          <ac:chgData name="Craig Mackintosh" userId="60563cfe-5481-48be-93e8-059b7c3b7ecd" providerId="ADAL" clId="{B6F223D6-0D61-4587-91EE-38C64A9676C5}" dt="2022-12-06T20:45:38.241" v="5965" actId="20577"/>
          <ac:spMkLst>
            <pc:docMk/>
            <pc:sldMk cId="2177551301" sldId="471"/>
            <ac:spMk id="10" creationId="{711BEF55-9A0E-4FA5-BF7C-1261A1231DC3}"/>
          </ac:spMkLst>
        </pc:spChg>
        <pc:picChg chg="add del">
          <ac:chgData name="Craig Mackintosh" userId="60563cfe-5481-48be-93e8-059b7c3b7ecd" providerId="ADAL" clId="{B6F223D6-0D61-4587-91EE-38C64A9676C5}" dt="2022-12-06T20:44:56.576" v="5880" actId="21"/>
          <ac:picMkLst>
            <pc:docMk/>
            <pc:sldMk cId="2177551301" sldId="471"/>
            <ac:picMk id="4" creationId="{C459B098-27F4-489A-A5ED-7ECAFC6F61ED}"/>
          </ac:picMkLst>
        </pc:picChg>
        <pc:picChg chg="add del mod">
          <ac:chgData name="Craig Mackintosh" userId="60563cfe-5481-48be-93e8-059b7c3b7ecd" providerId="ADAL" clId="{B6F223D6-0D61-4587-91EE-38C64A9676C5}" dt="2022-12-12T14:37:49.953" v="10391" actId="478"/>
          <ac:picMkLst>
            <pc:docMk/>
            <pc:sldMk cId="2177551301" sldId="471"/>
            <ac:picMk id="4" creationId="{D1E49A0E-C7D7-4AF6-882A-45DD196C96C6}"/>
          </ac:picMkLst>
        </pc:picChg>
        <pc:picChg chg="add del mod">
          <ac:chgData name="Craig Mackintosh" userId="60563cfe-5481-48be-93e8-059b7c3b7ecd" providerId="ADAL" clId="{B6F223D6-0D61-4587-91EE-38C64A9676C5}" dt="2022-12-06T20:20:36.191" v="4926" actId="21"/>
          <ac:picMkLst>
            <pc:docMk/>
            <pc:sldMk cId="2177551301" sldId="471"/>
            <ac:picMk id="5" creationId="{B370D277-4D38-41BE-B4B2-B5E9F065C043}"/>
          </ac:picMkLst>
        </pc:picChg>
        <pc:picChg chg="del">
          <ac:chgData name="Craig Mackintosh" userId="60563cfe-5481-48be-93e8-059b7c3b7ecd" providerId="ADAL" clId="{B6F223D6-0D61-4587-91EE-38C64A9676C5}" dt="2022-12-06T20:20:12.651" v="4892" actId="478"/>
          <ac:picMkLst>
            <pc:docMk/>
            <pc:sldMk cId="2177551301" sldId="471"/>
            <ac:picMk id="6" creationId="{975E8235-263C-4E73-9ED5-04FF5AF44100}"/>
          </ac:picMkLst>
        </pc:picChg>
        <pc:picChg chg="add del mod">
          <ac:chgData name="Craig Mackintosh" userId="60563cfe-5481-48be-93e8-059b7c3b7ecd" providerId="ADAL" clId="{B6F223D6-0D61-4587-91EE-38C64A9676C5}" dt="2022-12-12T14:38:06.334" v="10416" actId="21"/>
          <ac:picMkLst>
            <pc:docMk/>
            <pc:sldMk cId="2177551301" sldId="471"/>
            <ac:picMk id="6" creationId="{D599A8A4-376D-4B4D-98D6-23F9B59BBED9}"/>
          </ac:picMkLst>
        </pc:picChg>
        <pc:picChg chg="add del mod">
          <ac:chgData name="Craig Mackintosh" userId="60563cfe-5481-48be-93e8-059b7c3b7ecd" providerId="ADAL" clId="{B6F223D6-0D61-4587-91EE-38C64A9676C5}" dt="2022-12-06T20:44:23.412" v="5878" actId="478"/>
          <ac:picMkLst>
            <pc:docMk/>
            <pc:sldMk cId="2177551301" sldId="471"/>
            <ac:picMk id="8" creationId="{6A07AF4E-6F7A-41D7-A3EF-C51582C5A548}"/>
          </ac:picMkLst>
        </pc:picChg>
        <pc:picChg chg="add del mod">
          <ac:chgData name="Craig Mackintosh" userId="60563cfe-5481-48be-93e8-059b7c3b7ecd" providerId="ADAL" clId="{B6F223D6-0D61-4587-91EE-38C64A9676C5}" dt="2022-12-12T14:38:07.365" v="10417" actId="478"/>
          <ac:picMkLst>
            <pc:docMk/>
            <pc:sldMk cId="2177551301" sldId="471"/>
            <ac:picMk id="9" creationId="{065F8644-448C-467E-927D-904E0A13A6C5}"/>
          </ac:picMkLst>
        </pc:picChg>
        <pc:picChg chg="add mod">
          <ac:chgData name="Craig Mackintosh" userId="60563cfe-5481-48be-93e8-059b7c3b7ecd" providerId="ADAL" clId="{B6F223D6-0D61-4587-91EE-38C64A9676C5}" dt="2022-12-12T14:38:07.619" v="10418"/>
          <ac:picMkLst>
            <pc:docMk/>
            <pc:sldMk cId="2177551301" sldId="471"/>
            <ac:picMk id="11" creationId="{651262F4-B836-40B7-8D31-CB645F99D9AF}"/>
          </ac:picMkLst>
        </pc:picChg>
      </pc:sldChg>
      <pc:sldChg chg="modSp add mod ord">
        <pc:chgData name="Craig Mackintosh" userId="60563cfe-5481-48be-93e8-059b7c3b7ecd" providerId="ADAL" clId="{B6F223D6-0D61-4587-91EE-38C64A9676C5}" dt="2022-12-13T01:44:11.684" v="10565" actId="20577"/>
        <pc:sldMkLst>
          <pc:docMk/>
          <pc:sldMk cId="2542275420" sldId="472"/>
        </pc:sldMkLst>
        <pc:spChg chg="mod">
          <ac:chgData name="Craig Mackintosh" userId="60563cfe-5481-48be-93e8-059b7c3b7ecd" providerId="ADAL" clId="{B6F223D6-0D61-4587-91EE-38C64A9676C5}" dt="2022-12-06T20:51:00.418" v="6517" actId="20577"/>
          <ac:spMkLst>
            <pc:docMk/>
            <pc:sldMk cId="2542275420" sldId="472"/>
            <ac:spMk id="3" creationId="{39F74062-9E6D-4148-95DF-299673D9159E}"/>
          </ac:spMkLst>
        </pc:spChg>
        <pc:spChg chg="mod">
          <ac:chgData name="Craig Mackintosh" userId="60563cfe-5481-48be-93e8-059b7c3b7ecd" providerId="ADAL" clId="{B6F223D6-0D61-4587-91EE-38C64A9676C5}" dt="2022-12-13T01:44:11.684" v="10565" actId="20577"/>
          <ac:spMkLst>
            <pc:docMk/>
            <pc:sldMk cId="2542275420" sldId="472"/>
            <ac:spMk id="4" creationId="{341E3D30-D848-48C7-BC25-6CAF5EFDE359}"/>
          </ac:spMkLst>
        </pc:spChg>
      </pc:sldChg>
      <pc:sldChg chg="modSp add mod modShow">
        <pc:chgData name="Craig Mackintosh" userId="60563cfe-5481-48be-93e8-059b7c3b7ecd" providerId="ADAL" clId="{B6F223D6-0D61-4587-91EE-38C64A9676C5}" dt="2023-01-23T20:40:18.488" v="10600" actId="108"/>
        <pc:sldMkLst>
          <pc:docMk/>
          <pc:sldMk cId="2847420414" sldId="473"/>
        </pc:sldMkLst>
        <pc:spChg chg="mod">
          <ac:chgData name="Craig Mackintosh" userId="60563cfe-5481-48be-93e8-059b7c3b7ecd" providerId="ADAL" clId="{B6F223D6-0D61-4587-91EE-38C64A9676C5}" dt="2023-01-23T20:40:18.488" v="10600" actId="108"/>
          <ac:spMkLst>
            <pc:docMk/>
            <pc:sldMk cId="2847420414" sldId="473"/>
            <ac:spMk id="4" creationId="{341E3D30-D848-48C7-BC25-6CAF5EFDE359}"/>
          </ac:spMkLst>
        </pc:spChg>
      </pc:sldChg>
      <pc:sldChg chg="new del">
        <pc:chgData name="Craig Mackintosh" userId="60563cfe-5481-48be-93e8-059b7c3b7ecd" providerId="ADAL" clId="{B6F223D6-0D61-4587-91EE-38C64A9676C5}" dt="2022-12-08T14:47:25.126" v="9538" actId="2696"/>
        <pc:sldMkLst>
          <pc:docMk/>
          <pc:sldMk cId="231938374" sldId="474"/>
        </pc:sldMkLst>
      </pc:sldChg>
      <pc:sldChg chg="modSp add mod ord">
        <pc:chgData name="Craig Mackintosh" userId="60563cfe-5481-48be-93e8-059b7c3b7ecd" providerId="ADAL" clId="{B6F223D6-0D61-4587-91EE-38C64A9676C5}" dt="2023-01-23T20:40:29.049" v="10604" actId="108"/>
        <pc:sldMkLst>
          <pc:docMk/>
          <pc:sldMk cId="3187689201" sldId="475"/>
        </pc:sldMkLst>
        <pc:spChg chg="mod">
          <ac:chgData name="Craig Mackintosh" userId="60563cfe-5481-48be-93e8-059b7c3b7ecd" providerId="ADAL" clId="{B6F223D6-0D61-4587-91EE-38C64A9676C5}" dt="2022-12-08T14:47:32.361" v="9569" actId="20577"/>
          <ac:spMkLst>
            <pc:docMk/>
            <pc:sldMk cId="3187689201" sldId="475"/>
            <ac:spMk id="3" creationId="{39F74062-9E6D-4148-95DF-299673D9159E}"/>
          </ac:spMkLst>
        </pc:spChg>
        <pc:spChg chg="mod">
          <ac:chgData name="Craig Mackintosh" userId="60563cfe-5481-48be-93e8-059b7c3b7ecd" providerId="ADAL" clId="{B6F223D6-0D61-4587-91EE-38C64A9676C5}" dt="2023-01-23T20:40:29.049" v="10604" actId="108"/>
          <ac:spMkLst>
            <pc:docMk/>
            <pc:sldMk cId="3187689201" sldId="475"/>
            <ac:spMk id="4" creationId="{341E3D30-D848-48C7-BC25-6CAF5EFDE359}"/>
          </ac:spMkLst>
        </pc:spChg>
      </pc:sldChg>
      <pc:sldChg chg="addSp delSp modSp add mod">
        <pc:chgData name="Craig Mackintosh" userId="60563cfe-5481-48be-93e8-059b7c3b7ecd" providerId="ADAL" clId="{B6F223D6-0D61-4587-91EE-38C64A9676C5}" dt="2022-12-13T15:41:29.755" v="10580" actId="1037"/>
        <pc:sldMkLst>
          <pc:docMk/>
          <pc:sldMk cId="2399105941" sldId="476"/>
        </pc:sldMkLst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35" creationId="{810D8DE3-5D80-4F6F-9097-8D756ACE7C0F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36" creationId="{9656CBF2-029C-4A13-A525-1299A1816DF7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37" creationId="{8064EE4F-87B0-4B1D-92E6-B3E42AC0BC8A}"/>
          </ac:spMkLst>
        </pc:spChg>
        <pc:spChg chg="mod">
          <ac:chgData name="Craig Mackintosh" userId="60563cfe-5481-48be-93e8-059b7c3b7ecd" providerId="ADAL" clId="{B6F223D6-0D61-4587-91EE-38C64A9676C5}" dt="2022-12-13T15:41:29.755" v="10580" actId="1037"/>
          <ac:spMkLst>
            <pc:docMk/>
            <pc:sldMk cId="2399105941" sldId="476"/>
            <ac:spMk id="38" creationId="{5984756A-A943-4B40-B417-EDC71653CFBF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39" creationId="{5F7206D7-91D0-4A5E-95C7-F0C3E0D1DF27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40" creationId="{667F515A-CED5-4292-8FB9-E8097B901CE4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41" creationId="{C6C26D51-CC5C-4955-965C-8A0B4CC9856C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47" creationId="{C0F72BF2-6511-49DA-BB93-B2B6847EACB2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48" creationId="{D3CB080C-AE0E-47A7-98CE-60DEF8159387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49" creationId="{0BAE28FC-6874-4134-BD59-B2ED9C02B70D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53" creationId="{A85196B7-4C17-4B69-A269-53B34F659B8D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54" creationId="{6C1734C8-D9C3-48E5-8D81-1B8733EA378B}"/>
          </ac:spMkLst>
        </pc:spChg>
        <pc:spChg chg="del">
          <ac:chgData name="Craig Mackintosh" userId="60563cfe-5481-48be-93e8-059b7c3b7ecd" providerId="ADAL" clId="{B6F223D6-0D61-4587-91EE-38C64A9676C5}" dt="2022-12-12T19:47:16.199" v="10456" actId="478"/>
          <ac:spMkLst>
            <pc:docMk/>
            <pc:sldMk cId="2399105941" sldId="476"/>
            <ac:spMk id="55" creationId="{2E1D2330-5056-4DE7-A6B1-86AEDFFEE9B6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56" creationId="{49F45F88-722D-40B0-8A7D-670810B3A345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57" creationId="{10902115-3C41-4B09-A3BF-92C458F3FA5C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58" creationId="{3B85353E-3AC1-48C6-A33B-2884368066FC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59" creationId="{4AC941D6-30CA-4D2B-BEC6-B3DBA0295BFB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60" creationId="{3B08D58A-8970-41E0-BC8E-876A804F2DCA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61" creationId="{A5318A84-F5EE-4E96-AAA7-77F6CEBBFC18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62" creationId="{2E09732D-5D22-475F-807D-A3DAD66476D2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63" creationId="{35315A97-F59B-4BFE-BB39-3EDD94573255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64" creationId="{25E763DD-4B50-4D62-880F-B896C3503A75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65" creationId="{A63DB40A-18E4-452B-9C49-77508269A812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66" creationId="{D9D75F40-40F2-4188-83B7-0D832030FFBA}"/>
          </ac:spMkLst>
        </pc:spChg>
        <pc:grpChg chg="mod">
          <ac:chgData name="Craig Mackintosh" userId="60563cfe-5481-48be-93e8-059b7c3b7ecd" providerId="ADAL" clId="{B6F223D6-0D61-4587-91EE-38C64A9676C5}" dt="2022-12-12T19:52:02.738" v="10551" actId="1035"/>
          <ac:grpSpMkLst>
            <pc:docMk/>
            <pc:sldMk cId="2399105941" sldId="476"/>
            <ac:grpSpMk id="42" creationId="{97E732E9-2038-4CB1-84D6-79F34D3974F4}"/>
          </ac:grpSpMkLst>
        </pc:grpChg>
        <pc:graphicFrameChg chg="modGraphic">
          <ac:chgData name="Craig Mackintosh" userId="60563cfe-5481-48be-93e8-059b7c3b7ecd" providerId="ADAL" clId="{B6F223D6-0D61-4587-91EE-38C64A9676C5}" dt="2022-12-12T19:47:41.668" v="10512" actId="20577"/>
          <ac:graphicFrameMkLst>
            <pc:docMk/>
            <pc:sldMk cId="2399105941" sldId="476"/>
            <ac:graphicFrameMk id="52" creationId="{D0299C4D-CF1C-4584-BC88-28A83A83EBD4}"/>
          </ac:graphicFrameMkLst>
        </pc:graphicFrameChg>
        <pc:graphicFrameChg chg="add mod modGraphic">
          <ac:chgData name="Craig Mackintosh" userId="60563cfe-5481-48be-93e8-059b7c3b7ecd" providerId="ADAL" clId="{B6F223D6-0D61-4587-91EE-38C64A9676C5}" dt="2022-12-12T19:51:09.659" v="10543" actId="20577"/>
          <ac:graphicFrameMkLst>
            <pc:docMk/>
            <pc:sldMk cId="2399105941" sldId="476"/>
            <ac:graphicFrameMk id="67" creationId="{EF1E0A8E-D827-4373-AF8C-0D28370FF53D}"/>
          </ac:graphicFrameMkLst>
        </pc:graphicFrameChg>
      </pc:sldChg>
      <pc:sldChg chg="addSp delSp modSp add del mod">
        <pc:chgData name="Craig Mackintosh" userId="60563cfe-5481-48be-93e8-059b7c3b7ecd" providerId="ADAL" clId="{B6F223D6-0D61-4587-91EE-38C64A9676C5}" dt="2022-12-08T20:24:42.879" v="10285" actId="2696"/>
        <pc:sldMkLst>
          <pc:docMk/>
          <pc:sldMk cId="3584923995" sldId="476"/>
        </pc:sldMkLst>
        <pc:spChg chg="add del mod ord">
          <ac:chgData name="Craig Mackintosh" userId="60563cfe-5481-48be-93e8-059b7c3b7ecd" providerId="ADAL" clId="{B6F223D6-0D61-4587-91EE-38C64A9676C5}" dt="2022-12-08T20:17:02.265" v="10185" actId="478"/>
          <ac:spMkLst>
            <pc:docMk/>
            <pc:sldMk cId="3584923995" sldId="476"/>
            <ac:spMk id="35" creationId="{9711734B-4524-4588-9F36-FF373D742035}"/>
          </ac:spMkLst>
        </pc:spChg>
        <pc:spChg chg="add mod">
          <ac:chgData name="Craig Mackintosh" userId="60563cfe-5481-48be-93e8-059b7c3b7ecd" providerId="ADAL" clId="{B6F223D6-0D61-4587-91EE-38C64A9676C5}" dt="2022-12-08T20:20:16.858" v="10282" actId="1038"/>
          <ac:spMkLst>
            <pc:docMk/>
            <pc:sldMk cId="3584923995" sldId="476"/>
            <ac:spMk id="36" creationId="{DBABF1B8-A1A7-49A2-9EDB-9876C59F2DA7}"/>
          </ac:spMkLst>
        </pc:spChg>
        <pc:spChg chg="add mod">
          <ac:chgData name="Craig Mackintosh" userId="60563cfe-5481-48be-93e8-059b7c3b7ecd" providerId="ADAL" clId="{B6F223D6-0D61-4587-91EE-38C64A9676C5}" dt="2022-12-08T20:20:16.858" v="10282" actId="1038"/>
          <ac:spMkLst>
            <pc:docMk/>
            <pc:sldMk cId="3584923995" sldId="476"/>
            <ac:spMk id="37" creationId="{B5C03857-A08F-4E96-882C-22F2D9477CE8}"/>
          </ac:spMkLst>
        </pc:spChg>
        <pc:spChg chg="add mod ord">
          <ac:chgData name="Craig Mackintosh" userId="60563cfe-5481-48be-93e8-059b7c3b7ecd" providerId="ADAL" clId="{B6F223D6-0D61-4587-91EE-38C64A9676C5}" dt="2022-12-08T20:17:13.225" v="10193" actId="166"/>
          <ac:spMkLst>
            <pc:docMk/>
            <pc:sldMk cId="3584923995" sldId="476"/>
            <ac:spMk id="38" creationId="{45F44E91-D920-4A92-85F4-7D68C348945E}"/>
          </ac:spMkLst>
        </pc:spChg>
        <pc:spChg chg="add mod">
          <ac:chgData name="Craig Mackintosh" userId="60563cfe-5481-48be-93e8-059b7c3b7ecd" providerId="ADAL" clId="{B6F223D6-0D61-4587-91EE-38C64A9676C5}" dt="2022-12-08T20:17:11.112" v="10192" actId="1037"/>
          <ac:spMkLst>
            <pc:docMk/>
            <pc:sldMk cId="3584923995" sldId="476"/>
            <ac:spMk id="39" creationId="{F3AE008E-EF1F-4FB8-BCB6-F93ACAB1A226}"/>
          </ac:spMkLst>
        </pc:spChg>
        <pc:spChg chg="add mod">
          <ac:chgData name="Craig Mackintosh" userId="60563cfe-5481-48be-93e8-059b7c3b7ecd" providerId="ADAL" clId="{B6F223D6-0D61-4587-91EE-38C64A9676C5}" dt="2022-12-08T20:18:26.296" v="10237" actId="1035"/>
          <ac:spMkLst>
            <pc:docMk/>
            <pc:sldMk cId="3584923995" sldId="476"/>
            <ac:spMk id="40" creationId="{CA5E39D6-01E6-47E9-A9EF-52BADA17378A}"/>
          </ac:spMkLst>
        </pc:spChg>
        <pc:spChg chg="add del mod">
          <ac:chgData name="Craig Mackintosh" userId="60563cfe-5481-48be-93e8-059b7c3b7ecd" providerId="ADAL" clId="{B6F223D6-0D61-4587-91EE-38C64A9676C5}" dt="2022-12-08T20:19:54.685" v="10244" actId="478"/>
          <ac:spMkLst>
            <pc:docMk/>
            <pc:sldMk cId="3584923995" sldId="476"/>
            <ac:spMk id="41" creationId="{130AE76C-8295-4FF6-A954-E2AF35C75850}"/>
          </ac:spMkLst>
        </pc:spChg>
        <pc:spChg chg="mod">
          <ac:chgData name="Craig Mackintosh" userId="60563cfe-5481-48be-93e8-059b7c3b7ecd" providerId="ADAL" clId="{B6F223D6-0D61-4587-91EE-38C64A9676C5}" dt="2022-12-08T20:15:46.996" v="10131" actId="1076"/>
          <ac:spMkLst>
            <pc:docMk/>
            <pc:sldMk cId="3584923995" sldId="476"/>
            <ac:spMk id="111" creationId="{F6A04D6C-4BC5-46CF-B7A4-456946D14186}"/>
          </ac:spMkLst>
        </pc:spChg>
        <pc:spChg chg="mod">
          <ac:chgData name="Craig Mackintosh" userId="60563cfe-5481-48be-93e8-059b7c3b7ecd" providerId="ADAL" clId="{B6F223D6-0D61-4587-91EE-38C64A9676C5}" dt="2022-12-08T20:18:46.539" v="10241" actId="20577"/>
          <ac:spMkLst>
            <pc:docMk/>
            <pc:sldMk cId="3584923995" sldId="476"/>
            <ac:spMk id="115" creationId="{9B846B7A-8234-41D6-8596-E2190C3C4A9A}"/>
          </ac:spMkLst>
        </pc:spChg>
        <pc:spChg chg="mod">
          <ac:chgData name="Craig Mackintosh" userId="60563cfe-5481-48be-93e8-059b7c3b7ecd" providerId="ADAL" clId="{B6F223D6-0D61-4587-91EE-38C64A9676C5}" dt="2022-12-08T20:18:26.296" v="10237" actId="1035"/>
          <ac:spMkLst>
            <pc:docMk/>
            <pc:sldMk cId="3584923995" sldId="476"/>
            <ac:spMk id="120" creationId="{0F25E15A-15CF-4F2F-9ACA-08C15E18E452}"/>
          </ac:spMkLst>
        </pc:spChg>
        <pc:spChg chg="mod">
          <ac:chgData name="Craig Mackintosh" userId="60563cfe-5481-48be-93e8-059b7c3b7ecd" providerId="ADAL" clId="{B6F223D6-0D61-4587-91EE-38C64A9676C5}" dt="2022-12-08T20:18:26.296" v="10237" actId="1035"/>
          <ac:spMkLst>
            <pc:docMk/>
            <pc:sldMk cId="3584923995" sldId="476"/>
            <ac:spMk id="129" creationId="{559D5364-F1E8-4883-BC6E-978558977616}"/>
          </ac:spMkLst>
        </pc:spChg>
        <pc:spChg chg="mod">
          <ac:chgData name="Craig Mackintosh" userId="60563cfe-5481-48be-93e8-059b7c3b7ecd" providerId="ADAL" clId="{B6F223D6-0D61-4587-91EE-38C64A9676C5}" dt="2022-12-08T20:18:26.296" v="10237" actId="1035"/>
          <ac:spMkLst>
            <pc:docMk/>
            <pc:sldMk cId="3584923995" sldId="476"/>
            <ac:spMk id="130" creationId="{2999B1E1-8B4D-420E-825E-24510409A548}"/>
          </ac:spMkLst>
        </pc:spChg>
        <pc:spChg chg="ord">
          <ac:chgData name="Craig Mackintosh" userId="60563cfe-5481-48be-93e8-059b7c3b7ecd" providerId="ADAL" clId="{B6F223D6-0D61-4587-91EE-38C64A9676C5}" dt="2022-12-08T20:17:17.257" v="10194" actId="166"/>
          <ac:spMkLst>
            <pc:docMk/>
            <pc:sldMk cId="3584923995" sldId="476"/>
            <ac:spMk id="131" creationId="{F56BAC95-D116-4671-9C15-98E22506E36B}"/>
          </ac:spMkLst>
        </pc:spChg>
        <pc:spChg chg="mod">
          <ac:chgData name="Craig Mackintosh" userId="60563cfe-5481-48be-93e8-059b7c3b7ecd" providerId="ADAL" clId="{B6F223D6-0D61-4587-91EE-38C64A9676C5}" dt="2022-12-08T20:18:42.128" v="10239" actId="20577"/>
          <ac:spMkLst>
            <pc:docMk/>
            <pc:sldMk cId="3584923995" sldId="476"/>
            <ac:spMk id="132" creationId="{CC287B38-A830-4F4C-A15D-DCFBDFA0A0C9}"/>
          </ac:spMkLst>
        </pc:spChg>
        <pc:spChg chg="mod">
          <ac:chgData name="Craig Mackintosh" userId="60563cfe-5481-48be-93e8-059b7c3b7ecd" providerId="ADAL" clId="{B6F223D6-0D61-4587-91EE-38C64A9676C5}" dt="2022-12-08T20:17:34.013" v="10205" actId="12789"/>
          <ac:spMkLst>
            <pc:docMk/>
            <pc:sldMk cId="3584923995" sldId="476"/>
            <ac:spMk id="133" creationId="{E3DE460D-D95F-4880-97B0-5CBC8262E441}"/>
          </ac:spMkLst>
        </pc:spChg>
        <pc:spChg chg="mod">
          <ac:chgData name="Craig Mackintosh" userId="60563cfe-5481-48be-93e8-059b7c3b7ecd" providerId="ADAL" clId="{B6F223D6-0D61-4587-91EE-38C64A9676C5}" dt="2022-12-08T20:17:44.602" v="10208" actId="1036"/>
          <ac:spMkLst>
            <pc:docMk/>
            <pc:sldMk cId="3584923995" sldId="476"/>
            <ac:spMk id="135" creationId="{56AD3E14-34D7-4171-9E93-69B67C68A920}"/>
          </ac:spMkLst>
        </pc:spChg>
        <pc:spChg chg="mod">
          <ac:chgData name="Craig Mackintosh" userId="60563cfe-5481-48be-93e8-059b7c3b7ecd" providerId="ADAL" clId="{B6F223D6-0D61-4587-91EE-38C64A9676C5}" dt="2022-12-08T20:17:34.013" v="10205" actId="12789"/>
          <ac:spMkLst>
            <pc:docMk/>
            <pc:sldMk cId="3584923995" sldId="476"/>
            <ac:spMk id="136" creationId="{DF13417A-3995-4063-8E69-D62ECD04BFEA}"/>
          </ac:spMkLst>
        </pc:spChg>
        <pc:spChg chg="mod">
          <ac:chgData name="Craig Mackintosh" userId="60563cfe-5481-48be-93e8-059b7c3b7ecd" providerId="ADAL" clId="{B6F223D6-0D61-4587-91EE-38C64A9676C5}" dt="2022-12-08T20:17:44.602" v="10208" actId="1036"/>
          <ac:spMkLst>
            <pc:docMk/>
            <pc:sldMk cId="3584923995" sldId="476"/>
            <ac:spMk id="137" creationId="{0313A95B-2C6B-457A-B97C-C73FC2FD9510}"/>
          </ac:spMkLst>
        </pc:spChg>
      </pc:sldChg>
      <pc:sldChg chg="modSp add mod modShow">
        <pc:chgData name="Craig Mackintosh" userId="60563cfe-5481-48be-93e8-059b7c3b7ecd" providerId="ADAL" clId="{B6F223D6-0D61-4587-91EE-38C64A9676C5}" dt="2023-01-23T20:40:24.115" v="10602" actId="108"/>
        <pc:sldMkLst>
          <pc:docMk/>
          <pc:sldMk cId="1848113491" sldId="477"/>
        </pc:sldMkLst>
        <pc:spChg chg="mod">
          <ac:chgData name="Craig Mackintosh" userId="60563cfe-5481-48be-93e8-059b7c3b7ecd" providerId="ADAL" clId="{B6F223D6-0D61-4587-91EE-38C64A9676C5}" dt="2023-01-23T20:40:24.115" v="10602" actId="108"/>
          <ac:spMkLst>
            <pc:docMk/>
            <pc:sldMk cId="1848113491" sldId="477"/>
            <ac:spMk id="4" creationId="{341E3D30-D848-48C7-BC25-6CAF5EFDE359}"/>
          </ac:spMkLst>
        </pc:spChg>
      </pc:sldChg>
      <pc:sldMasterChg chg="addSldLayout delSldLayout modSldLayout">
        <pc:chgData name="Craig Mackintosh" userId="60563cfe-5481-48be-93e8-059b7c3b7ecd" providerId="ADAL" clId="{B6F223D6-0D61-4587-91EE-38C64A9676C5}" dt="2022-12-01T19:43:43.256" v="172" actId="2890"/>
        <pc:sldMasterMkLst>
          <pc:docMk/>
          <pc:sldMasterMk cId="470687262" sldId="2147483650"/>
        </pc:sldMasterMkLst>
        <pc:sldLayoutChg chg="add del mod modTransition">
          <pc:chgData name="Craig Mackintosh" userId="60563cfe-5481-48be-93e8-059b7c3b7ecd" providerId="ADAL" clId="{B6F223D6-0D61-4587-91EE-38C64A9676C5}" dt="2022-12-01T19:43:43.256" v="172" actId="2890"/>
          <pc:sldLayoutMkLst>
            <pc:docMk/>
            <pc:sldMasterMk cId="470687262" sldId="2147483650"/>
            <pc:sldLayoutMk cId="2253544804" sldId="2147483671"/>
          </pc:sldLayoutMkLst>
        </pc:sldLayoutChg>
      </pc:sldMasterChg>
      <pc:sldMasterChg chg="addSp modSp add mod addSldLayout modSldLayout">
        <pc:chgData name="Craig Mackintosh" userId="60563cfe-5481-48be-93e8-059b7c3b7ecd" providerId="ADAL" clId="{B6F223D6-0D61-4587-91EE-38C64A9676C5}" dt="2022-12-01T19:46:50.477" v="360" actId="1037"/>
        <pc:sldMasterMkLst>
          <pc:docMk/>
          <pc:sldMasterMk cId="22503257" sldId="2147483684"/>
        </pc:sldMasterMkLst>
        <pc:picChg chg="mod">
          <ac:chgData name="Craig Mackintosh" userId="60563cfe-5481-48be-93e8-059b7c3b7ecd" providerId="ADAL" clId="{B6F223D6-0D61-4587-91EE-38C64A9676C5}" dt="2022-12-01T19:46:50.477" v="360" actId="1037"/>
          <ac:picMkLst>
            <pc:docMk/>
            <pc:sldMasterMk cId="22503257" sldId="2147483684"/>
            <ac:picMk id="3" creationId="{00000000-0000-0000-0000-000000000000}"/>
          </ac:picMkLst>
        </pc:picChg>
        <pc:picChg chg="add mod">
          <ac:chgData name="Craig Mackintosh" userId="60563cfe-5481-48be-93e8-059b7c3b7ecd" providerId="ADAL" clId="{B6F223D6-0D61-4587-91EE-38C64A9676C5}" dt="2022-12-01T19:46:44.226" v="336" actId="1038"/>
          <ac:picMkLst>
            <pc:docMk/>
            <pc:sldMasterMk cId="22503257" sldId="2147483684"/>
            <ac:picMk id="4" creationId="{9338EEA2-A3BA-4F7C-8F2E-2167705A51C9}"/>
          </ac:picMkLst>
        </pc:picChg>
        <pc:sldLayoutChg chg="add mod replId">
          <pc:chgData name="Craig Mackintosh" userId="60563cfe-5481-48be-93e8-059b7c3b7ecd" providerId="ADAL" clId="{B6F223D6-0D61-4587-91EE-38C64A9676C5}" dt="2022-12-01T19:43:47.724" v="173" actId="2890"/>
          <pc:sldLayoutMkLst>
            <pc:docMk/>
            <pc:sldMasterMk cId="22503257" sldId="2147483684"/>
            <pc:sldLayoutMk cId="60915823" sldId="2147483685"/>
          </pc:sldLayoutMkLst>
        </pc:sldLayoutChg>
        <pc:sldLayoutChg chg="add mod replId">
          <pc:chgData name="Craig Mackintosh" userId="60563cfe-5481-48be-93e8-059b7c3b7ecd" providerId="ADAL" clId="{B6F223D6-0D61-4587-91EE-38C64A9676C5}" dt="2022-12-01T19:43:47.724" v="173" actId="2890"/>
          <pc:sldLayoutMkLst>
            <pc:docMk/>
            <pc:sldMasterMk cId="22503257" sldId="2147483684"/>
            <pc:sldLayoutMk cId="1959288939" sldId="2147483686"/>
          </pc:sldLayoutMkLst>
        </pc:sldLayoutChg>
      </pc:sldMasterChg>
    </pc:docChg>
  </pc:docChgLst>
  <pc:docChgLst>
    <pc:chgData name="Mlalazi, Melusi" userId="5f045ef6-d68f-4294-b30b-c094016c8bdf" providerId="ADAL" clId="{D0FEE137-8EC2-4EDB-8806-1FC268D21F37}"/>
    <pc:docChg chg="modSld">
      <pc:chgData name="Mlalazi, Melusi" userId="5f045ef6-d68f-4294-b30b-c094016c8bdf" providerId="ADAL" clId="{D0FEE137-8EC2-4EDB-8806-1FC268D21F37}" dt="2020-12-04T12:09:21.809" v="0" actId="207"/>
      <pc:docMkLst>
        <pc:docMk/>
      </pc:docMkLst>
      <pc:sldChg chg="modSp">
        <pc:chgData name="Mlalazi, Melusi" userId="5f045ef6-d68f-4294-b30b-c094016c8bdf" providerId="ADAL" clId="{D0FEE137-8EC2-4EDB-8806-1FC268D21F37}" dt="2020-12-04T12:09:21.809" v="0" actId="207"/>
        <pc:sldMkLst>
          <pc:docMk/>
          <pc:sldMk cId="993271843" sldId="436"/>
        </pc:sldMkLst>
        <pc:spChg chg="mod">
          <ac:chgData name="Mlalazi, Melusi" userId="5f045ef6-d68f-4294-b30b-c094016c8bdf" providerId="ADAL" clId="{D0FEE137-8EC2-4EDB-8806-1FC268D21F37}" dt="2020-12-04T12:09:21.809" v="0" actId="207"/>
          <ac:spMkLst>
            <pc:docMk/>
            <pc:sldMk cId="993271843" sldId="436"/>
            <ac:spMk id="151" creationId="{B32954F5-768C-4C64-B271-5F9C0194B613}"/>
          </ac:spMkLst>
        </pc:spChg>
      </pc:sldChg>
    </pc:docChg>
  </pc:docChgLst>
  <pc:docChgLst>
    <pc:chgData name="Shaun Barrett" userId="S::sbarrett@openboxsoftware.com::2e21295b-21c9-4734-b4c8-23b29a1a1ba3" providerId="AD" clId="Web-{8E83F53F-B587-D6BA-5322-6FF260FB9233}"/>
    <pc:docChg chg="modSld">
      <pc:chgData name="Shaun Barrett" userId="S::sbarrett@openboxsoftware.com::2e21295b-21c9-4734-b4c8-23b29a1a1ba3" providerId="AD" clId="Web-{8E83F53F-B587-D6BA-5322-6FF260FB9233}" dt="2023-08-23T10:13:39.304" v="82" actId="20577"/>
      <pc:docMkLst>
        <pc:docMk/>
      </pc:docMkLst>
      <pc:sldChg chg="modSp modCm">
        <pc:chgData name="Shaun Barrett" userId="S::sbarrett@openboxsoftware.com::2e21295b-21c9-4734-b4c8-23b29a1a1ba3" providerId="AD" clId="Web-{8E83F53F-B587-D6BA-5322-6FF260FB9233}" dt="2023-08-23T10:11:43.472" v="2"/>
        <pc:sldMkLst>
          <pc:docMk/>
          <pc:sldMk cId="3547567370" sldId="486"/>
        </pc:sldMkLst>
        <pc:spChg chg="mod">
          <ac:chgData name="Shaun Barrett" userId="S::sbarrett@openboxsoftware.com::2e21295b-21c9-4734-b4c8-23b29a1a1ba3" providerId="AD" clId="Web-{8E83F53F-B587-D6BA-5322-6FF260FB9233}" dt="2023-08-23T10:11:28.018" v="1" actId="20577"/>
          <ac:spMkLst>
            <pc:docMk/>
            <pc:sldMk cId="3547567370" sldId="486"/>
            <ac:spMk id="110" creationId="{D7115975-2382-1D08-C5FC-2B6F13BA9FC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Shaun Barrett" userId="S::sbarrett@openboxsoftware.com::2e21295b-21c9-4734-b4c8-23b29a1a1ba3" providerId="AD" clId="Web-{8E83F53F-B587-D6BA-5322-6FF260FB9233}" dt="2023-08-23T10:11:43.472" v="2"/>
              <pc2:cmMkLst xmlns:pc2="http://schemas.microsoft.com/office/powerpoint/2019/9/main/command">
                <pc:docMk/>
                <pc:sldMk cId="3547567370" sldId="486"/>
                <pc2:cmMk id="{5FCFBF9F-0C73-4544-AD89-E647C2595916}"/>
              </pc2:cmMkLst>
              <pc226:cmRplyChg chg="add">
                <pc226:chgData name="Shaun Barrett" userId="S::sbarrett@openboxsoftware.com::2e21295b-21c9-4734-b4c8-23b29a1a1ba3" providerId="AD" clId="Web-{8E83F53F-B587-D6BA-5322-6FF260FB9233}" dt="2023-08-23T10:11:43.472" v="2"/>
                <pc2:cmRplyMkLst xmlns:pc2="http://schemas.microsoft.com/office/powerpoint/2019/9/main/command">
                  <pc:docMk/>
                  <pc:sldMk cId="3547567370" sldId="486"/>
                  <pc2:cmMk id="{5FCFBF9F-0C73-4544-AD89-E647C2595916}"/>
                  <pc2:cmRplyMk id="{E000FF4D-7AFD-4DDD-94ED-3062D4DB6FF1}"/>
                </pc2:cmRplyMkLst>
              </pc226:cmRplyChg>
            </pc226:cmChg>
          </p:ext>
        </pc:extLst>
      </pc:sldChg>
      <pc:sldChg chg="modSp modCm">
        <pc:chgData name="Shaun Barrett" userId="S::sbarrett@openboxsoftware.com::2e21295b-21c9-4734-b4c8-23b29a1a1ba3" providerId="AD" clId="Web-{8E83F53F-B587-D6BA-5322-6FF260FB9233}" dt="2023-08-23T10:13:39.304" v="82" actId="20577"/>
        <pc:sldMkLst>
          <pc:docMk/>
          <pc:sldMk cId="1438138567" sldId="489"/>
        </pc:sldMkLst>
        <pc:spChg chg="mod">
          <ac:chgData name="Shaun Barrett" userId="S::sbarrett@openboxsoftware.com::2e21295b-21c9-4734-b4c8-23b29a1a1ba3" providerId="AD" clId="Web-{8E83F53F-B587-D6BA-5322-6FF260FB9233}" dt="2023-08-23T10:13:39.304" v="82" actId="20577"/>
          <ac:spMkLst>
            <pc:docMk/>
            <pc:sldMk cId="1438138567" sldId="489"/>
            <ac:spMk id="3" creationId="{F9B876FC-05DB-846A-8766-081488FDF88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Shaun Barrett" userId="S::sbarrett@openboxsoftware.com::2e21295b-21c9-4734-b4c8-23b29a1a1ba3" providerId="AD" clId="Web-{8E83F53F-B587-D6BA-5322-6FF260FB9233}" dt="2023-08-23T10:12:56.209" v="81" actId="20577"/>
              <pc2:cmMkLst xmlns:pc2="http://schemas.microsoft.com/office/powerpoint/2019/9/main/command">
                <pc:docMk/>
                <pc:sldMk cId="1438138567" sldId="489"/>
                <pc2:cmMk id="{E28657DE-0380-43C6-ADDE-889CA8F3463B}"/>
              </pc2:cmMkLst>
            </pc226:cmChg>
          </p:ext>
        </pc:extLst>
      </pc:sldChg>
    </pc:docChg>
  </pc:docChgLst>
  <pc:docChgLst>
    <pc:chgData name="Shaun Barrett" userId="2e21295b-21c9-4734-b4c8-23b29a1a1ba3" providerId="ADAL" clId="{1A6BF3B0-F014-4224-8E21-D899268B1BDF}"/>
    <pc:docChg chg="undo custSel addSld delSld modSld modSection">
      <pc:chgData name="Shaun Barrett" userId="2e21295b-21c9-4734-b4c8-23b29a1a1ba3" providerId="ADAL" clId="{1A6BF3B0-F014-4224-8E21-D899268B1BDF}" dt="2023-10-30T13:58:29.960" v="1138" actId="2696"/>
      <pc:docMkLst>
        <pc:docMk/>
      </pc:docMkLst>
      <pc:sldChg chg="modSp mod">
        <pc:chgData name="Shaun Barrett" userId="2e21295b-21c9-4734-b4c8-23b29a1a1ba3" providerId="ADAL" clId="{1A6BF3B0-F014-4224-8E21-D899268B1BDF}" dt="2023-10-16T08:15:38.987" v="18" actId="20577"/>
        <pc:sldMkLst>
          <pc:docMk/>
          <pc:sldMk cId="1027954244" sldId="310"/>
        </pc:sldMkLst>
        <pc:spChg chg="mod">
          <ac:chgData name="Shaun Barrett" userId="2e21295b-21c9-4734-b4c8-23b29a1a1ba3" providerId="ADAL" clId="{1A6BF3B0-F014-4224-8E21-D899268B1BDF}" dt="2023-10-16T08:15:33.646" v="15" actId="20577"/>
          <ac:spMkLst>
            <pc:docMk/>
            <pc:sldMk cId="1027954244" sldId="310"/>
            <ac:spMk id="2" creationId="{926268CD-6A91-46D5-9F2E-D63140C574C1}"/>
          </ac:spMkLst>
        </pc:spChg>
        <pc:spChg chg="mod">
          <ac:chgData name="Shaun Barrett" userId="2e21295b-21c9-4734-b4c8-23b29a1a1ba3" providerId="ADAL" clId="{1A6BF3B0-F014-4224-8E21-D899268B1BDF}" dt="2023-10-16T08:15:38.987" v="18" actId="20577"/>
          <ac:spMkLst>
            <pc:docMk/>
            <pc:sldMk cId="1027954244" sldId="310"/>
            <ac:spMk id="3" creationId="{CCE055E0-7725-4859-9475-AA12EAB230DD}"/>
          </ac:spMkLst>
        </pc:spChg>
      </pc:sldChg>
      <pc:sldChg chg="modSp mod">
        <pc:chgData name="Shaun Barrett" userId="2e21295b-21c9-4734-b4c8-23b29a1a1ba3" providerId="ADAL" clId="{1A6BF3B0-F014-4224-8E21-D899268B1BDF}" dt="2023-10-27T09:17:57.616" v="27" actId="5793"/>
        <pc:sldMkLst>
          <pc:docMk/>
          <pc:sldMk cId="324089379" sldId="484"/>
        </pc:sldMkLst>
        <pc:spChg chg="mod">
          <ac:chgData name="Shaun Barrett" userId="2e21295b-21c9-4734-b4c8-23b29a1a1ba3" providerId="ADAL" clId="{1A6BF3B0-F014-4224-8E21-D899268B1BDF}" dt="2023-10-27T09:17:57.616" v="27" actId="5793"/>
          <ac:spMkLst>
            <pc:docMk/>
            <pc:sldMk cId="324089379" sldId="484"/>
            <ac:spMk id="3" creationId="{BB42F1BE-D9F2-58AB-7E04-F27CC683C8BE}"/>
          </ac:spMkLst>
        </pc:spChg>
      </pc:sldChg>
      <pc:sldChg chg="addSp delSp modSp mod delCm modCm">
        <pc:chgData name="Shaun Barrett" userId="2e21295b-21c9-4734-b4c8-23b29a1a1ba3" providerId="ADAL" clId="{1A6BF3B0-F014-4224-8E21-D899268B1BDF}" dt="2023-10-30T13:36:41.588" v="825"/>
        <pc:sldMkLst>
          <pc:docMk/>
          <pc:sldMk cId="975271368" sldId="485"/>
        </pc:sldMkLst>
        <pc:picChg chg="del">
          <ac:chgData name="Shaun Barrett" userId="2e21295b-21c9-4734-b4c8-23b29a1a1ba3" providerId="ADAL" clId="{1A6BF3B0-F014-4224-8E21-D899268B1BDF}" dt="2023-10-27T09:21:57.246" v="28" actId="478"/>
          <ac:picMkLst>
            <pc:docMk/>
            <pc:sldMk cId="975271368" sldId="485"/>
            <ac:picMk id="5" creationId="{EDAFC790-7CC5-1BE2-422C-78FA0C9CF876}"/>
          </ac:picMkLst>
        </pc:picChg>
        <pc:picChg chg="del">
          <ac:chgData name="Shaun Barrett" userId="2e21295b-21c9-4734-b4c8-23b29a1a1ba3" providerId="ADAL" clId="{1A6BF3B0-F014-4224-8E21-D899268B1BDF}" dt="2023-10-27T09:39:28.809" v="30" actId="478"/>
          <ac:picMkLst>
            <pc:docMk/>
            <pc:sldMk cId="975271368" sldId="485"/>
            <ac:picMk id="6" creationId="{98B9B7AB-D20B-6015-D311-3006E19E1454}"/>
          </ac:picMkLst>
        </pc:picChg>
        <pc:picChg chg="del">
          <ac:chgData name="Shaun Barrett" userId="2e21295b-21c9-4734-b4c8-23b29a1a1ba3" providerId="ADAL" clId="{1A6BF3B0-F014-4224-8E21-D899268B1BDF}" dt="2023-10-27T09:21:59.221" v="29" actId="478"/>
          <ac:picMkLst>
            <pc:docMk/>
            <pc:sldMk cId="975271368" sldId="485"/>
            <ac:picMk id="7" creationId="{7F310492-AC24-0554-0599-3CBAB883A9B2}"/>
          </ac:picMkLst>
        </pc:picChg>
        <pc:picChg chg="add mod">
          <ac:chgData name="Shaun Barrett" userId="2e21295b-21c9-4734-b4c8-23b29a1a1ba3" providerId="ADAL" clId="{1A6BF3B0-F014-4224-8E21-D899268B1BDF}" dt="2023-10-27T09:39:32.782" v="32" actId="1076"/>
          <ac:picMkLst>
            <pc:docMk/>
            <pc:sldMk cId="975271368" sldId="485"/>
            <ac:picMk id="10" creationId="{DE2767E6-0CE1-5723-3938-6F295DCE9116}"/>
          </ac:picMkLst>
        </pc:picChg>
        <pc:picChg chg="del">
          <ac:chgData name="Shaun Barrett" userId="2e21295b-21c9-4734-b4c8-23b29a1a1ba3" providerId="ADAL" clId="{1A6BF3B0-F014-4224-8E21-D899268B1BDF}" dt="2023-10-27T09:39:48.458" v="33" actId="478"/>
          <ac:picMkLst>
            <pc:docMk/>
            <pc:sldMk cId="975271368" sldId="485"/>
            <ac:picMk id="11" creationId="{3F089207-8578-E190-5BCD-8D6DF588ECB7}"/>
          </ac:picMkLst>
        </pc:picChg>
        <pc:picChg chg="add mod">
          <ac:chgData name="Shaun Barrett" userId="2e21295b-21c9-4734-b4c8-23b29a1a1ba3" providerId="ADAL" clId="{1A6BF3B0-F014-4224-8E21-D899268B1BDF}" dt="2023-10-27T09:40:12.502" v="42" actId="1076"/>
          <ac:picMkLst>
            <pc:docMk/>
            <pc:sldMk cId="975271368" sldId="485"/>
            <ac:picMk id="13" creationId="{4BED33FB-D7B0-C6E3-AD8F-33BCB6DC8EEA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 mod">
              <pc226:chgData name="Shaun Barrett" userId="2e21295b-21c9-4734-b4c8-23b29a1a1ba3" providerId="ADAL" clId="{1A6BF3B0-F014-4224-8E21-D899268B1BDF}" dt="2023-10-30T13:36:36.859" v="824"/>
              <pc2:cmMkLst xmlns:pc2="http://schemas.microsoft.com/office/powerpoint/2019/9/main/command">
                <pc:docMk/>
                <pc:sldMk cId="975271368" sldId="485"/>
                <pc2:cmMk id="{7BC18386-43A3-475A-847A-17A457BCB1E9}"/>
              </pc2:cmMkLst>
              <pc226:cmRplyChg chg="add">
                <pc226:chgData name="Shaun Barrett" userId="2e21295b-21c9-4734-b4c8-23b29a1a1ba3" providerId="ADAL" clId="{1A6BF3B0-F014-4224-8E21-D899268B1BDF}" dt="2023-10-27T13:45:03.328" v="396"/>
                <pc2:cmRplyMkLst xmlns:pc2="http://schemas.microsoft.com/office/powerpoint/2019/9/main/command">
                  <pc:docMk/>
                  <pc:sldMk cId="975271368" sldId="485"/>
                  <pc2:cmMk id="{7BC18386-43A3-475A-847A-17A457BCB1E9}"/>
                  <pc2:cmRplyMk id="{057DC88A-8296-4A74-9835-BD515BEFC4D1}"/>
                </pc2:cmRplyMkLst>
              </pc226:cmRplyChg>
            </pc226:cmChg>
            <pc226:cmChg xmlns:pc226="http://schemas.microsoft.com/office/powerpoint/2022/06/main/command" chg="del">
              <pc226:chgData name="Shaun Barrett" userId="2e21295b-21c9-4734-b4c8-23b29a1a1ba3" providerId="ADAL" clId="{1A6BF3B0-F014-4224-8E21-D899268B1BDF}" dt="2023-10-30T13:36:41.588" v="825"/>
              <pc2:cmMkLst xmlns:pc2="http://schemas.microsoft.com/office/powerpoint/2019/9/main/command">
                <pc:docMk/>
                <pc:sldMk cId="975271368" sldId="485"/>
                <pc2:cmMk id="{463DEFB3-A34D-4DF1-8600-36631235E17A}"/>
              </pc2:cmMkLst>
            </pc226:cmChg>
          </p:ext>
        </pc:extLst>
      </pc:sldChg>
      <pc:sldChg chg="modSp mod delCm modCm">
        <pc:chgData name="Shaun Barrett" userId="2e21295b-21c9-4734-b4c8-23b29a1a1ba3" providerId="ADAL" clId="{1A6BF3B0-F014-4224-8E21-D899268B1BDF}" dt="2023-10-30T08:17:06.024" v="597" actId="20577"/>
        <pc:sldMkLst>
          <pc:docMk/>
          <pc:sldMk cId="3547567370" sldId="486"/>
        </pc:sldMkLst>
        <pc:spChg chg="mod">
          <ac:chgData name="Shaun Barrett" userId="2e21295b-21c9-4734-b4c8-23b29a1a1ba3" providerId="ADAL" clId="{1A6BF3B0-F014-4224-8E21-D899268B1BDF}" dt="2023-10-30T08:02:29.147" v="403" actId="13926"/>
          <ac:spMkLst>
            <pc:docMk/>
            <pc:sldMk cId="3547567370" sldId="486"/>
            <ac:spMk id="50" creationId="{0A1402FD-717A-E783-F7E9-A21CB30BF96F}"/>
          </ac:spMkLst>
        </pc:spChg>
        <pc:spChg chg="mod">
          <ac:chgData name="Shaun Barrett" userId="2e21295b-21c9-4734-b4c8-23b29a1a1ba3" providerId="ADAL" clId="{1A6BF3B0-F014-4224-8E21-D899268B1BDF}" dt="2023-10-30T07:59:14.795" v="402" actId="1076"/>
          <ac:spMkLst>
            <pc:docMk/>
            <pc:sldMk cId="3547567370" sldId="486"/>
            <ac:spMk id="98" creationId="{EB282537-C075-62EE-D3A9-0215861A2A6B}"/>
          </ac:spMkLst>
        </pc:spChg>
        <pc:spChg chg="mod">
          <ac:chgData name="Shaun Barrett" userId="2e21295b-21c9-4734-b4c8-23b29a1a1ba3" providerId="ADAL" clId="{1A6BF3B0-F014-4224-8E21-D899268B1BDF}" dt="2023-10-30T08:03:31.852" v="426" actId="20577"/>
          <ac:spMkLst>
            <pc:docMk/>
            <pc:sldMk cId="3547567370" sldId="486"/>
            <ac:spMk id="104" creationId="{F5C478DA-DCF8-E101-7DA3-39D8273F5682}"/>
          </ac:spMkLst>
        </pc:spChg>
        <pc:spChg chg="mod">
          <ac:chgData name="Shaun Barrett" userId="2e21295b-21c9-4734-b4c8-23b29a1a1ba3" providerId="ADAL" clId="{1A6BF3B0-F014-4224-8E21-D899268B1BDF}" dt="2023-10-30T08:16:39.871" v="595" actId="20577"/>
          <ac:spMkLst>
            <pc:docMk/>
            <pc:sldMk cId="3547567370" sldId="486"/>
            <ac:spMk id="106" creationId="{FF53CA81-3C11-FE24-7147-3BB3EBD6058B}"/>
          </ac:spMkLst>
        </pc:spChg>
        <pc:spChg chg="mod">
          <ac:chgData name="Shaun Barrett" userId="2e21295b-21c9-4734-b4c8-23b29a1a1ba3" providerId="ADAL" clId="{1A6BF3B0-F014-4224-8E21-D899268B1BDF}" dt="2023-10-30T08:17:06.024" v="597" actId="20577"/>
          <ac:spMkLst>
            <pc:docMk/>
            <pc:sldMk cId="3547567370" sldId="486"/>
            <ac:spMk id="110" creationId="{D7115975-2382-1D08-C5FC-2B6F13BA9FC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 mod">
              <pc226:chgData name="Shaun Barrett" userId="2e21295b-21c9-4734-b4c8-23b29a1a1ba3" providerId="ADAL" clId="{1A6BF3B0-F014-4224-8E21-D899268B1BDF}" dt="2023-10-30T08:03:19.576" v="406"/>
              <pc2:cmMkLst xmlns:pc2="http://schemas.microsoft.com/office/powerpoint/2019/9/main/command">
                <pc:docMk/>
                <pc:sldMk cId="3547567370" sldId="486"/>
                <pc2:cmMk id="{A1D3E16F-A1AE-4047-8C14-EB31C0D0993C}"/>
              </pc2:cmMkLst>
              <pc226:cmRplyChg chg="add">
                <pc226:chgData name="Shaun Barrett" userId="2e21295b-21c9-4734-b4c8-23b29a1a1ba3" providerId="ADAL" clId="{1A6BF3B0-F014-4224-8E21-D899268B1BDF}" dt="2023-10-30T07:12:49.357" v="399"/>
                <pc2:cmRplyMkLst xmlns:pc2="http://schemas.microsoft.com/office/powerpoint/2019/9/main/command">
                  <pc:docMk/>
                  <pc:sldMk cId="3547567370" sldId="486"/>
                  <pc2:cmMk id="{A1D3E16F-A1AE-4047-8C14-EB31C0D0993C}"/>
                  <pc2:cmRplyMk id="{A8B9F7D2-62E9-47B7-9306-57E4E64EC4D9}"/>
                </pc2:cmRplyMkLst>
              </pc226:cmRplyChg>
            </pc226:cmChg>
          </p:ext>
        </pc:extLst>
      </pc:sldChg>
      <pc:sldChg chg="modSp mod">
        <pc:chgData name="Shaun Barrett" userId="2e21295b-21c9-4734-b4c8-23b29a1a1ba3" providerId="ADAL" clId="{1A6BF3B0-F014-4224-8E21-D899268B1BDF}" dt="2023-10-30T08:09:05.431" v="566" actId="20577"/>
        <pc:sldMkLst>
          <pc:docMk/>
          <pc:sldMk cId="52612252" sldId="487"/>
        </pc:sldMkLst>
        <pc:graphicFrameChg chg="mod modGraphic">
          <ac:chgData name="Shaun Barrett" userId="2e21295b-21c9-4734-b4c8-23b29a1a1ba3" providerId="ADAL" clId="{1A6BF3B0-F014-4224-8E21-D899268B1BDF}" dt="2023-10-30T08:09:05.431" v="566" actId="20577"/>
          <ac:graphicFrameMkLst>
            <pc:docMk/>
            <pc:sldMk cId="52612252" sldId="487"/>
            <ac:graphicFrameMk id="5" creationId="{6D5B0C9B-899E-BC22-AB6F-28B9A98AEA74}"/>
          </ac:graphicFrameMkLst>
        </pc:graphicFrameChg>
        <pc:graphicFrameChg chg="modGraphic">
          <ac:chgData name="Shaun Barrett" userId="2e21295b-21c9-4734-b4c8-23b29a1a1ba3" providerId="ADAL" clId="{1A6BF3B0-F014-4224-8E21-D899268B1BDF}" dt="2023-10-30T08:06:38.780" v="438" actId="20577"/>
          <ac:graphicFrameMkLst>
            <pc:docMk/>
            <pc:sldMk cId="52612252" sldId="487"/>
            <ac:graphicFrameMk id="6" creationId="{D7FFC429-8834-FB85-D6C5-648030B4F708}"/>
          </ac:graphicFrameMkLst>
        </pc:graphicFrameChg>
      </pc:sldChg>
      <pc:sldChg chg="modSp mod modCm">
        <pc:chgData name="Shaun Barrett" userId="2e21295b-21c9-4734-b4c8-23b29a1a1ba3" providerId="ADAL" clId="{1A6BF3B0-F014-4224-8E21-D899268B1BDF}" dt="2023-10-27T13:45:20.832" v="398"/>
        <pc:sldMkLst>
          <pc:docMk/>
          <pc:sldMk cId="3589474059" sldId="488"/>
        </pc:sldMkLst>
        <pc:spChg chg="mod">
          <ac:chgData name="Shaun Barrett" userId="2e21295b-21c9-4734-b4c8-23b29a1a1ba3" providerId="ADAL" clId="{1A6BF3B0-F014-4224-8E21-D899268B1BDF}" dt="2023-10-27T13:39:21.093" v="394" actId="20577"/>
          <ac:spMkLst>
            <pc:docMk/>
            <pc:sldMk cId="3589474059" sldId="488"/>
            <ac:spMk id="3" creationId="{F9B876FC-05DB-846A-8766-081488FDF881}"/>
          </ac:spMkLst>
        </pc:spChg>
        <pc:spChg chg="mod">
          <ac:chgData name="Shaun Barrett" userId="2e21295b-21c9-4734-b4c8-23b29a1a1ba3" providerId="ADAL" clId="{1A6BF3B0-F014-4224-8E21-D899268B1BDF}" dt="2023-10-27T13:33:36.301" v="102" actId="13926"/>
          <ac:spMkLst>
            <pc:docMk/>
            <pc:sldMk cId="3589474059" sldId="488"/>
            <ac:spMk id="13" creationId="{CED72803-BDE4-4485-2807-D0F9E969E251}"/>
          </ac:spMkLst>
        </pc:spChg>
        <pc:spChg chg="mod">
          <ac:chgData name="Shaun Barrett" userId="2e21295b-21c9-4734-b4c8-23b29a1a1ba3" providerId="ADAL" clId="{1A6BF3B0-F014-4224-8E21-D899268B1BDF}" dt="2023-10-27T13:34:24.379" v="131" actId="14100"/>
          <ac:spMkLst>
            <pc:docMk/>
            <pc:sldMk cId="3589474059" sldId="488"/>
            <ac:spMk id="15" creationId="{A0FDE8E2-168A-D1CD-31E0-A514D43E2C6D}"/>
          </ac:spMkLst>
        </pc:spChg>
        <pc:spChg chg="mod">
          <ac:chgData name="Shaun Barrett" userId="2e21295b-21c9-4734-b4c8-23b29a1a1ba3" providerId="ADAL" clId="{1A6BF3B0-F014-4224-8E21-D899268B1BDF}" dt="2023-10-27T13:34:57.343" v="173" actId="13926"/>
          <ac:spMkLst>
            <pc:docMk/>
            <pc:sldMk cId="3589474059" sldId="488"/>
            <ac:spMk id="21" creationId="{C2A789A4-637F-CCAC-A71A-C47F5C419F66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Shaun Barrett" userId="2e21295b-21c9-4734-b4c8-23b29a1a1ba3" providerId="ADAL" clId="{1A6BF3B0-F014-4224-8E21-D899268B1BDF}" dt="2023-10-27T13:45:20.832" v="398"/>
              <pc2:cmMkLst xmlns:pc2="http://schemas.microsoft.com/office/powerpoint/2019/9/main/command">
                <pc:docMk/>
                <pc:sldMk cId="3589474059" sldId="488"/>
                <pc2:cmMk id="{228F33D4-250B-41BB-B87B-111EB2E4238B}"/>
              </pc2:cmMkLst>
              <pc226:cmRplyChg chg="add">
                <pc226:chgData name="Shaun Barrett" userId="2e21295b-21c9-4734-b4c8-23b29a1a1ba3" providerId="ADAL" clId="{1A6BF3B0-F014-4224-8E21-D899268B1BDF}" dt="2023-10-27T13:37:50.552" v="354"/>
                <pc2:cmRplyMkLst xmlns:pc2="http://schemas.microsoft.com/office/powerpoint/2019/9/main/command">
                  <pc:docMk/>
                  <pc:sldMk cId="3589474059" sldId="488"/>
                  <pc2:cmMk id="{228F33D4-250B-41BB-B87B-111EB2E4238B}"/>
                  <pc2:cmRplyMk id="{4A939C3A-1B23-4CC2-B37E-2A743EFB1055}"/>
                </pc2:cmRplyMkLst>
              </pc226:cmRplyChg>
            </pc226:cmChg>
          </p:ext>
        </pc:extLst>
      </pc:sldChg>
      <pc:sldChg chg="modSp mod addCm delCm modCm">
        <pc:chgData name="Shaun Barrett" userId="2e21295b-21c9-4734-b4c8-23b29a1a1ba3" providerId="ADAL" clId="{1A6BF3B0-F014-4224-8E21-D899268B1BDF}" dt="2023-10-30T08:15:37.846" v="593" actId="6549"/>
        <pc:sldMkLst>
          <pc:docMk/>
          <pc:sldMk cId="1438138567" sldId="489"/>
        </pc:sldMkLst>
        <pc:spChg chg="mod">
          <ac:chgData name="Shaun Barrett" userId="2e21295b-21c9-4734-b4c8-23b29a1a1ba3" providerId="ADAL" clId="{1A6BF3B0-F014-4224-8E21-D899268B1BDF}" dt="2023-10-30T08:15:37.846" v="593" actId="6549"/>
          <ac:spMkLst>
            <pc:docMk/>
            <pc:sldMk cId="1438138567" sldId="489"/>
            <ac:spMk id="3" creationId="{F9B876FC-05DB-846A-8766-081488FDF88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Shaun Barrett" userId="2e21295b-21c9-4734-b4c8-23b29a1a1ba3" providerId="ADAL" clId="{1A6BF3B0-F014-4224-8E21-D899268B1BDF}" dt="2023-10-30T08:09:52.981" v="567"/>
              <pc2:cmMkLst xmlns:pc2="http://schemas.microsoft.com/office/powerpoint/2019/9/main/command">
                <pc:docMk/>
                <pc:sldMk cId="1438138567" sldId="489"/>
                <pc2:cmMk id="{9E720042-120D-7848-ABC3-691599A9C923}"/>
              </pc2:cmMkLst>
              <pc226:cmRplyChg chg="add">
                <pc226:chgData name="Shaun Barrett" userId="2e21295b-21c9-4734-b4c8-23b29a1a1ba3" providerId="ADAL" clId="{1A6BF3B0-F014-4224-8E21-D899268B1BDF}" dt="2023-10-30T07:14:27.384" v="401"/>
                <pc2:cmRplyMkLst xmlns:pc2="http://schemas.microsoft.com/office/powerpoint/2019/9/main/command">
                  <pc:docMk/>
                  <pc:sldMk cId="1438138567" sldId="489"/>
                  <pc2:cmMk id="{9E720042-120D-7848-ABC3-691599A9C923}"/>
                  <pc2:cmRplyMk id="{BE04A144-D36E-4E6D-B4C3-746E0DDE1EC1}"/>
                </pc2:cmRplyMkLst>
              </pc226:cmRplyChg>
            </pc226:cmChg>
            <pc226:cmChg xmlns:pc226="http://schemas.microsoft.com/office/powerpoint/2022/06/main/command" chg="add del mod">
              <pc226:chgData name="Shaun Barrett" userId="2e21295b-21c9-4734-b4c8-23b29a1a1ba3" providerId="ADAL" clId="{1A6BF3B0-F014-4224-8E21-D899268B1BDF}" dt="2023-10-30T08:15:35.039" v="591"/>
              <pc2:cmMkLst xmlns:pc2="http://schemas.microsoft.com/office/powerpoint/2019/9/main/command">
                <pc:docMk/>
                <pc:sldMk cId="1438138567" sldId="489"/>
                <pc2:cmMk id="{15612699-624C-446B-809E-E725D6C2BC18}"/>
              </pc2:cmMkLst>
              <pc226:cmRplyChg chg="add">
                <pc226:chgData name="Shaun Barrett" userId="2e21295b-21c9-4734-b4c8-23b29a1a1ba3" providerId="ADAL" clId="{1A6BF3B0-F014-4224-8E21-D899268B1BDF}" dt="2023-10-30T07:13:21.427" v="400"/>
                <pc2:cmRplyMkLst xmlns:pc2="http://schemas.microsoft.com/office/powerpoint/2019/9/main/command">
                  <pc:docMk/>
                  <pc:sldMk cId="1438138567" sldId="489"/>
                  <pc2:cmMk id="{15612699-624C-446B-809E-E725D6C2BC18}"/>
                  <pc2:cmRplyMk id="{5F481AD8-BDC0-41F2-9251-338A229422E2}"/>
                </pc2:cmRplyMkLst>
              </pc226:cmRplyChg>
            </pc226:cmChg>
          </p:ext>
        </pc:extLst>
      </pc:sldChg>
      <pc:sldChg chg="modSp add mod modClrScheme chgLayout">
        <pc:chgData name="Shaun Barrett" userId="2e21295b-21c9-4734-b4c8-23b29a1a1ba3" providerId="ADAL" clId="{1A6BF3B0-F014-4224-8E21-D899268B1BDF}" dt="2023-10-16T08:18:31.515" v="22" actId="700"/>
        <pc:sldMkLst>
          <pc:docMk/>
          <pc:sldMk cId="3387629505" sldId="490"/>
        </pc:sldMkLst>
        <pc:spChg chg="mod ord">
          <ac:chgData name="Shaun Barrett" userId="2e21295b-21c9-4734-b4c8-23b29a1a1ba3" providerId="ADAL" clId="{1A6BF3B0-F014-4224-8E21-D899268B1BDF}" dt="2023-10-16T08:18:31.515" v="22" actId="700"/>
          <ac:spMkLst>
            <pc:docMk/>
            <pc:sldMk cId="3387629505" sldId="490"/>
            <ac:spMk id="2" creationId="{926268CD-6A91-46D5-9F2E-D63140C574C1}"/>
          </ac:spMkLst>
        </pc:spChg>
        <pc:spChg chg="mod ord">
          <ac:chgData name="Shaun Barrett" userId="2e21295b-21c9-4734-b4c8-23b29a1a1ba3" providerId="ADAL" clId="{1A6BF3B0-F014-4224-8E21-D899268B1BDF}" dt="2023-10-16T08:18:31.515" v="22" actId="700"/>
          <ac:spMkLst>
            <pc:docMk/>
            <pc:sldMk cId="3387629505" sldId="490"/>
            <ac:spMk id="3" creationId="{CCE055E0-7725-4859-9475-AA12EAB230DD}"/>
          </ac:spMkLst>
        </pc:spChg>
      </pc:sldChg>
      <pc:sldChg chg="addSp delSp modSp add del mod">
        <pc:chgData name="Shaun Barrett" userId="2e21295b-21c9-4734-b4c8-23b29a1a1ba3" providerId="ADAL" clId="{1A6BF3B0-F014-4224-8E21-D899268B1BDF}" dt="2023-10-30T13:58:29.960" v="1138" actId="2696"/>
        <pc:sldMkLst>
          <pc:docMk/>
          <pc:sldMk cId="3166355190" sldId="491"/>
        </pc:sldMkLst>
        <pc:spChg chg="mod">
          <ac:chgData name="Shaun Barrett" userId="2e21295b-21c9-4734-b4c8-23b29a1a1ba3" providerId="ADAL" clId="{1A6BF3B0-F014-4224-8E21-D899268B1BDF}" dt="2023-10-30T13:34:25.903" v="775" actId="1076"/>
          <ac:spMkLst>
            <pc:docMk/>
            <pc:sldMk cId="3166355190" sldId="491"/>
            <ac:spMk id="3" creationId="{804C656F-3AAB-48C0-B167-4723DFB899F7}"/>
          </ac:spMkLst>
        </pc:spChg>
        <pc:spChg chg="add mod">
          <ac:chgData name="Shaun Barrett" userId="2e21295b-21c9-4734-b4c8-23b29a1a1ba3" providerId="ADAL" clId="{1A6BF3B0-F014-4224-8E21-D899268B1BDF}" dt="2023-10-30T13:31:43.214" v="765" actId="6549"/>
          <ac:spMkLst>
            <pc:docMk/>
            <pc:sldMk cId="3166355190" sldId="491"/>
            <ac:spMk id="6" creationId="{48E8D8C3-0991-0493-2EE3-345E38032ECB}"/>
          </ac:spMkLst>
        </pc:spChg>
        <pc:spChg chg="del mod">
          <ac:chgData name="Shaun Barrett" userId="2e21295b-21c9-4734-b4c8-23b29a1a1ba3" providerId="ADAL" clId="{1A6BF3B0-F014-4224-8E21-D899268B1BDF}" dt="2023-10-30T12:50:50.247" v="604" actId="478"/>
          <ac:spMkLst>
            <pc:docMk/>
            <pc:sldMk cId="3166355190" sldId="491"/>
            <ac:spMk id="8" creationId="{5BE6DD73-466C-7743-6862-6ACA9A770081}"/>
          </ac:spMkLst>
        </pc:spChg>
        <pc:spChg chg="del">
          <ac:chgData name="Shaun Barrett" userId="2e21295b-21c9-4734-b4c8-23b29a1a1ba3" providerId="ADAL" clId="{1A6BF3B0-F014-4224-8E21-D899268B1BDF}" dt="2023-10-30T13:55:01.599" v="1131" actId="478"/>
          <ac:spMkLst>
            <pc:docMk/>
            <pc:sldMk cId="3166355190" sldId="491"/>
            <ac:spMk id="9" creationId="{560B050B-65DF-08FB-F349-98EE2CFE74AD}"/>
          </ac:spMkLst>
        </pc:spChg>
        <pc:spChg chg="add mod">
          <ac:chgData name="Shaun Barrett" userId="2e21295b-21c9-4734-b4c8-23b29a1a1ba3" providerId="ADAL" clId="{1A6BF3B0-F014-4224-8E21-D899268B1BDF}" dt="2023-10-30T13:35:58.341" v="823" actId="6549"/>
          <ac:spMkLst>
            <pc:docMk/>
            <pc:sldMk cId="3166355190" sldId="491"/>
            <ac:spMk id="15" creationId="{A805A212-B946-8CD0-15F0-2031D68EAA40}"/>
          </ac:spMkLst>
        </pc:spChg>
        <pc:picChg chg="add mod">
          <ac:chgData name="Shaun Barrett" userId="2e21295b-21c9-4734-b4c8-23b29a1a1ba3" providerId="ADAL" clId="{1A6BF3B0-F014-4224-8E21-D899268B1BDF}" dt="2023-10-30T13:34:24.814" v="774" actId="14100"/>
          <ac:picMkLst>
            <pc:docMk/>
            <pc:sldMk cId="3166355190" sldId="491"/>
            <ac:picMk id="5" creationId="{49E6A9FA-945A-BB8B-2812-FC2802D84EA8}"/>
          </ac:picMkLst>
        </pc:picChg>
        <pc:picChg chg="del">
          <ac:chgData name="Shaun Barrett" userId="2e21295b-21c9-4734-b4c8-23b29a1a1ba3" providerId="ADAL" clId="{1A6BF3B0-F014-4224-8E21-D899268B1BDF}" dt="2023-10-30T12:50:46.408" v="602" actId="478"/>
          <ac:picMkLst>
            <pc:docMk/>
            <pc:sldMk cId="3166355190" sldId="491"/>
            <ac:picMk id="10" creationId="{DE2767E6-0CE1-5723-3938-6F295DCE9116}"/>
          </ac:picMkLst>
        </pc:picChg>
        <pc:picChg chg="add mod">
          <ac:chgData name="Shaun Barrett" userId="2e21295b-21c9-4734-b4c8-23b29a1a1ba3" providerId="ADAL" clId="{1A6BF3B0-F014-4224-8E21-D899268B1BDF}" dt="2023-10-30T13:34:24.430" v="773" actId="14100"/>
          <ac:picMkLst>
            <pc:docMk/>
            <pc:sldMk cId="3166355190" sldId="491"/>
            <ac:picMk id="11" creationId="{88158AD7-34BE-5998-5F93-F5F37DD19106}"/>
          </ac:picMkLst>
        </pc:picChg>
        <pc:picChg chg="del mod">
          <ac:chgData name="Shaun Barrett" userId="2e21295b-21c9-4734-b4c8-23b29a1a1ba3" providerId="ADAL" clId="{1A6BF3B0-F014-4224-8E21-D899268B1BDF}" dt="2023-10-30T12:50:45.755" v="601" actId="478"/>
          <ac:picMkLst>
            <pc:docMk/>
            <pc:sldMk cId="3166355190" sldId="491"/>
            <ac:picMk id="13" creationId="{4BED33FB-D7B0-C6E3-AD8F-33BCB6DC8EEA}"/>
          </ac:picMkLst>
        </pc:picChg>
        <pc:picChg chg="add del">
          <ac:chgData name="Shaun Barrett" userId="2e21295b-21c9-4734-b4c8-23b29a1a1ba3" providerId="ADAL" clId="{1A6BF3B0-F014-4224-8E21-D899268B1BDF}" dt="2023-10-30T13:35:07.236" v="777" actId="478"/>
          <ac:picMkLst>
            <pc:docMk/>
            <pc:sldMk cId="3166355190" sldId="491"/>
            <ac:picMk id="14" creationId="{604EEA1D-5659-ED63-76BD-A355DAB77F7B}"/>
          </ac:picMkLst>
        </pc:picChg>
      </pc:sldChg>
      <pc:sldChg chg="addSp delSp modSp add mod">
        <pc:chgData name="Shaun Barrett" userId="2e21295b-21c9-4734-b4c8-23b29a1a1ba3" providerId="ADAL" clId="{1A6BF3B0-F014-4224-8E21-D899268B1BDF}" dt="2023-10-30T13:57:25.574" v="1137" actId="552"/>
        <pc:sldMkLst>
          <pc:docMk/>
          <pc:sldMk cId="3100754738" sldId="492"/>
        </pc:sldMkLst>
        <pc:spChg chg="del">
          <ac:chgData name="Shaun Barrett" userId="2e21295b-21c9-4734-b4c8-23b29a1a1ba3" providerId="ADAL" clId="{1A6BF3B0-F014-4224-8E21-D899268B1BDF}" dt="2023-10-30T13:37:50.964" v="846" actId="478"/>
          <ac:spMkLst>
            <pc:docMk/>
            <pc:sldMk cId="3100754738" sldId="492"/>
            <ac:spMk id="3" creationId="{804C656F-3AAB-48C0-B167-4723DFB899F7}"/>
          </ac:spMkLst>
        </pc:spChg>
        <pc:spChg chg="add mod">
          <ac:chgData name="Shaun Barrett" userId="2e21295b-21c9-4734-b4c8-23b29a1a1ba3" providerId="ADAL" clId="{1A6BF3B0-F014-4224-8E21-D899268B1BDF}" dt="2023-10-30T13:55:30.791" v="1135" actId="1076"/>
          <ac:spMkLst>
            <pc:docMk/>
            <pc:sldMk cId="3100754738" sldId="492"/>
            <ac:spMk id="4" creationId="{A09BBC80-06D1-7E20-2A53-B8AA68F856DB}"/>
          </ac:spMkLst>
        </pc:spChg>
        <pc:spChg chg="del">
          <ac:chgData name="Shaun Barrett" userId="2e21295b-21c9-4734-b4c8-23b29a1a1ba3" providerId="ADAL" clId="{1A6BF3B0-F014-4224-8E21-D899268B1BDF}" dt="2023-10-30T13:37:13.832" v="830" actId="478"/>
          <ac:spMkLst>
            <pc:docMk/>
            <pc:sldMk cId="3100754738" sldId="492"/>
            <ac:spMk id="6" creationId="{48E8D8C3-0991-0493-2EE3-345E38032ECB}"/>
          </ac:spMkLst>
        </pc:spChg>
        <pc:spChg chg="add mod">
          <ac:chgData name="Shaun Barrett" userId="2e21295b-21c9-4734-b4c8-23b29a1a1ba3" providerId="ADAL" clId="{1A6BF3B0-F014-4224-8E21-D899268B1BDF}" dt="2023-10-30T13:57:03.527" v="1136" actId="553"/>
          <ac:spMkLst>
            <pc:docMk/>
            <pc:sldMk cId="3100754738" sldId="492"/>
            <ac:spMk id="7" creationId="{478D2F3A-1E2C-558D-4478-8C3407DF7318}"/>
          </ac:spMkLst>
        </pc:spChg>
        <pc:spChg chg="add mod">
          <ac:chgData name="Shaun Barrett" userId="2e21295b-21c9-4734-b4c8-23b29a1a1ba3" providerId="ADAL" clId="{1A6BF3B0-F014-4224-8E21-D899268B1BDF}" dt="2023-10-30T13:57:03.527" v="1136" actId="553"/>
          <ac:spMkLst>
            <pc:docMk/>
            <pc:sldMk cId="3100754738" sldId="492"/>
            <ac:spMk id="8" creationId="{EC5053FF-BAB7-6629-5CCB-14AC3CAFB055}"/>
          </ac:spMkLst>
        </pc:spChg>
        <pc:spChg chg="del mod">
          <ac:chgData name="Shaun Barrett" userId="2e21295b-21c9-4734-b4c8-23b29a1a1ba3" providerId="ADAL" clId="{1A6BF3B0-F014-4224-8E21-D899268B1BDF}" dt="2023-10-30T13:54:48.877" v="1128" actId="478"/>
          <ac:spMkLst>
            <pc:docMk/>
            <pc:sldMk cId="3100754738" sldId="492"/>
            <ac:spMk id="9" creationId="{560B050B-65DF-08FB-F349-98EE2CFE74AD}"/>
          </ac:spMkLst>
        </pc:spChg>
        <pc:spChg chg="add mod">
          <ac:chgData name="Shaun Barrett" userId="2e21295b-21c9-4734-b4c8-23b29a1a1ba3" providerId="ADAL" clId="{1A6BF3B0-F014-4224-8E21-D899268B1BDF}" dt="2023-10-30T13:57:03.527" v="1136" actId="553"/>
          <ac:spMkLst>
            <pc:docMk/>
            <pc:sldMk cId="3100754738" sldId="492"/>
            <ac:spMk id="10" creationId="{1CD305AF-565C-B8B6-6B50-21CAC5F89814}"/>
          </ac:spMkLst>
        </pc:spChg>
        <pc:spChg chg="add mod">
          <ac:chgData name="Shaun Barrett" userId="2e21295b-21c9-4734-b4c8-23b29a1a1ba3" providerId="ADAL" clId="{1A6BF3B0-F014-4224-8E21-D899268B1BDF}" dt="2023-10-30T13:57:03.527" v="1136" actId="553"/>
          <ac:spMkLst>
            <pc:docMk/>
            <pc:sldMk cId="3100754738" sldId="492"/>
            <ac:spMk id="12" creationId="{9E113690-F160-78B1-BDE6-21C3C6739510}"/>
          </ac:spMkLst>
        </pc:spChg>
        <pc:spChg chg="add mod">
          <ac:chgData name="Shaun Barrett" userId="2e21295b-21c9-4734-b4c8-23b29a1a1ba3" providerId="ADAL" clId="{1A6BF3B0-F014-4224-8E21-D899268B1BDF}" dt="2023-10-30T13:57:03.527" v="1136" actId="553"/>
          <ac:spMkLst>
            <pc:docMk/>
            <pc:sldMk cId="3100754738" sldId="492"/>
            <ac:spMk id="13" creationId="{F855641F-8644-100A-0564-00005072C7D6}"/>
          </ac:spMkLst>
        </pc:spChg>
        <pc:spChg chg="add mod">
          <ac:chgData name="Shaun Barrett" userId="2e21295b-21c9-4734-b4c8-23b29a1a1ba3" providerId="ADAL" clId="{1A6BF3B0-F014-4224-8E21-D899268B1BDF}" dt="2023-10-30T13:54:37.945" v="1124" actId="1076"/>
          <ac:spMkLst>
            <pc:docMk/>
            <pc:sldMk cId="3100754738" sldId="492"/>
            <ac:spMk id="14" creationId="{57C60EA4-D1BF-94B2-89A1-BFB55F3EB5BF}"/>
          </ac:spMkLst>
        </pc:spChg>
        <pc:spChg chg="del">
          <ac:chgData name="Shaun Barrett" userId="2e21295b-21c9-4734-b4c8-23b29a1a1ba3" providerId="ADAL" clId="{1A6BF3B0-F014-4224-8E21-D899268B1BDF}" dt="2023-10-30T13:37:12.435" v="829" actId="478"/>
          <ac:spMkLst>
            <pc:docMk/>
            <pc:sldMk cId="3100754738" sldId="492"/>
            <ac:spMk id="15" creationId="{A805A212-B946-8CD0-15F0-2031D68EAA40}"/>
          </ac:spMkLst>
        </pc:spChg>
        <pc:spChg chg="add mod">
          <ac:chgData name="Shaun Barrett" userId="2e21295b-21c9-4734-b4c8-23b29a1a1ba3" providerId="ADAL" clId="{1A6BF3B0-F014-4224-8E21-D899268B1BDF}" dt="2023-10-30T13:54:37.945" v="1124" actId="1076"/>
          <ac:spMkLst>
            <pc:docMk/>
            <pc:sldMk cId="3100754738" sldId="492"/>
            <ac:spMk id="16" creationId="{C2284B95-D46C-BCBD-9B0F-C1A82227411E}"/>
          </ac:spMkLst>
        </pc:spChg>
        <pc:spChg chg="add mod">
          <ac:chgData name="Shaun Barrett" userId="2e21295b-21c9-4734-b4c8-23b29a1a1ba3" providerId="ADAL" clId="{1A6BF3B0-F014-4224-8E21-D899268B1BDF}" dt="2023-10-30T13:54:37.945" v="1124" actId="1076"/>
          <ac:spMkLst>
            <pc:docMk/>
            <pc:sldMk cId="3100754738" sldId="492"/>
            <ac:spMk id="18" creationId="{3698F2FD-AAA5-8018-12A9-1E1596294755}"/>
          </ac:spMkLst>
        </pc:spChg>
        <pc:spChg chg="add mod">
          <ac:chgData name="Shaun Barrett" userId="2e21295b-21c9-4734-b4c8-23b29a1a1ba3" providerId="ADAL" clId="{1A6BF3B0-F014-4224-8E21-D899268B1BDF}" dt="2023-10-30T13:54:37.945" v="1124" actId="1076"/>
          <ac:spMkLst>
            <pc:docMk/>
            <pc:sldMk cId="3100754738" sldId="492"/>
            <ac:spMk id="21" creationId="{E04CCDA9-E800-97C7-60EB-BEC0C31DA272}"/>
          </ac:spMkLst>
        </pc:spChg>
        <pc:spChg chg="add mod">
          <ac:chgData name="Shaun Barrett" userId="2e21295b-21c9-4734-b4c8-23b29a1a1ba3" providerId="ADAL" clId="{1A6BF3B0-F014-4224-8E21-D899268B1BDF}" dt="2023-10-30T13:57:25.574" v="1137" actId="552"/>
          <ac:spMkLst>
            <pc:docMk/>
            <pc:sldMk cId="3100754738" sldId="492"/>
            <ac:spMk id="23" creationId="{B5F9036B-3F30-DEB4-F91C-1E5523F6C92D}"/>
          </ac:spMkLst>
        </pc:spChg>
        <pc:spChg chg="add mod">
          <ac:chgData name="Shaun Barrett" userId="2e21295b-21c9-4734-b4c8-23b29a1a1ba3" providerId="ADAL" clId="{1A6BF3B0-F014-4224-8E21-D899268B1BDF}" dt="2023-10-30T13:57:25.574" v="1137" actId="552"/>
          <ac:spMkLst>
            <pc:docMk/>
            <pc:sldMk cId="3100754738" sldId="492"/>
            <ac:spMk id="24" creationId="{8C29D682-9DA1-14D1-3919-2B2EE01EBF0B}"/>
          </ac:spMkLst>
        </pc:spChg>
        <pc:spChg chg="add mod">
          <ac:chgData name="Shaun Barrett" userId="2e21295b-21c9-4734-b4c8-23b29a1a1ba3" providerId="ADAL" clId="{1A6BF3B0-F014-4224-8E21-D899268B1BDF}" dt="2023-10-30T13:57:25.574" v="1137" actId="552"/>
          <ac:spMkLst>
            <pc:docMk/>
            <pc:sldMk cId="3100754738" sldId="492"/>
            <ac:spMk id="25" creationId="{471F77C7-0739-9C75-E1E4-342FFD038387}"/>
          </ac:spMkLst>
        </pc:spChg>
        <pc:spChg chg="add mod">
          <ac:chgData name="Shaun Barrett" userId="2e21295b-21c9-4734-b4c8-23b29a1a1ba3" providerId="ADAL" clId="{1A6BF3B0-F014-4224-8E21-D899268B1BDF}" dt="2023-10-30T13:57:25.574" v="1137" actId="552"/>
          <ac:spMkLst>
            <pc:docMk/>
            <pc:sldMk cId="3100754738" sldId="492"/>
            <ac:spMk id="26" creationId="{C04970C2-B2C1-AFFA-F1AD-D2E0AA188140}"/>
          </ac:spMkLst>
        </pc:spChg>
        <pc:spChg chg="add mod">
          <ac:chgData name="Shaun Barrett" userId="2e21295b-21c9-4734-b4c8-23b29a1a1ba3" providerId="ADAL" clId="{1A6BF3B0-F014-4224-8E21-D899268B1BDF}" dt="2023-10-30T13:57:25.574" v="1137" actId="552"/>
          <ac:spMkLst>
            <pc:docMk/>
            <pc:sldMk cId="3100754738" sldId="492"/>
            <ac:spMk id="27" creationId="{8087BAF2-56FE-F643-6BB8-C340F47B4202}"/>
          </ac:spMkLst>
        </pc:spChg>
        <pc:spChg chg="add mod">
          <ac:chgData name="Shaun Barrett" userId="2e21295b-21c9-4734-b4c8-23b29a1a1ba3" providerId="ADAL" clId="{1A6BF3B0-F014-4224-8E21-D899268B1BDF}" dt="2023-10-30T13:57:25.574" v="1137" actId="552"/>
          <ac:spMkLst>
            <pc:docMk/>
            <pc:sldMk cId="3100754738" sldId="492"/>
            <ac:spMk id="28" creationId="{2ECF5075-E73C-0493-10B5-D97F5C4389B0}"/>
          </ac:spMkLst>
        </pc:spChg>
        <pc:spChg chg="add mod">
          <ac:chgData name="Shaun Barrett" userId="2e21295b-21c9-4734-b4c8-23b29a1a1ba3" providerId="ADAL" clId="{1A6BF3B0-F014-4224-8E21-D899268B1BDF}" dt="2023-10-30T13:57:25.574" v="1137" actId="552"/>
          <ac:spMkLst>
            <pc:docMk/>
            <pc:sldMk cId="3100754738" sldId="492"/>
            <ac:spMk id="29" creationId="{82E3419E-52E8-F781-37E2-6454CED24428}"/>
          </ac:spMkLst>
        </pc:spChg>
        <pc:spChg chg="add mod">
          <ac:chgData name="Shaun Barrett" userId="2e21295b-21c9-4734-b4c8-23b29a1a1ba3" providerId="ADAL" clId="{1A6BF3B0-F014-4224-8E21-D899268B1BDF}" dt="2023-10-30T13:54:37.945" v="1124" actId="1076"/>
          <ac:spMkLst>
            <pc:docMk/>
            <pc:sldMk cId="3100754738" sldId="492"/>
            <ac:spMk id="30" creationId="{BC9CE5B4-25C4-4050-475B-CD1DE3153101}"/>
          </ac:spMkLst>
        </pc:spChg>
        <pc:picChg chg="mod">
          <ac:chgData name="Shaun Barrett" userId="2e21295b-21c9-4734-b4c8-23b29a1a1ba3" providerId="ADAL" clId="{1A6BF3B0-F014-4224-8E21-D899268B1BDF}" dt="2023-10-30T13:54:44.040" v="1126" actId="14100"/>
          <ac:picMkLst>
            <pc:docMk/>
            <pc:sldMk cId="3100754738" sldId="492"/>
            <ac:picMk id="5" creationId="{49E6A9FA-945A-BB8B-2812-FC2802D84EA8}"/>
          </ac:picMkLst>
        </pc:picChg>
        <pc:picChg chg="mod">
          <ac:chgData name="Shaun Barrett" userId="2e21295b-21c9-4734-b4c8-23b29a1a1ba3" providerId="ADAL" clId="{1A6BF3B0-F014-4224-8E21-D899268B1BDF}" dt="2023-10-30T13:54:55.192" v="1130" actId="14100"/>
          <ac:picMkLst>
            <pc:docMk/>
            <pc:sldMk cId="3100754738" sldId="492"/>
            <ac:picMk id="11" creationId="{88158AD7-34BE-5998-5F93-F5F37DD19106}"/>
          </ac:picMkLst>
        </pc:picChg>
        <pc:picChg chg="add del mod">
          <ac:chgData name="Shaun Barrett" userId="2e21295b-21c9-4734-b4c8-23b29a1a1ba3" providerId="ADAL" clId="{1A6BF3B0-F014-4224-8E21-D899268B1BDF}" dt="2023-10-30T13:54:37.945" v="1124" actId="1076"/>
          <ac:picMkLst>
            <pc:docMk/>
            <pc:sldMk cId="3100754738" sldId="492"/>
            <ac:picMk id="17" creationId="{9E949C3E-7BE7-BE62-342E-938ECB7EEC24}"/>
          </ac:picMkLst>
        </pc:picChg>
        <pc:picChg chg="add mod">
          <ac:chgData name="Shaun Barrett" userId="2e21295b-21c9-4734-b4c8-23b29a1a1ba3" providerId="ADAL" clId="{1A6BF3B0-F014-4224-8E21-D899268B1BDF}" dt="2023-10-30T13:54:37.945" v="1124" actId="1076"/>
          <ac:picMkLst>
            <pc:docMk/>
            <pc:sldMk cId="3100754738" sldId="492"/>
            <ac:picMk id="19" creationId="{04494580-F5D3-0AC9-122A-8F556DADD235}"/>
          </ac:picMkLst>
        </pc:picChg>
        <pc:picChg chg="add del mod">
          <ac:chgData name="Shaun Barrett" userId="2e21295b-21c9-4734-b4c8-23b29a1a1ba3" providerId="ADAL" clId="{1A6BF3B0-F014-4224-8E21-D899268B1BDF}" dt="2023-10-30T13:38:40.494" v="869" actId="478"/>
          <ac:picMkLst>
            <pc:docMk/>
            <pc:sldMk cId="3100754738" sldId="492"/>
            <ac:picMk id="20" creationId="{492656BB-A7E4-0984-80D8-A8DCEBD491EC}"/>
          </ac:picMkLst>
        </pc:picChg>
        <pc:picChg chg="add mod">
          <ac:chgData name="Shaun Barrett" userId="2e21295b-21c9-4734-b4c8-23b29a1a1ba3" providerId="ADAL" clId="{1A6BF3B0-F014-4224-8E21-D899268B1BDF}" dt="2023-10-30T13:54:37.945" v="1124" actId="1076"/>
          <ac:picMkLst>
            <pc:docMk/>
            <pc:sldMk cId="3100754738" sldId="492"/>
            <ac:picMk id="22" creationId="{0C010928-B670-BCBF-5A4F-4D3A84E61B93}"/>
          </ac:picMkLst>
        </pc:picChg>
      </pc:sldChg>
    </pc:docChg>
  </pc:docChgLst>
  <pc:docChgLst>
    <pc:chgData name="Sam Duncan" userId="c1d0992b-0ec5-443a-8c6c-87e1361e2b1d" providerId="ADAL" clId="{1D4F85AC-3156-7946-A7BD-7D65BFAE135D}"/>
    <pc:docChg chg="undo custSel modSld sldOrd">
      <pc:chgData name="Sam Duncan" userId="c1d0992b-0ec5-443a-8c6c-87e1361e2b1d" providerId="ADAL" clId="{1D4F85AC-3156-7946-A7BD-7D65BFAE135D}" dt="2023-10-30T15:30:22.121" v="156"/>
      <pc:docMkLst>
        <pc:docMk/>
      </pc:docMkLst>
      <pc:sldChg chg="modSp mod">
        <pc:chgData name="Sam Duncan" userId="c1d0992b-0ec5-443a-8c6c-87e1361e2b1d" providerId="ADAL" clId="{1D4F85AC-3156-7946-A7BD-7D65BFAE135D}" dt="2023-10-30T15:26:56.038" v="123" actId="20577"/>
        <pc:sldMkLst>
          <pc:docMk/>
          <pc:sldMk cId="2898931480" sldId="318"/>
        </pc:sldMkLst>
        <pc:spChg chg="mod">
          <ac:chgData name="Sam Duncan" userId="c1d0992b-0ec5-443a-8c6c-87e1361e2b1d" providerId="ADAL" clId="{1D4F85AC-3156-7946-A7BD-7D65BFAE135D}" dt="2023-10-30T15:26:56.038" v="123" actId="20577"/>
          <ac:spMkLst>
            <pc:docMk/>
            <pc:sldMk cId="2898931480" sldId="318"/>
            <ac:spMk id="2" creationId="{22755BA2-B953-4F06-9DC7-ACF132689491}"/>
          </ac:spMkLst>
        </pc:spChg>
      </pc:sldChg>
      <pc:sldChg chg="addSp modSp mod">
        <pc:chgData name="Sam Duncan" userId="c1d0992b-0ec5-443a-8c6c-87e1361e2b1d" providerId="ADAL" clId="{1D4F85AC-3156-7946-A7BD-7D65BFAE135D}" dt="2023-10-30T15:29:52.373" v="155" actId="14100"/>
        <pc:sldMkLst>
          <pc:docMk/>
          <pc:sldMk cId="324089379" sldId="484"/>
        </pc:sldMkLst>
        <pc:spChg chg="add mod">
          <ac:chgData name="Sam Duncan" userId="c1d0992b-0ec5-443a-8c6c-87e1361e2b1d" providerId="ADAL" clId="{1D4F85AC-3156-7946-A7BD-7D65BFAE135D}" dt="2023-10-30T15:28:57.360" v="154" actId="1076"/>
          <ac:spMkLst>
            <pc:docMk/>
            <pc:sldMk cId="324089379" sldId="484"/>
            <ac:spMk id="4" creationId="{41694363-A851-D938-3B24-093815F1E609}"/>
          </ac:spMkLst>
        </pc:spChg>
        <pc:spChg chg="mod">
          <ac:chgData name="Sam Duncan" userId="c1d0992b-0ec5-443a-8c6c-87e1361e2b1d" providerId="ADAL" clId="{1D4F85AC-3156-7946-A7BD-7D65BFAE135D}" dt="2023-10-30T15:29:52.373" v="155" actId="14100"/>
          <ac:spMkLst>
            <pc:docMk/>
            <pc:sldMk cId="324089379" sldId="484"/>
            <ac:spMk id="32" creationId="{188594E2-F5D3-D0F5-405A-5F46076BC459}"/>
          </ac:spMkLst>
        </pc:spChg>
        <pc:spChg chg="mod">
          <ac:chgData name="Sam Duncan" userId="c1d0992b-0ec5-443a-8c6c-87e1361e2b1d" providerId="ADAL" clId="{1D4F85AC-3156-7946-A7BD-7D65BFAE135D}" dt="2023-10-30T15:28:54.031" v="153" actId="1076"/>
          <ac:spMkLst>
            <pc:docMk/>
            <pc:sldMk cId="324089379" sldId="484"/>
            <ac:spMk id="42" creationId="{0DBCB3D6-9F3D-F8E5-50D5-63FDDCBDE0AC}"/>
          </ac:spMkLst>
        </pc:spChg>
      </pc:sldChg>
      <pc:sldChg chg="addCm">
        <pc:chgData name="Sam Duncan" userId="c1d0992b-0ec5-443a-8c6c-87e1361e2b1d" providerId="ADAL" clId="{1D4F85AC-3156-7946-A7BD-7D65BFAE135D}" dt="2023-10-27T14:18:11.349" v="0"/>
        <pc:sldMkLst>
          <pc:docMk/>
          <pc:sldMk cId="3547567370" sldId="48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am Duncan" userId="c1d0992b-0ec5-443a-8c6c-87e1361e2b1d" providerId="ADAL" clId="{1D4F85AC-3156-7946-A7BD-7D65BFAE135D}" dt="2023-10-27T14:18:11.349" v="0"/>
              <pc2:cmMkLst xmlns:pc2="http://schemas.microsoft.com/office/powerpoint/2019/9/main/command">
                <pc:docMk/>
                <pc:sldMk cId="3547567370" sldId="486"/>
                <pc2:cmMk id="{A1D3E16F-A1AE-4047-8C14-EB31C0D0993C}"/>
              </pc2:cmMkLst>
            </pc226:cmChg>
          </p:ext>
        </pc:extLst>
      </pc:sldChg>
      <pc:sldChg chg="modSp mod">
        <pc:chgData name="Sam Duncan" userId="c1d0992b-0ec5-443a-8c6c-87e1361e2b1d" providerId="ADAL" clId="{1D4F85AC-3156-7946-A7BD-7D65BFAE135D}" dt="2023-10-27T14:19:44.406" v="26" actId="20577"/>
        <pc:sldMkLst>
          <pc:docMk/>
          <pc:sldMk cId="52612252" sldId="487"/>
        </pc:sldMkLst>
        <pc:graphicFrameChg chg="modGraphic">
          <ac:chgData name="Sam Duncan" userId="c1d0992b-0ec5-443a-8c6c-87e1361e2b1d" providerId="ADAL" clId="{1D4F85AC-3156-7946-A7BD-7D65BFAE135D}" dt="2023-10-27T14:19:44.406" v="26" actId="20577"/>
          <ac:graphicFrameMkLst>
            <pc:docMk/>
            <pc:sldMk cId="52612252" sldId="487"/>
            <ac:graphicFrameMk id="6" creationId="{D7FFC429-8834-FB85-D6C5-648030B4F708}"/>
          </ac:graphicFrameMkLst>
        </pc:graphicFrameChg>
      </pc:sldChg>
      <pc:sldChg chg="delCm">
        <pc:chgData name="Sam Duncan" userId="c1d0992b-0ec5-443a-8c6c-87e1361e2b1d" providerId="ADAL" clId="{1D4F85AC-3156-7946-A7BD-7D65BFAE135D}" dt="2023-10-30T15:30:22.121" v="156"/>
        <pc:sldMkLst>
          <pc:docMk/>
          <pc:sldMk cId="3589474059" sldId="48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Sam Duncan" userId="c1d0992b-0ec5-443a-8c6c-87e1361e2b1d" providerId="ADAL" clId="{1D4F85AC-3156-7946-A7BD-7D65BFAE135D}" dt="2023-10-30T15:30:22.121" v="156"/>
              <pc2:cmMkLst xmlns:pc2="http://schemas.microsoft.com/office/powerpoint/2019/9/main/command">
                <pc:docMk/>
                <pc:sldMk cId="3589474059" sldId="488"/>
                <pc2:cmMk id="{228F33D4-250B-41BB-B87B-111EB2E4238B}"/>
              </pc2:cmMkLst>
            </pc226:cmChg>
          </p:ext>
        </pc:extLst>
      </pc:sldChg>
      <pc:sldChg chg="modSp mod addCm modCm">
        <pc:chgData name="Sam Duncan" userId="c1d0992b-0ec5-443a-8c6c-87e1361e2b1d" providerId="ADAL" clId="{1D4F85AC-3156-7946-A7BD-7D65BFAE135D}" dt="2023-10-27T14:22:45.580" v="80"/>
        <pc:sldMkLst>
          <pc:docMk/>
          <pc:sldMk cId="1438138567" sldId="489"/>
        </pc:sldMkLst>
        <pc:spChg chg="mod">
          <ac:chgData name="Sam Duncan" userId="c1d0992b-0ec5-443a-8c6c-87e1361e2b1d" providerId="ADAL" clId="{1D4F85AC-3156-7946-A7BD-7D65BFAE135D}" dt="2023-10-27T14:21:52.402" v="79" actId="6549"/>
          <ac:spMkLst>
            <pc:docMk/>
            <pc:sldMk cId="1438138567" sldId="489"/>
            <ac:spMk id="3" creationId="{F9B876FC-05DB-846A-8766-081488FDF88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am Duncan" userId="c1d0992b-0ec5-443a-8c6c-87e1361e2b1d" providerId="ADAL" clId="{1D4F85AC-3156-7946-A7BD-7D65BFAE135D}" dt="2023-10-27T14:22:45.580" v="80"/>
              <pc2:cmMkLst xmlns:pc2="http://schemas.microsoft.com/office/powerpoint/2019/9/main/command">
                <pc:docMk/>
                <pc:sldMk cId="1438138567" sldId="489"/>
                <pc2:cmMk id="{9E720042-120D-7848-ABC3-691599A9C923}"/>
              </pc2:cmMkLst>
            </pc226:cmChg>
            <pc226:cmChg xmlns:pc226="http://schemas.microsoft.com/office/powerpoint/2022/06/main/command" chg="mod">
              <pc226:chgData name="Sam Duncan" userId="c1d0992b-0ec5-443a-8c6c-87e1361e2b1d" providerId="ADAL" clId="{1D4F85AC-3156-7946-A7BD-7D65BFAE135D}" dt="2023-10-27T14:21:52.402" v="79" actId="6549"/>
              <pc2:cmMkLst xmlns:pc2="http://schemas.microsoft.com/office/powerpoint/2019/9/main/command">
                <pc:docMk/>
                <pc:sldMk cId="1438138567" sldId="489"/>
                <pc2:cmMk id="{15612699-624C-446B-809E-E725D6C2BC18}"/>
              </pc2:cmMkLst>
            </pc226:cmChg>
          </p:ext>
        </pc:extLst>
      </pc:sldChg>
      <pc:sldChg chg="modSp mod ord">
        <pc:chgData name="Sam Duncan" userId="c1d0992b-0ec5-443a-8c6c-87e1361e2b1d" providerId="ADAL" clId="{1D4F85AC-3156-7946-A7BD-7D65BFAE135D}" dt="2023-10-30T15:24:09.707" v="106" actId="20578"/>
        <pc:sldMkLst>
          <pc:docMk/>
          <pc:sldMk cId="3100754738" sldId="492"/>
        </pc:sldMkLst>
        <pc:spChg chg="mod">
          <ac:chgData name="Sam Duncan" userId="c1d0992b-0ec5-443a-8c6c-87e1361e2b1d" providerId="ADAL" clId="{1D4F85AC-3156-7946-A7BD-7D65BFAE135D}" dt="2023-10-30T15:20:45.334" v="104" actId="20577"/>
          <ac:spMkLst>
            <pc:docMk/>
            <pc:sldMk cId="3100754738" sldId="492"/>
            <ac:spMk id="2" creationId="{4AAE06A3-AAF5-0280-2B82-3D7930C8F387}"/>
          </ac:spMkLst>
        </pc:spChg>
      </pc:sldChg>
    </pc:docChg>
  </pc:docChgLst>
  <pc:docChgLst>
    <pc:chgData name="Michelle" userId="ca2c1bca-f194-43da-b766-a2d0350c5abf" providerId="ADAL" clId="{C895EA0F-0293-4731-BC55-B0C666C482EB}"/>
    <pc:docChg chg="modSld">
      <pc:chgData name="Michelle" userId="ca2c1bca-f194-43da-b766-a2d0350c5abf" providerId="ADAL" clId="{C895EA0F-0293-4731-BC55-B0C666C482EB}" dt="2021-03-16T14:11:08.420" v="1" actId="207"/>
      <pc:docMkLst>
        <pc:docMk/>
      </pc:docMkLst>
      <pc:sldChg chg="modSp mod">
        <pc:chgData name="Michelle" userId="ca2c1bca-f194-43da-b766-a2d0350c5abf" providerId="ADAL" clId="{C895EA0F-0293-4731-BC55-B0C666C482EB}" dt="2021-03-16T14:11:08.420" v="1" actId="207"/>
        <pc:sldMkLst>
          <pc:docMk/>
          <pc:sldMk cId="2472886114" sldId="316"/>
        </pc:sldMkLst>
        <pc:picChg chg="mod">
          <ac:chgData name="Michelle" userId="ca2c1bca-f194-43da-b766-a2d0350c5abf" providerId="ADAL" clId="{C895EA0F-0293-4731-BC55-B0C666C482EB}" dt="2021-03-16T14:11:08.420" v="1" actId="207"/>
          <ac:picMkLst>
            <pc:docMk/>
            <pc:sldMk cId="2472886114" sldId="316"/>
            <ac:picMk id="12" creationId="{ECBBAD0E-A575-43DA-9396-EB66BA97BCC6}"/>
          </ac:picMkLst>
        </pc:picChg>
      </pc:sldChg>
    </pc:docChg>
  </pc:docChgLst>
  <pc:docChgLst>
    <pc:chgData name="Sam Duncan" userId="S::sduncan@openboxsoftware.com::c1d0992b-0ec5-443a-8c6c-87e1361e2b1d" providerId="AD" clId="Web-{F1AB6418-7D30-2D34-A3B6-285E8887CBE2}"/>
    <pc:docChg chg="">
      <pc:chgData name="Sam Duncan" userId="S::sduncan@openboxsoftware.com::c1d0992b-0ec5-443a-8c6c-87e1361e2b1d" providerId="AD" clId="Web-{F1AB6418-7D30-2D34-A3B6-285E8887CBE2}" dt="2023-10-30T07:22:54.447" v="0"/>
      <pc:docMkLst>
        <pc:docMk/>
      </pc:docMkLst>
      <pc:sldChg chg="addCm">
        <pc:chgData name="Sam Duncan" userId="S::sduncan@openboxsoftware.com::c1d0992b-0ec5-443a-8c6c-87e1361e2b1d" providerId="AD" clId="Web-{F1AB6418-7D30-2D34-A3B6-285E8887CBE2}" dt="2023-10-30T07:22:54.447" v="0"/>
        <pc:sldMkLst>
          <pc:docMk/>
          <pc:sldMk cId="975271368" sldId="48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am Duncan" userId="S::sduncan@openboxsoftware.com::c1d0992b-0ec5-443a-8c6c-87e1361e2b1d" providerId="AD" clId="Web-{F1AB6418-7D30-2D34-A3B6-285E8887CBE2}" dt="2023-10-30T07:22:54.447" v="0"/>
              <pc2:cmMkLst xmlns:pc2="http://schemas.microsoft.com/office/powerpoint/2019/9/main/command">
                <pc:docMk/>
                <pc:sldMk cId="975271368" sldId="485"/>
                <pc2:cmMk id="{463DEFB3-A34D-4DF1-8600-36631235E17A}"/>
              </pc2:cmMkLst>
            </pc226:cmChg>
          </p:ext>
        </pc:extLst>
      </pc:sldChg>
    </pc:docChg>
  </pc:docChgLst>
  <pc:docChgLst>
    <pc:chgData name="Shaun Barrett" userId="2e21295b-21c9-4734-b4c8-23b29a1a1ba3" providerId="ADAL" clId="{40A01EE1-8156-41DE-871F-9E2082365B99}"/>
    <pc:docChg chg="undo custSel modSld">
      <pc:chgData name="Shaun Barrett" userId="2e21295b-21c9-4734-b4c8-23b29a1a1ba3" providerId="ADAL" clId="{40A01EE1-8156-41DE-871F-9E2082365B99}" dt="2023-08-10T13:55:45.883" v="228" actId="20577"/>
      <pc:docMkLst>
        <pc:docMk/>
      </pc:docMkLst>
      <pc:sldChg chg="modSp mod">
        <pc:chgData name="Shaun Barrett" userId="2e21295b-21c9-4734-b4c8-23b29a1a1ba3" providerId="ADAL" clId="{40A01EE1-8156-41DE-871F-9E2082365B99}" dt="2023-08-10T13:55:45.883" v="228" actId="20577"/>
        <pc:sldMkLst>
          <pc:docMk/>
          <pc:sldMk cId="1027954244" sldId="310"/>
        </pc:sldMkLst>
        <pc:spChg chg="mod">
          <ac:chgData name="Shaun Barrett" userId="2e21295b-21c9-4734-b4c8-23b29a1a1ba3" providerId="ADAL" clId="{40A01EE1-8156-41DE-871F-9E2082365B99}" dt="2023-08-10T13:55:45.883" v="228" actId="20577"/>
          <ac:spMkLst>
            <pc:docMk/>
            <pc:sldMk cId="1027954244" sldId="310"/>
            <ac:spMk id="3" creationId="{CCE055E0-7725-4859-9475-AA12EAB230DD}"/>
          </ac:spMkLst>
        </pc:spChg>
      </pc:sldChg>
      <pc:sldChg chg="modSp mod">
        <pc:chgData name="Shaun Barrett" userId="2e21295b-21c9-4734-b4c8-23b29a1a1ba3" providerId="ADAL" clId="{40A01EE1-8156-41DE-871F-9E2082365B99}" dt="2023-08-10T13:54:57.911" v="179" actId="20577"/>
        <pc:sldMkLst>
          <pc:docMk/>
          <pc:sldMk cId="2898931480" sldId="318"/>
        </pc:sldMkLst>
        <pc:spChg chg="mod">
          <ac:chgData name="Shaun Barrett" userId="2e21295b-21c9-4734-b4c8-23b29a1a1ba3" providerId="ADAL" clId="{40A01EE1-8156-41DE-871F-9E2082365B99}" dt="2023-08-10T13:54:57.911" v="179" actId="20577"/>
          <ac:spMkLst>
            <pc:docMk/>
            <pc:sldMk cId="2898931480" sldId="318"/>
            <ac:spMk id="2" creationId="{22755BA2-B953-4F06-9DC7-ACF132689491}"/>
          </ac:spMkLst>
        </pc:spChg>
      </pc:sldChg>
    </pc:docChg>
  </pc:docChgLst>
  <pc:docChgLst>
    <pc:chgData name="Nikki Papenfus" userId="2a405823-0c8b-419b-afb6-8159926c2e17" providerId="ADAL" clId="{7BDAE949-D224-4463-BD96-2C41BFBB586C}"/>
    <pc:docChg chg="undo custSel addSld delSld modSld sldOrd modSection">
      <pc:chgData name="Nikki Papenfus" userId="2a405823-0c8b-419b-afb6-8159926c2e17" providerId="ADAL" clId="{7BDAE949-D224-4463-BD96-2C41BFBB586C}" dt="2023-10-27T08:11:52.488" v="3964" actId="1038"/>
      <pc:docMkLst>
        <pc:docMk/>
      </pc:docMkLst>
      <pc:sldChg chg="modSp del mod">
        <pc:chgData name="Nikki Papenfus" userId="2a405823-0c8b-419b-afb6-8159926c2e17" providerId="ADAL" clId="{7BDAE949-D224-4463-BD96-2C41BFBB586C}" dt="2023-10-25T16:13:36.617" v="1018" actId="47"/>
        <pc:sldMkLst>
          <pc:docMk/>
          <pc:sldMk cId="1027954244" sldId="310"/>
        </pc:sldMkLst>
        <pc:spChg chg="mod">
          <ac:chgData name="Nikki Papenfus" userId="2a405823-0c8b-419b-afb6-8159926c2e17" providerId="ADAL" clId="{7BDAE949-D224-4463-BD96-2C41BFBB586C}" dt="2023-10-25T15:36:28.791" v="2" actId="20577"/>
          <ac:spMkLst>
            <pc:docMk/>
            <pc:sldMk cId="1027954244" sldId="310"/>
            <ac:spMk id="3" creationId="{CCE055E0-7725-4859-9475-AA12EAB230DD}"/>
          </ac:spMkLst>
        </pc:spChg>
      </pc:sldChg>
      <pc:sldChg chg="del">
        <pc:chgData name="Nikki Papenfus" userId="2a405823-0c8b-419b-afb6-8159926c2e17" providerId="ADAL" clId="{7BDAE949-D224-4463-BD96-2C41BFBB586C}" dt="2023-10-25T16:10:09.113" v="891" actId="47"/>
        <pc:sldMkLst>
          <pc:docMk/>
          <pc:sldMk cId="358983042" sldId="478"/>
        </pc:sldMkLst>
      </pc:sldChg>
      <pc:sldChg chg="del">
        <pc:chgData name="Nikki Papenfus" userId="2a405823-0c8b-419b-afb6-8159926c2e17" providerId="ADAL" clId="{7BDAE949-D224-4463-BD96-2C41BFBB586C}" dt="2023-10-25T16:10:05.106" v="889" actId="47"/>
        <pc:sldMkLst>
          <pc:docMk/>
          <pc:sldMk cId="442728535" sldId="479"/>
        </pc:sldMkLst>
      </pc:sldChg>
      <pc:sldChg chg="del">
        <pc:chgData name="Nikki Papenfus" userId="2a405823-0c8b-419b-afb6-8159926c2e17" providerId="ADAL" clId="{7BDAE949-D224-4463-BD96-2C41BFBB586C}" dt="2023-10-25T16:10:07.839" v="890" actId="47"/>
        <pc:sldMkLst>
          <pc:docMk/>
          <pc:sldMk cId="4209066528" sldId="480"/>
        </pc:sldMkLst>
      </pc:sldChg>
      <pc:sldChg chg="modSp mod ord">
        <pc:chgData name="Nikki Papenfus" userId="2a405823-0c8b-419b-afb6-8159926c2e17" providerId="ADAL" clId="{7BDAE949-D224-4463-BD96-2C41BFBB586C}" dt="2023-10-26T10:30:06.672" v="3660" actId="242"/>
        <pc:sldMkLst>
          <pc:docMk/>
          <pc:sldMk cId="2724100360" sldId="481"/>
        </pc:sldMkLst>
        <pc:spChg chg="mod">
          <ac:chgData name="Nikki Papenfus" userId="2a405823-0c8b-419b-afb6-8159926c2e17" providerId="ADAL" clId="{7BDAE949-D224-4463-BD96-2C41BFBB586C}" dt="2023-10-25T16:11:22.051" v="963" actId="20577"/>
          <ac:spMkLst>
            <pc:docMk/>
            <pc:sldMk cId="2724100360" sldId="481"/>
            <ac:spMk id="3" creationId="{39F74062-9E6D-4148-95DF-299673D9159E}"/>
          </ac:spMkLst>
        </pc:spChg>
        <pc:graphicFrameChg chg="mod modGraphic">
          <ac:chgData name="Nikki Papenfus" userId="2a405823-0c8b-419b-afb6-8159926c2e17" providerId="ADAL" clId="{7BDAE949-D224-4463-BD96-2C41BFBB586C}" dt="2023-10-26T10:30:06.672" v="3660" actId="242"/>
          <ac:graphicFrameMkLst>
            <pc:docMk/>
            <pc:sldMk cId="2724100360" sldId="481"/>
            <ac:graphicFrameMk id="2" creationId="{3C3FDA59-0A22-1DFE-0E49-0D08F389FCAB}"/>
          </ac:graphicFrameMkLst>
        </pc:graphicFrameChg>
      </pc:sldChg>
      <pc:sldChg chg="del">
        <pc:chgData name="Nikki Papenfus" userId="2a405823-0c8b-419b-afb6-8159926c2e17" providerId="ADAL" clId="{7BDAE949-D224-4463-BD96-2C41BFBB586C}" dt="2023-10-25T16:10:10.563" v="892" actId="47"/>
        <pc:sldMkLst>
          <pc:docMk/>
          <pc:sldMk cId="1412870570" sldId="482"/>
        </pc:sldMkLst>
      </pc:sldChg>
      <pc:sldChg chg="del">
        <pc:chgData name="Nikki Papenfus" userId="2a405823-0c8b-419b-afb6-8159926c2e17" providerId="ADAL" clId="{7BDAE949-D224-4463-BD96-2C41BFBB586C}" dt="2023-10-25T16:10:17.434" v="893" actId="47"/>
        <pc:sldMkLst>
          <pc:docMk/>
          <pc:sldMk cId="1897495795" sldId="483"/>
        </pc:sldMkLst>
      </pc:sldChg>
      <pc:sldChg chg="addSp delSp modSp mod">
        <pc:chgData name="Nikki Papenfus" userId="2a405823-0c8b-419b-afb6-8159926c2e17" providerId="ADAL" clId="{7BDAE949-D224-4463-BD96-2C41BFBB586C}" dt="2023-10-27T08:10:13.456" v="3952" actId="6549"/>
        <pc:sldMkLst>
          <pc:docMk/>
          <pc:sldMk cId="324089379" sldId="484"/>
        </pc:sldMkLst>
        <pc:spChg chg="mod">
          <ac:chgData name="Nikki Papenfus" userId="2a405823-0c8b-419b-afb6-8159926c2e17" providerId="ADAL" clId="{7BDAE949-D224-4463-BD96-2C41BFBB586C}" dt="2023-10-26T10:24:14.202" v="3508" actId="948"/>
          <ac:spMkLst>
            <pc:docMk/>
            <pc:sldMk cId="324089379" sldId="484"/>
            <ac:spMk id="3" creationId="{BB42F1BE-D9F2-58AB-7E04-F27CC683C8BE}"/>
          </ac:spMkLst>
        </pc:spChg>
        <pc:spChg chg="add del mod topLvl">
          <ac:chgData name="Nikki Papenfus" userId="2a405823-0c8b-419b-afb6-8159926c2e17" providerId="ADAL" clId="{7BDAE949-D224-4463-BD96-2C41BFBB586C}" dt="2023-10-26T10:08:32.423" v="3028" actId="478"/>
          <ac:spMkLst>
            <pc:docMk/>
            <pc:sldMk cId="324089379" sldId="484"/>
            <ac:spMk id="4" creationId="{4E96BC4A-FEA5-8C1C-56F7-1FF4F071899E}"/>
          </ac:spMkLst>
        </pc:spChg>
        <pc:spChg chg="add del mod topLvl">
          <ac:chgData name="Nikki Papenfus" userId="2a405823-0c8b-419b-afb6-8159926c2e17" providerId="ADAL" clId="{7BDAE949-D224-4463-BD96-2C41BFBB586C}" dt="2023-10-26T10:08:32.926" v="3029" actId="478"/>
          <ac:spMkLst>
            <pc:docMk/>
            <pc:sldMk cId="324089379" sldId="484"/>
            <ac:spMk id="5" creationId="{08026F29-18AB-0BDC-6E4B-7F3B5B735E93}"/>
          </ac:spMkLst>
        </pc:spChg>
        <pc:spChg chg="add del">
          <ac:chgData name="Nikki Papenfus" userId="2a405823-0c8b-419b-afb6-8159926c2e17" providerId="ADAL" clId="{7BDAE949-D224-4463-BD96-2C41BFBB586C}" dt="2023-10-26T10:02:05.695" v="2804" actId="478"/>
          <ac:spMkLst>
            <pc:docMk/>
            <pc:sldMk cId="324089379" sldId="484"/>
            <ac:spMk id="11" creationId="{718D3974-8212-43F4-7B69-7F45E6F50A67}"/>
          </ac:spMkLst>
        </pc:spChg>
        <pc:spChg chg="add mod">
          <ac:chgData name="Nikki Papenfus" userId="2a405823-0c8b-419b-afb6-8159926c2e17" providerId="ADAL" clId="{7BDAE949-D224-4463-BD96-2C41BFBB586C}" dt="2023-10-26T10:19:15.023" v="3339" actId="1037"/>
          <ac:spMkLst>
            <pc:docMk/>
            <pc:sldMk cId="324089379" sldId="484"/>
            <ac:spMk id="16" creationId="{254B2D90-69D3-E405-A4D7-8920A4812651}"/>
          </ac:spMkLst>
        </pc:spChg>
        <pc:spChg chg="add mod">
          <ac:chgData name="Nikki Papenfus" userId="2a405823-0c8b-419b-afb6-8159926c2e17" providerId="ADAL" clId="{7BDAE949-D224-4463-BD96-2C41BFBB586C}" dt="2023-10-26T10:19:15.023" v="3339" actId="1037"/>
          <ac:spMkLst>
            <pc:docMk/>
            <pc:sldMk cId="324089379" sldId="484"/>
            <ac:spMk id="17" creationId="{8AD537B5-9331-3F3A-C346-11B0AF8CE91B}"/>
          </ac:spMkLst>
        </pc:spChg>
        <pc:spChg chg="add mod ord">
          <ac:chgData name="Nikki Papenfus" userId="2a405823-0c8b-419b-afb6-8159926c2e17" providerId="ADAL" clId="{7BDAE949-D224-4463-BD96-2C41BFBB586C}" dt="2023-10-26T10:26:13.920" v="3604" actId="166"/>
          <ac:spMkLst>
            <pc:docMk/>
            <pc:sldMk cId="324089379" sldId="484"/>
            <ac:spMk id="18" creationId="{291FD82A-4F7C-4708-D523-19A7DE8FD0E7}"/>
          </ac:spMkLst>
        </pc:spChg>
        <pc:spChg chg="add mod">
          <ac:chgData name="Nikki Papenfus" userId="2a405823-0c8b-419b-afb6-8159926c2e17" providerId="ADAL" clId="{7BDAE949-D224-4463-BD96-2C41BFBB586C}" dt="2023-10-26T10:25:00.724" v="3566" actId="1037"/>
          <ac:spMkLst>
            <pc:docMk/>
            <pc:sldMk cId="324089379" sldId="484"/>
            <ac:spMk id="19" creationId="{8EE1E149-664B-1293-B9A7-74DD14CC424E}"/>
          </ac:spMkLst>
        </pc:spChg>
        <pc:spChg chg="add mod ord">
          <ac:chgData name="Nikki Papenfus" userId="2a405823-0c8b-419b-afb6-8159926c2e17" providerId="ADAL" clId="{7BDAE949-D224-4463-BD96-2C41BFBB586C}" dt="2023-10-26T10:26:43.580" v="3609" actId="166"/>
          <ac:spMkLst>
            <pc:docMk/>
            <pc:sldMk cId="324089379" sldId="484"/>
            <ac:spMk id="20" creationId="{ED9A6884-9871-2379-BABF-940CF912B6CA}"/>
          </ac:spMkLst>
        </pc:spChg>
        <pc:spChg chg="add mod">
          <ac:chgData name="Nikki Papenfus" userId="2a405823-0c8b-419b-afb6-8159926c2e17" providerId="ADAL" clId="{7BDAE949-D224-4463-BD96-2C41BFBB586C}" dt="2023-10-26T10:25:34.585" v="3573" actId="1035"/>
          <ac:spMkLst>
            <pc:docMk/>
            <pc:sldMk cId="324089379" sldId="484"/>
            <ac:spMk id="21" creationId="{CB256AF2-FFCB-558E-24DA-59D3F40BBC06}"/>
          </ac:spMkLst>
        </pc:spChg>
        <pc:spChg chg="add del mod">
          <ac:chgData name="Nikki Papenfus" userId="2a405823-0c8b-419b-afb6-8159926c2e17" providerId="ADAL" clId="{7BDAE949-D224-4463-BD96-2C41BFBB586C}" dt="2023-10-26T10:10:15.733" v="3087" actId="478"/>
          <ac:spMkLst>
            <pc:docMk/>
            <pc:sldMk cId="324089379" sldId="484"/>
            <ac:spMk id="23" creationId="{2210ACF0-C653-F10C-BCE1-A93179D54FE2}"/>
          </ac:spMkLst>
        </pc:spChg>
        <pc:spChg chg="add del mod">
          <ac:chgData name="Nikki Papenfus" userId="2a405823-0c8b-419b-afb6-8159926c2e17" providerId="ADAL" clId="{7BDAE949-D224-4463-BD96-2C41BFBB586C}" dt="2023-10-26T10:10:14.571" v="3086" actId="478"/>
          <ac:spMkLst>
            <pc:docMk/>
            <pc:sldMk cId="324089379" sldId="484"/>
            <ac:spMk id="24" creationId="{D73F3EED-DD19-ACC8-EAA0-C537E7546B88}"/>
          </ac:spMkLst>
        </pc:spChg>
        <pc:spChg chg="mod topLvl">
          <ac:chgData name="Nikki Papenfus" userId="2a405823-0c8b-419b-afb6-8159926c2e17" providerId="ADAL" clId="{7BDAE949-D224-4463-BD96-2C41BFBB586C}" dt="2023-10-26T10:28:20.582" v="3646" actId="14100"/>
          <ac:spMkLst>
            <pc:docMk/>
            <pc:sldMk cId="324089379" sldId="484"/>
            <ac:spMk id="32" creationId="{188594E2-F5D3-D0F5-405A-5F46076BC459}"/>
          </ac:spMkLst>
        </pc:spChg>
        <pc:spChg chg="mod topLvl">
          <ac:chgData name="Nikki Papenfus" userId="2a405823-0c8b-419b-afb6-8159926c2e17" providerId="ADAL" clId="{7BDAE949-D224-4463-BD96-2C41BFBB586C}" dt="2023-10-27T08:10:13.456" v="3952" actId="6549"/>
          <ac:spMkLst>
            <pc:docMk/>
            <pc:sldMk cId="324089379" sldId="484"/>
            <ac:spMk id="34" creationId="{4DA2E7B2-C2A5-4185-BB23-F40C23BDD30E}"/>
          </ac:spMkLst>
        </pc:spChg>
        <pc:spChg chg="del mod topLvl">
          <ac:chgData name="Nikki Papenfus" userId="2a405823-0c8b-419b-afb6-8159926c2e17" providerId="ADAL" clId="{7BDAE949-D224-4463-BD96-2C41BFBB586C}" dt="2023-10-26T10:07:40.685" v="3012" actId="478"/>
          <ac:spMkLst>
            <pc:docMk/>
            <pc:sldMk cId="324089379" sldId="484"/>
            <ac:spMk id="36" creationId="{176320B9-DE20-2EF6-8A53-E7166C26FCEE}"/>
          </ac:spMkLst>
        </pc:spChg>
        <pc:spChg chg="mod topLvl">
          <ac:chgData name="Nikki Papenfus" userId="2a405823-0c8b-419b-afb6-8159926c2e17" providerId="ADAL" clId="{7BDAE949-D224-4463-BD96-2C41BFBB586C}" dt="2023-10-26T10:26:25.115" v="3607" actId="1038"/>
          <ac:spMkLst>
            <pc:docMk/>
            <pc:sldMk cId="324089379" sldId="484"/>
            <ac:spMk id="38" creationId="{5D3562F8-D739-4AA7-1443-5BA1A8987D17}"/>
          </ac:spMkLst>
        </pc:spChg>
        <pc:spChg chg="add del mod">
          <ac:chgData name="Nikki Papenfus" userId="2a405823-0c8b-419b-afb6-8159926c2e17" providerId="ADAL" clId="{7BDAE949-D224-4463-BD96-2C41BFBB586C}" dt="2023-10-26T10:19:30.959" v="3345" actId="478"/>
          <ac:spMkLst>
            <pc:docMk/>
            <pc:sldMk cId="324089379" sldId="484"/>
            <ac:spMk id="39" creationId="{48D3F568-1BFC-74DD-66AB-B3462E83F9CE}"/>
          </ac:spMkLst>
        </pc:spChg>
        <pc:spChg chg="del mod topLvl">
          <ac:chgData name="Nikki Papenfus" userId="2a405823-0c8b-419b-afb6-8159926c2e17" providerId="ADAL" clId="{7BDAE949-D224-4463-BD96-2C41BFBB586C}" dt="2023-10-26T10:08:33.560" v="3030" actId="478"/>
          <ac:spMkLst>
            <pc:docMk/>
            <pc:sldMk cId="324089379" sldId="484"/>
            <ac:spMk id="40" creationId="{A57B475D-D6DC-E207-E1ED-FA2AB75A009B}"/>
          </ac:spMkLst>
        </pc:spChg>
        <pc:spChg chg="add del mod">
          <ac:chgData name="Nikki Papenfus" userId="2a405823-0c8b-419b-afb6-8159926c2e17" providerId="ADAL" clId="{7BDAE949-D224-4463-BD96-2C41BFBB586C}" dt="2023-10-26T10:19:31.477" v="3346" actId="478"/>
          <ac:spMkLst>
            <pc:docMk/>
            <pc:sldMk cId="324089379" sldId="484"/>
            <ac:spMk id="41" creationId="{9CAAC5D0-BF4F-6DE4-D6C6-AF7AD374AEE5}"/>
          </ac:spMkLst>
        </pc:spChg>
        <pc:spChg chg="mod topLvl">
          <ac:chgData name="Nikki Papenfus" userId="2a405823-0c8b-419b-afb6-8159926c2e17" providerId="ADAL" clId="{7BDAE949-D224-4463-BD96-2C41BFBB586C}" dt="2023-10-26T10:28:15.237" v="3645" actId="1035"/>
          <ac:spMkLst>
            <pc:docMk/>
            <pc:sldMk cId="324089379" sldId="484"/>
            <ac:spMk id="42" creationId="{0DBCB3D6-9F3D-F8E5-50D5-63FDDCBDE0AC}"/>
          </ac:spMkLst>
        </pc:spChg>
        <pc:spChg chg="add del mod">
          <ac:chgData name="Nikki Papenfus" userId="2a405823-0c8b-419b-afb6-8159926c2e17" providerId="ADAL" clId="{7BDAE949-D224-4463-BD96-2C41BFBB586C}" dt="2023-10-26T10:19:30.581" v="3344" actId="478"/>
          <ac:spMkLst>
            <pc:docMk/>
            <pc:sldMk cId="324089379" sldId="484"/>
            <ac:spMk id="43" creationId="{EB234795-02AC-C3BC-7D8D-A68E5DA1F1A5}"/>
          </ac:spMkLst>
        </pc:spChg>
        <pc:spChg chg="del mod topLvl">
          <ac:chgData name="Nikki Papenfus" userId="2a405823-0c8b-419b-afb6-8159926c2e17" providerId="ADAL" clId="{7BDAE949-D224-4463-BD96-2C41BFBB586C}" dt="2023-10-25T16:07:29.225" v="841" actId="478"/>
          <ac:spMkLst>
            <pc:docMk/>
            <pc:sldMk cId="324089379" sldId="484"/>
            <ac:spMk id="44" creationId="{7BC692A1-0134-B8A4-C499-9FED1A0C3748}"/>
          </ac:spMkLst>
        </pc:spChg>
        <pc:spChg chg="mod topLvl">
          <ac:chgData name="Nikki Papenfus" userId="2a405823-0c8b-419b-afb6-8159926c2e17" providerId="ADAL" clId="{7BDAE949-D224-4463-BD96-2C41BFBB586C}" dt="2023-10-26T10:19:15.023" v="3339" actId="1037"/>
          <ac:spMkLst>
            <pc:docMk/>
            <pc:sldMk cId="324089379" sldId="484"/>
            <ac:spMk id="46" creationId="{A41589C7-5C1D-B792-5DF5-EC03F777D1C2}"/>
          </ac:spMkLst>
        </pc:spChg>
        <pc:spChg chg="del mod topLvl">
          <ac:chgData name="Nikki Papenfus" userId="2a405823-0c8b-419b-afb6-8159926c2e17" providerId="ADAL" clId="{7BDAE949-D224-4463-BD96-2C41BFBB586C}" dt="2023-10-26T10:07:43.125" v="3014" actId="478"/>
          <ac:spMkLst>
            <pc:docMk/>
            <pc:sldMk cId="324089379" sldId="484"/>
            <ac:spMk id="48" creationId="{CCF22691-41F5-BAA2-B155-68AF9303A0E9}"/>
          </ac:spMkLst>
        </pc:spChg>
        <pc:spChg chg="del mod topLvl">
          <ac:chgData name="Nikki Papenfus" userId="2a405823-0c8b-419b-afb6-8159926c2e17" providerId="ADAL" clId="{7BDAE949-D224-4463-BD96-2C41BFBB586C}" dt="2023-10-26T10:08:31.633" v="3027" actId="478"/>
          <ac:spMkLst>
            <pc:docMk/>
            <pc:sldMk cId="324089379" sldId="484"/>
            <ac:spMk id="50" creationId="{E6FFE2D4-2B50-8361-1717-2131203BAEC1}"/>
          </ac:spMkLst>
        </pc:spChg>
        <pc:spChg chg="mod ord">
          <ac:chgData name="Nikki Papenfus" userId="2a405823-0c8b-419b-afb6-8159926c2e17" providerId="ADAL" clId="{7BDAE949-D224-4463-BD96-2C41BFBB586C}" dt="2023-10-26T10:28:15.237" v="3645" actId="1035"/>
          <ac:spMkLst>
            <pc:docMk/>
            <pc:sldMk cId="324089379" sldId="484"/>
            <ac:spMk id="57" creationId="{747AD4AD-E35C-75F2-4224-5D13AABEFAB5}"/>
          </ac:spMkLst>
        </pc:spChg>
        <pc:grpChg chg="add del mod">
          <ac:chgData name="Nikki Papenfus" userId="2a405823-0c8b-419b-afb6-8159926c2e17" providerId="ADAL" clId="{7BDAE949-D224-4463-BD96-2C41BFBB586C}" dt="2023-10-26T10:04:58.217" v="2987" actId="165"/>
          <ac:grpSpMkLst>
            <pc:docMk/>
            <pc:sldMk cId="324089379" sldId="484"/>
            <ac:grpSpMk id="6" creationId="{1D60E73C-5184-4D63-CFBC-388E34218DEA}"/>
          </ac:grpSpMkLst>
        </pc:grpChg>
        <pc:grpChg chg="add del mod">
          <ac:chgData name="Nikki Papenfus" userId="2a405823-0c8b-419b-afb6-8159926c2e17" providerId="ADAL" clId="{7BDAE949-D224-4463-BD96-2C41BFBB586C}" dt="2023-10-26T10:08:30.011" v="3026" actId="165"/>
          <ac:grpSpMkLst>
            <pc:docMk/>
            <pc:sldMk cId="324089379" sldId="484"/>
            <ac:grpSpMk id="15" creationId="{810987B7-DE32-539B-DFCA-580E3BA8D751}"/>
          </ac:grpSpMkLst>
        </pc:grpChg>
        <pc:grpChg chg="add mod">
          <ac:chgData name="Nikki Papenfus" userId="2a405823-0c8b-419b-afb6-8159926c2e17" providerId="ADAL" clId="{7BDAE949-D224-4463-BD96-2C41BFBB586C}" dt="2023-10-26T10:28:15.237" v="3645" actId="1035"/>
          <ac:grpSpMkLst>
            <pc:docMk/>
            <pc:sldMk cId="324089379" sldId="484"/>
            <ac:grpSpMk id="22" creationId="{395738DE-6609-648C-D026-C59D89EDE22D}"/>
          </ac:grpSpMkLst>
        </pc:grpChg>
        <pc:grpChg chg="add mod ord">
          <ac:chgData name="Nikki Papenfus" userId="2a405823-0c8b-419b-afb6-8159926c2e17" providerId="ADAL" clId="{7BDAE949-D224-4463-BD96-2C41BFBB586C}" dt="2023-10-26T10:28:25.919" v="3648" actId="14100"/>
          <ac:grpSpMkLst>
            <pc:docMk/>
            <pc:sldMk cId="324089379" sldId="484"/>
            <ac:grpSpMk id="52" creationId="{655026D0-C85E-D8C7-314B-9ECC177A13A9}"/>
          </ac:grpSpMkLst>
        </pc:grpChg>
        <pc:grpChg chg="del mod">
          <ac:chgData name="Nikki Papenfus" userId="2a405823-0c8b-419b-afb6-8159926c2e17" providerId="ADAL" clId="{7BDAE949-D224-4463-BD96-2C41BFBB586C}" dt="2023-10-25T16:04:55.916" v="705" actId="165"/>
          <ac:grpSpMkLst>
            <pc:docMk/>
            <pc:sldMk cId="324089379" sldId="484"/>
            <ac:grpSpMk id="55" creationId="{1DAF3C6C-CA92-D985-6070-AEC2BED550BC}"/>
          </ac:grpSpMkLst>
        </pc:grpChg>
        <pc:cxnChg chg="add del mod">
          <ac:chgData name="Nikki Papenfus" userId="2a405823-0c8b-419b-afb6-8159926c2e17" providerId="ADAL" clId="{7BDAE949-D224-4463-BD96-2C41BFBB586C}" dt="2023-10-26T10:05:31.008" v="2990" actId="478"/>
          <ac:cxnSpMkLst>
            <pc:docMk/>
            <pc:sldMk cId="324089379" sldId="484"/>
            <ac:cxnSpMk id="7" creationId="{872CF766-F8BC-4FFF-3A27-5DD859D7843B}"/>
          </ac:cxnSpMkLst>
        </pc:cxnChg>
        <pc:cxnChg chg="add del mod">
          <ac:chgData name="Nikki Papenfus" userId="2a405823-0c8b-419b-afb6-8159926c2e17" providerId="ADAL" clId="{7BDAE949-D224-4463-BD96-2C41BFBB586C}" dt="2023-10-26T10:21:58.270" v="3368" actId="478"/>
          <ac:cxnSpMkLst>
            <pc:docMk/>
            <pc:sldMk cId="324089379" sldId="484"/>
            <ac:cxnSpMk id="8" creationId="{EFC67FD6-42BA-D404-9B74-DC79279C5D1C}"/>
          </ac:cxnSpMkLst>
        </pc:cxnChg>
        <pc:cxnChg chg="add del mod">
          <ac:chgData name="Nikki Papenfus" userId="2a405823-0c8b-419b-afb6-8159926c2e17" providerId="ADAL" clId="{7BDAE949-D224-4463-BD96-2C41BFBB586C}" dt="2023-10-26T10:21:56.711" v="3367" actId="478"/>
          <ac:cxnSpMkLst>
            <pc:docMk/>
            <pc:sldMk cId="324089379" sldId="484"/>
            <ac:cxnSpMk id="9" creationId="{2929B2B9-6338-F44C-6F42-604E8D10F0B0}"/>
          </ac:cxnSpMkLst>
        </pc:cxnChg>
        <pc:cxnChg chg="add del mod">
          <ac:chgData name="Nikki Papenfus" userId="2a405823-0c8b-419b-afb6-8159926c2e17" providerId="ADAL" clId="{7BDAE949-D224-4463-BD96-2C41BFBB586C}" dt="2023-10-26T10:25:59.769" v="3600" actId="164"/>
          <ac:cxnSpMkLst>
            <pc:docMk/>
            <pc:sldMk cId="324089379" sldId="484"/>
            <ac:cxnSpMk id="10" creationId="{14C8F5D5-9B5F-4EF8-F3AC-34D5005ED932}"/>
          </ac:cxnSpMkLst>
        </pc:cxnChg>
        <pc:cxnChg chg="add del mod">
          <ac:chgData name="Nikki Papenfus" userId="2a405823-0c8b-419b-afb6-8159926c2e17" providerId="ADAL" clId="{7BDAE949-D224-4463-BD96-2C41BFBB586C}" dt="2023-10-26T10:21:54.501" v="3366" actId="478"/>
          <ac:cxnSpMkLst>
            <pc:docMk/>
            <pc:sldMk cId="324089379" sldId="484"/>
            <ac:cxnSpMk id="12" creationId="{DE840965-B5BC-9444-749A-F9EDE1351549}"/>
          </ac:cxnSpMkLst>
        </pc:cxnChg>
        <pc:cxnChg chg="add del mod">
          <ac:chgData name="Nikki Papenfus" userId="2a405823-0c8b-419b-afb6-8159926c2e17" providerId="ADAL" clId="{7BDAE949-D224-4463-BD96-2C41BFBB586C}" dt="2023-10-26T10:03:27.720" v="2842"/>
          <ac:cxnSpMkLst>
            <pc:docMk/>
            <pc:sldMk cId="324089379" sldId="484"/>
            <ac:cxnSpMk id="13" creationId="{2AC97A57-03D2-6AFC-C713-B063DAD060C4}"/>
          </ac:cxnSpMkLst>
        </pc:cxnChg>
        <pc:cxnChg chg="add del mod">
          <ac:chgData name="Nikki Papenfus" userId="2a405823-0c8b-419b-afb6-8159926c2e17" providerId="ADAL" clId="{7BDAE949-D224-4463-BD96-2C41BFBB586C}" dt="2023-10-26T10:03:26.808" v="2840"/>
          <ac:cxnSpMkLst>
            <pc:docMk/>
            <pc:sldMk cId="324089379" sldId="484"/>
            <ac:cxnSpMk id="14" creationId="{8D5CB0D7-DF07-BF32-FF45-64532BEC51C1}"/>
          </ac:cxnSpMkLst>
        </pc:cxnChg>
        <pc:cxnChg chg="add mod">
          <ac:chgData name="Nikki Papenfus" userId="2a405823-0c8b-419b-afb6-8159926c2e17" providerId="ADAL" clId="{7BDAE949-D224-4463-BD96-2C41BFBB586C}" dt="2023-10-26T10:25:59.769" v="3600" actId="164"/>
          <ac:cxnSpMkLst>
            <pc:docMk/>
            <pc:sldMk cId="324089379" sldId="484"/>
            <ac:cxnSpMk id="45" creationId="{C0A14544-01BA-7D26-25D8-A24D7A3BF3AA}"/>
          </ac:cxnSpMkLst>
        </pc:cxnChg>
        <pc:cxnChg chg="add del mod">
          <ac:chgData name="Nikki Papenfus" userId="2a405823-0c8b-419b-afb6-8159926c2e17" providerId="ADAL" clId="{7BDAE949-D224-4463-BD96-2C41BFBB586C}" dt="2023-10-26T10:25:52.121" v="3599" actId="478"/>
          <ac:cxnSpMkLst>
            <pc:docMk/>
            <pc:sldMk cId="324089379" sldId="484"/>
            <ac:cxnSpMk id="47" creationId="{35E05456-C762-2EC5-6218-30D78DCC7218}"/>
          </ac:cxnSpMkLst>
        </pc:cxnChg>
        <pc:cxnChg chg="add mod">
          <ac:chgData name="Nikki Papenfus" userId="2a405823-0c8b-419b-afb6-8159926c2e17" providerId="ADAL" clId="{7BDAE949-D224-4463-BD96-2C41BFBB586C}" dt="2023-10-26T10:25:59.769" v="3600" actId="164"/>
          <ac:cxnSpMkLst>
            <pc:docMk/>
            <pc:sldMk cId="324089379" sldId="484"/>
            <ac:cxnSpMk id="49" creationId="{DD9F9E72-2DD1-E921-AFDE-BC2C06B61A6E}"/>
          </ac:cxnSpMkLst>
        </pc:cxnChg>
        <pc:cxnChg chg="add mod">
          <ac:chgData name="Nikki Papenfus" userId="2a405823-0c8b-419b-afb6-8159926c2e17" providerId="ADAL" clId="{7BDAE949-D224-4463-BD96-2C41BFBB586C}" dt="2023-10-26T10:25:59.769" v="3600" actId="164"/>
          <ac:cxnSpMkLst>
            <pc:docMk/>
            <pc:sldMk cId="324089379" sldId="484"/>
            <ac:cxnSpMk id="51" creationId="{0DD17198-8F43-31B1-7FD4-DB717C57DA46}"/>
          </ac:cxnSpMkLst>
        </pc:cxnChg>
        <pc:cxnChg chg="del mod topLvl">
          <ac:chgData name="Nikki Papenfus" userId="2a405823-0c8b-419b-afb6-8159926c2e17" providerId="ADAL" clId="{7BDAE949-D224-4463-BD96-2C41BFBB586C}" dt="2023-10-26T10:21:59.153" v="3369" actId="478"/>
          <ac:cxnSpMkLst>
            <pc:docMk/>
            <pc:sldMk cId="324089379" sldId="484"/>
            <ac:cxnSpMk id="54" creationId="{327D3576-A6DB-624A-EDED-1341A66F89C7}"/>
          </ac:cxnSpMkLst>
        </pc:cxnChg>
      </pc:sldChg>
      <pc:sldChg chg="addSp delSp modSp mod addCm delCm">
        <pc:chgData name="Nikki Papenfus" userId="2a405823-0c8b-419b-afb6-8159926c2e17" providerId="ADAL" clId="{7BDAE949-D224-4463-BD96-2C41BFBB586C}" dt="2023-10-27T08:11:52.488" v="3964" actId="1038"/>
        <pc:sldMkLst>
          <pc:docMk/>
          <pc:sldMk cId="975271368" sldId="485"/>
        </pc:sldMkLst>
        <pc:spChg chg="mod">
          <ac:chgData name="Nikki Papenfus" userId="2a405823-0c8b-419b-afb6-8159926c2e17" providerId="ADAL" clId="{7BDAE949-D224-4463-BD96-2C41BFBB586C}" dt="2023-10-27T08:09:06.869" v="3937" actId="6549"/>
          <ac:spMkLst>
            <pc:docMk/>
            <pc:sldMk cId="975271368" sldId="485"/>
            <ac:spMk id="3" creationId="{804C656F-3AAB-48C0-B167-4723DFB899F7}"/>
          </ac:spMkLst>
        </pc:spChg>
        <pc:spChg chg="add del mod">
          <ac:chgData name="Nikki Papenfus" userId="2a405823-0c8b-419b-afb6-8159926c2e17" providerId="ADAL" clId="{7BDAE949-D224-4463-BD96-2C41BFBB586C}" dt="2023-10-26T09:52:45.752" v="2272" actId="12789"/>
          <ac:spMkLst>
            <pc:docMk/>
            <pc:sldMk cId="975271368" sldId="485"/>
            <ac:spMk id="8" creationId="{5BE6DD73-466C-7743-6862-6ACA9A770081}"/>
          </ac:spMkLst>
        </pc:spChg>
        <pc:spChg chg="mod">
          <ac:chgData name="Nikki Papenfus" userId="2a405823-0c8b-419b-afb6-8159926c2e17" providerId="ADAL" clId="{7BDAE949-D224-4463-BD96-2C41BFBB586C}" dt="2023-10-26T09:49:57.294" v="2124" actId="1076"/>
          <ac:spMkLst>
            <pc:docMk/>
            <pc:sldMk cId="975271368" sldId="485"/>
            <ac:spMk id="9" creationId="{560B050B-65DF-08FB-F349-98EE2CFE74AD}"/>
          </ac:spMkLst>
        </pc:spChg>
        <pc:picChg chg="mod">
          <ac:chgData name="Nikki Papenfus" userId="2a405823-0c8b-419b-afb6-8159926c2e17" providerId="ADAL" clId="{7BDAE949-D224-4463-BD96-2C41BFBB586C}" dt="2023-10-26T09:49:55.215" v="2123" actId="1076"/>
          <ac:picMkLst>
            <pc:docMk/>
            <pc:sldMk cId="975271368" sldId="485"/>
            <ac:picMk id="5" creationId="{EDAFC790-7CC5-1BE2-422C-78FA0C9CF876}"/>
          </ac:picMkLst>
        </pc:picChg>
        <pc:picChg chg="add del mod">
          <ac:chgData name="Nikki Papenfus" userId="2a405823-0c8b-419b-afb6-8159926c2e17" providerId="ADAL" clId="{7BDAE949-D224-4463-BD96-2C41BFBB586C}" dt="2023-10-26T09:37:04.545" v="1703" actId="478"/>
          <ac:picMkLst>
            <pc:docMk/>
            <pc:sldMk cId="975271368" sldId="485"/>
            <ac:picMk id="6" creationId="{14D3A021-3D6B-5C42-264E-1B150997C970}"/>
          </ac:picMkLst>
        </pc:picChg>
        <pc:picChg chg="add mod">
          <ac:chgData name="Nikki Papenfus" userId="2a405823-0c8b-419b-afb6-8159926c2e17" providerId="ADAL" clId="{7BDAE949-D224-4463-BD96-2C41BFBB586C}" dt="2023-10-27T08:11:52.488" v="3964" actId="1038"/>
          <ac:picMkLst>
            <pc:docMk/>
            <pc:sldMk cId="975271368" sldId="485"/>
            <ac:picMk id="6" creationId="{98B9B7AB-D20B-6015-D311-3006E19E1454}"/>
          </ac:picMkLst>
        </pc:picChg>
        <pc:picChg chg="mod">
          <ac:chgData name="Nikki Papenfus" userId="2a405823-0c8b-419b-afb6-8159926c2e17" providerId="ADAL" clId="{7BDAE949-D224-4463-BD96-2C41BFBB586C}" dt="2023-10-26T09:49:52.879" v="2122" actId="1076"/>
          <ac:picMkLst>
            <pc:docMk/>
            <pc:sldMk cId="975271368" sldId="485"/>
            <ac:picMk id="7" creationId="{7F310492-AC24-0554-0599-3CBAB883A9B2}"/>
          </ac:picMkLst>
        </pc:picChg>
        <pc:picChg chg="add del mod">
          <ac:chgData name="Nikki Papenfus" userId="2a405823-0c8b-419b-afb6-8159926c2e17" providerId="ADAL" clId="{7BDAE949-D224-4463-BD96-2C41BFBB586C}" dt="2023-10-26T09:37:23.409" v="1709" actId="478"/>
          <ac:picMkLst>
            <pc:docMk/>
            <pc:sldMk cId="975271368" sldId="485"/>
            <ac:picMk id="11" creationId="{0F6376B0-C84F-7353-0C30-04DF0637BD00}"/>
          </ac:picMkLst>
        </pc:picChg>
        <pc:picChg chg="add mod">
          <ac:chgData name="Nikki Papenfus" userId="2a405823-0c8b-419b-afb6-8159926c2e17" providerId="ADAL" clId="{7BDAE949-D224-4463-BD96-2C41BFBB586C}" dt="2023-10-27T07:54:58.662" v="3858" actId="14100"/>
          <ac:picMkLst>
            <pc:docMk/>
            <pc:sldMk cId="975271368" sldId="485"/>
            <ac:picMk id="11" creationId="{3F089207-8578-E190-5BCD-8D6DF588ECB7}"/>
          </ac:picMkLst>
        </pc:picChg>
        <pc:picChg chg="add del">
          <ac:chgData name="Nikki Papenfus" userId="2a405823-0c8b-419b-afb6-8159926c2e17" providerId="ADAL" clId="{7BDAE949-D224-4463-BD96-2C41BFBB586C}" dt="2023-10-26T09:37:12.067" v="1705" actId="478"/>
          <ac:picMkLst>
            <pc:docMk/>
            <pc:sldMk cId="975271368" sldId="485"/>
            <ac:picMk id="13" creationId="{5E030A13-A089-6831-696B-4CB9B7F6C66B}"/>
          </ac:picMkLst>
        </pc:picChg>
        <pc:picChg chg="add del mod modCrop">
          <ac:chgData name="Nikki Papenfus" userId="2a405823-0c8b-419b-afb6-8159926c2e17" providerId="ADAL" clId="{7BDAE949-D224-4463-BD96-2C41BFBB586C}" dt="2023-10-26T09:52:29.696" v="2264" actId="478"/>
          <ac:picMkLst>
            <pc:docMk/>
            <pc:sldMk cId="975271368" sldId="485"/>
            <ac:picMk id="15" creationId="{04301EC7-D81F-142C-2A09-26D43D8C36C4}"/>
          </ac:picMkLst>
        </pc:picChg>
        <pc:picChg chg="add del mod">
          <ac:chgData name="Nikki Papenfus" userId="2a405823-0c8b-419b-afb6-8159926c2e17" providerId="ADAL" clId="{7BDAE949-D224-4463-BD96-2C41BFBB586C}" dt="2023-10-26T09:52:35.480" v="2267" actId="478"/>
          <ac:picMkLst>
            <pc:docMk/>
            <pc:sldMk cId="975271368" sldId="485"/>
            <ac:picMk id="17" creationId="{E860914E-9249-9914-A844-4958856CD032}"/>
          </ac:picMkLst>
        </pc:picChg>
        <pc:picChg chg="add del mod">
          <ac:chgData name="Nikki Papenfus" userId="2a405823-0c8b-419b-afb6-8159926c2e17" providerId="ADAL" clId="{7BDAE949-D224-4463-BD96-2C41BFBB586C}" dt="2023-10-27T07:54:11.312" v="3853" actId="478"/>
          <ac:picMkLst>
            <pc:docMk/>
            <pc:sldMk cId="975271368" sldId="485"/>
            <ac:picMk id="18" creationId="{547338C2-2676-D983-3C51-7C01A1966327}"/>
          </ac:picMkLst>
        </pc:picChg>
        <pc:picChg chg="add del mod">
          <ac:chgData name="Nikki Papenfus" userId="2a405823-0c8b-419b-afb6-8159926c2e17" providerId="ADAL" clId="{7BDAE949-D224-4463-BD96-2C41BFBB586C}" dt="2023-10-27T07:54:04.629" v="3850" actId="478"/>
          <ac:picMkLst>
            <pc:docMk/>
            <pc:sldMk cId="975271368" sldId="485"/>
            <ac:picMk id="19" creationId="{F198727D-B36A-9B3E-D52E-9CBF573A00E9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Nikki Papenfus" userId="2a405823-0c8b-419b-afb6-8159926c2e17" providerId="ADAL" clId="{7BDAE949-D224-4463-BD96-2C41BFBB586C}" dt="2023-10-25T16:09:52.589" v="885"/>
              <pc2:cmMkLst xmlns:pc2="http://schemas.microsoft.com/office/powerpoint/2019/9/main/command">
                <pc:docMk/>
                <pc:sldMk cId="975271368" sldId="485"/>
                <pc2:cmMk id="{7969ED34-715A-4F55-8349-6F4038681B3E}"/>
              </pc2:cmMkLst>
            </pc226:cmChg>
            <pc226:cmChg xmlns:pc226="http://schemas.microsoft.com/office/powerpoint/2022/06/main/command" chg="add">
              <pc226:chgData name="Nikki Papenfus" userId="2a405823-0c8b-419b-afb6-8159926c2e17" providerId="ADAL" clId="{7BDAE949-D224-4463-BD96-2C41BFBB586C}" dt="2023-10-26T09:49:27.995" v="2112"/>
              <pc2:cmMkLst xmlns:pc2="http://schemas.microsoft.com/office/powerpoint/2019/9/main/command">
                <pc:docMk/>
                <pc:sldMk cId="975271368" sldId="485"/>
                <pc2:cmMk id="{7BC18386-43A3-475A-847A-17A457BCB1E9}"/>
              </pc2:cmMkLst>
            </pc226:cmChg>
            <pc226:cmChg xmlns:pc226="http://schemas.microsoft.com/office/powerpoint/2022/06/main/command" chg="del">
              <pc226:chgData name="Nikki Papenfus" userId="2a405823-0c8b-419b-afb6-8159926c2e17" providerId="ADAL" clId="{7BDAE949-D224-4463-BD96-2C41BFBB586C}" dt="2023-10-25T16:09:51.409" v="884"/>
              <pc2:cmMkLst xmlns:pc2="http://schemas.microsoft.com/office/powerpoint/2019/9/main/command">
                <pc:docMk/>
                <pc:sldMk cId="975271368" sldId="485"/>
                <pc2:cmMk id="{16A81A91-C266-484D-B152-24C92863C68E}"/>
              </pc2:cmMkLst>
            </pc226:cmChg>
            <pc226:cmChg xmlns:pc226="http://schemas.microsoft.com/office/powerpoint/2022/06/main/command" chg="del">
              <pc226:chgData name="Nikki Papenfus" userId="2a405823-0c8b-419b-afb6-8159926c2e17" providerId="ADAL" clId="{7BDAE949-D224-4463-BD96-2C41BFBB586C}" dt="2023-10-25T16:09:54.333" v="887"/>
              <pc2:cmMkLst xmlns:pc2="http://schemas.microsoft.com/office/powerpoint/2019/9/main/command">
                <pc:docMk/>
                <pc:sldMk cId="975271368" sldId="485"/>
                <pc2:cmMk id="{EF0FF3A1-8A7D-44B1-AD0B-CD2D21BFF3F5}"/>
              </pc2:cmMkLst>
            </pc226:cmChg>
            <pc226:cmChg xmlns:pc226="http://schemas.microsoft.com/office/powerpoint/2022/06/main/command" chg="del">
              <pc226:chgData name="Nikki Papenfus" userId="2a405823-0c8b-419b-afb6-8159926c2e17" providerId="ADAL" clId="{7BDAE949-D224-4463-BD96-2C41BFBB586C}" dt="2023-10-25T16:09:53.422" v="886"/>
              <pc2:cmMkLst xmlns:pc2="http://schemas.microsoft.com/office/powerpoint/2019/9/main/command">
                <pc:docMk/>
                <pc:sldMk cId="975271368" sldId="485"/>
                <pc2:cmMk id="{3560E2D7-FC4F-4713-9960-74167ED1D442}"/>
              </pc2:cmMkLst>
            </pc226:cmChg>
            <pc226:cmChg xmlns:pc226="http://schemas.microsoft.com/office/powerpoint/2022/06/main/command" chg="del">
              <pc226:chgData name="Nikki Papenfus" userId="2a405823-0c8b-419b-afb6-8159926c2e17" providerId="ADAL" clId="{7BDAE949-D224-4463-BD96-2C41BFBB586C}" dt="2023-10-25T16:09:55.202" v="888"/>
              <pc2:cmMkLst xmlns:pc2="http://schemas.microsoft.com/office/powerpoint/2019/9/main/command">
                <pc:docMk/>
                <pc:sldMk cId="975271368" sldId="485"/>
                <pc2:cmMk id="{A348F9E6-E7E2-4A93-9DC2-61EC272DC9FB}"/>
              </pc2:cmMkLst>
            </pc226:cmChg>
          </p:ext>
        </pc:extLst>
      </pc:sldChg>
      <pc:sldChg chg="addSp delSp modSp mod delCm modCm">
        <pc:chgData name="Nikki Papenfus" userId="2a405823-0c8b-419b-afb6-8159926c2e17" providerId="ADAL" clId="{7BDAE949-D224-4463-BD96-2C41BFBB586C}" dt="2023-10-27T07:51:03.766" v="3811" actId="14100"/>
        <pc:sldMkLst>
          <pc:docMk/>
          <pc:sldMk cId="3547567370" sldId="486"/>
        </pc:sldMkLst>
        <pc:spChg chg="add mod">
          <ac:chgData name="Nikki Papenfus" userId="2a405823-0c8b-419b-afb6-8159926c2e17" providerId="ADAL" clId="{7BDAE949-D224-4463-BD96-2C41BFBB586C}" dt="2023-10-25T16:03:13.336" v="634" actId="14100"/>
          <ac:spMkLst>
            <pc:docMk/>
            <pc:sldMk cId="3547567370" sldId="486"/>
            <ac:spMk id="3" creationId="{6DB294CB-E797-3BF6-88E9-180B1097EE20}"/>
          </ac:spMkLst>
        </pc:spChg>
        <pc:spChg chg="add mod">
          <ac:chgData name="Nikki Papenfus" userId="2a405823-0c8b-419b-afb6-8159926c2e17" providerId="ADAL" clId="{7BDAE949-D224-4463-BD96-2C41BFBB586C}" dt="2023-10-25T16:03:18.438" v="635" actId="108"/>
          <ac:spMkLst>
            <pc:docMk/>
            <pc:sldMk cId="3547567370" sldId="486"/>
            <ac:spMk id="4" creationId="{EE6BE619-6979-A172-61B7-B31EE9FE9B26}"/>
          </ac:spMkLst>
        </pc:spChg>
        <pc:spChg chg="add mod">
          <ac:chgData name="Nikki Papenfus" userId="2a405823-0c8b-419b-afb6-8159926c2e17" providerId="ADAL" clId="{7BDAE949-D224-4463-BD96-2C41BFBB586C}" dt="2023-10-25T16:00:35.960" v="588" actId="14100"/>
          <ac:spMkLst>
            <pc:docMk/>
            <pc:sldMk cId="3547567370" sldId="486"/>
            <ac:spMk id="5" creationId="{7DD1A8B7-9ABB-9564-1FC7-3A03B16DC88D}"/>
          </ac:spMkLst>
        </pc:spChg>
        <pc:spChg chg="add mod">
          <ac:chgData name="Nikki Papenfus" userId="2a405823-0c8b-419b-afb6-8159926c2e17" providerId="ADAL" clId="{7BDAE949-D224-4463-BD96-2C41BFBB586C}" dt="2023-10-25T16:00:23.790" v="586" actId="554"/>
          <ac:spMkLst>
            <pc:docMk/>
            <pc:sldMk cId="3547567370" sldId="486"/>
            <ac:spMk id="6" creationId="{20159228-58BF-A808-34EB-FFC35A3249A8}"/>
          </ac:spMkLst>
        </pc:spChg>
        <pc:spChg chg="add mod">
          <ac:chgData name="Nikki Papenfus" userId="2a405823-0c8b-419b-afb6-8159926c2e17" providerId="ADAL" clId="{7BDAE949-D224-4463-BD96-2C41BFBB586C}" dt="2023-10-25T16:02:57.396" v="624" actId="6549"/>
          <ac:spMkLst>
            <pc:docMk/>
            <pc:sldMk cId="3547567370" sldId="486"/>
            <ac:spMk id="8" creationId="{8D3CD0C2-F667-5957-C533-0C1ACE4A9ED9}"/>
          </ac:spMkLst>
        </pc:spChg>
        <pc:spChg chg="add mod">
          <ac:chgData name="Nikki Papenfus" userId="2a405823-0c8b-419b-afb6-8159926c2e17" providerId="ADAL" clId="{7BDAE949-D224-4463-BD96-2C41BFBB586C}" dt="2023-10-25T15:53:19.919" v="235" actId="1076"/>
          <ac:spMkLst>
            <pc:docMk/>
            <pc:sldMk cId="3547567370" sldId="486"/>
            <ac:spMk id="9" creationId="{0047E293-CB72-4741-FB33-3B73594A8FCF}"/>
          </ac:spMkLst>
        </pc:spChg>
        <pc:spChg chg="add mod">
          <ac:chgData name="Nikki Papenfus" userId="2a405823-0c8b-419b-afb6-8159926c2e17" providerId="ADAL" clId="{7BDAE949-D224-4463-BD96-2C41BFBB586C}" dt="2023-10-25T16:00:44.616" v="597" actId="1038"/>
          <ac:spMkLst>
            <pc:docMk/>
            <pc:sldMk cId="3547567370" sldId="486"/>
            <ac:spMk id="11" creationId="{A6874A5C-7B51-1690-87F9-1396717B2F70}"/>
          </ac:spMkLst>
        </pc:spChg>
        <pc:spChg chg="add mod">
          <ac:chgData name="Nikki Papenfus" userId="2a405823-0c8b-419b-afb6-8159926c2e17" providerId="ADAL" clId="{7BDAE949-D224-4463-BD96-2C41BFBB586C}" dt="2023-10-25T16:03:02.196" v="632" actId="1035"/>
          <ac:spMkLst>
            <pc:docMk/>
            <pc:sldMk cId="3547567370" sldId="486"/>
            <ac:spMk id="15" creationId="{8BCEEB20-7F31-66A2-CA7A-0169CCBFEDCB}"/>
          </ac:spMkLst>
        </pc:spChg>
        <pc:spChg chg="add mod">
          <ac:chgData name="Nikki Papenfus" userId="2a405823-0c8b-419b-afb6-8159926c2e17" providerId="ADAL" clId="{7BDAE949-D224-4463-BD96-2C41BFBB586C}" dt="2023-10-26T07:43:19.640" v="1037" actId="20577"/>
          <ac:spMkLst>
            <pc:docMk/>
            <pc:sldMk cId="3547567370" sldId="486"/>
            <ac:spMk id="16" creationId="{1DAFC298-F56C-25AA-D032-CC5D966AA534}"/>
          </ac:spMkLst>
        </pc:spChg>
        <pc:spChg chg="mod">
          <ac:chgData name="Nikki Papenfus" userId="2a405823-0c8b-419b-afb6-8159926c2e17" providerId="ADAL" clId="{7BDAE949-D224-4463-BD96-2C41BFBB586C}" dt="2023-10-26T10:33:14.100" v="3678" actId="20577"/>
          <ac:spMkLst>
            <pc:docMk/>
            <pc:sldMk cId="3547567370" sldId="486"/>
            <ac:spMk id="50" creationId="{0A1402FD-717A-E783-F7E9-A21CB30BF96F}"/>
          </ac:spMkLst>
        </pc:spChg>
        <pc:spChg chg="mod">
          <ac:chgData name="Nikki Papenfus" userId="2a405823-0c8b-419b-afb6-8159926c2e17" providerId="ADAL" clId="{7BDAE949-D224-4463-BD96-2C41BFBB586C}" dt="2023-10-25T15:52:51.485" v="217" actId="1038"/>
          <ac:spMkLst>
            <pc:docMk/>
            <pc:sldMk cId="3547567370" sldId="486"/>
            <ac:spMk id="98" creationId="{EB282537-C075-62EE-D3A9-0215861A2A6B}"/>
          </ac:spMkLst>
        </pc:spChg>
        <pc:spChg chg="mod">
          <ac:chgData name="Nikki Papenfus" userId="2a405823-0c8b-419b-afb6-8159926c2e17" providerId="ADAL" clId="{7BDAE949-D224-4463-BD96-2C41BFBB586C}" dt="2023-10-25T15:52:51.485" v="217" actId="1038"/>
          <ac:spMkLst>
            <pc:docMk/>
            <pc:sldMk cId="3547567370" sldId="486"/>
            <ac:spMk id="100" creationId="{08F79984-E331-77DF-CAC7-2AC5DE07B8E0}"/>
          </ac:spMkLst>
        </pc:spChg>
        <pc:spChg chg="mod">
          <ac:chgData name="Nikki Papenfus" userId="2a405823-0c8b-419b-afb6-8159926c2e17" providerId="ADAL" clId="{7BDAE949-D224-4463-BD96-2C41BFBB586C}" dt="2023-10-25T15:52:51.485" v="217" actId="1038"/>
          <ac:spMkLst>
            <pc:docMk/>
            <pc:sldMk cId="3547567370" sldId="486"/>
            <ac:spMk id="102" creationId="{099AF624-620E-1947-A147-166DFBC82590}"/>
          </ac:spMkLst>
        </pc:spChg>
        <pc:spChg chg="mod">
          <ac:chgData name="Nikki Papenfus" userId="2a405823-0c8b-419b-afb6-8159926c2e17" providerId="ADAL" clId="{7BDAE949-D224-4463-BD96-2C41BFBB586C}" dt="2023-10-27T07:51:03.766" v="3811" actId="14100"/>
          <ac:spMkLst>
            <pc:docMk/>
            <pc:sldMk cId="3547567370" sldId="486"/>
            <ac:spMk id="104" creationId="{F5C478DA-DCF8-E101-7DA3-39D8273F5682}"/>
          </ac:spMkLst>
        </pc:spChg>
        <pc:spChg chg="mod">
          <ac:chgData name="Nikki Papenfus" userId="2a405823-0c8b-419b-afb6-8159926c2e17" providerId="ADAL" clId="{7BDAE949-D224-4463-BD96-2C41BFBB586C}" dt="2023-10-25T15:52:51.485" v="217" actId="1038"/>
          <ac:spMkLst>
            <pc:docMk/>
            <pc:sldMk cId="3547567370" sldId="486"/>
            <ac:spMk id="106" creationId="{FF53CA81-3C11-FE24-7147-3BB3EBD6058B}"/>
          </ac:spMkLst>
        </pc:spChg>
        <pc:spChg chg="mod">
          <ac:chgData name="Nikki Papenfus" userId="2a405823-0c8b-419b-afb6-8159926c2e17" providerId="ADAL" clId="{7BDAE949-D224-4463-BD96-2C41BFBB586C}" dt="2023-10-25T15:52:51.485" v="217" actId="1038"/>
          <ac:spMkLst>
            <pc:docMk/>
            <pc:sldMk cId="3547567370" sldId="486"/>
            <ac:spMk id="108" creationId="{B2ECD538-42EA-F2A7-8E72-355A88170D84}"/>
          </ac:spMkLst>
        </pc:spChg>
        <pc:spChg chg="mod">
          <ac:chgData name="Nikki Papenfus" userId="2a405823-0c8b-419b-afb6-8159926c2e17" providerId="ADAL" clId="{7BDAE949-D224-4463-BD96-2C41BFBB586C}" dt="2023-10-25T15:52:51.485" v="217" actId="1038"/>
          <ac:spMkLst>
            <pc:docMk/>
            <pc:sldMk cId="3547567370" sldId="486"/>
            <ac:spMk id="110" creationId="{D7115975-2382-1D08-C5FC-2B6F13BA9FCF}"/>
          </ac:spMkLst>
        </pc:spChg>
        <pc:spChg chg="mod">
          <ac:chgData name="Nikki Papenfus" userId="2a405823-0c8b-419b-afb6-8159926c2e17" providerId="ADAL" clId="{7BDAE949-D224-4463-BD96-2C41BFBB586C}" dt="2023-10-25T15:52:51.485" v="217" actId="1038"/>
          <ac:spMkLst>
            <pc:docMk/>
            <pc:sldMk cId="3547567370" sldId="486"/>
            <ac:spMk id="112" creationId="{E78A0571-C30F-D54D-3939-271B682E3F17}"/>
          </ac:spMkLst>
        </pc:spChg>
        <pc:spChg chg="mod">
          <ac:chgData name="Nikki Papenfus" userId="2a405823-0c8b-419b-afb6-8159926c2e17" providerId="ADAL" clId="{7BDAE949-D224-4463-BD96-2C41BFBB586C}" dt="2023-10-25T15:52:51.485" v="217" actId="1038"/>
          <ac:spMkLst>
            <pc:docMk/>
            <pc:sldMk cId="3547567370" sldId="486"/>
            <ac:spMk id="116" creationId="{CE58CC9A-3036-2E6D-9345-1178CB699B2C}"/>
          </ac:spMkLst>
        </pc:spChg>
        <pc:spChg chg="mod">
          <ac:chgData name="Nikki Papenfus" userId="2a405823-0c8b-419b-afb6-8159926c2e17" providerId="ADAL" clId="{7BDAE949-D224-4463-BD96-2C41BFBB586C}" dt="2023-10-25T15:52:51.485" v="217" actId="1038"/>
          <ac:spMkLst>
            <pc:docMk/>
            <pc:sldMk cId="3547567370" sldId="486"/>
            <ac:spMk id="122" creationId="{E6851D50-5846-8F00-35DF-4B474C810838}"/>
          </ac:spMkLst>
        </pc:spChg>
        <pc:picChg chg="add del mod">
          <ac:chgData name="Nikki Papenfus" userId="2a405823-0c8b-419b-afb6-8159926c2e17" providerId="ADAL" clId="{7BDAE949-D224-4463-BD96-2C41BFBB586C}" dt="2023-10-25T16:00:00.822" v="582" actId="478"/>
          <ac:picMkLst>
            <pc:docMk/>
            <pc:sldMk cId="3547567370" sldId="486"/>
            <ac:picMk id="7" creationId="{10FF1801-32A5-D7D7-3B29-CF704BE3DDDC}"/>
          </ac:picMkLst>
        </pc:picChg>
        <pc:picChg chg="add mod">
          <ac:chgData name="Nikki Papenfus" userId="2a405823-0c8b-419b-afb6-8159926c2e17" providerId="ADAL" clId="{7BDAE949-D224-4463-BD96-2C41BFBB586C}" dt="2023-10-25T16:00:02.461" v="583" actId="1076"/>
          <ac:picMkLst>
            <pc:docMk/>
            <pc:sldMk cId="3547567370" sldId="486"/>
            <ac:picMk id="10" creationId="{00660DDA-F00D-3812-28C3-6957D0CA6E98}"/>
          </ac:picMkLst>
        </pc:picChg>
        <pc:picChg chg="add mod">
          <ac:chgData name="Nikki Papenfus" userId="2a405823-0c8b-419b-afb6-8159926c2e17" providerId="ADAL" clId="{7BDAE949-D224-4463-BD96-2C41BFBB586C}" dt="2023-10-25T16:00:44.616" v="597" actId="1038"/>
          <ac:picMkLst>
            <pc:docMk/>
            <pc:sldMk cId="3547567370" sldId="486"/>
            <ac:picMk id="12" creationId="{9045176F-730A-A33C-5701-7C578E3A4B92}"/>
          </ac:picMkLst>
        </pc:picChg>
        <pc:picChg chg="add del mod">
          <ac:chgData name="Nikki Papenfus" userId="2a405823-0c8b-419b-afb6-8159926c2e17" providerId="ADAL" clId="{7BDAE949-D224-4463-BD96-2C41BFBB586C}" dt="2023-10-25T15:53:50.602" v="241" actId="478"/>
          <ac:picMkLst>
            <pc:docMk/>
            <pc:sldMk cId="3547567370" sldId="486"/>
            <ac:picMk id="13" creationId="{33A140DD-40FE-0375-715F-CFBD0477B19B}"/>
          </ac:picMkLst>
        </pc:picChg>
        <pc:picChg chg="mod">
          <ac:chgData name="Nikki Papenfus" userId="2a405823-0c8b-419b-afb6-8159926c2e17" providerId="ADAL" clId="{7BDAE949-D224-4463-BD96-2C41BFBB586C}" dt="2023-10-25T15:52:51.485" v="217" actId="1038"/>
          <ac:picMkLst>
            <pc:docMk/>
            <pc:sldMk cId="3547567370" sldId="486"/>
            <ac:picMk id="114" creationId="{4FD259FE-9EDC-B95B-A7B9-5BD3E6A7B8B3}"/>
          </ac:picMkLst>
        </pc:picChg>
        <pc:picChg chg="mod">
          <ac:chgData name="Nikki Papenfus" userId="2a405823-0c8b-419b-afb6-8159926c2e17" providerId="ADAL" clId="{7BDAE949-D224-4463-BD96-2C41BFBB586C}" dt="2023-10-25T15:52:51.485" v="217" actId="1038"/>
          <ac:picMkLst>
            <pc:docMk/>
            <pc:sldMk cId="3547567370" sldId="486"/>
            <ac:picMk id="118" creationId="{6F405AB3-CF36-1EE1-76D3-E443C99246B4}"/>
          </ac:picMkLst>
        </pc:picChg>
        <pc:picChg chg="mod">
          <ac:chgData name="Nikki Papenfus" userId="2a405823-0c8b-419b-afb6-8159926c2e17" providerId="ADAL" clId="{7BDAE949-D224-4463-BD96-2C41BFBB586C}" dt="2023-10-25T15:52:51.485" v="217" actId="1038"/>
          <ac:picMkLst>
            <pc:docMk/>
            <pc:sldMk cId="3547567370" sldId="486"/>
            <ac:picMk id="120" creationId="{7696EB12-DC87-50A3-AEE9-9D1155BC99FA}"/>
          </ac:picMkLst>
        </pc:picChg>
        <pc:picChg chg="mod">
          <ac:chgData name="Nikki Papenfus" userId="2a405823-0c8b-419b-afb6-8159926c2e17" providerId="ADAL" clId="{7BDAE949-D224-4463-BD96-2C41BFBB586C}" dt="2023-10-25T15:52:51.485" v="217" actId="1038"/>
          <ac:picMkLst>
            <pc:docMk/>
            <pc:sldMk cId="3547567370" sldId="486"/>
            <ac:picMk id="124" creationId="{8C95294A-EADD-FAA6-1D61-B12C213C569F}"/>
          </ac:picMkLst>
        </pc:picChg>
        <pc:picChg chg="del mod">
          <ac:chgData name="Nikki Papenfus" userId="2a405823-0c8b-419b-afb6-8159926c2e17" providerId="ADAL" clId="{7BDAE949-D224-4463-BD96-2C41BFBB586C}" dt="2023-10-25T15:52:37.281" v="184" actId="478"/>
          <ac:picMkLst>
            <pc:docMk/>
            <pc:sldMk cId="3547567370" sldId="486"/>
            <ac:picMk id="125" creationId="{2E967811-2A70-C55B-F4C4-D536F13CE4EF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 mod">
              <pc226:chgData name="Nikki Papenfus" userId="2a405823-0c8b-419b-afb6-8159926c2e17" providerId="ADAL" clId="{7BDAE949-D224-4463-BD96-2C41BFBB586C}" dt="2023-10-25T16:09:42.189" v="883"/>
              <pc2:cmMkLst xmlns:pc2="http://schemas.microsoft.com/office/powerpoint/2019/9/main/command">
                <pc:docMk/>
                <pc:sldMk cId="3547567370" sldId="486"/>
                <pc2:cmMk id="{5FCFBF9F-0C73-4544-AD89-E647C2595916}"/>
              </pc2:cmMkLst>
            </pc226:cmChg>
          </p:ext>
        </pc:extLst>
      </pc:sldChg>
      <pc:sldChg chg="modSp mod">
        <pc:chgData name="Nikki Papenfus" userId="2a405823-0c8b-419b-afb6-8159926c2e17" providerId="ADAL" clId="{7BDAE949-D224-4463-BD96-2C41BFBB586C}" dt="2023-10-27T07:50:27.258" v="3799" actId="2165"/>
        <pc:sldMkLst>
          <pc:docMk/>
          <pc:sldMk cId="52612252" sldId="487"/>
        </pc:sldMkLst>
        <pc:graphicFrameChg chg="mod modGraphic">
          <ac:chgData name="Nikki Papenfus" userId="2a405823-0c8b-419b-afb6-8159926c2e17" providerId="ADAL" clId="{7BDAE949-D224-4463-BD96-2C41BFBB586C}" dt="2023-10-27T07:50:27.258" v="3799" actId="2165"/>
          <ac:graphicFrameMkLst>
            <pc:docMk/>
            <pc:sldMk cId="52612252" sldId="487"/>
            <ac:graphicFrameMk id="5" creationId="{6D5B0C9B-899E-BC22-AB6F-28B9A98AEA74}"/>
          </ac:graphicFrameMkLst>
        </pc:graphicFrameChg>
        <pc:graphicFrameChg chg="modGraphic">
          <ac:chgData name="Nikki Papenfus" userId="2a405823-0c8b-419b-afb6-8159926c2e17" providerId="ADAL" clId="{7BDAE949-D224-4463-BD96-2C41BFBB586C}" dt="2023-10-25T15:56:09.357" v="384" actId="6549"/>
          <ac:graphicFrameMkLst>
            <pc:docMk/>
            <pc:sldMk cId="52612252" sldId="487"/>
            <ac:graphicFrameMk id="6" creationId="{D7FFC429-8834-FB85-D6C5-648030B4F708}"/>
          </ac:graphicFrameMkLst>
        </pc:graphicFrameChg>
      </pc:sldChg>
      <pc:sldChg chg="addSp delSp modSp mod addCm delCm">
        <pc:chgData name="Nikki Papenfus" userId="2a405823-0c8b-419b-afb6-8159926c2e17" providerId="ADAL" clId="{7BDAE949-D224-4463-BD96-2C41BFBB586C}" dt="2023-10-26T10:43:23.924" v="3798" actId="1036"/>
        <pc:sldMkLst>
          <pc:docMk/>
          <pc:sldMk cId="3589474059" sldId="488"/>
        </pc:sldMkLst>
        <pc:spChg chg="mod">
          <ac:chgData name="Nikki Papenfus" userId="2a405823-0c8b-419b-afb6-8159926c2e17" providerId="ADAL" clId="{7BDAE949-D224-4463-BD96-2C41BFBB586C}" dt="2023-10-26T10:34:44.340" v="3779" actId="1076"/>
          <ac:spMkLst>
            <pc:docMk/>
            <pc:sldMk cId="3589474059" sldId="488"/>
            <ac:spMk id="2" creationId="{4F269E7C-3864-DD2E-7635-11E356D6FC4B}"/>
          </ac:spMkLst>
        </pc:spChg>
        <pc:spChg chg="mod">
          <ac:chgData name="Nikki Papenfus" userId="2a405823-0c8b-419b-afb6-8159926c2e17" providerId="ADAL" clId="{7BDAE949-D224-4463-BD96-2C41BFBB586C}" dt="2023-10-26T07:49:12.223" v="1148" actId="20577"/>
          <ac:spMkLst>
            <pc:docMk/>
            <pc:sldMk cId="3589474059" sldId="488"/>
            <ac:spMk id="3" creationId="{F9B876FC-05DB-846A-8766-081488FDF881}"/>
          </ac:spMkLst>
        </pc:spChg>
        <pc:spChg chg="mod">
          <ac:chgData name="Nikki Papenfus" userId="2a405823-0c8b-419b-afb6-8159926c2e17" providerId="ADAL" clId="{7BDAE949-D224-4463-BD96-2C41BFBB586C}" dt="2023-10-26T10:43:23.924" v="3798" actId="1036"/>
          <ac:spMkLst>
            <pc:docMk/>
            <pc:sldMk cId="3589474059" sldId="488"/>
            <ac:spMk id="5" creationId="{1FA749EE-AE67-EB86-F0BC-B48CCEDC48C6}"/>
          </ac:spMkLst>
        </pc:spChg>
        <pc:spChg chg="mod">
          <ac:chgData name="Nikki Papenfus" userId="2a405823-0c8b-419b-afb6-8159926c2e17" providerId="ADAL" clId="{7BDAE949-D224-4463-BD96-2C41BFBB586C}" dt="2023-10-26T10:43:23.924" v="3798" actId="1036"/>
          <ac:spMkLst>
            <pc:docMk/>
            <pc:sldMk cId="3589474059" sldId="488"/>
            <ac:spMk id="7" creationId="{E543BC01-10F7-AF1B-0BFB-CE1842F7FD84}"/>
          </ac:spMkLst>
        </pc:spChg>
        <pc:spChg chg="mod">
          <ac:chgData name="Nikki Papenfus" userId="2a405823-0c8b-419b-afb6-8159926c2e17" providerId="ADAL" clId="{7BDAE949-D224-4463-BD96-2C41BFBB586C}" dt="2023-10-26T10:43:23.924" v="3798" actId="1036"/>
          <ac:spMkLst>
            <pc:docMk/>
            <pc:sldMk cId="3589474059" sldId="488"/>
            <ac:spMk id="13" creationId="{CED72803-BDE4-4485-2807-D0F9E969E251}"/>
          </ac:spMkLst>
        </pc:spChg>
        <pc:spChg chg="mod">
          <ac:chgData name="Nikki Papenfus" userId="2a405823-0c8b-419b-afb6-8159926c2e17" providerId="ADAL" clId="{7BDAE949-D224-4463-BD96-2C41BFBB586C}" dt="2023-10-26T10:43:23.924" v="3798" actId="1036"/>
          <ac:spMkLst>
            <pc:docMk/>
            <pc:sldMk cId="3589474059" sldId="488"/>
            <ac:spMk id="15" creationId="{A0FDE8E2-168A-D1CD-31E0-A514D43E2C6D}"/>
          </ac:spMkLst>
        </pc:spChg>
        <pc:spChg chg="del">
          <ac:chgData name="Nikki Papenfus" userId="2a405823-0c8b-419b-afb6-8159926c2e17" providerId="ADAL" clId="{7BDAE949-D224-4463-BD96-2C41BFBB586C}" dt="2023-10-25T16:08:16.044" v="848" actId="478"/>
          <ac:spMkLst>
            <pc:docMk/>
            <pc:sldMk cId="3589474059" sldId="488"/>
            <ac:spMk id="17" creationId="{900D9785-D928-BD50-2198-19B3AEDA4A16}"/>
          </ac:spMkLst>
        </pc:spChg>
        <pc:spChg chg="mod">
          <ac:chgData name="Nikki Papenfus" userId="2a405823-0c8b-419b-afb6-8159926c2e17" providerId="ADAL" clId="{7BDAE949-D224-4463-BD96-2C41BFBB586C}" dt="2023-10-26T10:43:23.924" v="3798" actId="1036"/>
          <ac:spMkLst>
            <pc:docMk/>
            <pc:sldMk cId="3589474059" sldId="488"/>
            <ac:spMk id="21" creationId="{C2A789A4-637F-CCAC-A71A-C47F5C419F66}"/>
          </ac:spMkLst>
        </pc:spChg>
        <pc:grpChg chg="mod">
          <ac:chgData name="Nikki Papenfus" userId="2a405823-0c8b-419b-afb6-8159926c2e17" providerId="ADAL" clId="{7BDAE949-D224-4463-BD96-2C41BFBB586C}" dt="2023-10-26T10:43:23.924" v="3798" actId="1036"/>
          <ac:grpSpMkLst>
            <pc:docMk/>
            <pc:sldMk cId="3589474059" sldId="488"/>
            <ac:grpSpMk id="11" creationId="{87A6E399-9899-5BA4-9C87-F60673A727EA}"/>
          </ac:grpSpMkLst>
        </pc:grpChg>
        <pc:picChg chg="add mod">
          <ac:chgData name="Nikki Papenfus" userId="2a405823-0c8b-419b-afb6-8159926c2e17" providerId="ADAL" clId="{7BDAE949-D224-4463-BD96-2C41BFBB586C}" dt="2023-10-26T10:43:23.924" v="3798" actId="1036"/>
          <ac:picMkLst>
            <pc:docMk/>
            <pc:sldMk cId="3589474059" sldId="488"/>
            <ac:picMk id="6" creationId="{10F3ABE5-C1C7-71F9-EC0B-418ECA510954}"/>
          </ac:picMkLst>
        </pc:picChg>
        <pc:picChg chg="mod">
          <ac:chgData name="Nikki Papenfus" userId="2a405823-0c8b-419b-afb6-8159926c2e17" providerId="ADAL" clId="{7BDAE949-D224-4463-BD96-2C41BFBB586C}" dt="2023-10-26T10:43:23.924" v="3798" actId="1036"/>
          <ac:picMkLst>
            <pc:docMk/>
            <pc:sldMk cId="3589474059" sldId="488"/>
            <ac:picMk id="19" creationId="{75F2A55F-24C0-0919-9251-E95CF14409CD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Nikki Papenfus" userId="2a405823-0c8b-419b-afb6-8159926c2e17" providerId="ADAL" clId="{7BDAE949-D224-4463-BD96-2C41BFBB586C}" dt="2023-10-25T16:09:36.737" v="881"/>
              <pc2:cmMkLst xmlns:pc2="http://schemas.microsoft.com/office/powerpoint/2019/9/main/command">
                <pc:docMk/>
                <pc:sldMk cId="3589474059" sldId="488"/>
                <pc2:cmMk id="{7E6EEA17-494A-4501-9E5B-A0A8DABD2064}"/>
              </pc2:cmMkLst>
            </pc226:cmChg>
            <pc226:cmChg xmlns:pc226="http://schemas.microsoft.com/office/powerpoint/2022/06/main/command" chg="del">
              <pc226:chgData name="Nikki Papenfus" userId="2a405823-0c8b-419b-afb6-8159926c2e17" providerId="ADAL" clId="{7BDAE949-D224-4463-BD96-2C41BFBB586C}" dt="2023-10-25T16:09:38.056" v="882"/>
              <pc2:cmMkLst xmlns:pc2="http://schemas.microsoft.com/office/powerpoint/2019/9/main/command">
                <pc:docMk/>
                <pc:sldMk cId="3589474059" sldId="488"/>
                <pc2:cmMk id="{A67987AE-1D78-4DCB-9A36-5D694155DB72}"/>
              </pc2:cmMkLst>
            </pc226:cmChg>
            <pc226:cmChg xmlns:pc226="http://schemas.microsoft.com/office/powerpoint/2022/06/main/command" chg="add">
              <pc226:chgData name="Nikki Papenfus" userId="2a405823-0c8b-419b-afb6-8159926c2e17" providerId="ADAL" clId="{7BDAE949-D224-4463-BD96-2C41BFBB586C}" dt="2023-10-26T07:49:13.866" v="1149"/>
              <pc2:cmMkLst xmlns:pc2="http://schemas.microsoft.com/office/powerpoint/2019/9/main/command">
                <pc:docMk/>
                <pc:sldMk cId="3589474059" sldId="488"/>
                <pc2:cmMk id="{228F33D4-250B-41BB-B87B-111EB2E4238B}"/>
              </pc2:cmMkLst>
            </pc226:cmChg>
          </p:ext>
        </pc:extLst>
      </pc:sldChg>
      <pc:sldChg chg="modSp mod delCm modCm">
        <pc:chgData name="Nikki Papenfus" userId="2a405823-0c8b-419b-afb6-8159926c2e17" providerId="ADAL" clId="{7BDAE949-D224-4463-BD96-2C41BFBB586C}" dt="2023-10-27T08:07:29.989" v="3920" actId="13926"/>
        <pc:sldMkLst>
          <pc:docMk/>
          <pc:sldMk cId="1438138567" sldId="489"/>
        </pc:sldMkLst>
        <pc:spChg chg="mod">
          <ac:chgData name="Nikki Papenfus" userId="2a405823-0c8b-419b-afb6-8159926c2e17" providerId="ADAL" clId="{7BDAE949-D224-4463-BD96-2C41BFBB586C}" dt="2023-10-27T08:07:29.989" v="3920" actId="13926"/>
          <ac:spMkLst>
            <pc:docMk/>
            <pc:sldMk cId="1438138567" sldId="489"/>
            <ac:spMk id="3" creationId="{F9B876FC-05DB-846A-8766-081488FDF88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 mod">
              <pc226:chgData name="Nikki Papenfus" userId="2a405823-0c8b-419b-afb6-8159926c2e17" providerId="ADAL" clId="{7BDAE949-D224-4463-BD96-2C41BFBB586C}" dt="2023-10-25T15:56:51.272" v="394"/>
              <pc2:cmMkLst xmlns:pc2="http://schemas.microsoft.com/office/powerpoint/2019/9/main/command">
                <pc:docMk/>
                <pc:sldMk cId="1438138567" sldId="489"/>
                <pc2:cmMk id="{E28657DE-0380-43C6-ADDE-889CA8F3463B}"/>
              </pc2:cmMkLst>
            </pc226:cmChg>
          </p:ext>
        </pc:extLst>
      </pc:sldChg>
      <pc:sldChg chg="addSp delSp modSp new mod">
        <pc:chgData name="Nikki Papenfus" userId="2a405823-0c8b-419b-afb6-8159926c2e17" providerId="ADAL" clId="{7BDAE949-D224-4463-BD96-2C41BFBB586C}" dt="2023-10-26T10:32:55.813" v="3676" actId="20577"/>
        <pc:sldMkLst>
          <pc:docMk/>
          <pc:sldMk cId="81878455" sldId="490"/>
        </pc:sldMkLst>
        <pc:spChg chg="del mod">
          <ac:chgData name="Nikki Papenfus" userId="2a405823-0c8b-419b-afb6-8159926c2e17" providerId="ADAL" clId="{7BDAE949-D224-4463-BD96-2C41BFBB586C}" dt="2023-10-25T16:13:34.585" v="1017" actId="478"/>
          <ac:spMkLst>
            <pc:docMk/>
            <pc:sldMk cId="81878455" sldId="490"/>
            <ac:spMk id="2" creationId="{A76CF8B7-75FD-2E63-C9F2-E81BBED100FD}"/>
          </ac:spMkLst>
        </pc:spChg>
        <pc:spChg chg="add mod">
          <ac:chgData name="Nikki Papenfus" userId="2a405823-0c8b-419b-afb6-8159926c2e17" providerId="ADAL" clId="{7BDAE949-D224-4463-BD96-2C41BFBB586C}" dt="2023-10-26T10:28:55.546" v="3659" actId="20577"/>
          <ac:spMkLst>
            <pc:docMk/>
            <pc:sldMk cId="81878455" sldId="490"/>
            <ac:spMk id="3" creationId="{D2A31E3A-90C3-AD2F-1064-86CCCFA420C3}"/>
          </ac:spMkLst>
        </pc:spChg>
        <pc:spChg chg="add mod">
          <ac:chgData name="Nikki Papenfus" userId="2a405823-0c8b-419b-afb6-8159926c2e17" providerId="ADAL" clId="{7BDAE949-D224-4463-BD96-2C41BFBB586C}" dt="2023-10-26T10:32:55.813" v="3676" actId="20577"/>
          <ac:spMkLst>
            <pc:docMk/>
            <pc:sldMk cId="81878455" sldId="490"/>
            <ac:spMk id="4" creationId="{B6D0D0B7-8796-FD2A-2A4F-3F9EBD376A8F}"/>
          </ac:spMkLst>
        </pc:spChg>
        <pc:spChg chg="add del mod">
          <ac:chgData name="Nikki Papenfus" userId="2a405823-0c8b-419b-afb6-8159926c2e17" providerId="ADAL" clId="{7BDAE949-D224-4463-BD96-2C41BFBB586C}" dt="2023-10-25T16:14:56.977" v="1020"/>
          <ac:spMkLst>
            <pc:docMk/>
            <pc:sldMk cId="81878455" sldId="490"/>
            <ac:spMk id="5" creationId="{38820BE7-080F-B566-049F-ADF08CA2F924}"/>
          </ac:spMkLst>
        </pc:spChg>
      </pc:sldChg>
      <pc:sldChg chg="del mod modShow">
        <pc:chgData name="Nikki Papenfus" userId="2a405823-0c8b-419b-afb6-8159926c2e17" providerId="ADAL" clId="{7BDAE949-D224-4463-BD96-2C41BFBB586C}" dt="2023-10-25T16:03:43.285" v="637" actId="47"/>
        <pc:sldMkLst>
          <pc:docMk/>
          <pc:sldMk cId="3387629505" sldId="490"/>
        </pc:sldMkLst>
      </pc:sldChg>
      <pc:sldChg chg="add del">
        <pc:chgData name="Nikki Papenfus" userId="2a405823-0c8b-419b-afb6-8159926c2e17" providerId="ADAL" clId="{7BDAE949-D224-4463-BD96-2C41BFBB586C}" dt="2023-10-25T15:38:47.773" v="5" actId="47"/>
        <pc:sldMkLst>
          <pc:docMk/>
          <pc:sldMk cId="1372506682" sldId="491"/>
        </pc:sldMkLst>
      </pc:sldChg>
      <pc:sldMasterChg chg="delSldLayout">
        <pc:chgData name="Nikki Papenfus" userId="2a405823-0c8b-419b-afb6-8159926c2e17" providerId="ADAL" clId="{7BDAE949-D224-4463-BD96-2C41BFBB586C}" dt="2023-10-25T15:38:47.773" v="5" actId="47"/>
        <pc:sldMasterMkLst>
          <pc:docMk/>
          <pc:sldMasterMk cId="2266300725" sldId="2147483677"/>
        </pc:sldMasterMkLst>
        <pc:sldLayoutChg chg="del">
          <pc:chgData name="Nikki Papenfus" userId="2a405823-0c8b-419b-afb6-8159926c2e17" providerId="ADAL" clId="{7BDAE949-D224-4463-BD96-2C41BFBB586C}" dt="2023-10-25T15:38:47.773" v="5" actId="47"/>
          <pc:sldLayoutMkLst>
            <pc:docMk/>
            <pc:sldMasterMk cId="2266300725" sldId="2147483677"/>
            <pc:sldLayoutMk cId="2456185680" sldId="2147483688"/>
          </pc:sldLayoutMkLst>
        </pc:sldLayoutChg>
      </pc:sldMasterChg>
    </pc:docChg>
  </pc:docChgLst>
  <pc:docChgLst>
    <pc:chgData name="Michelle Millar" userId="ca2c1bca-f194-43da-b766-a2d0350c5abf" providerId="ADAL" clId="{2434FCD1-60D2-4EC1-86A7-F0F00F973510}"/>
    <pc:docChg chg="undo custSel addSld delSld modSld sldOrd delMainMaster modMainMaster">
      <pc:chgData name="Michelle Millar" userId="ca2c1bca-f194-43da-b766-a2d0350c5abf" providerId="ADAL" clId="{2434FCD1-60D2-4EC1-86A7-F0F00F973510}" dt="2020-11-03T07:19:12.748" v="4202" actId="6014"/>
      <pc:docMkLst>
        <pc:docMk/>
      </pc:docMkLst>
      <pc:sldChg chg="modSp add del">
        <pc:chgData name="Michelle Millar" userId="ca2c1bca-f194-43da-b766-a2d0350c5abf" providerId="ADAL" clId="{2434FCD1-60D2-4EC1-86A7-F0F00F973510}" dt="2020-10-28T11:28:47.280" v="3980" actId="47"/>
        <pc:sldMkLst>
          <pc:docMk/>
          <pc:sldMk cId="1089081355" sldId="274"/>
        </pc:sldMkLst>
        <pc:spChg chg="mod">
          <ac:chgData name="Michelle Millar" userId="ca2c1bca-f194-43da-b766-a2d0350c5abf" providerId="ADAL" clId="{2434FCD1-60D2-4EC1-86A7-F0F00F973510}" dt="2020-10-27T13:34:21.724" v="896"/>
          <ac:spMkLst>
            <pc:docMk/>
            <pc:sldMk cId="1089081355" sldId="274"/>
            <ac:spMk id="2" creationId="{E59088BB-5346-4DD4-BBA8-AA32BE5C642A}"/>
          </ac:spMkLst>
        </pc:spChg>
        <pc:spChg chg="mod">
          <ac:chgData name="Michelle Millar" userId="ca2c1bca-f194-43da-b766-a2d0350c5abf" providerId="ADAL" clId="{2434FCD1-60D2-4EC1-86A7-F0F00F973510}" dt="2020-10-27T13:34:21.724" v="896"/>
          <ac:spMkLst>
            <pc:docMk/>
            <pc:sldMk cId="1089081355" sldId="274"/>
            <ac:spMk id="3" creationId="{0C0111BC-D03F-4101-BBED-0BDBA166CDAF}"/>
          </ac:spMkLst>
        </pc:spChg>
        <pc:spChg chg="mod">
          <ac:chgData name="Michelle Millar" userId="ca2c1bca-f194-43da-b766-a2d0350c5abf" providerId="ADAL" clId="{2434FCD1-60D2-4EC1-86A7-F0F00F973510}" dt="2020-10-27T14:27:41.793" v="3475" actId="207"/>
          <ac:spMkLst>
            <pc:docMk/>
            <pc:sldMk cId="1089081355" sldId="274"/>
            <ac:spMk id="56" creationId="{5818536E-02FD-4F55-A97A-DE226422E151}"/>
          </ac:spMkLst>
        </pc:spChg>
        <pc:spChg chg="mod">
          <ac:chgData name="Michelle Millar" userId="ca2c1bca-f194-43da-b766-a2d0350c5abf" providerId="ADAL" clId="{2434FCD1-60D2-4EC1-86A7-F0F00F973510}" dt="2020-10-27T14:27:41.793" v="3475" actId="207"/>
          <ac:spMkLst>
            <pc:docMk/>
            <pc:sldMk cId="1089081355" sldId="274"/>
            <ac:spMk id="57" creationId="{D5CE5F15-B14C-4B82-870B-4775C2E6C51A}"/>
          </ac:spMkLst>
        </pc:spChg>
        <pc:spChg chg="mod">
          <ac:chgData name="Michelle Millar" userId="ca2c1bca-f194-43da-b766-a2d0350c5abf" providerId="ADAL" clId="{2434FCD1-60D2-4EC1-86A7-F0F00F973510}" dt="2020-10-27T14:27:41.793" v="3475" actId="207"/>
          <ac:spMkLst>
            <pc:docMk/>
            <pc:sldMk cId="1089081355" sldId="274"/>
            <ac:spMk id="58" creationId="{E84F9A51-2CF7-42E7-95C6-9D2E2EF24B66}"/>
          </ac:spMkLst>
        </pc:spChg>
        <pc:spChg chg="mod">
          <ac:chgData name="Michelle Millar" userId="ca2c1bca-f194-43da-b766-a2d0350c5abf" providerId="ADAL" clId="{2434FCD1-60D2-4EC1-86A7-F0F00F973510}" dt="2020-10-27T14:27:41.793" v="3475" actId="207"/>
          <ac:spMkLst>
            <pc:docMk/>
            <pc:sldMk cId="1089081355" sldId="274"/>
            <ac:spMk id="59" creationId="{89CE478F-1FBF-46ED-9844-BF383FE9AEA2}"/>
          </ac:spMkLst>
        </pc:spChg>
        <pc:spChg chg="mod">
          <ac:chgData name="Michelle Millar" userId="ca2c1bca-f194-43da-b766-a2d0350c5abf" providerId="ADAL" clId="{2434FCD1-60D2-4EC1-86A7-F0F00F973510}" dt="2020-10-27T14:27:41.793" v="3475" actId="207"/>
          <ac:spMkLst>
            <pc:docMk/>
            <pc:sldMk cId="1089081355" sldId="274"/>
            <ac:spMk id="60" creationId="{0D8F3DA6-EFDF-4359-A77A-DE3CC3CE6102}"/>
          </ac:spMkLst>
        </pc:spChg>
        <pc:spChg chg="mod">
          <ac:chgData name="Michelle Millar" userId="ca2c1bca-f194-43da-b766-a2d0350c5abf" providerId="ADAL" clId="{2434FCD1-60D2-4EC1-86A7-F0F00F973510}" dt="2020-10-27T14:27:15.041" v="3473" actId="207"/>
          <ac:spMkLst>
            <pc:docMk/>
            <pc:sldMk cId="1089081355" sldId="274"/>
            <ac:spMk id="62" creationId="{0ED8C396-4E4D-4129-BA78-9F6CD1D574E4}"/>
          </ac:spMkLst>
        </pc:spChg>
        <pc:spChg chg="mod">
          <ac:chgData name="Michelle Millar" userId="ca2c1bca-f194-43da-b766-a2d0350c5abf" providerId="ADAL" clId="{2434FCD1-60D2-4EC1-86A7-F0F00F973510}" dt="2020-10-27T14:27:15.041" v="3473" actId="207"/>
          <ac:spMkLst>
            <pc:docMk/>
            <pc:sldMk cId="1089081355" sldId="274"/>
            <ac:spMk id="63" creationId="{04E34168-C543-453E-95BE-EBAF4B71A1F4}"/>
          </ac:spMkLst>
        </pc:spChg>
        <pc:spChg chg="mod">
          <ac:chgData name="Michelle Millar" userId="ca2c1bca-f194-43da-b766-a2d0350c5abf" providerId="ADAL" clId="{2434FCD1-60D2-4EC1-86A7-F0F00F973510}" dt="2020-10-27T14:27:15.041" v="3473" actId="207"/>
          <ac:spMkLst>
            <pc:docMk/>
            <pc:sldMk cId="1089081355" sldId="274"/>
            <ac:spMk id="64" creationId="{645141FD-B967-46A4-9EF4-6BDD3F109264}"/>
          </ac:spMkLst>
        </pc:spChg>
        <pc:spChg chg="mod">
          <ac:chgData name="Michelle Millar" userId="ca2c1bca-f194-43da-b766-a2d0350c5abf" providerId="ADAL" clId="{2434FCD1-60D2-4EC1-86A7-F0F00F973510}" dt="2020-10-27T14:27:15.041" v="3473" actId="207"/>
          <ac:spMkLst>
            <pc:docMk/>
            <pc:sldMk cId="1089081355" sldId="274"/>
            <ac:spMk id="65" creationId="{E6FD0AA2-72D1-41C7-A99B-0FDD77631EF0}"/>
          </ac:spMkLst>
        </pc:spChg>
        <pc:spChg chg="mod">
          <ac:chgData name="Michelle Millar" userId="ca2c1bca-f194-43da-b766-a2d0350c5abf" providerId="ADAL" clId="{2434FCD1-60D2-4EC1-86A7-F0F00F973510}" dt="2020-10-27T14:27:15.041" v="3473" actId="207"/>
          <ac:spMkLst>
            <pc:docMk/>
            <pc:sldMk cId="1089081355" sldId="274"/>
            <ac:spMk id="66" creationId="{10B804FD-CF34-4656-91E1-11918C1830BB}"/>
          </ac:spMkLst>
        </pc:spChg>
      </pc:sldChg>
      <pc:sldChg chg="modSp del mod">
        <pc:chgData name="Michelle Millar" userId="ca2c1bca-f194-43da-b766-a2d0350c5abf" providerId="ADAL" clId="{2434FCD1-60D2-4EC1-86A7-F0F00F973510}" dt="2020-10-27T13:35:49.347" v="900" actId="47"/>
        <pc:sldMkLst>
          <pc:docMk/>
          <pc:sldMk cId="3563993265" sldId="309"/>
        </pc:sldMkLst>
        <pc:spChg chg="mod">
          <ac:chgData name="Michelle Millar" userId="ca2c1bca-f194-43da-b766-a2d0350c5abf" providerId="ADAL" clId="{2434FCD1-60D2-4EC1-86A7-F0F00F973510}" dt="2020-10-27T09:16:34.701" v="305" actId="20577"/>
          <ac:spMkLst>
            <pc:docMk/>
            <pc:sldMk cId="3563993265" sldId="309"/>
            <ac:spMk id="2" creationId="{A49B9E66-F30D-4D9D-9AF7-0A42AA4A93A9}"/>
          </ac:spMkLst>
        </pc:spChg>
      </pc:sldChg>
      <pc:sldChg chg="modSp mod">
        <pc:chgData name="Michelle Millar" userId="ca2c1bca-f194-43da-b766-a2d0350c5abf" providerId="ADAL" clId="{2434FCD1-60D2-4EC1-86A7-F0F00F973510}" dt="2020-10-27T09:15:14.735" v="269" actId="20577"/>
        <pc:sldMkLst>
          <pc:docMk/>
          <pc:sldMk cId="703502951" sldId="311"/>
        </pc:sldMkLst>
        <pc:spChg chg="mod">
          <ac:chgData name="Michelle Millar" userId="ca2c1bca-f194-43da-b766-a2d0350c5abf" providerId="ADAL" clId="{2434FCD1-60D2-4EC1-86A7-F0F00F973510}" dt="2020-10-27T09:09:10.784" v="94" actId="20577"/>
          <ac:spMkLst>
            <pc:docMk/>
            <pc:sldMk cId="703502951" sldId="311"/>
            <ac:spMk id="2" creationId="{D079F0D4-0810-4BC7-AD42-AAB894C55C1E}"/>
          </ac:spMkLst>
        </pc:spChg>
        <pc:spChg chg="mod">
          <ac:chgData name="Michelle Millar" userId="ca2c1bca-f194-43da-b766-a2d0350c5abf" providerId="ADAL" clId="{2434FCD1-60D2-4EC1-86A7-F0F00F973510}" dt="2020-10-27T09:15:14.735" v="269" actId="20577"/>
          <ac:spMkLst>
            <pc:docMk/>
            <pc:sldMk cId="703502951" sldId="311"/>
            <ac:spMk id="16" creationId="{1B83B08A-9BFE-4881-B169-120488D9FB83}"/>
          </ac:spMkLst>
        </pc:spChg>
      </pc:sldChg>
      <pc:sldChg chg="del">
        <pc:chgData name="Michelle Millar" userId="ca2c1bca-f194-43da-b766-a2d0350c5abf" providerId="ADAL" clId="{2434FCD1-60D2-4EC1-86A7-F0F00F973510}" dt="2020-10-27T13:32:18.160" v="882" actId="47"/>
        <pc:sldMkLst>
          <pc:docMk/>
          <pc:sldMk cId="1871417135" sldId="313"/>
        </pc:sldMkLst>
      </pc:sldChg>
      <pc:sldChg chg="del">
        <pc:chgData name="Michelle Millar" userId="ca2c1bca-f194-43da-b766-a2d0350c5abf" providerId="ADAL" clId="{2434FCD1-60D2-4EC1-86A7-F0F00F973510}" dt="2020-10-27T13:32:19.072" v="883" actId="47"/>
        <pc:sldMkLst>
          <pc:docMk/>
          <pc:sldMk cId="2053929635" sldId="314"/>
        </pc:sldMkLst>
      </pc:sldChg>
      <pc:sldChg chg="modSp del mod ord">
        <pc:chgData name="Michelle Millar" userId="ca2c1bca-f194-43da-b766-a2d0350c5abf" providerId="ADAL" clId="{2434FCD1-60D2-4EC1-86A7-F0F00F973510}" dt="2020-10-28T11:28:48.975" v="3982" actId="47"/>
        <pc:sldMkLst>
          <pc:docMk/>
          <pc:sldMk cId="961887552" sldId="315"/>
        </pc:sldMkLst>
        <pc:spChg chg="mod">
          <ac:chgData name="Michelle Millar" userId="ca2c1bca-f194-43da-b766-a2d0350c5abf" providerId="ADAL" clId="{2434FCD1-60D2-4EC1-86A7-F0F00F973510}" dt="2020-10-27T09:12:16.433" v="200" actId="20577"/>
          <ac:spMkLst>
            <pc:docMk/>
            <pc:sldMk cId="961887552" sldId="315"/>
            <ac:spMk id="2" creationId="{1AA263E5-A4DD-4762-8EA5-7578B999E1A7}"/>
          </ac:spMkLst>
        </pc:spChg>
      </pc:sldChg>
      <pc:sldChg chg="modSp mod">
        <pc:chgData name="Michelle Millar" userId="ca2c1bca-f194-43da-b766-a2d0350c5abf" providerId="ADAL" clId="{2434FCD1-60D2-4EC1-86A7-F0F00F973510}" dt="2020-10-27T14:35:49.979" v="3530" actId="207"/>
        <pc:sldMkLst>
          <pc:docMk/>
          <pc:sldMk cId="2472886114" sldId="316"/>
        </pc:sldMkLst>
        <pc:spChg chg="mod">
          <ac:chgData name="Michelle Millar" userId="ca2c1bca-f194-43da-b766-a2d0350c5abf" providerId="ADAL" clId="{2434FCD1-60D2-4EC1-86A7-F0F00F973510}" dt="2020-10-27T14:35:29.496" v="3525" actId="207"/>
          <ac:spMkLst>
            <pc:docMk/>
            <pc:sldMk cId="2472886114" sldId="316"/>
            <ac:spMk id="5" creationId="{33A6CCB0-D635-4103-9B70-3D2F9C815EC0}"/>
          </ac:spMkLst>
        </pc:spChg>
        <pc:spChg chg="mod">
          <ac:chgData name="Michelle Millar" userId="ca2c1bca-f194-43da-b766-a2d0350c5abf" providerId="ADAL" clId="{2434FCD1-60D2-4EC1-86A7-F0F00F973510}" dt="2020-10-27T14:35:29.496" v="3525" actId="207"/>
          <ac:spMkLst>
            <pc:docMk/>
            <pc:sldMk cId="2472886114" sldId="316"/>
            <ac:spMk id="6" creationId="{AEB3CE97-6FE7-456D-928B-9905042E738E}"/>
          </ac:spMkLst>
        </pc:spChg>
        <pc:spChg chg="mod">
          <ac:chgData name="Michelle Millar" userId="ca2c1bca-f194-43da-b766-a2d0350c5abf" providerId="ADAL" clId="{2434FCD1-60D2-4EC1-86A7-F0F00F973510}" dt="2020-10-27T14:35:29.496" v="3525" actId="207"/>
          <ac:spMkLst>
            <pc:docMk/>
            <pc:sldMk cId="2472886114" sldId="316"/>
            <ac:spMk id="8" creationId="{8F53FD25-DCCC-4B79-B923-5A31D3F0714A}"/>
          </ac:spMkLst>
        </pc:spChg>
        <pc:spChg chg="mod">
          <ac:chgData name="Michelle Millar" userId="ca2c1bca-f194-43da-b766-a2d0350c5abf" providerId="ADAL" clId="{2434FCD1-60D2-4EC1-86A7-F0F00F973510}" dt="2020-10-27T14:35:29.496" v="3525" actId="207"/>
          <ac:spMkLst>
            <pc:docMk/>
            <pc:sldMk cId="2472886114" sldId="316"/>
            <ac:spMk id="9" creationId="{CE117214-3352-4510-9B50-ED150899F7BB}"/>
          </ac:spMkLst>
        </pc:spChg>
        <pc:spChg chg="mod">
          <ac:chgData name="Michelle Millar" userId="ca2c1bca-f194-43da-b766-a2d0350c5abf" providerId="ADAL" clId="{2434FCD1-60D2-4EC1-86A7-F0F00F973510}" dt="2020-10-27T14:35:29.496" v="3525" actId="207"/>
          <ac:spMkLst>
            <pc:docMk/>
            <pc:sldMk cId="2472886114" sldId="316"/>
            <ac:spMk id="26" creationId="{504335E5-B345-411A-9593-D479D60CD925}"/>
          </ac:spMkLst>
        </pc:spChg>
        <pc:spChg chg="mod">
          <ac:chgData name="Michelle Millar" userId="ca2c1bca-f194-43da-b766-a2d0350c5abf" providerId="ADAL" clId="{2434FCD1-60D2-4EC1-86A7-F0F00F973510}" dt="2020-10-27T14:35:29.496" v="3525" actId="207"/>
          <ac:spMkLst>
            <pc:docMk/>
            <pc:sldMk cId="2472886114" sldId="316"/>
            <ac:spMk id="27" creationId="{E671C6D7-0DC2-4CAA-9E0A-55DD8963FCE4}"/>
          </ac:spMkLst>
        </pc:spChg>
        <pc:spChg chg="mod">
          <ac:chgData name="Michelle Millar" userId="ca2c1bca-f194-43da-b766-a2d0350c5abf" providerId="ADAL" clId="{2434FCD1-60D2-4EC1-86A7-F0F00F973510}" dt="2020-10-27T14:35:29.496" v="3525" actId="207"/>
          <ac:spMkLst>
            <pc:docMk/>
            <pc:sldMk cId="2472886114" sldId="316"/>
            <ac:spMk id="32" creationId="{3EDD7A63-5854-4989-8B76-BE66DDE9EA05}"/>
          </ac:spMkLst>
        </pc:spChg>
        <pc:spChg chg="mod">
          <ac:chgData name="Michelle Millar" userId="ca2c1bca-f194-43da-b766-a2d0350c5abf" providerId="ADAL" clId="{2434FCD1-60D2-4EC1-86A7-F0F00F973510}" dt="2020-10-27T14:35:29.496" v="3525" actId="207"/>
          <ac:spMkLst>
            <pc:docMk/>
            <pc:sldMk cId="2472886114" sldId="316"/>
            <ac:spMk id="33" creationId="{981D3015-8F4C-48EC-8619-FE15224DFF91}"/>
          </ac:spMkLst>
        </pc:spChg>
        <pc:spChg chg="mod">
          <ac:chgData name="Michelle Millar" userId="ca2c1bca-f194-43da-b766-a2d0350c5abf" providerId="ADAL" clId="{2434FCD1-60D2-4EC1-86A7-F0F00F973510}" dt="2020-10-27T14:35:17.482" v="3524" actId="207"/>
          <ac:spMkLst>
            <pc:docMk/>
            <pc:sldMk cId="2472886114" sldId="316"/>
            <ac:spMk id="37" creationId="{A128A3AF-4A06-4A1E-B984-83D52C877746}"/>
          </ac:spMkLst>
        </pc:spChg>
        <pc:spChg chg="mod">
          <ac:chgData name="Michelle Millar" userId="ca2c1bca-f194-43da-b766-a2d0350c5abf" providerId="ADAL" clId="{2434FCD1-60D2-4EC1-86A7-F0F00F973510}" dt="2020-10-27T14:35:37.841" v="3527" actId="2711"/>
          <ac:spMkLst>
            <pc:docMk/>
            <pc:sldMk cId="2472886114" sldId="316"/>
            <ac:spMk id="40" creationId="{5D4BBB8E-71FB-4092-8EFA-AF8FE6DB205F}"/>
          </ac:spMkLst>
        </pc:spChg>
        <pc:spChg chg="mod">
          <ac:chgData name="Michelle Millar" userId="ca2c1bca-f194-43da-b766-a2d0350c5abf" providerId="ADAL" clId="{2434FCD1-60D2-4EC1-86A7-F0F00F973510}" dt="2020-10-27T14:35:49.979" v="3530" actId="207"/>
          <ac:spMkLst>
            <pc:docMk/>
            <pc:sldMk cId="2472886114" sldId="316"/>
            <ac:spMk id="42" creationId="{201B393E-3607-4A68-855E-0015472E1FD1}"/>
          </ac:spMkLst>
        </pc:spChg>
        <pc:spChg chg="mod">
          <ac:chgData name="Michelle Millar" userId="ca2c1bca-f194-43da-b766-a2d0350c5abf" providerId="ADAL" clId="{2434FCD1-60D2-4EC1-86A7-F0F00F973510}" dt="2020-10-27T14:35:29.496" v="3525" actId="207"/>
          <ac:spMkLst>
            <pc:docMk/>
            <pc:sldMk cId="2472886114" sldId="316"/>
            <ac:spMk id="43" creationId="{C3560668-38C4-4D88-830C-F630197CE072}"/>
          </ac:spMkLst>
        </pc:spChg>
        <pc:spChg chg="mod">
          <ac:chgData name="Michelle Millar" userId="ca2c1bca-f194-43da-b766-a2d0350c5abf" providerId="ADAL" clId="{2434FCD1-60D2-4EC1-86A7-F0F00F973510}" dt="2020-10-27T14:35:29.496" v="3525" actId="207"/>
          <ac:spMkLst>
            <pc:docMk/>
            <pc:sldMk cId="2472886114" sldId="316"/>
            <ac:spMk id="44" creationId="{6431F989-BC54-421A-A3BB-34C4BC810A5C}"/>
          </ac:spMkLst>
        </pc:spChg>
        <pc:spChg chg="mod">
          <ac:chgData name="Michelle Millar" userId="ca2c1bca-f194-43da-b766-a2d0350c5abf" providerId="ADAL" clId="{2434FCD1-60D2-4EC1-86A7-F0F00F973510}" dt="2020-10-27T14:35:46.779" v="3529" actId="207"/>
          <ac:spMkLst>
            <pc:docMk/>
            <pc:sldMk cId="2472886114" sldId="316"/>
            <ac:spMk id="51" creationId="{98EC1EF8-3098-4107-94BF-51E4A27013C0}"/>
          </ac:spMkLst>
        </pc:spChg>
      </pc:sldChg>
      <pc:sldChg chg="addSp modSp mod ord">
        <pc:chgData name="Michelle Millar" userId="ca2c1bca-f194-43da-b766-a2d0350c5abf" providerId="ADAL" clId="{2434FCD1-60D2-4EC1-86A7-F0F00F973510}" dt="2020-10-27T14:43:35.246" v="3962" actId="207"/>
        <pc:sldMkLst>
          <pc:docMk/>
          <pc:sldMk cId="1161295314" sldId="317"/>
        </pc:sldMkLst>
        <pc:spChg chg="mod">
          <ac:chgData name="Michelle Millar" userId="ca2c1bca-f194-43da-b766-a2d0350c5abf" providerId="ADAL" clId="{2434FCD1-60D2-4EC1-86A7-F0F00F973510}" dt="2020-10-27T14:36:10.598" v="3532" actId="207"/>
          <ac:spMkLst>
            <pc:docMk/>
            <pc:sldMk cId="1161295314" sldId="317"/>
            <ac:spMk id="4" creationId="{03DF79E3-40EA-4396-85D5-9D79A61D1EA4}"/>
          </ac:spMkLst>
        </pc:spChg>
        <pc:spChg chg="mod">
          <ac:chgData name="Michelle Millar" userId="ca2c1bca-f194-43da-b766-a2d0350c5abf" providerId="ADAL" clId="{2434FCD1-60D2-4EC1-86A7-F0F00F973510}" dt="2020-10-27T14:36:26.009" v="3536" actId="207"/>
          <ac:spMkLst>
            <pc:docMk/>
            <pc:sldMk cId="1161295314" sldId="317"/>
            <ac:spMk id="5" creationId="{D14A55F3-5901-41BC-BCDB-B2A7AF78FD53}"/>
          </ac:spMkLst>
        </pc:spChg>
        <pc:spChg chg="mod">
          <ac:chgData name="Michelle Millar" userId="ca2c1bca-f194-43da-b766-a2d0350c5abf" providerId="ADAL" clId="{2434FCD1-60D2-4EC1-86A7-F0F00F973510}" dt="2020-10-27T14:36:41.311" v="3544" actId="20577"/>
          <ac:spMkLst>
            <pc:docMk/>
            <pc:sldMk cId="1161295314" sldId="317"/>
            <ac:spMk id="6" creationId="{357B85D3-7227-45F4-A49F-3EFED0C84E90}"/>
          </ac:spMkLst>
        </pc:spChg>
        <pc:spChg chg="mod">
          <ac:chgData name="Michelle Millar" userId="ca2c1bca-f194-43da-b766-a2d0350c5abf" providerId="ADAL" clId="{2434FCD1-60D2-4EC1-86A7-F0F00F973510}" dt="2020-10-27T14:36:29.203" v="3537" actId="207"/>
          <ac:spMkLst>
            <pc:docMk/>
            <pc:sldMk cId="1161295314" sldId="317"/>
            <ac:spMk id="7" creationId="{DDAC2373-5E98-41F9-9869-E831994530E0}"/>
          </ac:spMkLst>
        </pc:spChg>
        <pc:spChg chg="mod">
          <ac:chgData name="Michelle Millar" userId="ca2c1bca-f194-43da-b766-a2d0350c5abf" providerId="ADAL" clId="{2434FCD1-60D2-4EC1-86A7-F0F00F973510}" dt="2020-10-27T14:36:52.739" v="3553" actId="20577"/>
          <ac:spMkLst>
            <pc:docMk/>
            <pc:sldMk cId="1161295314" sldId="317"/>
            <ac:spMk id="8" creationId="{D7C404DB-740D-4E5D-BB48-617E7C3DFD7E}"/>
          </ac:spMkLst>
        </pc:spChg>
        <pc:spChg chg="mod">
          <ac:chgData name="Michelle Millar" userId="ca2c1bca-f194-43da-b766-a2d0350c5abf" providerId="ADAL" clId="{2434FCD1-60D2-4EC1-86A7-F0F00F973510}" dt="2020-10-27T14:36:32.838" v="3538" actId="207"/>
          <ac:spMkLst>
            <pc:docMk/>
            <pc:sldMk cId="1161295314" sldId="317"/>
            <ac:spMk id="9" creationId="{7ABCB116-C99B-4C3A-99D1-B81DD5A4EE20}"/>
          </ac:spMkLst>
        </pc:spChg>
        <pc:spChg chg="mod">
          <ac:chgData name="Michelle Millar" userId="ca2c1bca-f194-43da-b766-a2d0350c5abf" providerId="ADAL" clId="{2434FCD1-60D2-4EC1-86A7-F0F00F973510}" dt="2020-10-27T14:37:03.975" v="3562" actId="20577"/>
          <ac:spMkLst>
            <pc:docMk/>
            <pc:sldMk cId="1161295314" sldId="317"/>
            <ac:spMk id="10" creationId="{E6A0C349-B9DD-426C-B714-AFFAD0FFE4CF}"/>
          </ac:spMkLst>
        </pc:spChg>
        <pc:spChg chg="mod">
          <ac:chgData name="Michelle Millar" userId="ca2c1bca-f194-43da-b766-a2d0350c5abf" providerId="ADAL" clId="{2434FCD1-60D2-4EC1-86A7-F0F00F973510}" dt="2020-10-27T14:03:57.532" v="1720" actId="207"/>
          <ac:spMkLst>
            <pc:docMk/>
            <pc:sldMk cId="1161295314" sldId="317"/>
            <ac:spMk id="12" creationId="{6989744B-8582-45BF-84E7-D9CA83FEA42B}"/>
          </ac:spMkLst>
        </pc:spChg>
        <pc:spChg chg="mod">
          <ac:chgData name="Michelle Millar" userId="ca2c1bca-f194-43da-b766-a2d0350c5abf" providerId="ADAL" clId="{2434FCD1-60D2-4EC1-86A7-F0F00F973510}" dt="2020-10-27T14:36:10.598" v="3532" actId="207"/>
          <ac:spMkLst>
            <pc:docMk/>
            <pc:sldMk cId="1161295314" sldId="317"/>
            <ac:spMk id="13" creationId="{2AC49D41-732F-4D01-B627-08273B6EC0B9}"/>
          </ac:spMkLst>
        </pc:spChg>
        <pc:spChg chg="mod">
          <ac:chgData name="Michelle Millar" userId="ca2c1bca-f194-43da-b766-a2d0350c5abf" providerId="ADAL" clId="{2434FCD1-60D2-4EC1-86A7-F0F00F973510}" dt="2020-10-27T14:05:22.141" v="1767" actId="207"/>
          <ac:spMkLst>
            <pc:docMk/>
            <pc:sldMk cId="1161295314" sldId="317"/>
            <ac:spMk id="14" creationId="{C9AEF0B6-D892-4D62-8060-CC4366C5C06D}"/>
          </ac:spMkLst>
        </pc:spChg>
        <pc:spChg chg="mod">
          <ac:chgData name="Michelle Millar" userId="ca2c1bca-f194-43da-b766-a2d0350c5abf" providerId="ADAL" clId="{2434FCD1-60D2-4EC1-86A7-F0F00F973510}" dt="2020-10-27T14:36:10.598" v="3532" actId="207"/>
          <ac:spMkLst>
            <pc:docMk/>
            <pc:sldMk cId="1161295314" sldId="317"/>
            <ac:spMk id="15" creationId="{0F73D6A3-4C44-4164-A37C-FCD299ECAAB3}"/>
          </ac:spMkLst>
        </pc:spChg>
        <pc:spChg chg="mod">
          <ac:chgData name="Michelle Millar" userId="ca2c1bca-f194-43da-b766-a2d0350c5abf" providerId="ADAL" clId="{2434FCD1-60D2-4EC1-86A7-F0F00F973510}" dt="2020-10-27T14:04:10.261" v="1722" actId="207"/>
          <ac:spMkLst>
            <pc:docMk/>
            <pc:sldMk cId="1161295314" sldId="317"/>
            <ac:spMk id="16" creationId="{C168F475-80E8-4C96-856C-5AAE9AF612C5}"/>
          </ac:spMkLst>
        </pc:spChg>
        <pc:spChg chg="mod">
          <ac:chgData name="Michelle Millar" userId="ca2c1bca-f194-43da-b766-a2d0350c5abf" providerId="ADAL" clId="{2434FCD1-60D2-4EC1-86A7-F0F00F973510}" dt="2020-10-27T14:36:10.598" v="3532" actId="207"/>
          <ac:spMkLst>
            <pc:docMk/>
            <pc:sldMk cId="1161295314" sldId="317"/>
            <ac:spMk id="17" creationId="{D2D546CA-5F88-4F8B-9F46-5156F1E8F7A7}"/>
          </ac:spMkLst>
        </pc:spChg>
        <pc:spChg chg="mod">
          <ac:chgData name="Michelle Millar" userId="ca2c1bca-f194-43da-b766-a2d0350c5abf" providerId="ADAL" clId="{2434FCD1-60D2-4EC1-86A7-F0F00F973510}" dt="2020-10-27T14:36:01.414" v="3531" actId="207"/>
          <ac:spMkLst>
            <pc:docMk/>
            <pc:sldMk cId="1161295314" sldId="317"/>
            <ac:spMk id="27" creationId="{983C2563-0633-43BF-8EC5-1DB87333B1A1}"/>
          </ac:spMkLst>
        </pc:spChg>
        <pc:spChg chg="add mod">
          <ac:chgData name="Michelle Millar" userId="ca2c1bca-f194-43da-b766-a2d0350c5abf" providerId="ADAL" clId="{2434FCD1-60D2-4EC1-86A7-F0F00F973510}" dt="2020-10-27T14:43:35.246" v="3962" actId="207"/>
          <ac:spMkLst>
            <pc:docMk/>
            <pc:sldMk cId="1161295314" sldId="317"/>
            <ac:spMk id="28" creationId="{AE61B170-A43C-4F1F-B600-8FBC706D20DB}"/>
          </ac:spMkLst>
        </pc:spChg>
        <pc:graphicFrameChg chg="mod">
          <ac:chgData name="Michelle Millar" userId="ca2c1bca-f194-43da-b766-a2d0350c5abf" providerId="ADAL" clId="{2434FCD1-60D2-4EC1-86A7-F0F00F973510}" dt="2020-10-27T14:05:11.538" v="1766"/>
          <ac:graphicFrameMkLst>
            <pc:docMk/>
            <pc:sldMk cId="1161295314" sldId="317"/>
            <ac:graphicFrameMk id="33" creationId="{863A74A3-EE1C-4CC0-A138-E162FA47BF05}"/>
          </ac:graphicFrameMkLst>
        </pc:graphicFrameChg>
      </pc:sldChg>
      <pc:sldChg chg="modSp mod">
        <pc:chgData name="Michelle Millar" userId="ca2c1bca-f194-43da-b766-a2d0350c5abf" providerId="ADAL" clId="{2434FCD1-60D2-4EC1-86A7-F0F00F973510}" dt="2020-10-28T11:28:57.053" v="3983" actId="6549"/>
        <pc:sldMkLst>
          <pc:docMk/>
          <pc:sldMk cId="2898931480" sldId="318"/>
        </pc:sldMkLst>
        <pc:spChg chg="mod">
          <ac:chgData name="Michelle Millar" userId="ca2c1bca-f194-43da-b766-a2d0350c5abf" providerId="ADAL" clId="{2434FCD1-60D2-4EC1-86A7-F0F00F973510}" dt="2020-10-28T11:28:57.053" v="3983" actId="6549"/>
          <ac:spMkLst>
            <pc:docMk/>
            <pc:sldMk cId="2898931480" sldId="318"/>
            <ac:spMk id="2" creationId="{22755BA2-B953-4F06-9DC7-ACF132689491}"/>
          </ac:spMkLst>
        </pc:spChg>
      </pc:sldChg>
      <pc:sldChg chg="del ord">
        <pc:chgData name="Michelle Millar" userId="ca2c1bca-f194-43da-b766-a2d0350c5abf" providerId="ADAL" clId="{2434FCD1-60D2-4EC1-86A7-F0F00F973510}" dt="2020-10-27T09:39:43.003" v="828" actId="47"/>
        <pc:sldMkLst>
          <pc:docMk/>
          <pc:sldMk cId="1651573027" sldId="320"/>
        </pc:sldMkLst>
      </pc:sldChg>
      <pc:sldChg chg="modSp new del mod">
        <pc:chgData name="Michelle Millar" userId="ca2c1bca-f194-43da-b766-a2d0350c5abf" providerId="ADAL" clId="{2434FCD1-60D2-4EC1-86A7-F0F00F973510}" dt="2020-10-28T11:28:46.184" v="3979" actId="47"/>
        <pc:sldMkLst>
          <pc:docMk/>
          <pc:sldMk cId="2600257584" sldId="321"/>
        </pc:sldMkLst>
        <pc:spChg chg="mod">
          <ac:chgData name="Michelle Millar" userId="ca2c1bca-f194-43da-b766-a2d0350c5abf" providerId="ADAL" clId="{2434FCD1-60D2-4EC1-86A7-F0F00F973510}" dt="2020-10-27T09:10:07.493" v="181" actId="20577"/>
          <ac:spMkLst>
            <pc:docMk/>
            <pc:sldMk cId="2600257584" sldId="321"/>
            <ac:spMk id="2" creationId="{741870CB-089D-41C7-BA0E-8B780361DA32}"/>
          </ac:spMkLst>
        </pc:spChg>
      </pc:sldChg>
      <pc:sldChg chg="modSp add mod ord modNotesTx">
        <pc:chgData name="Michelle Millar" userId="ca2c1bca-f194-43da-b766-a2d0350c5abf" providerId="ADAL" clId="{2434FCD1-60D2-4EC1-86A7-F0F00F973510}" dt="2020-10-27T09:25:36.253" v="580" actId="20577"/>
        <pc:sldMkLst>
          <pc:docMk/>
          <pc:sldMk cId="2279783741" sldId="400"/>
        </pc:sldMkLst>
        <pc:spChg chg="mod">
          <ac:chgData name="Michelle Millar" userId="ca2c1bca-f194-43da-b766-a2d0350c5abf" providerId="ADAL" clId="{2434FCD1-60D2-4EC1-86A7-F0F00F973510}" dt="2020-10-27T09:24:52.293" v="562" actId="20577"/>
          <ac:spMkLst>
            <pc:docMk/>
            <pc:sldMk cId="2279783741" sldId="400"/>
            <ac:spMk id="2" creationId="{95790587-6989-46CB-8CB9-AAA58DEDB5B1}"/>
          </ac:spMkLst>
        </pc:spChg>
        <pc:spChg chg="mod">
          <ac:chgData name="Michelle Millar" userId="ca2c1bca-f194-43da-b766-a2d0350c5abf" providerId="ADAL" clId="{2434FCD1-60D2-4EC1-86A7-F0F00F973510}" dt="2020-10-27T09:25:36.253" v="580" actId="20577"/>
          <ac:spMkLst>
            <pc:docMk/>
            <pc:sldMk cId="2279783741" sldId="400"/>
            <ac:spMk id="3" creationId="{1A94A419-D1D2-43CD-98AF-85762651A062}"/>
          </ac:spMkLst>
        </pc:spChg>
        <pc:spChg chg="mod">
          <ac:chgData name="Michelle Millar" userId="ca2c1bca-f194-43da-b766-a2d0350c5abf" providerId="ADAL" clId="{2434FCD1-60D2-4EC1-86A7-F0F00F973510}" dt="2020-10-27T09:23:41.217" v="348" actId="20577"/>
          <ac:spMkLst>
            <pc:docMk/>
            <pc:sldMk cId="2279783741" sldId="400"/>
            <ac:spMk id="63" creationId="{FAF62AAA-FAFF-478D-84C5-7E5559983323}"/>
          </ac:spMkLst>
        </pc:spChg>
      </pc:sldChg>
      <pc:sldChg chg="addSp delSp modSp add del mod">
        <pc:chgData name="Michelle Millar" userId="ca2c1bca-f194-43da-b766-a2d0350c5abf" providerId="ADAL" clId="{2434FCD1-60D2-4EC1-86A7-F0F00F973510}" dt="2020-10-28T11:31:50.156" v="4015" actId="47"/>
        <pc:sldMkLst>
          <pc:docMk/>
          <pc:sldMk cId="2625050704" sldId="429"/>
        </pc:sldMkLst>
        <pc:spChg chg="mod">
          <ac:chgData name="Michelle Millar" userId="ca2c1bca-f194-43da-b766-a2d0350c5abf" providerId="ADAL" clId="{2434FCD1-60D2-4EC1-86A7-F0F00F973510}" dt="2020-10-28T11:31:10.115" v="4011"/>
          <ac:spMkLst>
            <pc:docMk/>
            <pc:sldMk cId="2625050704" sldId="429"/>
            <ac:spMk id="2" creationId="{A8CEF7C7-EC76-4A42-96FC-DA29BA9A342C}"/>
          </ac:spMkLst>
        </pc:spChg>
        <pc:spChg chg="mod">
          <ac:chgData name="Michelle Millar" userId="ca2c1bca-f194-43da-b766-a2d0350c5abf" providerId="ADAL" clId="{2434FCD1-60D2-4EC1-86A7-F0F00F973510}" dt="2020-10-28T11:31:02.717" v="4010" actId="20577"/>
          <ac:spMkLst>
            <pc:docMk/>
            <pc:sldMk cId="2625050704" sldId="429"/>
            <ac:spMk id="3" creationId="{2513B239-F037-4244-8052-2E2408B7E426}"/>
          </ac:spMkLst>
        </pc:spChg>
        <pc:spChg chg="mod topLvl">
          <ac:chgData name="Michelle Millar" userId="ca2c1bca-f194-43da-b766-a2d0350c5abf" providerId="ADAL" clId="{2434FCD1-60D2-4EC1-86A7-F0F00F973510}" dt="2020-10-27T14:30:19.523" v="3491" actId="207"/>
          <ac:spMkLst>
            <pc:docMk/>
            <pc:sldMk cId="2625050704" sldId="429"/>
            <ac:spMk id="4" creationId="{7298727F-0367-42B3-895B-10AD7E756870}"/>
          </ac:spMkLst>
        </pc:spChg>
        <pc:spChg chg="mod topLvl">
          <ac:chgData name="Michelle Millar" userId="ca2c1bca-f194-43da-b766-a2d0350c5abf" providerId="ADAL" clId="{2434FCD1-60D2-4EC1-86A7-F0F00F973510}" dt="2020-10-27T14:30:19.523" v="3491" actId="207"/>
          <ac:spMkLst>
            <pc:docMk/>
            <pc:sldMk cId="2625050704" sldId="429"/>
            <ac:spMk id="5" creationId="{00CC69A7-6FEC-45E3-8055-AA912B061849}"/>
          </ac:spMkLst>
        </pc:spChg>
        <pc:spChg chg="mod topLvl">
          <ac:chgData name="Michelle Millar" userId="ca2c1bca-f194-43da-b766-a2d0350c5abf" providerId="ADAL" clId="{2434FCD1-60D2-4EC1-86A7-F0F00F973510}" dt="2020-10-27T14:30:19.523" v="3491" actId="207"/>
          <ac:spMkLst>
            <pc:docMk/>
            <pc:sldMk cId="2625050704" sldId="429"/>
            <ac:spMk id="6" creationId="{D9DBEE9A-B441-4872-991E-6FDA99565202}"/>
          </ac:spMkLst>
        </pc:spChg>
        <pc:spChg chg="mod topLvl">
          <ac:chgData name="Michelle Millar" userId="ca2c1bca-f194-43da-b766-a2d0350c5abf" providerId="ADAL" clId="{2434FCD1-60D2-4EC1-86A7-F0F00F973510}" dt="2020-10-27T14:30:19.523" v="3491" actId="207"/>
          <ac:spMkLst>
            <pc:docMk/>
            <pc:sldMk cId="2625050704" sldId="429"/>
            <ac:spMk id="7" creationId="{0C42E29E-C9CE-4DBF-A7C3-46BCDE33255B}"/>
          </ac:spMkLst>
        </pc:spChg>
        <pc:spChg chg="mod topLvl">
          <ac:chgData name="Michelle Millar" userId="ca2c1bca-f194-43da-b766-a2d0350c5abf" providerId="ADAL" clId="{2434FCD1-60D2-4EC1-86A7-F0F00F973510}" dt="2020-10-27T14:30:19.523" v="3491" actId="207"/>
          <ac:spMkLst>
            <pc:docMk/>
            <pc:sldMk cId="2625050704" sldId="429"/>
            <ac:spMk id="10" creationId="{44DC67EC-0413-4555-80F9-D261EB046528}"/>
          </ac:spMkLst>
        </pc:spChg>
        <pc:spChg chg="mod topLvl">
          <ac:chgData name="Michelle Millar" userId="ca2c1bca-f194-43da-b766-a2d0350c5abf" providerId="ADAL" clId="{2434FCD1-60D2-4EC1-86A7-F0F00F973510}" dt="2020-10-27T14:30:19.523" v="3491" actId="207"/>
          <ac:spMkLst>
            <pc:docMk/>
            <pc:sldMk cId="2625050704" sldId="429"/>
            <ac:spMk id="11" creationId="{90AEA044-F4D6-4853-8427-2EDEB3209087}"/>
          </ac:spMkLst>
        </pc:spChg>
        <pc:spChg chg="mod topLvl">
          <ac:chgData name="Michelle Millar" userId="ca2c1bca-f194-43da-b766-a2d0350c5abf" providerId="ADAL" clId="{2434FCD1-60D2-4EC1-86A7-F0F00F973510}" dt="2020-10-27T14:30:19.523" v="3491" actId="207"/>
          <ac:spMkLst>
            <pc:docMk/>
            <pc:sldMk cId="2625050704" sldId="429"/>
            <ac:spMk id="12" creationId="{24A649E8-51A1-4D35-9274-271069EB4A73}"/>
          </ac:spMkLst>
        </pc:spChg>
        <pc:spChg chg="mod topLvl">
          <ac:chgData name="Michelle Millar" userId="ca2c1bca-f194-43da-b766-a2d0350c5abf" providerId="ADAL" clId="{2434FCD1-60D2-4EC1-86A7-F0F00F973510}" dt="2020-10-27T14:30:19.523" v="3491" actId="207"/>
          <ac:spMkLst>
            <pc:docMk/>
            <pc:sldMk cId="2625050704" sldId="429"/>
            <ac:spMk id="13" creationId="{A97D25AA-9871-43A2-8139-AD58F829EB68}"/>
          </ac:spMkLst>
        </pc:spChg>
        <pc:spChg chg="mod topLvl">
          <ac:chgData name="Michelle Millar" userId="ca2c1bca-f194-43da-b766-a2d0350c5abf" providerId="ADAL" clId="{2434FCD1-60D2-4EC1-86A7-F0F00F973510}" dt="2020-10-27T14:30:19.523" v="3491" actId="207"/>
          <ac:spMkLst>
            <pc:docMk/>
            <pc:sldMk cId="2625050704" sldId="429"/>
            <ac:spMk id="14" creationId="{0D9891F4-B15D-42A1-912F-C903D30E8743}"/>
          </ac:spMkLst>
        </pc:spChg>
        <pc:spChg chg="mod topLvl">
          <ac:chgData name="Michelle Millar" userId="ca2c1bca-f194-43da-b766-a2d0350c5abf" providerId="ADAL" clId="{2434FCD1-60D2-4EC1-86A7-F0F00F973510}" dt="2020-10-27T14:30:19.523" v="3491" actId="207"/>
          <ac:spMkLst>
            <pc:docMk/>
            <pc:sldMk cId="2625050704" sldId="429"/>
            <ac:spMk id="15" creationId="{9193E08F-973A-40CA-979C-0908CEA7CD27}"/>
          </ac:spMkLst>
        </pc:spChg>
        <pc:spChg chg="mod topLvl">
          <ac:chgData name="Michelle Millar" userId="ca2c1bca-f194-43da-b766-a2d0350c5abf" providerId="ADAL" clId="{2434FCD1-60D2-4EC1-86A7-F0F00F973510}" dt="2020-10-27T14:29:07.111" v="3484" actId="207"/>
          <ac:spMkLst>
            <pc:docMk/>
            <pc:sldMk cId="2625050704" sldId="429"/>
            <ac:spMk id="16" creationId="{0D489120-E79A-4498-BC16-11E23BF55869}"/>
          </ac:spMkLst>
        </pc:spChg>
        <pc:spChg chg="mod topLvl">
          <ac:chgData name="Michelle Millar" userId="ca2c1bca-f194-43da-b766-a2d0350c5abf" providerId="ADAL" clId="{2434FCD1-60D2-4EC1-86A7-F0F00F973510}" dt="2020-10-27T14:29:07.111" v="3484" actId="207"/>
          <ac:spMkLst>
            <pc:docMk/>
            <pc:sldMk cId="2625050704" sldId="429"/>
            <ac:spMk id="17" creationId="{8E024980-CE1B-41C0-BB20-7C4C16DCA64B}"/>
          </ac:spMkLst>
        </pc:spChg>
        <pc:spChg chg="mod topLvl">
          <ac:chgData name="Michelle Millar" userId="ca2c1bca-f194-43da-b766-a2d0350c5abf" providerId="ADAL" clId="{2434FCD1-60D2-4EC1-86A7-F0F00F973510}" dt="2020-10-27T14:29:07.111" v="3484" actId="207"/>
          <ac:spMkLst>
            <pc:docMk/>
            <pc:sldMk cId="2625050704" sldId="429"/>
            <ac:spMk id="18" creationId="{F47FDF36-146C-4330-9684-A16C0F94B47B}"/>
          </ac:spMkLst>
        </pc:spChg>
        <pc:spChg chg="mod topLvl">
          <ac:chgData name="Michelle Millar" userId="ca2c1bca-f194-43da-b766-a2d0350c5abf" providerId="ADAL" clId="{2434FCD1-60D2-4EC1-86A7-F0F00F973510}" dt="2020-10-27T14:29:07.111" v="3484" actId="207"/>
          <ac:spMkLst>
            <pc:docMk/>
            <pc:sldMk cId="2625050704" sldId="429"/>
            <ac:spMk id="19" creationId="{D105D988-121F-4E0F-AB74-D62F5E86376C}"/>
          </ac:spMkLst>
        </pc:spChg>
        <pc:spChg chg="mod topLvl">
          <ac:chgData name="Michelle Millar" userId="ca2c1bca-f194-43da-b766-a2d0350c5abf" providerId="ADAL" clId="{2434FCD1-60D2-4EC1-86A7-F0F00F973510}" dt="2020-10-27T14:29:07.111" v="3484" actId="207"/>
          <ac:spMkLst>
            <pc:docMk/>
            <pc:sldMk cId="2625050704" sldId="429"/>
            <ac:spMk id="20" creationId="{05F31C73-FB02-47DC-92FF-7373532B9CC3}"/>
          </ac:spMkLst>
        </pc:spChg>
        <pc:spChg chg="mod topLvl">
          <ac:chgData name="Michelle Millar" userId="ca2c1bca-f194-43da-b766-a2d0350c5abf" providerId="ADAL" clId="{2434FCD1-60D2-4EC1-86A7-F0F00F973510}" dt="2020-10-27T14:29:07.111" v="3484" actId="207"/>
          <ac:spMkLst>
            <pc:docMk/>
            <pc:sldMk cId="2625050704" sldId="429"/>
            <ac:spMk id="21" creationId="{9472F873-24A7-448B-BC34-BF703DEF367E}"/>
          </ac:spMkLst>
        </pc:spChg>
        <pc:spChg chg="mod topLvl">
          <ac:chgData name="Michelle Millar" userId="ca2c1bca-f194-43da-b766-a2d0350c5abf" providerId="ADAL" clId="{2434FCD1-60D2-4EC1-86A7-F0F00F973510}" dt="2020-10-27T14:29:07.111" v="3484" actId="207"/>
          <ac:spMkLst>
            <pc:docMk/>
            <pc:sldMk cId="2625050704" sldId="429"/>
            <ac:spMk id="23" creationId="{7FD7CA18-9D89-4CB1-BC14-1AFC20B18E71}"/>
          </ac:spMkLst>
        </pc:spChg>
        <pc:spChg chg="mod topLvl">
          <ac:chgData name="Michelle Millar" userId="ca2c1bca-f194-43da-b766-a2d0350c5abf" providerId="ADAL" clId="{2434FCD1-60D2-4EC1-86A7-F0F00F973510}" dt="2020-10-27T14:28:44.089" v="3482" actId="1036"/>
          <ac:spMkLst>
            <pc:docMk/>
            <pc:sldMk cId="2625050704" sldId="429"/>
            <ac:spMk id="24" creationId="{C59A490D-ECB4-4330-8212-DF220982D3D1}"/>
          </ac:spMkLst>
        </pc:spChg>
        <pc:spChg chg="mod topLvl">
          <ac:chgData name="Michelle Millar" userId="ca2c1bca-f194-43da-b766-a2d0350c5abf" providerId="ADAL" clId="{2434FCD1-60D2-4EC1-86A7-F0F00F973510}" dt="2020-10-27T14:29:07.111" v="3484" actId="207"/>
          <ac:spMkLst>
            <pc:docMk/>
            <pc:sldMk cId="2625050704" sldId="429"/>
            <ac:spMk id="26" creationId="{EFDE28A3-CB97-4ADA-9484-BDF178D3EBF4}"/>
          </ac:spMkLst>
        </pc:spChg>
        <pc:spChg chg="mod topLvl">
          <ac:chgData name="Michelle Millar" userId="ca2c1bca-f194-43da-b766-a2d0350c5abf" providerId="ADAL" clId="{2434FCD1-60D2-4EC1-86A7-F0F00F973510}" dt="2020-10-27T14:29:07.111" v="3484" actId="207"/>
          <ac:spMkLst>
            <pc:docMk/>
            <pc:sldMk cId="2625050704" sldId="429"/>
            <ac:spMk id="27" creationId="{F1D98CAB-A4B9-4A12-96DB-469482A3AEB5}"/>
          </ac:spMkLst>
        </pc:spChg>
        <pc:spChg chg="mod topLvl">
          <ac:chgData name="Michelle Millar" userId="ca2c1bca-f194-43da-b766-a2d0350c5abf" providerId="ADAL" clId="{2434FCD1-60D2-4EC1-86A7-F0F00F973510}" dt="2020-10-27T14:29:07.111" v="3484" actId="207"/>
          <ac:spMkLst>
            <pc:docMk/>
            <pc:sldMk cId="2625050704" sldId="429"/>
            <ac:spMk id="28" creationId="{E310B0AC-CBA2-476D-AF59-A7BCA0658357}"/>
          </ac:spMkLst>
        </pc:spChg>
        <pc:spChg chg="mod">
          <ac:chgData name="Michelle Millar" userId="ca2c1bca-f194-43da-b766-a2d0350c5abf" providerId="ADAL" clId="{2434FCD1-60D2-4EC1-86A7-F0F00F973510}" dt="2020-10-27T14:28:03.291" v="3476" actId="165"/>
          <ac:spMkLst>
            <pc:docMk/>
            <pc:sldMk cId="2625050704" sldId="429"/>
            <ac:spMk id="38" creationId="{DBF9AED0-B5AF-49FF-92D5-5E30D6320FE9}"/>
          </ac:spMkLst>
        </pc:spChg>
        <pc:spChg chg="mod">
          <ac:chgData name="Michelle Millar" userId="ca2c1bca-f194-43da-b766-a2d0350c5abf" providerId="ADAL" clId="{2434FCD1-60D2-4EC1-86A7-F0F00F973510}" dt="2020-10-27T14:28:03.291" v="3476" actId="165"/>
          <ac:spMkLst>
            <pc:docMk/>
            <pc:sldMk cId="2625050704" sldId="429"/>
            <ac:spMk id="39" creationId="{FE4EFF90-FFFF-4498-A9B6-45437AF9C6A7}"/>
          </ac:spMkLst>
        </pc:spChg>
        <pc:spChg chg="mod">
          <ac:chgData name="Michelle Millar" userId="ca2c1bca-f194-43da-b766-a2d0350c5abf" providerId="ADAL" clId="{2434FCD1-60D2-4EC1-86A7-F0F00F973510}" dt="2020-10-27T14:28:03.291" v="3476" actId="165"/>
          <ac:spMkLst>
            <pc:docMk/>
            <pc:sldMk cId="2625050704" sldId="429"/>
            <ac:spMk id="40" creationId="{5586B2E6-131A-4EF1-B44C-782CE54A7A4C}"/>
          </ac:spMkLst>
        </pc:spChg>
        <pc:spChg chg="mod">
          <ac:chgData name="Michelle Millar" userId="ca2c1bca-f194-43da-b766-a2d0350c5abf" providerId="ADAL" clId="{2434FCD1-60D2-4EC1-86A7-F0F00F973510}" dt="2020-10-27T14:28:03.291" v="3476" actId="165"/>
          <ac:spMkLst>
            <pc:docMk/>
            <pc:sldMk cId="2625050704" sldId="429"/>
            <ac:spMk id="41" creationId="{603F0AC0-5C91-45AE-82F0-441A72D8435C}"/>
          </ac:spMkLst>
        </pc:spChg>
        <pc:spChg chg="mod">
          <ac:chgData name="Michelle Millar" userId="ca2c1bca-f194-43da-b766-a2d0350c5abf" providerId="ADAL" clId="{2434FCD1-60D2-4EC1-86A7-F0F00F973510}" dt="2020-10-27T14:28:03.291" v="3476" actId="165"/>
          <ac:spMkLst>
            <pc:docMk/>
            <pc:sldMk cId="2625050704" sldId="429"/>
            <ac:spMk id="42" creationId="{248F2689-1ACD-4ACE-9A9F-FDFAE25D94F4}"/>
          </ac:spMkLst>
        </pc:spChg>
        <pc:spChg chg="mod">
          <ac:chgData name="Michelle Millar" userId="ca2c1bca-f194-43da-b766-a2d0350c5abf" providerId="ADAL" clId="{2434FCD1-60D2-4EC1-86A7-F0F00F973510}" dt="2020-10-27T14:28:44.089" v="3482" actId="1036"/>
          <ac:spMkLst>
            <pc:docMk/>
            <pc:sldMk cId="2625050704" sldId="429"/>
            <ac:spMk id="46" creationId="{8058316B-52A3-4B95-8D09-855263FAA392}"/>
          </ac:spMkLst>
        </pc:spChg>
        <pc:spChg chg="mod">
          <ac:chgData name="Michelle Millar" userId="ca2c1bca-f194-43da-b766-a2d0350c5abf" providerId="ADAL" clId="{2434FCD1-60D2-4EC1-86A7-F0F00F973510}" dt="2020-10-27T14:28:44.089" v="3482" actId="1036"/>
          <ac:spMkLst>
            <pc:docMk/>
            <pc:sldMk cId="2625050704" sldId="429"/>
            <ac:spMk id="47" creationId="{9C56F36F-D469-4C5E-91E9-839FD1CC5F56}"/>
          </ac:spMkLst>
        </pc:spChg>
        <pc:spChg chg="mod">
          <ac:chgData name="Michelle Millar" userId="ca2c1bca-f194-43da-b766-a2d0350c5abf" providerId="ADAL" clId="{2434FCD1-60D2-4EC1-86A7-F0F00F973510}" dt="2020-10-27T14:28:03.291" v="3476" actId="165"/>
          <ac:spMkLst>
            <pc:docMk/>
            <pc:sldMk cId="2625050704" sldId="429"/>
            <ac:spMk id="57" creationId="{D34F063A-DAD1-4B99-8CC9-F4A3EEFD4921}"/>
          </ac:spMkLst>
        </pc:spChg>
        <pc:spChg chg="mod">
          <ac:chgData name="Michelle Millar" userId="ca2c1bca-f194-43da-b766-a2d0350c5abf" providerId="ADAL" clId="{2434FCD1-60D2-4EC1-86A7-F0F00F973510}" dt="2020-10-27T14:28:03.291" v="3476" actId="165"/>
          <ac:spMkLst>
            <pc:docMk/>
            <pc:sldMk cId="2625050704" sldId="429"/>
            <ac:spMk id="60" creationId="{B303381D-58AD-4332-95D4-8DCCDB6D5B72}"/>
          </ac:spMkLst>
        </pc:spChg>
        <pc:spChg chg="mod">
          <ac:chgData name="Michelle Millar" userId="ca2c1bca-f194-43da-b766-a2d0350c5abf" providerId="ADAL" clId="{2434FCD1-60D2-4EC1-86A7-F0F00F973510}" dt="2020-10-27T14:28:03.291" v="3476" actId="165"/>
          <ac:spMkLst>
            <pc:docMk/>
            <pc:sldMk cId="2625050704" sldId="429"/>
            <ac:spMk id="62" creationId="{6B49632E-4951-4C26-85ED-7F6DE9A48589}"/>
          </ac:spMkLst>
        </pc:spChg>
        <pc:spChg chg="mod">
          <ac:chgData name="Michelle Millar" userId="ca2c1bca-f194-43da-b766-a2d0350c5abf" providerId="ADAL" clId="{2434FCD1-60D2-4EC1-86A7-F0F00F973510}" dt="2020-10-27T14:28:03.291" v="3476" actId="165"/>
          <ac:spMkLst>
            <pc:docMk/>
            <pc:sldMk cId="2625050704" sldId="429"/>
            <ac:spMk id="63" creationId="{4E3FC282-B02D-4DCE-B5E4-67E5EEDE508D}"/>
          </ac:spMkLst>
        </pc:spChg>
        <pc:spChg chg="add mod">
          <ac:chgData name="Michelle Millar" userId="ca2c1bca-f194-43da-b766-a2d0350c5abf" providerId="ADAL" clId="{2434FCD1-60D2-4EC1-86A7-F0F00F973510}" dt="2020-10-27T14:28:16.390" v="3478" actId="571"/>
          <ac:spMkLst>
            <pc:docMk/>
            <pc:sldMk cId="2625050704" sldId="429"/>
            <ac:spMk id="76" creationId="{D50FDE86-D3DE-4498-993B-B399DB46B93E}"/>
          </ac:spMkLst>
        </pc:spChg>
        <pc:spChg chg="add mod">
          <ac:chgData name="Michelle Millar" userId="ca2c1bca-f194-43da-b766-a2d0350c5abf" providerId="ADAL" clId="{2434FCD1-60D2-4EC1-86A7-F0F00F973510}" dt="2020-10-27T14:28:16.390" v="3478" actId="571"/>
          <ac:spMkLst>
            <pc:docMk/>
            <pc:sldMk cId="2625050704" sldId="429"/>
            <ac:spMk id="77" creationId="{05E042AD-283B-45F3-AEDE-20B98A5B70BD}"/>
          </ac:spMkLst>
        </pc:spChg>
        <pc:spChg chg="add mod">
          <ac:chgData name="Michelle Millar" userId="ca2c1bca-f194-43da-b766-a2d0350c5abf" providerId="ADAL" clId="{2434FCD1-60D2-4EC1-86A7-F0F00F973510}" dt="2020-10-27T14:28:16.390" v="3478" actId="571"/>
          <ac:spMkLst>
            <pc:docMk/>
            <pc:sldMk cId="2625050704" sldId="429"/>
            <ac:spMk id="78" creationId="{05E8E33A-418C-4C42-802D-DAE2A935E58D}"/>
          </ac:spMkLst>
        </pc:spChg>
        <pc:spChg chg="add mod">
          <ac:chgData name="Michelle Millar" userId="ca2c1bca-f194-43da-b766-a2d0350c5abf" providerId="ADAL" clId="{2434FCD1-60D2-4EC1-86A7-F0F00F973510}" dt="2020-10-27T14:28:16.390" v="3478" actId="571"/>
          <ac:spMkLst>
            <pc:docMk/>
            <pc:sldMk cId="2625050704" sldId="429"/>
            <ac:spMk id="79" creationId="{975AC656-C0A3-4862-890E-EBE24066E2A8}"/>
          </ac:spMkLst>
        </pc:spChg>
        <pc:spChg chg="mod">
          <ac:chgData name="Michelle Millar" userId="ca2c1bca-f194-43da-b766-a2d0350c5abf" providerId="ADAL" clId="{2434FCD1-60D2-4EC1-86A7-F0F00F973510}" dt="2020-10-27T14:28:03.291" v="3476" actId="165"/>
          <ac:spMkLst>
            <pc:docMk/>
            <pc:sldMk cId="2625050704" sldId="429"/>
            <ac:spMk id="1024" creationId="{38A5D60C-2193-4BA4-8416-CD3C4AEA3160}"/>
          </ac:spMkLst>
        </pc:spChg>
        <pc:spChg chg="mod">
          <ac:chgData name="Michelle Millar" userId="ca2c1bca-f194-43da-b766-a2d0350c5abf" providerId="ADAL" clId="{2434FCD1-60D2-4EC1-86A7-F0F00F973510}" dt="2020-10-27T14:28:03.291" v="3476" actId="165"/>
          <ac:spMkLst>
            <pc:docMk/>
            <pc:sldMk cId="2625050704" sldId="429"/>
            <ac:spMk id="1025" creationId="{0E3FCE26-6681-4AA7-9A2D-49D339D94D5A}"/>
          </ac:spMkLst>
        </pc:spChg>
        <pc:spChg chg="mod">
          <ac:chgData name="Michelle Millar" userId="ca2c1bca-f194-43da-b766-a2d0350c5abf" providerId="ADAL" clId="{2434FCD1-60D2-4EC1-86A7-F0F00F973510}" dt="2020-10-27T14:28:03.291" v="3476" actId="165"/>
          <ac:spMkLst>
            <pc:docMk/>
            <pc:sldMk cId="2625050704" sldId="429"/>
            <ac:spMk id="1029" creationId="{BE001213-CA11-4579-98B5-F10B41E01087}"/>
          </ac:spMkLst>
        </pc:spChg>
        <pc:spChg chg="mod">
          <ac:chgData name="Michelle Millar" userId="ca2c1bca-f194-43da-b766-a2d0350c5abf" providerId="ADAL" clId="{2434FCD1-60D2-4EC1-86A7-F0F00F973510}" dt="2020-10-27T14:28:03.291" v="3476" actId="165"/>
          <ac:spMkLst>
            <pc:docMk/>
            <pc:sldMk cId="2625050704" sldId="429"/>
            <ac:spMk id="1031" creationId="{67E4D2CC-455B-4380-A75C-F221371CF37F}"/>
          </ac:spMkLst>
        </pc:spChg>
        <pc:spChg chg="mod">
          <ac:chgData name="Michelle Millar" userId="ca2c1bca-f194-43da-b766-a2d0350c5abf" providerId="ADAL" clId="{2434FCD1-60D2-4EC1-86A7-F0F00F973510}" dt="2020-10-27T14:28:03.291" v="3476" actId="165"/>
          <ac:spMkLst>
            <pc:docMk/>
            <pc:sldMk cId="2625050704" sldId="429"/>
            <ac:spMk id="1033" creationId="{F05BF47B-5B80-45FA-A410-2D89DAC86D99}"/>
          </ac:spMkLst>
        </pc:spChg>
        <pc:spChg chg="mod">
          <ac:chgData name="Michelle Millar" userId="ca2c1bca-f194-43da-b766-a2d0350c5abf" providerId="ADAL" clId="{2434FCD1-60D2-4EC1-86A7-F0F00F973510}" dt="2020-10-27T14:28:44.089" v="3482" actId="1036"/>
          <ac:spMkLst>
            <pc:docMk/>
            <pc:sldMk cId="2625050704" sldId="429"/>
            <ac:spMk id="1035" creationId="{0EB77929-B761-47FB-BC2B-89A17F793B1A}"/>
          </ac:spMkLst>
        </pc:spChg>
        <pc:spChg chg="mod">
          <ac:chgData name="Michelle Millar" userId="ca2c1bca-f194-43da-b766-a2d0350c5abf" providerId="ADAL" clId="{2434FCD1-60D2-4EC1-86A7-F0F00F973510}" dt="2020-10-27T14:28:44.089" v="3482" actId="1036"/>
          <ac:spMkLst>
            <pc:docMk/>
            <pc:sldMk cId="2625050704" sldId="429"/>
            <ac:spMk id="1036" creationId="{420DD3A3-B560-4443-A52A-284BB9E9701F}"/>
          </ac:spMkLst>
        </pc:spChg>
        <pc:spChg chg="mod">
          <ac:chgData name="Michelle Millar" userId="ca2c1bca-f194-43da-b766-a2d0350c5abf" providerId="ADAL" clId="{2434FCD1-60D2-4EC1-86A7-F0F00F973510}" dt="2020-10-27T14:28:44.089" v="3482" actId="1036"/>
          <ac:spMkLst>
            <pc:docMk/>
            <pc:sldMk cId="2625050704" sldId="429"/>
            <ac:spMk id="1037" creationId="{2197223B-1409-46D6-9665-332DB81875FB}"/>
          </ac:spMkLst>
        </pc:spChg>
        <pc:spChg chg="mod">
          <ac:chgData name="Michelle Millar" userId="ca2c1bca-f194-43da-b766-a2d0350c5abf" providerId="ADAL" clId="{2434FCD1-60D2-4EC1-86A7-F0F00F973510}" dt="2020-10-27T14:28:44.089" v="3482" actId="1036"/>
          <ac:spMkLst>
            <pc:docMk/>
            <pc:sldMk cId="2625050704" sldId="429"/>
            <ac:spMk id="1039" creationId="{8C0BCBAB-876B-4A92-BFE6-B89DC3770377}"/>
          </ac:spMkLst>
        </pc:spChg>
        <pc:spChg chg="mod">
          <ac:chgData name="Michelle Millar" userId="ca2c1bca-f194-43da-b766-a2d0350c5abf" providerId="ADAL" clId="{2434FCD1-60D2-4EC1-86A7-F0F00F973510}" dt="2020-10-27T14:28:44.089" v="3482" actId="1036"/>
          <ac:spMkLst>
            <pc:docMk/>
            <pc:sldMk cId="2625050704" sldId="429"/>
            <ac:spMk id="1040" creationId="{8D6AF09A-C0D8-4445-84BF-D67B0F774945}"/>
          </ac:spMkLst>
        </pc:spChg>
        <pc:spChg chg="mod">
          <ac:chgData name="Michelle Millar" userId="ca2c1bca-f194-43da-b766-a2d0350c5abf" providerId="ADAL" clId="{2434FCD1-60D2-4EC1-86A7-F0F00F973510}" dt="2020-10-27T14:28:44.089" v="3482" actId="1036"/>
          <ac:spMkLst>
            <pc:docMk/>
            <pc:sldMk cId="2625050704" sldId="429"/>
            <ac:spMk id="1041" creationId="{289F920B-AF5F-4460-9A21-D78660F8D3E2}"/>
          </ac:spMkLst>
        </pc:spChg>
        <pc:spChg chg="mod">
          <ac:chgData name="Michelle Millar" userId="ca2c1bca-f194-43da-b766-a2d0350c5abf" providerId="ADAL" clId="{2434FCD1-60D2-4EC1-86A7-F0F00F973510}" dt="2020-10-27T14:28:44.089" v="3482" actId="1036"/>
          <ac:spMkLst>
            <pc:docMk/>
            <pc:sldMk cId="2625050704" sldId="429"/>
            <ac:spMk id="1042" creationId="{8AC01CDF-BDE6-4BBA-9679-65D7266F844A}"/>
          </ac:spMkLst>
        </pc:spChg>
        <pc:spChg chg="mod">
          <ac:chgData name="Michelle Millar" userId="ca2c1bca-f194-43da-b766-a2d0350c5abf" providerId="ADAL" clId="{2434FCD1-60D2-4EC1-86A7-F0F00F973510}" dt="2020-10-27T14:28:03.291" v="3476" actId="165"/>
          <ac:spMkLst>
            <pc:docMk/>
            <pc:sldMk cId="2625050704" sldId="429"/>
            <ac:spMk id="1044" creationId="{9016D5AA-9129-483C-AF37-171CB216266F}"/>
          </ac:spMkLst>
        </pc:spChg>
        <pc:spChg chg="mod">
          <ac:chgData name="Michelle Millar" userId="ca2c1bca-f194-43da-b766-a2d0350c5abf" providerId="ADAL" clId="{2434FCD1-60D2-4EC1-86A7-F0F00F973510}" dt="2020-10-27T14:28:03.291" v="3476" actId="165"/>
          <ac:spMkLst>
            <pc:docMk/>
            <pc:sldMk cId="2625050704" sldId="429"/>
            <ac:spMk id="1045" creationId="{C9CD62F6-424E-479B-A00A-F2DD8DC23AD0}"/>
          </ac:spMkLst>
        </pc:spChg>
        <pc:spChg chg="mod">
          <ac:chgData name="Michelle Millar" userId="ca2c1bca-f194-43da-b766-a2d0350c5abf" providerId="ADAL" clId="{2434FCD1-60D2-4EC1-86A7-F0F00F973510}" dt="2020-10-27T14:28:03.291" v="3476" actId="165"/>
          <ac:spMkLst>
            <pc:docMk/>
            <pc:sldMk cId="2625050704" sldId="429"/>
            <ac:spMk id="1046" creationId="{C8F43801-4D50-4F6F-B74F-268DD203BE94}"/>
          </ac:spMkLst>
        </pc:spChg>
        <pc:spChg chg="mod">
          <ac:chgData name="Michelle Millar" userId="ca2c1bca-f194-43da-b766-a2d0350c5abf" providerId="ADAL" clId="{2434FCD1-60D2-4EC1-86A7-F0F00F973510}" dt="2020-10-27T14:28:03.291" v="3476" actId="165"/>
          <ac:spMkLst>
            <pc:docMk/>
            <pc:sldMk cId="2625050704" sldId="429"/>
            <ac:spMk id="1047" creationId="{0A4EF0A8-BFD4-4E35-A758-335D3F35E4E6}"/>
          </ac:spMkLst>
        </pc:spChg>
        <pc:spChg chg="mod">
          <ac:chgData name="Michelle Millar" userId="ca2c1bca-f194-43da-b766-a2d0350c5abf" providerId="ADAL" clId="{2434FCD1-60D2-4EC1-86A7-F0F00F973510}" dt="2020-10-27T14:28:03.291" v="3476" actId="165"/>
          <ac:spMkLst>
            <pc:docMk/>
            <pc:sldMk cId="2625050704" sldId="429"/>
            <ac:spMk id="1048" creationId="{664193E3-545E-4C9C-9C9E-603A1C94FB6E}"/>
          </ac:spMkLst>
        </pc:spChg>
        <pc:grpChg chg="del">
          <ac:chgData name="Michelle Millar" userId="ca2c1bca-f194-43da-b766-a2d0350c5abf" providerId="ADAL" clId="{2434FCD1-60D2-4EC1-86A7-F0F00F973510}" dt="2020-10-27T14:28:03.291" v="3476" actId="165"/>
          <ac:grpSpMkLst>
            <pc:docMk/>
            <pc:sldMk cId="2625050704" sldId="429"/>
            <ac:grpSpMk id="8" creationId="{0C1A3ACB-CD48-4208-9C76-7F67A336BC9A}"/>
          </ac:grpSpMkLst>
        </pc:grpChg>
        <pc:grpChg chg="del">
          <ac:chgData name="Michelle Millar" userId="ca2c1bca-f194-43da-b766-a2d0350c5abf" providerId="ADAL" clId="{2434FCD1-60D2-4EC1-86A7-F0F00F973510}" dt="2020-10-27T14:28:03.291" v="3476" actId="165"/>
          <ac:grpSpMkLst>
            <pc:docMk/>
            <pc:sldMk cId="2625050704" sldId="429"/>
            <ac:grpSpMk id="9" creationId="{46F2FB83-58E1-4C34-A856-3006D2499A1F}"/>
          </ac:grpSpMkLst>
        </pc:grpChg>
        <pc:grpChg chg="del">
          <ac:chgData name="Michelle Millar" userId="ca2c1bca-f194-43da-b766-a2d0350c5abf" providerId="ADAL" clId="{2434FCD1-60D2-4EC1-86A7-F0F00F973510}" dt="2020-10-27T14:28:03.291" v="3476" actId="165"/>
          <ac:grpSpMkLst>
            <pc:docMk/>
            <pc:sldMk cId="2625050704" sldId="429"/>
            <ac:grpSpMk id="22" creationId="{A107D2A6-D3BF-4F78-913C-2A43F37BFB79}"/>
          </ac:grpSpMkLst>
        </pc:grpChg>
        <pc:grpChg chg="del">
          <ac:chgData name="Michelle Millar" userId="ca2c1bca-f194-43da-b766-a2d0350c5abf" providerId="ADAL" clId="{2434FCD1-60D2-4EC1-86A7-F0F00F973510}" dt="2020-10-27T14:28:03.291" v="3476" actId="165"/>
          <ac:grpSpMkLst>
            <pc:docMk/>
            <pc:sldMk cId="2625050704" sldId="429"/>
            <ac:grpSpMk id="25" creationId="{BADA710B-B7CD-40EC-9ACC-CDF535F43B03}"/>
          </ac:grpSpMkLst>
        </pc:grpChg>
        <pc:grpChg chg="del">
          <ac:chgData name="Michelle Millar" userId="ca2c1bca-f194-43da-b766-a2d0350c5abf" providerId="ADAL" clId="{2434FCD1-60D2-4EC1-86A7-F0F00F973510}" dt="2020-10-27T14:28:03.291" v="3476" actId="165"/>
          <ac:grpSpMkLst>
            <pc:docMk/>
            <pc:sldMk cId="2625050704" sldId="429"/>
            <ac:grpSpMk id="29" creationId="{C290E3A5-FFEF-4238-950E-CBFF7235E765}"/>
          </ac:grpSpMkLst>
        </pc:grpChg>
        <pc:grpChg chg="del">
          <ac:chgData name="Michelle Millar" userId="ca2c1bca-f194-43da-b766-a2d0350c5abf" providerId="ADAL" clId="{2434FCD1-60D2-4EC1-86A7-F0F00F973510}" dt="2020-10-27T14:28:03.291" v="3476" actId="165"/>
          <ac:grpSpMkLst>
            <pc:docMk/>
            <pc:sldMk cId="2625050704" sldId="429"/>
            <ac:grpSpMk id="30" creationId="{36957D78-8324-4027-AA24-EA9ED803D57D}"/>
          </ac:grpSpMkLst>
        </pc:grpChg>
        <pc:grpChg chg="del">
          <ac:chgData name="Michelle Millar" userId="ca2c1bca-f194-43da-b766-a2d0350c5abf" providerId="ADAL" clId="{2434FCD1-60D2-4EC1-86A7-F0F00F973510}" dt="2020-10-27T14:28:03.291" v="3476" actId="165"/>
          <ac:grpSpMkLst>
            <pc:docMk/>
            <pc:sldMk cId="2625050704" sldId="429"/>
            <ac:grpSpMk id="31" creationId="{01B78DF9-359B-4E1A-9EBA-A051E6E7A809}"/>
          </ac:grpSpMkLst>
        </pc:grpChg>
        <pc:grpChg chg="del">
          <ac:chgData name="Michelle Millar" userId="ca2c1bca-f194-43da-b766-a2d0350c5abf" providerId="ADAL" clId="{2434FCD1-60D2-4EC1-86A7-F0F00F973510}" dt="2020-10-27T14:28:03.291" v="3476" actId="165"/>
          <ac:grpSpMkLst>
            <pc:docMk/>
            <pc:sldMk cId="2625050704" sldId="429"/>
            <ac:grpSpMk id="32" creationId="{E97912A0-1200-4291-BBAF-11B261B2395F}"/>
          </ac:grpSpMkLst>
        </pc:grpChg>
        <pc:grpChg chg="mod topLvl">
          <ac:chgData name="Michelle Millar" userId="ca2c1bca-f194-43da-b766-a2d0350c5abf" providerId="ADAL" clId="{2434FCD1-60D2-4EC1-86A7-F0F00F973510}" dt="2020-10-27T14:28:03.291" v="3476" actId="165"/>
          <ac:grpSpMkLst>
            <pc:docMk/>
            <pc:sldMk cId="2625050704" sldId="429"/>
            <ac:grpSpMk id="33" creationId="{6FB2A7C0-BFE7-48AF-81B9-8436B92B946F}"/>
          </ac:grpSpMkLst>
        </pc:grpChg>
        <pc:grpChg chg="del">
          <ac:chgData name="Michelle Millar" userId="ca2c1bca-f194-43da-b766-a2d0350c5abf" providerId="ADAL" clId="{2434FCD1-60D2-4EC1-86A7-F0F00F973510}" dt="2020-10-27T14:28:03.291" v="3476" actId="165"/>
          <ac:grpSpMkLst>
            <pc:docMk/>
            <pc:sldMk cId="2625050704" sldId="429"/>
            <ac:grpSpMk id="34" creationId="{91D127A6-F72D-4DD8-A324-3ACE87A720E8}"/>
          </ac:grpSpMkLst>
        </pc:grpChg>
        <pc:grpChg chg="del">
          <ac:chgData name="Michelle Millar" userId="ca2c1bca-f194-43da-b766-a2d0350c5abf" providerId="ADAL" clId="{2434FCD1-60D2-4EC1-86A7-F0F00F973510}" dt="2020-10-27T14:28:03.291" v="3476" actId="165"/>
          <ac:grpSpMkLst>
            <pc:docMk/>
            <pc:sldMk cId="2625050704" sldId="429"/>
            <ac:grpSpMk id="35" creationId="{6FAF526A-83FF-42F8-8B2B-7048DA8DE850}"/>
          </ac:grpSpMkLst>
        </pc:grpChg>
        <pc:grpChg chg="mod">
          <ac:chgData name="Michelle Millar" userId="ca2c1bca-f194-43da-b766-a2d0350c5abf" providerId="ADAL" clId="{2434FCD1-60D2-4EC1-86A7-F0F00F973510}" dt="2020-10-27T14:28:03.291" v="3476" actId="165"/>
          <ac:grpSpMkLst>
            <pc:docMk/>
            <pc:sldMk cId="2625050704" sldId="429"/>
            <ac:grpSpMk id="37" creationId="{C9D504FD-1A01-4A63-BF73-C6C1C0FF5581}"/>
          </ac:grpSpMkLst>
        </pc:grpChg>
        <pc:grpChg chg="mod topLvl">
          <ac:chgData name="Michelle Millar" userId="ca2c1bca-f194-43da-b766-a2d0350c5abf" providerId="ADAL" clId="{2434FCD1-60D2-4EC1-86A7-F0F00F973510}" dt="2020-10-27T14:28:44.089" v="3482" actId="1036"/>
          <ac:grpSpMkLst>
            <pc:docMk/>
            <pc:sldMk cId="2625050704" sldId="429"/>
            <ac:grpSpMk id="45" creationId="{5FFEAC53-5650-4E8B-9C73-CDB0F93CC1C1}"/>
          </ac:grpSpMkLst>
        </pc:grpChg>
        <pc:grpChg chg="mod topLvl">
          <ac:chgData name="Michelle Millar" userId="ca2c1bca-f194-43da-b766-a2d0350c5abf" providerId="ADAL" clId="{2434FCD1-60D2-4EC1-86A7-F0F00F973510}" dt="2020-10-27T14:28:03.291" v="3476" actId="165"/>
          <ac:grpSpMkLst>
            <pc:docMk/>
            <pc:sldMk cId="2625050704" sldId="429"/>
            <ac:grpSpMk id="56" creationId="{AA1612E2-7103-4CCE-97D1-59A2E546CE64}"/>
          </ac:grpSpMkLst>
        </pc:grpChg>
        <pc:grpChg chg="mod topLvl">
          <ac:chgData name="Michelle Millar" userId="ca2c1bca-f194-43da-b766-a2d0350c5abf" providerId="ADAL" clId="{2434FCD1-60D2-4EC1-86A7-F0F00F973510}" dt="2020-10-27T14:28:03.291" v="3476" actId="165"/>
          <ac:grpSpMkLst>
            <pc:docMk/>
            <pc:sldMk cId="2625050704" sldId="429"/>
            <ac:grpSpMk id="61" creationId="{B3C0114D-9B11-491E-B049-89E995CE25CC}"/>
          </ac:grpSpMkLst>
        </pc:grpChg>
        <pc:grpChg chg="mod topLvl">
          <ac:chgData name="Michelle Millar" userId="ca2c1bca-f194-43da-b766-a2d0350c5abf" providerId="ADAL" clId="{2434FCD1-60D2-4EC1-86A7-F0F00F973510}" dt="2020-10-27T14:28:03.291" v="3476" actId="165"/>
          <ac:grpSpMkLst>
            <pc:docMk/>
            <pc:sldMk cId="2625050704" sldId="429"/>
            <ac:grpSpMk id="1027" creationId="{F15F125D-1E72-4F07-95DC-D75AAB7EEDFF}"/>
          </ac:grpSpMkLst>
        </pc:grpChg>
        <pc:grpChg chg="mod topLvl">
          <ac:chgData name="Michelle Millar" userId="ca2c1bca-f194-43da-b766-a2d0350c5abf" providerId="ADAL" clId="{2434FCD1-60D2-4EC1-86A7-F0F00F973510}" dt="2020-10-27T14:28:44.089" v="3482" actId="1036"/>
          <ac:grpSpMkLst>
            <pc:docMk/>
            <pc:sldMk cId="2625050704" sldId="429"/>
            <ac:grpSpMk id="1034" creationId="{0C0389AF-A7D8-4274-88C5-5B59B8DFA9B1}"/>
          </ac:grpSpMkLst>
        </pc:grpChg>
        <pc:grpChg chg="mod topLvl">
          <ac:chgData name="Michelle Millar" userId="ca2c1bca-f194-43da-b766-a2d0350c5abf" providerId="ADAL" clId="{2434FCD1-60D2-4EC1-86A7-F0F00F973510}" dt="2020-10-27T14:28:44.089" v="3482" actId="1036"/>
          <ac:grpSpMkLst>
            <pc:docMk/>
            <pc:sldMk cId="2625050704" sldId="429"/>
            <ac:grpSpMk id="1038" creationId="{E6123109-81EE-41DA-92B5-8BEF7FEAD51A}"/>
          </ac:grpSpMkLst>
        </pc:grpChg>
        <pc:grpChg chg="mod topLvl">
          <ac:chgData name="Michelle Millar" userId="ca2c1bca-f194-43da-b766-a2d0350c5abf" providerId="ADAL" clId="{2434FCD1-60D2-4EC1-86A7-F0F00F973510}" dt="2020-10-27T14:28:03.291" v="3476" actId="165"/>
          <ac:grpSpMkLst>
            <pc:docMk/>
            <pc:sldMk cId="2625050704" sldId="429"/>
            <ac:grpSpMk id="1043" creationId="{29C05812-B353-4C28-840B-8AA287FCC12D}"/>
          </ac:grpSpMkLst>
        </pc:grpChg>
        <pc:picChg chg="mod">
          <ac:chgData name="Michelle Millar" userId="ca2c1bca-f194-43da-b766-a2d0350c5abf" providerId="ADAL" clId="{2434FCD1-60D2-4EC1-86A7-F0F00F973510}" dt="2020-10-27T14:28:03.291" v="3476" actId="165"/>
          <ac:picMkLst>
            <pc:docMk/>
            <pc:sldMk cId="2625050704" sldId="429"/>
            <ac:picMk id="43" creationId="{02978290-6262-4724-A70D-45972A4F4916}"/>
          </ac:picMkLst>
        </pc:picChg>
        <pc:picChg chg="mod topLvl">
          <ac:chgData name="Michelle Millar" userId="ca2c1bca-f194-43da-b766-a2d0350c5abf" providerId="ADAL" clId="{2434FCD1-60D2-4EC1-86A7-F0F00F973510}" dt="2020-10-27T14:28:44.089" v="3482" actId="1036"/>
          <ac:picMkLst>
            <pc:docMk/>
            <pc:sldMk cId="2625050704" sldId="429"/>
            <ac:picMk id="58" creationId="{7D617DE0-7E93-40D1-8386-95FF6468EF68}"/>
          </ac:picMkLst>
        </pc:picChg>
        <pc:picChg chg="mod topLvl">
          <ac:chgData name="Michelle Millar" userId="ca2c1bca-f194-43da-b766-a2d0350c5abf" providerId="ADAL" clId="{2434FCD1-60D2-4EC1-86A7-F0F00F973510}" dt="2020-10-27T14:28:44.089" v="3482" actId="1036"/>
          <ac:picMkLst>
            <pc:docMk/>
            <pc:sldMk cId="2625050704" sldId="429"/>
            <ac:picMk id="1049" creationId="{4B4CEAE7-FF7C-48C8-8046-653ADFCADF91}"/>
          </ac:picMkLst>
        </pc:picChg>
      </pc:sldChg>
      <pc:sldChg chg="addSp delSp modSp new mod">
        <pc:chgData name="Michelle Millar" userId="ca2c1bca-f194-43da-b766-a2d0350c5abf" providerId="ADAL" clId="{2434FCD1-60D2-4EC1-86A7-F0F00F973510}" dt="2020-10-27T09:13:31.777" v="249" actId="20577"/>
        <pc:sldMkLst>
          <pc:docMk/>
          <pc:sldMk cId="3679185987" sldId="430"/>
        </pc:sldMkLst>
        <pc:spChg chg="del">
          <ac:chgData name="Michelle Millar" userId="ca2c1bca-f194-43da-b766-a2d0350c5abf" providerId="ADAL" clId="{2434FCD1-60D2-4EC1-86A7-F0F00F973510}" dt="2020-10-27T09:13:24.260" v="202"/>
          <ac:spMkLst>
            <pc:docMk/>
            <pc:sldMk cId="3679185987" sldId="430"/>
            <ac:spMk id="2" creationId="{909A2C14-2698-412F-BB75-2C55B619BF8A}"/>
          </ac:spMkLst>
        </pc:spChg>
        <pc:spChg chg="add mod">
          <ac:chgData name="Michelle Millar" userId="ca2c1bca-f194-43da-b766-a2d0350c5abf" providerId="ADAL" clId="{2434FCD1-60D2-4EC1-86A7-F0F00F973510}" dt="2020-10-27T09:13:31.777" v="249" actId="20577"/>
          <ac:spMkLst>
            <pc:docMk/>
            <pc:sldMk cId="3679185987" sldId="430"/>
            <ac:spMk id="3" creationId="{BACA01FC-744B-464E-BDF0-299DFF2B29E0}"/>
          </ac:spMkLst>
        </pc:spChg>
      </pc:sldChg>
      <pc:sldChg chg="addSp modSp add mod">
        <pc:chgData name="Michelle Millar" userId="ca2c1bca-f194-43da-b766-a2d0350c5abf" providerId="ADAL" clId="{2434FCD1-60D2-4EC1-86A7-F0F00F973510}" dt="2020-10-28T11:32:28.297" v="4022" actId="20577"/>
        <pc:sldMkLst>
          <pc:docMk/>
          <pc:sldMk cId="4222423401" sldId="432"/>
        </pc:sldMkLst>
        <pc:spChg chg="mod">
          <ac:chgData name="Michelle Millar" userId="ca2c1bca-f194-43da-b766-a2d0350c5abf" providerId="ADAL" clId="{2434FCD1-60D2-4EC1-86A7-F0F00F973510}" dt="2020-10-27T13:37:00.815" v="1135" actId="20577"/>
          <ac:spMkLst>
            <pc:docMk/>
            <pc:sldMk cId="4222423401" sldId="432"/>
            <ac:spMk id="2" creationId="{5C4199CE-D460-49D0-B96C-1B0C2C9AC7A6}"/>
          </ac:spMkLst>
        </pc:spChg>
        <pc:spChg chg="mod">
          <ac:chgData name="Michelle Millar" userId="ca2c1bca-f194-43da-b766-a2d0350c5abf" providerId="ADAL" clId="{2434FCD1-60D2-4EC1-86A7-F0F00F973510}" dt="2020-10-28T11:32:28.297" v="4022" actId="20577"/>
          <ac:spMkLst>
            <pc:docMk/>
            <pc:sldMk cId="4222423401" sldId="432"/>
            <ac:spMk id="3" creationId="{AA6D2A81-8048-45CB-A49C-BAA16ED65D80}"/>
          </ac:spMkLst>
        </pc:spChg>
        <pc:spChg chg="mod">
          <ac:chgData name="Michelle Millar" userId="ca2c1bca-f194-43da-b766-a2d0350c5abf" providerId="ADAL" clId="{2434FCD1-60D2-4EC1-86A7-F0F00F973510}" dt="2020-10-27T09:20:00.176" v="340" actId="14861"/>
          <ac:spMkLst>
            <pc:docMk/>
            <pc:sldMk cId="4222423401" sldId="432"/>
            <ac:spMk id="36" creationId="{BB3B817E-2BEB-484F-9C1A-F4CB9C39B7A7}"/>
          </ac:spMkLst>
        </pc:spChg>
        <pc:spChg chg="mod">
          <ac:chgData name="Michelle Millar" userId="ca2c1bca-f194-43da-b766-a2d0350c5abf" providerId="ADAL" clId="{2434FCD1-60D2-4EC1-86A7-F0F00F973510}" dt="2020-10-27T09:19:11.698" v="321" actId="14100"/>
          <ac:spMkLst>
            <pc:docMk/>
            <pc:sldMk cId="4222423401" sldId="432"/>
            <ac:spMk id="41" creationId="{0D556999-DCB3-40B2-B047-8A5AEB6741D1}"/>
          </ac:spMkLst>
        </pc:spChg>
        <pc:spChg chg="mod">
          <ac:chgData name="Michelle Millar" userId="ca2c1bca-f194-43da-b766-a2d0350c5abf" providerId="ADAL" clId="{2434FCD1-60D2-4EC1-86A7-F0F00F973510}" dt="2020-10-27T09:19:19.823" v="324" actId="164"/>
          <ac:spMkLst>
            <pc:docMk/>
            <pc:sldMk cId="4222423401" sldId="432"/>
            <ac:spMk id="49" creationId="{69A41980-A0AD-474F-A4DA-18550D3AFC2C}"/>
          </ac:spMkLst>
        </pc:spChg>
        <pc:grpChg chg="add mod">
          <ac:chgData name="Michelle Millar" userId="ca2c1bca-f194-43da-b766-a2d0350c5abf" providerId="ADAL" clId="{2434FCD1-60D2-4EC1-86A7-F0F00F973510}" dt="2020-10-27T09:19:22.934" v="339" actId="1038"/>
          <ac:grpSpMkLst>
            <pc:docMk/>
            <pc:sldMk cId="4222423401" sldId="432"/>
            <ac:grpSpMk id="4" creationId="{93B3B8CD-D05E-4EE9-BF4A-B77B77190EB2}"/>
          </ac:grpSpMkLst>
        </pc:grpChg>
        <pc:grpChg chg="mod">
          <ac:chgData name="Michelle Millar" userId="ca2c1bca-f194-43da-b766-a2d0350c5abf" providerId="ADAL" clId="{2434FCD1-60D2-4EC1-86A7-F0F00F973510}" dt="2020-10-27T09:19:19.823" v="324" actId="164"/>
          <ac:grpSpMkLst>
            <pc:docMk/>
            <pc:sldMk cId="4222423401" sldId="432"/>
            <ac:grpSpMk id="12" creationId="{75B643DE-4C30-4571-AE59-64930DF4955A}"/>
          </ac:grpSpMkLst>
        </pc:grpChg>
      </pc:sldChg>
      <pc:sldChg chg="modSp add mod ord">
        <pc:chgData name="Michelle Millar" userId="ca2c1bca-f194-43da-b766-a2d0350c5abf" providerId="ADAL" clId="{2434FCD1-60D2-4EC1-86A7-F0F00F973510}" dt="2020-10-28T11:30:34.995" v="4005" actId="20577"/>
        <pc:sldMkLst>
          <pc:docMk/>
          <pc:sldMk cId="2464022326" sldId="433"/>
        </pc:sldMkLst>
        <pc:spChg chg="mod">
          <ac:chgData name="Michelle Millar" userId="ca2c1bca-f194-43da-b766-a2d0350c5abf" providerId="ADAL" clId="{2434FCD1-60D2-4EC1-86A7-F0F00F973510}" dt="2020-10-27T13:39:01.174" v="1396" actId="20577"/>
          <ac:spMkLst>
            <pc:docMk/>
            <pc:sldMk cId="2464022326" sldId="433"/>
            <ac:spMk id="2" creationId="{3DD3FD05-DACC-430E-887C-D9586199625D}"/>
          </ac:spMkLst>
        </pc:spChg>
        <pc:spChg chg="mod">
          <ac:chgData name="Michelle Millar" userId="ca2c1bca-f194-43da-b766-a2d0350c5abf" providerId="ADAL" clId="{2434FCD1-60D2-4EC1-86A7-F0F00F973510}" dt="2020-10-28T11:30:34.995" v="4005" actId="20577"/>
          <ac:spMkLst>
            <pc:docMk/>
            <pc:sldMk cId="2464022326" sldId="433"/>
            <ac:spMk id="3" creationId="{90B1D3B3-60DF-45EE-A772-3D29C9B322ED}"/>
          </ac:spMkLst>
        </pc:spChg>
        <pc:spChg chg="mod">
          <ac:chgData name="Michelle Millar" userId="ca2c1bca-f194-43da-b766-a2d0350c5abf" providerId="ADAL" clId="{2434FCD1-60D2-4EC1-86A7-F0F00F973510}" dt="2020-10-28T11:29:23.361" v="3986" actId="403"/>
          <ac:spMkLst>
            <pc:docMk/>
            <pc:sldMk cId="2464022326" sldId="433"/>
            <ac:spMk id="4" creationId="{5CDB1A51-5CB2-4F88-99F1-55CE01892250}"/>
          </ac:spMkLst>
        </pc:spChg>
        <pc:spChg chg="mod">
          <ac:chgData name="Michelle Millar" userId="ca2c1bca-f194-43da-b766-a2d0350c5abf" providerId="ADAL" clId="{2434FCD1-60D2-4EC1-86A7-F0F00F973510}" dt="2020-10-28T11:29:23.361" v="3986" actId="403"/>
          <ac:spMkLst>
            <pc:docMk/>
            <pc:sldMk cId="2464022326" sldId="433"/>
            <ac:spMk id="5" creationId="{7CAAD4CF-847F-457B-908B-244899C176A7}"/>
          </ac:spMkLst>
        </pc:spChg>
        <pc:spChg chg="mod">
          <ac:chgData name="Michelle Millar" userId="ca2c1bca-f194-43da-b766-a2d0350c5abf" providerId="ADAL" clId="{2434FCD1-60D2-4EC1-86A7-F0F00F973510}" dt="2020-10-28T11:29:23.361" v="3986" actId="403"/>
          <ac:spMkLst>
            <pc:docMk/>
            <pc:sldMk cId="2464022326" sldId="433"/>
            <ac:spMk id="6" creationId="{D91C509B-AA21-4D8E-92B7-ECDB5529D101}"/>
          </ac:spMkLst>
        </pc:spChg>
        <pc:spChg chg="mod">
          <ac:chgData name="Michelle Millar" userId="ca2c1bca-f194-43da-b766-a2d0350c5abf" providerId="ADAL" clId="{2434FCD1-60D2-4EC1-86A7-F0F00F973510}" dt="2020-10-28T11:29:27.607" v="3987" actId="14100"/>
          <ac:spMkLst>
            <pc:docMk/>
            <pc:sldMk cId="2464022326" sldId="433"/>
            <ac:spMk id="8" creationId="{4CB9723D-2B42-4658-8422-EC044E2F2EAC}"/>
          </ac:spMkLst>
        </pc:spChg>
        <pc:spChg chg="mod">
          <ac:chgData name="Michelle Millar" userId="ca2c1bca-f194-43da-b766-a2d0350c5abf" providerId="ADAL" clId="{2434FCD1-60D2-4EC1-86A7-F0F00F973510}" dt="2020-10-28T11:29:23.361" v="3986" actId="403"/>
          <ac:spMkLst>
            <pc:docMk/>
            <pc:sldMk cId="2464022326" sldId="433"/>
            <ac:spMk id="9" creationId="{D719473F-F86A-4C4B-8FEA-05497A344E93}"/>
          </ac:spMkLst>
        </pc:spChg>
        <pc:spChg chg="mod">
          <ac:chgData name="Michelle Millar" userId="ca2c1bca-f194-43da-b766-a2d0350c5abf" providerId="ADAL" clId="{2434FCD1-60D2-4EC1-86A7-F0F00F973510}" dt="2020-10-28T11:29:23.361" v="3986" actId="403"/>
          <ac:spMkLst>
            <pc:docMk/>
            <pc:sldMk cId="2464022326" sldId="433"/>
            <ac:spMk id="11" creationId="{929CCFF3-8FD6-43BE-886C-2CDEE3D6B14C}"/>
          </ac:spMkLst>
        </pc:spChg>
        <pc:spChg chg="mod">
          <ac:chgData name="Michelle Millar" userId="ca2c1bca-f194-43da-b766-a2d0350c5abf" providerId="ADAL" clId="{2434FCD1-60D2-4EC1-86A7-F0F00F973510}" dt="2020-10-28T11:29:23.361" v="3986" actId="403"/>
          <ac:spMkLst>
            <pc:docMk/>
            <pc:sldMk cId="2464022326" sldId="433"/>
            <ac:spMk id="12" creationId="{4061D0EA-DD86-4729-92B6-82B172B60EA9}"/>
          </ac:spMkLst>
        </pc:spChg>
        <pc:spChg chg="mod">
          <ac:chgData name="Michelle Millar" userId="ca2c1bca-f194-43da-b766-a2d0350c5abf" providerId="ADAL" clId="{2434FCD1-60D2-4EC1-86A7-F0F00F973510}" dt="2020-10-28T11:29:23.361" v="3986" actId="403"/>
          <ac:spMkLst>
            <pc:docMk/>
            <pc:sldMk cId="2464022326" sldId="433"/>
            <ac:spMk id="13" creationId="{32391AA4-FA06-4368-AAB6-F3F86CAA1919}"/>
          </ac:spMkLst>
        </pc:spChg>
        <pc:spChg chg="mod">
          <ac:chgData name="Michelle Millar" userId="ca2c1bca-f194-43da-b766-a2d0350c5abf" providerId="ADAL" clId="{2434FCD1-60D2-4EC1-86A7-F0F00F973510}" dt="2020-10-28T11:29:59.882" v="4003" actId="1038"/>
          <ac:spMkLst>
            <pc:docMk/>
            <pc:sldMk cId="2464022326" sldId="433"/>
            <ac:spMk id="75" creationId="{1D865EEB-BC97-4604-9975-6CC8481AECB6}"/>
          </ac:spMkLst>
        </pc:spChg>
        <pc:spChg chg="mod">
          <ac:chgData name="Michelle Millar" userId="ca2c1bca-f194-43da-b766-a2d0350c5abf" providerId="ADAL" clId="{2434FCD1-60D2-4EC1-86A7-F0F00F973510}" dt="2020-10-28T11:29:51.266" v="4001" actId="1037"/>
          <ac:spMkLst>
            <pc:docMk/>
            <pc:sldMk cId="2464022326" sldId="433"/>
            <ac:spMk id="76" creationId="{28859822-B949-4ED3-8763-FB7508AE6948}"/>
          </ac:spMkLst>
        </pc:spChg>
        <pc:spChg chg="mod">
          <ac:chgData name="Michelle Millar" userId="ca2c1bca-f194-43da-b766-a2d0350c5abf" providerId="ADAL" clId="{2434FCD1-60D2-4EC1-86A7-F0F00F973510}" dt="2020-10-28T11:29:59.882" v="4003" actId="1038"/>
          <ac:spMkLst>
            <pc:docMk/>
            <pc:sldMk cId="2464022326" sldId="433"/>
            <ac:spMk id="77" creationId="{6796388D-1765-415C-944D-6A50E713B27F}"/>
          </ac:spMkLst>
        </pc:spChg>
        <pc:spChg chg="mod">
          <ac:chgData name="Michelle Millar" userId="ca2c1bca-f194-43da-b766-a2d0350c5abf" providerId="ADAL" clId="{2434FCD1-60D2-4EC1-86A7-F0F00F973510}" dt="2020-10-28T11:29:51.266" v="4001" actId="1037"/>
          <ac:spMkLst>
            <pc:docMk/>
            <pc:sldMk cId="2464022326" sldId="433"/>
            <ac:spMk id="78" creationId="{2150A719-7E00-4587-9A65-D82F2FD56013}"/>
          </ac:spMkLst>
        </pc:spChg>
        <pc:spChg chg="mod">
          <ac:chgData name="Michelle Millar" userId="ca2c1bca-f194-43da-b766-a2d0350c5abf" providerId="ADAL" clId="{2434FCD1-60D2-4EC1-86A7-F0F00F973510}" dt="2020-10-28T11:29:59.882" v="4003" actId="1038"/>
          <ac:spMkLst>
            <pc:docMk/>
            <pc:sldMk cId="2464022326" sldId="433"/>
            <ac:spMk id="79" creationId="{8BF58B67-7BF2-43E4-9DF2-A221170D2521}"/>
          </ac:spMkLst>
        </pc:spChg>
        <pc:spChg chg="mod">
          <ac:chgData name="Michelle Millar" userId="ca2c1bca-f194-43da-b766-a2d0350c5abf" providerId="ADAL" clId="{2434FCD1-60D2-4EC1-86A7-F0F00F973510}" dt="2020-10-28T11:29:51.266" v="4001" actId="1037"/>
          <ac:spMkLst>
            <pc:docMk/>
            <pc:sldMk cId="2464022326" sldId="433"/>
            <ac:spMk id="80" creationId="{C205E340-6791-487D-B0FC-02919A12D60F}"/>
          </ac:spMkLst>
        </pc:spChg>
        <pc:spChg chg="mod">
          <ac:chgData name="Michelle Millar" userId="ca2c1bca-f194-43da-b766-a2d0350c5abf" providerId="ADAL" clId="{2434FCD1-60D2-4EC1-86A7-F0F00F973510}" dt="2020-10-28T11:29:59.882" v="4003" actId="1038"/>
          <ac:spMkLst>
            <pc:docMk/>
            <pc:sldMk cId="2464022326" sldId="433"/>
            <ac:spMk id="81" creationId="{5AB54A3E-28FE-4C61-8E09-26D2130A995A}"/>
          </ac:spMkLst>
        </pc:spChg>
        <pc:spChg chg="mod">
          <ac:chgData name="Michelle Millar" userId="ca2c1bca-f194-43da-b766-a2d0350c5abf" providerId="ADAL" clId="{2434FCD1-60D2-4EC1-86A7-F0F00F973510}" dt="2020-10-28T11:29:51.266" v="4001" actId="1037"/>
          <ac:spMkLst>
            <pc:docMk/>
            <pc:sldMk cId="2464022326" sldId="433"/>
            <ac:spMk id="82" creationId="{6E06D831-B080-4ADC-A365-BA61FE63CF6C}"/>
          </ac:spMkLst>
        </pc:spChg>
        <pc:picChg chg="mod">
          <ac:chgData name="Michelle Millar" userId="ca2c1bca-f194-43da-b766-a2d0350c5abf" providerId="ADAL" clId="{2434FCD1-60D2-4EC1-86A7-F0F00F973510}" dt="2020-10-27T09:32:18.871" v="617" actId="1038"/>
          <ac:picMkLst>
            <pc:docMk/>
            <pc:sldMk cId="2464022326" sldId="433"/>
            <ac:picMk id="3074" creationId="{28A0A4CC-2006-442C-9A9D-969C406DD8FE}"/>
          </ac:picMkLst>
        </pc:picChg>
        <pc:picChg chg="mod">
          <ac:chgData name="Michelle Millar" userId="ca2c1bca-f194-43da-b766-a2d0350c5abf" providerId="ADAL" clId="{2434FCD1-60D2-4EC1-86A7-F0F00F973510}" dt="2020-10-27T09:32:18.871" v="617" actId="1038"/>
          <ac:picMkLst>
            <pc:docMk/>
            <pc:sldMk cId="2464022326" sldId="433"/>
            <ac:picMk id="3078" creationId="{AED61874-F097-496D-9553-E2707A4013EC}"/>
          </ac:picMkLst>
        </pc:picChg>
        <pc:picChg chg="mod">
          <ac:chgData name="Michelle Millar" userId="ca2c1bca-f194-43da-b766-a2d0350c5abf" providerId="ADAL" clId="{2434FCD1-60D2-4EC1-86A7-F0F00F973510}" dt="2020-10-27T09:32:18.871" v="617" actId="1038"/>
          <ac:picMkLst>
            <pc:docMk/>
            <pc:sldMk cId="2464022326" sldId="433"/>
            <ac:picMk id="3082" creationId="{A65059AA-20AA-4EA0-A44A-51CBD34F4C2D}"/>
          </ac:picMkLst>
        </pc:picChg>
        <pc:picChg chg="mod">
          <ac:chgData name="Michelle Millar" userId="ca2c1bca-f194-43da-b766-a2d0350c5abf" providerId="ADAL" clId="{2434FCD1-60D2-4EC1-86A7-F0F00F973510}" dt="2020-10-27T09:32:18.871" v="617" actId="1038"/>
          <ac:picMkLst>
            <pc:docMk/>
            <pc:sldMk cId="2464022326" sldId="433"/>
            <ac:picMk id="3088" creationId="{36A4B175-AB2F-41F5-B2A7-09BAFF93CD90}"/>
          </ac:picMkLst>
        </pc:picChg>
        <pc:cxnChg chg="mod">
          <ac:chgData name="Michelle Millar" userId="ca2c1bca-f194-43da-b766-a2d0350c5abf" providerId="ADAL" clId="{2434FCD1-60D2-4EC1-86A7-F0F00F973510}" dt="2020-10-27T09:32:30.265" v="618" actId="12788"/>
          <ac:cxnSpMkLst>
            <pc:docMk/>
            <pc:sldMk cId="2464022326" sldId="433"/>
            <ac:cxnSpMk id="65" creationId="{EC0B1288-C3BD-4B84-A909-AE467E0B130B}"/>
          </ac:cxnSpMkLst>
        </pc:cxnChg>
      </pc:sldChg>
      <pc:sldChg chg="modSp add mod modNotesTx">
        <pc:chgData name="Michelle Millar" userId="ca2c1bca-f194-43da-b766-a2d0350c5abf" providerId="ADAL" clId="{2434FCD1-60D2-4EC1-86A7-F0F00F973510}" dt="2020-10-28T11:32:35.233" v="4050" actId="20577"/>
        <pc:sldMkLst>
          <pc:docMk/>
          <pc:sldMk cId="993271843" sldId="436"/>
        </pc:sldMkLst>
        <pc:spChg chg="mod">
          <ac:chgData name="Michelle Millar" userId="ca2c1bca-f194-43da-b766-a2d0350c5abf" providerId="ADAL" clId="{2434FCD1-60D2-4EC1-86A7-F0F00F973510}" dt="2020-10-28T11:32:35.233" v="4050" actId="20577"/>
          <ac:spMkLst>
            <pc:docMk/>
            <pc:sldMk cId="993271843" sldId="436"/>
            <ac:spMk id="2" creationId="{86BB2302-F2DB-4362-AEE4-17F310DE098D}"/>
          </ac:spMkLst>
        </pc:spChg>
        <pc:spChg chg="mod">
          <ac:chgData name="Michelle Millar" userId="ca2c1bca-f194-43da-b766-a2d0350c5abf" providerId="ADAL" clId="{2434FCD1-60D2-4EC1-86A7-F0F00F973510}" dt="2020-10-27T09:33:52.621" v="625" actId="14100"/>
          <ac:spMkLst>
            <pc:docMk/>
            <pc:sldMk cId="993271843" sldId="436"/>
            <ac:spMk id="3" creationId="{2C4F639D-A8AB-4E5B-A426-FA7240B02F14}"/>
          </ac:spMkLst>
        </pc:spChg>
        <pc:spChg chg="mod">
          <ac:chgData name="Michelle Millar" userId="ca2c1bca-f194-43da-b766-a2d0350c5abf" providerId="ADAL" clId="{2434FCD1-60D2-4EC1-86A7-F0F00F973510}" dt="2020-10-27T09:33:43.762" v="623" actId="11530"/>
          <ac:spMkLst>
            <pc:docMk/>
            <pc:sldMk cId="993271843" sldId="436"/>
            <ac:spMk id="4" creationId="{4634DD74-F6B9-4A49-94BA-AAF694B18570}"/>
          </ac:spMkLst>
        </pc:spChg>
        <pc:spChg chg="mod">
          <ac:chgData name="Michelle Millar" userId="ca2c1bca-f194-43da-b766-a2d0350c5abf" providerId="ADAL" clId="{2434FCD1-60D2-4EC1-86A7-F0F00F973510}" dt="2020-10-27T09:34:14.259" v="629" actId="14100"/>
          <ac:spMkLst>
            <pc:docMk/>
            <pc:sldMk cId="993271843" sldId="436"/>
            <ac:spMk id="134" creationId="{F57C1D07-F69E-4892-A0D5-57FA1609B517}"/>
          </ac:spMkLst>
        </pc:spChg>
        <pc:spChg chg="mod">
          <ac:chgData name="Michelle Millar" userId="ca2c1bca-f194-43da-b766-a2d0350c5abf" providerId="ADAL" clId="{2434FCD1-60D2-4EC1-86A7-F0F00F973510}" dt="2020-10-27T09:33:58.423" v="626" actId="11530"/>
          <ac:spMkLst>
            <pc:docMk/>
            <pc:sldMk cId="993271843" sldId="436"/>
            <ac:spMk id="135" creationId="{E421E98E-4560-4315-9657-652928C6CD58}"/>
          </ac:spMkLst>
        </pc:spChg>
        <pc:spChg chg="mod">
          <ac:chgData name="Michelle Millar" userId="ca2c1bca-f194-43da-b766-a2d0350c5abf" providerId="ADAL" clId="{2434FCD1-60D2-4EC1-86A7-F0F00F973510}" dt="2020-10-27T09:34:22.334" v="631" actId="14100"/>
          <ac:spMkLst>
            <pc:docMk/>
            <pc:sldMk cId="993271843" sldId="436"/>
            <ac:spMk id="150" creationId="{C952BF70-6263-4B01-BE6F-20B2F0A60756}"/>
          </ac:spMkLst>
        </pc:spChg>
        <pc:spChg chg="mod">
          <ac:chgData name="Michelle Millar" userId="ca2c1bca-f194-43da-b766-a2d0350c5abf" providerId="ADAL" clId="{2434FCD1-60D2-4EC1-86A7-F0F00F973510}" dt="2020-10-27T09:33:58.423" v="626" actId="11530"/>
          <ac:spMkLst>
            <pc:docMk/>
            <pc:sldMk cId="993271843" sldId="436"/>
            <ac:spMk id="151" creationId="{B32954F5-768C-4C64-B271-5F9C0194B613}"/>
          </ac:spMkLst>
        </pc:spChg>
        <pc:spChg chg="mod">
          <ac:chgData name="Michelle Millar" userId="ca2c1bca-f194-43da-b766-a2d0350c5abf" providerId="ADAL" clId="{2434FCD1-60D2-4EC1-86A7-F0F00F973510}" dt="2020-10-27T09:34:27.642" v="634" actId="14100"/>
          <ac:spMkLst>
            <pc:docMk/>
            <pc:sldMk cId="993271843" sldId="436"/>
            <ac:spMk id="166" creationId="{0FC85780-6938-48FA-B8CA-A3C7A8B82E09}"/>
          </ac:spMkLst>
        </pc:spChg>
        <pc:spChg chg="mod">
          <ac:chgData name="Michelle Millar" userId="ca2c1bca-f194-43da-b766-a2d0350c5abf" providerId="ADAL" clId="{2434FCD1-60D2-4EC1-86A7-F0F00F973510}" dt="2020-10-27T09:33:58.423" v="626" actId="11530"/>
          <ac:spMkLst>
            <pc:docMk/>
            <pc:sldMk cId="993271843" sldId="436"/>
            <ac:spMk id="167" creationId="{062850C6-58FA-42EE-B529-040728019823}"/>
          </ac:spMkLst>
        </pc:spChg>
        <pc:spChg chg="mod">
          <ac:chgData name="Michelle Millar" userId="ca2c1bca-f194-43da-b766-a2d0350c5abf" providerId="ADAL" clId="{2434FCD1-60D2-4EC1-86A7-F0F00F973510}" dt="2020-10-27T09:34:24.814" v="633" actId="1076"/>
          <ac:spMkLst>
            <pc:docMk/>
            <pc:sldMk cId="993271843" sldId="436"/>
            <ac:spMk id="178" creationId="{870A9694-C8A1-4E52-B09E-8C45936DA5CA}"/>
          </ac:spMkLst>
        </pc:spChg>
      </pc:sldChg>
      <pc:sldChg chg="modSp add del ord">
        <pc:chgData name="Michelle Millar" userId="ca2c1bca-f194-43da-b766-a2d0350c5abf" providerId="ADAL" clId="{2434FCD1-60D2-4EC1-86A7-F0F00F973510}" dt="2020-10-27T13:37:55.007" v="1254" actId="47"/>
        <pc:sldMkLst>
          <pc:docMk/>
          <pc:sldMk cId="1989517528" sldId="437"/>
        </pc:sldMkLst>
        <pc:spChg chg="mod">
          <ac:chgData name="Michelle Millar" userId="ca2c1bca-f194-43da-b766-a2d0350c5abf" providerId="ADAL" clId="{2434FCD1-60D2-4EC1-86A7-F0F00F973510}" dt="2020-10-27T09:15:38.271" v="270"/>
          <ac:spMkLst>
            <pc:docMk/>
            <pc:sldMk cId="1989517528" sldId="437"/>
            <ac:spMk id="2" creationId="{978848DB-3661-485E-AA40-A3BA6ED1F424}"/>
          </ac:spMkLst>
        </pc:spChg>
      </pc:sldChg>
      <pc:sldChg chg="addSp delSp modSp new mod">
        <pc:chgData name="Michelle Millar" userId="ca2c1bca-f194-43da-b766-a2d0350c5abf" providerId="ADAL" clId="{2434FCD1-60D2-4EC1-86A7-F0F00F973510}" dt="2020-10-27T09:15:01.117" v="268" actId="20577"/>
        <pc:sldMkLst>
          <pc:docMk/>
          <pc:sldMk cId="1299222041" sldId="438"/>
        </pc:sldMkLst>
        <pc:spChg chg="del">
          <ac:chgData name="Michelle Millar" userId="ca2c1bca-f194-43da-b766-a2d0350c5abf" providerId="ADAL" clId="{2434FCD1-60D2-4EC1-86A7-F0F00F973510}" dt="2020-10-27T09:14:57.704" v="253"/>
          <ac:spMkLst>
            <pc:docMk/>
            <pc:sldMk cId="1299222041" sldId="438"/>
            <ac:spMk id="2" creationId="{F3490267-0D9A-4CE1-8477-D3B6545E6381}"/>
          </ac:spMkLst>
        </pc:spChg>
        <pc:spChg chg="add mod">
          <ac:chgData name="Michelle Millar" userId="ca2c1bca-f194-43da-b766-a2d0350c5abf" providerId="ADAL" clId="{2434FCD1-60D2-4EC1-86A7-F0F00F973510}" dt="2020-10-27T09:15:01.117" v="268" actId="20577"/>
          <ac:spMkLst>
            <pc:docMk/>
            <pc:sldMk cId="1299222041" sldId="438"/>
            <ac:spMk id="3" creationId="{451A8919-5D47-4CA7-8B69-F840DE9F84A0}"/>
          </ac:spMkLst>
        </pc:spChg>
      </pc:sldChg>
      <pc:sldChg chg="addSp delSp modSp new mod">
        <pc:chgData name="Michelle Millar" userId="ca2c1bca-f194-43da-b766-a2d0350c5abf" providerId="ADAL" clId="{2434FCD1-60D2-4EC1-86A7-F0F00F973510}" dt="2020-10-27T14:43:01.538" v="3957" actId="1076"/>
        <pc:sldMkLst>
          <pc:docMk/>
          <pc:sldMk cId="2717870734" sldId="439"/>
        </pc:sldMkLst>
        <pc:spChg chg="mod">
          <ac:chgData name="Michelle Millar" userId="ca2c1bca-f194-43da-b766-a2d0350c5abf" providerId="ADAL" clId="{2434FCD1-60D2-4EC1-86A7-F0F00F973510}" dt="2020-10-27T14:17:44.423" v="3224"/>
          <ac:spMkLst>
            <pc:docMk/>
            <pc:sldMk cId="2717870734" sldId="439"/>
            <ac:spMk id="2" creationId="{835647C0-51B2-4FDA-A015-D0B99801CEDB}"/>
          </ac:spMkLst>
        </pc:spChg>
        <pc:spChg chg="add mod">
          <ac:chgData name="Michelle Millar" userId="ca2c1bca-f194-43da-b766-a2d0350c5abf" providerId="ADAL" clId="{2434FCD1-60D2-4EC1-86A7-F0F00F973510}" dt="2020-10-27T14:42:44.483" v="3955" actId="20577"/>
          <ac:spMkLst>
            <pc:docMk/>
            <pc:sldMk cId="2717870734" sldId="439"/>
            <ac:spMk id="3" creationId="{8F125020-DF3B-44FE-83E2-6CC026E22FBB}"/>
          </ac:spMkLst>
        </pc:spChg>
        <pc:spChg chg="add mod">
          <ac:chgData name="Michelle Millar" userId="ca2c1bca-f194-43da-b766-a2d0350c5abf" providerId="ADAL" clId="{2434FCD1-60D2-4EC1-86A7-F0F00F973510}" dt="2020-10-27T14:19:28.531" v="3346" actId="1036"/>
          <ac:spMkLst>
            <pc:docMk/>
            <pc:sldMk cId="2717870734" sldId="439"/>
            <ac:spMk id="5" creationId="{B22EA60E-205C-42C0-8968-5A7A8BD5BB56}"/>
          </ac:spMkLst>
        </pc:spChg>
        <pc:spChg chg="add mod">
          <ac:chgData name="Michelle Millar" userId="ca2c1bca-f194-43da-b766-a2d0350c5abf" providerId="ADAL" clId="{2434FCD1-60D2-4EC1-86A7-F0F00F973510}" dt="2020-10-27T14:19:28.531" v="3346" actId="1036"/>
          <ac:spMkLst>
            <pc:docMk/>
            <pc:sldMk cId="2717870734" sldId="439"/>
            <ac:spMk id="6" creationId="{D25BC04F-0E68-4520-A8A8-42070BA2BE66}"/>
          </ac:spMkLst>
        </pc:spChg>
        <pc:spChg chg="add mod">
          <ac:chgData name="Michelle Millar" userId="ca2c1bca-f194-43da-b766-a2d0350c5abf" providerId="ADAL" clId="{2434FCD1-60D2-4EC1-86A7-F0F00F973510}" dt="2020-10-27T14:19:28.531" v="3346" actId="1036"/>
          <ac:spMkLst>
            <pc:docMk/>
            <pc:sldMk cId="2717870734" sldId="439"/>
            <ac:spMk id="7" creationId="{AD2909F4-4925-45C6-9AC7-28B8B58AA459}"/>
          </ac:spMkLst>
        </pc:spChg>
        <pc:spChg chg="add mod">
          <ac:chgData name="Michelle Millar" userId="ca2c1bca-f194-43da-b766-a2d0350c5abf" providerId="ADAL" clId="{2434FCD1-60D2-4EC1-86A7-F0F00F973510}" dt="2020-10-27T14:19:28.531" v="3346" actId="1036"/>
          <ac:spMkLst>
            <pc:docMk/>
            <pc:sldMk cId="2717870734" sldId="439"/>
            <ac:spMk id="8" creationId="{FDA2BD8B-3ABA-49B5-86F9-DD773A85E669}"/>
          </ac:spMkLst>
        </pc:spChg>
        <pc:spChg chg="add del mod">
          <ac:chgData name="Michelle Millar" userId="ca2c1bca-f194-43da-b766-a2d0350c5abf" providerId="ADAL" clId="{2434FCD1-60D2-4EC1-86A7-F0F00F973510}" dt="2020-10-27T14:42:13.078" v="3904" actId="478"/>
          <ac:spMkLst>
            <pc:docMk/>
            <pc:sldMk cId="2717870734" sldId="439"/>
            <ac:spMk id="17" creationId="{FCC7507A-F7CA-448C-AC42-4D404AEB0111}"/>
          </ac:spMkLst>
        </pc:spChg>
        <pc:picChg chg="add mod">
          <ac:chgData name="Michelle Millar" userId="ca2c1bca-f194-43da-b766-a2d0350c5abf" providerId="ADAL" clId="{2434FCD1-60D2-4EC1-86A7-F0F00F973510}" dt="2020-10-27T14:19:28.531" v="3346" actId="1036"/>
          <ac:picMkLst>
            <pc:docMk/>
            <pc:sldMk cId="2717870734" sldId="439"/>
            <ac:picMk id="4" creationId="{61078124-9B98-4C6C-8091-1C233845754D}"/>
          </ac:picMkLst>
        </pc:picChg>
        <pc:picChg chg="add del mod">
          <ac:chgData name="Michelle Millar" userId="ca2c1bca-f194-43da-b766-a2d0350c5abf" providerId="ADAL" clId="{2434FCD1-60D2-4EC1-86A7-F0F00F973510}" dt="2020-10-27T14:39:58.191" v="3897" actId="478"/>
          <ac:picMkLst>
            <pc:docMk/>
            <pc:sldMk cId="2717870734" sldId="439"/>
            <ac:picMk id="15" creationId="{05408124-BB34-44DC-A348-2842928E132E}"/>
          </ac:picMkLst>
        </pc:picChg>
        <pc:picChg chg="add del mod">
          <ac:chgData name="Michelle Millar" userId="ca2c1bca-f194-43da-b766-a2d0350c5abf" providerId="ADAL" clId="{2434FCD1-60D2-4EC1-86A7-F0F00F973510}" dt="2020-10-27T14:39:58.550" v="3898" actId="478"/>
          <ac:picMkLst>
            <pc:docMk/>
            <pc:sldMk cId="2717870734" sldId="439"/>
            <ac:picMk id="16" creationId="{B5ED0CF6-8C59-44DE-AE79-D3C08D83E314}"/>
          </ac:picMkLst>
        </pc:picChg>
        <pc:picChg chg="add mod">
          <ac:chgData name="Michelle Millar" userId="ca2c1bca-f194-43da-b766-a2d0350c5abf" providerId="ADAL" clId="{2434FCD1-60D2-4EC1-86A7-F0F00F973510}" dt="2020-10-27T14:43:01.538" v="3957" actId="1076"/>
          <ac:picMkLst>
            <pc:docMk/>
            <pc:sldMk cId="2717870734" sldId="439"/>
            <ac:picMk id="18" creationId="{E3EE8E37-7BE2-47FE-9D2B-BB3B73B39E62}"/>
          </ac:picMkLst>
        </pc:picChg>
        <pc:cxnChg chg="add mod">
          <ac:chgData name="Michelle Millar" userId="ca2c1bca-f194-43da-b766-a2d0350c5abf" providerId="ADAL" clId="{2434FCD1-60D2-4EC1-86A7-F0F00F973510}" dt="2020-10-27T14:19:24.421" v="3332" actId="1076"/>
          <ac:cxnSpMkLst>
            <pc:docMk/>
            <pc:sldMk cId="2717870734" sldId="439"/>
            <ac:cxnSpMk id="9" creationId="{44268457-72E8-43AB-BFA3-AC43B813DEED}"/>
          </ac:cxnSpMkLst>
        </pc:cxnChg>
        <pc:cxnChg chg="add mod">
          <ac:chgData name="Michelle Millar" userId="ca2c1bca-f194-43da-b766-a2d0350c5abf" providerId="ADAL" clId="{2434FCD1-60D2-4EC1-86A7-F0F00F973510}" dt="2020-10-27T14:19:28.531" v="3346" actId="1036"/>
          <ac:cxnSpMkLst>
            <pc:docMk/>
            <pc:sldMk cId="2717870734" sldId="439"/>
            <ac:cxnSpMk id="11" creationId="{2BAB76D7-2172-40DC-9AFD-E28B61FA4F91}"/>
          </ac:cxnSpMkLst>
        </pc:cxnChg>
        <pc:cxnChg chg="add mod">
          <ac:chgData name="Michelle Millar" userId="ca2c1bca-f194-43da-b766-a2d0350c5abf" providerId="ADAL" clId="{2434FCD1-60D2-4EC1-86A7-F0F00F973510}" dt="2020-10-27T14:19:28.531" v="3346" actId="1036"/>
          <ac:cxnSpMkLst>
            <pc:docMk/>
            <pc:sldMk cId="2717870734" sldId="439"/>
            <ac:cxnSpMk id="12" creationId="{7C5E36D4-F489-464A-B94C-96EBF8D36931}"/>
          </ac:cxnSpMkLst>
        </pc:cxnChg>
        <pc:cxnChg chg="add mod">
          <ac:chgData name="Michelle Millar" userId="ca2c1bca-f194-43da-b766-a2d0350c5abf" providerId="ADAL" clId="{2434FCD1-60D2-4EC1-86A7-F0F00F973510}" dt="2020-10-27T14:19:28.531" v="3346" actId="1036"/>
          <ac:cxnSpMkLst>
            <pc:docMk/>
            <pc:sldMk cId="2717870734" sldId="439"/>
            <ac:cxnSpMk id="13" creationId="{E0752CE1-4CEE-4F2F-BD43-F07BD9083BF9}"/>
          </ac:cxnSpMkLst>
        </pc:cxnChg>
        <pc:cxnChg chg="add mod">
          <ac:chgData name="Michelle Millar" userId="ca2c1bca-f194-43da-b766-a2d0350c5abf" providerId="ADAL" clId="{2434FCD1-60D2-4EC1-86A7-F0F00F973510}" dt="2020-10-27T14:19:28.531" v="3346" actId="1036"/>
          <ac:cxnSpMkLst>
            <pc:docMk/>
            <pc:sldMk cId="2717870734" sldId="439"/>
            <ac:cxnSpMk id="14" creationId="{D8D10B19-79B1-4EE4-8FF4-97DBC3585C57}"/>
          </ac:cxnSpMkLst>
        </pc:cxnChg>
      </pc:sldChg>
      <pc:sldChg chg="addSp modSp new mod ord">
        <pc:chgData name="Michelle Millar" userId="ca2c1bca-f194-43da-b766-a2d0350c5abf" providerId="ADAL" clId="{2434FCD1-60D2-4EC1-86A7-F0F00F973510}" dt="2020-10-28T11:37:14.848" v="4195" actId="207"/>
        <pc:sldMkLst>
          <pc:docMk/>
          <pc:sldMk cId="1913690058" sldId="440"/>
        </pc:sldMkLst>
        <pc:spChg chg="mod">
          <ac:chgData name="Michelle Millar" userId="ca2c1bca-f194-43da-b766-a2d0350c5abf" providerId="ADAL" clId="{2434FCD1-60D2-4EC1-86A7-F0F00F973510}" dt="2020-10-28T11:37:07.379" v="4194"/>
          <ac:spMkLst>
            <pc:docMk/>
            <pc:sldMk cId="1913690058" sldId="440"/>
            <ac:spMk id="2" creationId="{014036BC-08AE-4551-A50B-110B588D025A}"/>
          </ac:spMkLst>
        </pc:spChg>
        <pc:spChg chg="add mod">
          <ac:chgData name="Michelle Millar" userId="ca2c1bca-f194-43da-b766-a2d0350c5abf" providerId="ADAL" clId="{2434FCD1-60D2-4EC1-86A7-F0F00F973510}" dt="2020-10-28T11:37:14.848" v="4195" actId="207"/>
          <ac:spMkLst>
            <pc:docMk/>
            <pc:sldMk cId="1913690058" sldId="440"/>
            <ac:spMk id="3" creationId="{50246149-68B4-43D7-8178-1881A6828295}"/>
          </ac:spMkLst>
        </pc:spChg>
      </pc:sldChg>
      <pc:sldChg chg="modSp add mod">
        <pc:chgData name="Michelle Millar" userId="ca2c1bca-f194-43da-b766-a2d0350c5abf" providerId="ADAL" clId="{2434FCD1-60D2-4EC1-86A7-F0F00F973510}" dt="2020-10-28T11:33:01.897" v="4065" actId="20577"/>
        <pc:sldMkLst>
          <pc:docMk/>
          <pc:sldMk cId="728783684" sldId="446"/>
        </pc:sldMkLst>
        <pc:spChg chg="mod">
          <ac:chgData name="Michelle Millar" userId="ca2c1bca-f194-43da-b766-a2d0350c5abf" providerId="ADAL" clId="{2434FCD1-60D2-4EC1-86A7-F0F00F973510}" dt="2020-10-28T11:33:01.897" v="4065" actId="20577"/>
          <ac:spMkLst>
            <pc:docMk/>
            <pc:sldMk cId="728783684" sldId="446"/>
            <ac:spMk id="3" creationId="{496476E5-5D08-4B20-8899-2571B71FE8DD}"/>
          </ac:spMkLst>
        </pc:spChg>
        <pc:spChg chg="mod">
          <ac:chgData name="Michelle Millar" userId="ca2c1bca-f194-43da-b766-a2d0350c5abf" providerId="ADAL" clId="{2434FCD1-60D2-4EC1-86A7-F0F00F973510}" dt="2020-10-27T14:31:57.866" v="3503" actId="207"/>
          <ac:spMkLst>
            <pc:docMk/>
            <pc:sldMk cId="728783684" sldId="446"/>
            <ac:spMk id="4" creationId="{D5ED7844-E8A6-4B65-8850-CC0FF8F7DFF6}"/>
          </ac:spMkLst>
        </pc:spChg>
        <pc:spChg chg="mod">
          <ac:chgData name="Michelle Millar" userId="ca2c1bca-f194-43da-b766-a2d0350c5abf" providerId="ADAL" clId="{2434FCD1-60D2-4EC1-86A7-F0F00F973510}" dt="2020-10-27T14:31:47.636" v="3502" actId="207"/>
          <ac:spMkLst>
            <pc:docMk/>
            <pc:sldMk cId="728783684" sldId="446"/>
            <ac:spMk id="5" creationId="{C2D0E176-AA2C-40A8-8F18-34FB8551C400}"/>
          </ac:spMkLst>
        </pc:spChg>
        <pc:spChg chg="mod">
          <ac:chgData name="Michelle Millar" userId="ca2c1bca-f194-43da-b766-a2d0350c5abf" providerId="ADAL" clId="{2434FCD1-60D2-4EC1-86A7-F0F00F973510}" dt="2020-10-27T14:31:57.866" v="3503" actId="207"/>
          <ac:spMkLst>
            <pc:docMk/>
            <pc:sldMk cId="728783684" sldId="446"/>
            <ac:spMk id="6" creationId="{C1C3EA5F-EF8E-42F0-A689-F3D0A4EB2682}"/>
          </ac:spMkLst>
        </pc:spChg>
        <pc:spChg chg="mod">
          <ac:chgData name="Michelle Millar" userId="ca2c1bca-f194-43da-b766-a2d0350c5abf" providerId="ADAL" clId="{2434FCD1-60D2-4EC1-86A7-F0F00F973510}" dt="2020-10-27T14:31:47.636" v="3502" actId="207"/>
          <ac:spMkLst>
            <pc:docMk/>
            <pc:sldMk cId="728783684" sldId="446"/>
            <ac:spMk id="7" creationId="{754D3F82-F5A5-4DE7-8D00-315686226EBA}"/>
          </ac:spMkLst>
        </pc:spChg>
        <pc:spChg chg="mod">
          <ac:chgData name="Michelle Millar" userId="ca2c1bca-f194-43da-b766-a2d0350c5abf" providerId="ADAL" clId="{2434FCD1-60D2-4EC1-86A7-F0F00F973510}" dt="2020-10-27T14:31:57.866" v="3503" actId="207"/>
          <ac:spMkLst>
            <pc:docMk/>
            <pc:sldMk cId="728783684" sldId="446"/>
            <ac:spMk id="8" creationId="{B2075BE8-0FC3-4002-925E-3780FF21A613}"/>
          </ac:spMkLst>
        </pc:spChg>
        <pc:spChg chg="mod">
          <ac:chgData name="Michelle Millar" userId="ca2c1bca-f194-43da-b766-a2d0350c5abf" providerId="ADAL" clId="{2434FCD1-60D2-4EC1-86A7-F0F00F973510}" dt="2020-10-27T14:31:47.636" v="3502" actId="207"/>
          <ac:spMkLst>
            <pc:docMk/>
            <pc:sldMk cId="728783684" sldId="446"/>
            <ac:spMk id="9" creationId="{EEDA37A4-B5D2-4492-9D86-2B24CC8296C0}"/>
          </ac:spMkLst>
        </pc:spChg>
        <pc:spChg chg="mod">
          <ac:chgData name="Michelle Millar" userId="ca2c1bca-f194-43da-b766-a2d0350c5abf" providerId="ADAL" clId="{2434FCD1-60D2-4EC1-86A7-F0F00F973510}" dt="2020-10-27T14:31:28.246" v="3498" actId="207"/>
          <ac:spMkLst>
            <pc:docMk/>
            <pc:sldMk cId="728783684" sldId="446"/>
            <ac:spMk id="10" creationId="{3F8F2DCF-5A1D-441B-B4D2-1CA3E3EA8C78}"/>
          </ac:spMkLst>
        </pc:spChg>
        <pc:spChg chg="mod">
          <ac:chgData name="Michelle Millar" userId="ca2c1bca-f194-43da-b766-a2d0350c5abf" providerId="ADAL" clId="{2434FCD1-60D2-4EC1-86A7-F0F00F973510}" dt="2020-10-27T14:31:30.986" v="3499" actId="207"/>
          <ac:spMkLst>
            <pc:docMk/>
            <pc:sldMk cId="728783684" sldId="446"/>
            <ac:spMk id="11" creationId="{7D113944-E3B7-4849-B37B-0F86745DFA2C}"/>
          </ac:spMkLst>
        </pc:spChg>
        <pc:spChg chg="mod">
          <ac:chgData name="Michelle Millar" userId="ca2c1bca-f194-43da-b766-a2d0350c5abf" providerId="ADAL" clId="{2434FCD1-60D2-4EC1-86A7-F0F00F973510}" dt="2020-10-27T14:31:33.488" v="3500" actId="207"/>
          <ac:spMkLst>
            <pc:docMk/>
            <pc:sldMk cId="728783684" sldId="446"/>
            <ac:spMk id="12" creationId="{054A536B-78F3-484E-932B-6899EDC435F4}"/>
          </ac:spMkLst>
        </pc:spChg>
        <pc:spChg chg="mod">
          <ac:chgData name="Michelle Millar" userId="ca2c1bca-f194-43da-b766-a2d0350c5abf" providerId="ADAL" clId="{2434FCD1-60D2-4EC1-86A7-F0F00F973510}" dt="2020-10-27T14:31:57.866" v="3503" actId="207"/>
          <ac:spMkLst>
            <pc:docMk/>
            <pc:sldMk cId="728783684" sldId="446"/>
            <ac:spMk id="21" creationId="{B8CCD976-DE8D-4BB1-98B6-8006D14DFE2D}"/>
          </ac:spMkLst>
        </pc:spChg>
        <pc:spChg chg="mod">
          <ac:chgData name="Michelle Millar" userId="ca2c1bca-f194-43da-b766-a2d0350c5abf" providerId="ADAL" clId="{2434FCD1-60D2-4EC1-86A7-F0F00F973510}" dt="2020-10-27T14:31:57.866" v="3503" actId="207"/>
          <ac:spMkLst>
            <pc:docMk/>
            <pc:sldMk cId="728783684" sldId="446"/>
            <ac:spMk id="22" creationId="{BD8178CE-5C58-40D9-8665-842AE219C627}"/>
          </ac:spMkLst>
        </pc:spChg>
        <pc:spChg chg="mod">
          <ac:chgData name="Michelle Millar" userId="ca2c1bca-f194-43da-b766-a2d0350c5abf" providerId="ADAL" clId="{2434FCD1-60D2-4EC1-86A7-F0F00F973510}" dt="2020-10-27T14:31:57.866" v="3503" actId="207"/>
          <ac:spMkLst>
            <pc:docMk/>
            <pc:sldMk cId="728783684" sldId="446"/>
            <ac:spMk id="23" creationId="{2E92C334-F8D8-469D-8342-60636F1D0091}"/>
          </ac:spMkLst>
        </pc:spChg>
        <pc:spChg chg="mod">
          <ac:chgData name="Michelle Millar" userId="ca2c1bca-f194-43da-b766-a2d0350c5abf" providerId="ADAL" clId="{2434FCD1-60D2-4EC1-86A7-F0F00F973510}" dt="2020-10-27T14:31:47.636" v="3502" actId="207"/>
          <ac:spMkLst>
            <pc:docMk/>
            <pc:sldMk cId="728783684" sldId="446"/>
            <ac:spMk id="40" creationId="{E01AD2E2-FE96-4473-BD80-DF9B393AC9F1}"/>
          </ac:spMkLst>
        </pc:spChg>
        <pc:spChg chg="mod">
          <ac:chgData name="Michelle Millar" userId="ca2c1bca-f194-43da-b766-a2d0350c5abf" providerId="ADAL" clId="{2434FCD1-60D2-4EC1-86A7-F0F00F973510}" dt="2020-10-27T14:31:47.636" v="3502" actId="207"/>
          <ac:spMkLst>
            <pc:docMk/>
            <pc:sldMk cId="728783684" sldId="446"/>
            <ac:spMk id="41" creationId="{AA9A1C55-A771-4DE4-83FB-1BB8657138CA}"/>
          </ac:spMkLst>
        </pc:spChg>
        <pc:spChg chg="mod">
          <ac:chgData name="Michelle Millar" userId="ca2c1bca-f194-43da-b766-a2d0350c5abf" providerId="ADAL" clId="{2434FCD1-60D2-4EC1-86A7-F0F00F973510}" dt="2020-10-27T14:31:47.636" v="3502" actId="207"/>
          <ac:spMkLst>
            <pc:docMk/>
            <pc:sldMk cId="728783684" sldId="446"/>
            <ac:spMk id="42" creationId="{CBD9164B-4DDC-4907-A948-0E417120071F}"/>
          </ac:spMkLst>
        </pc:spChg>
        <pc:spChg chg="mod">
          <ac:chgData name="Michelle Millar" userId="ca2c1bca-f194-43da-b766-a2d0350c5abf" providerId="ADAL" clId="{2434FCD1-60D2-4EC1-86A7-F0F00F973510}" dt="2020-10-27T14:31:57.866" v="3503" actId="207"/>
          <ac:spMkLst>
            <pc:docMk/>
            <pc:sldMk cId="728783684" sldId="446"/>
            <ac:spMk id="95" creationId="{03B94F41-8778-4C3C-8F03-C365A7042688}"/>
          </ac:spMkLst>
        </pc:spChg>
        <pc:spChg chg="mod">
          <ac:chgData name="Michelle Millar" userId="ca2c1bca-f194-43da-b766-a2d0350c5abf" providerId="ADAL" clId="{2434FCD1-60D2-4EC1-86A7-F0F00F973510}" dt="2020-10-27T14:31:57.866" v="3503" actId="207"/>
          <ac:spMkLst>
            <pc:docMk/>
            <pc:sldMk cId="728783684" sldId="446"/>
            <ac:spMk id="96" creationId="{E7139F94-9DDB-44A8-83B7-268D42DC05B1}"/>
          </ac:spMkLst>
        </pc:spChg>
        <pc:spChg chg="mod">
          <ac:chgData name="Michelle Millar" userId="ca2c1bca-f194-43da-b766-a2d0350c5abf" providerId="ADAL" clId="{2434FCD1-60D2-4EC1-86A7-F0F00F973510}" dt="2020-10-27T14:31:57.866" v="3503" actId="207"/>
          <ac:spMkLst>
            <pc:docMk/>
            <pc:sldMk cId="728783684" sldId="446"/>
            <ac:spMk id="97" creationId="{4F5E024E-A514-411C-9E18-C8A97889AAAE}"/>
          </ac:spMkLst>
        </pc:spChg>
      </pc:sldChg>
      <pc:sldChg chg="modSp add mod">
        <pc:chgData name="Michelle Millar" userId="ca2c1bca-f194-43da-b766-a2d0350c5abf" providerId="ADAL" clId="{2434FCD1-60D2-4EC1-86A7-F0F00F973510}" dt="2020-10-27T14:32:32.022" v="3507" actId="207"/>
        <pc:sldMkLst>
          <pc:docMk/>
          <pc:sldMk cId="1469594050" sldId="449"/>
        </pc:sldMkLst>
        <pc:spChg chg="mod">
          <ac:chgData name="Michelle Millar" userId="ca2c1bca-f194-43da-b766-a2d0350c5abf" providerId="ADAL" clId="{2434FCD1-60D2-4EC1-86A7-F0F00F973510}" dt="2020-10-27T13:37:52.288" v="1253" actId="20577"/>
          <ac:spMkLst>
            <pc:docMk/>
            <pc:sldMk cId="1469594050" sldId="449"/>
            <ac:spMk id="2" creationId="{BE843BEE-4D97-4CA4-94DB-5766B0A11588}"/>
          </ac:spMkLst>
        </pc:spChg>
        <pc:spChg chg="mod">
          <ac:chgData name="Michelle Millar" userId="ca2c1bca-f194-43da-b766-a2d0350c5abf" providerId="ADAL" clId="{2434FCD1-60D2-4EC1-86A7-F0F00F973510}" dt="2020-10-27T14:32:07.745" v="3504" actId="207"/>
          <ac:spMkLst>
            <pc:docMk/>
            <pc:sldMk cId="1469594050" sldId="449"/>
            <ac:spMk id="9" creationId="{45D7FE4B-8BB2-4D45-A54C-D39853FDE564}"/>
          </ac:spMkLst>
        </pc:spChg>
        <pc:spChg chg="mod">
          <ac:chgData name="Michelle Millar" userId="ca2c1bca-f194-43da-b766-a2d0350c5abf" providerId="ADAL" clId="{2434FCD1-60D2-4EC1-86A7-F0F00F973510}" dt="2020-10-27T14:32:14.973" v="3505" actId="207"/>
          <ac:spMkLst>
            <pc:docMk/>
            <pc:sldMk cId="1469594050" sldId="449"/>
            <ac:spMk id="14" creationId="{E17AFC9A-909B-47EE-8F51-E05BDC4E5FE0}"/>
          </ac:spMkLst>
        </pc:spChg>
        <pc:spChg chg="mod">
          <ac:chgData name="Michelle Millar" userId="ca2c1bca-f194-43da-b766-a2d0350c5abf" providerId="ADAL" clId="{2434FCD1-60D2-4EC1-86A7-F0F00F973510}" dt="2020-10-27T14:32:14.973" v="3505" actId="207"/>
          <ac:spMkLst>
            <pc:docMk/>
            <pc:sldMk cId="1469594050" sldId="449"/>
            <ac:spMk id="15" creationId="{EDEC1BDE-5681-457E-BE54-3DB20B71038C}"/>
          </ac:spMkLst>
        </pc:spChg>
        <pc:spChg chg="mod">
          <ac:chgData name="Michelle Millar" userId="ca2c1bca-f194-43da-b766-a2d0350c5abf" providerId="ADAL" clId="{2434FCD1-60D2-4EC1-86A7-F0F00F973510}" dt="2020-10-27T14:32:14.973" v="3505" actId="207"/>
          <ac:spMkLst>
            <pc:docMk/>
            <pc:sldMk cId="1469594050" sldId="449"/>
            <ac:spMk id="16" creationId="{1DB78089-B79F-42BB-9374-8F1958296FD5}"/>
          </ac:spMkLst>
        </pc:spChg>
        <pc:spChg chg="mod">
          <ac:chgData name="Michelle Millar" userId="ca2c1bca-f194-43da-b766-a2d0350c5abf" providerId="ADAL" clId="{2434FCD1-60D2-4EC1-86A7-F0F00F973510}" dt="2020-10-27T14:32:14.973" v="3505" actId="207"/>
          <ac:spMkLst>
            <pc:docMk/>
            <pc:sldMk cId="1469594050" sldId="449"/>
            <ac:spMk id="17" creationId="{01241919-5C19-49ED-ADCB-D7F24C33010F}"/>
          </ac:spMkLst>
        </pc:spChg>
        <pc:spChg chg="mod">
          <ac:chgData name="Michelle Millar" userId="ca2c1bca-f194-43da-b766-a2d0350c5abf" providerId="ADAL" clId="{2434FCD1-60D2-4EC1-86A7-F0F00F973510}" dt="2020-10-27T14:32:32.022" v="3507" actId="207"/>
          <ac:spMkLst>
            <pc:docMk/>
            <pc:sldMk cId="1469594050" sldId="449"/>
            <ac:spMk id="18" creationId="{331C8A84-C57A-4D96-86AB-815005F33202}"/>
          </ac:spMkLst>
        </pc:spChg>
        <pc:spChg chg="mod">
          <ac:chgData name="Michelle Millar" userId="ca2c1bca-f194-43da-b766-a2d0350c5abf" providerId="ADAL" clId="{2434FCD1-60D2-4EC1-86A7-F0F00F973510}" dt="2020-10-27T14:32:14.973" v="3505" actId="207"/>
          <ac:spMkLst>
            <pc:docMk/>
            <pc:sldMk cId="1469594050" sldId="449"/>
            <ac:spMk id="19" creationId="{56D53056-ECBA-45AF-89F8-38C2B367EA5E}"/>
          </ac:spMkLst>
        </pc:spChg>
        <pc:spChg chg="mod">
          <ac:chgData name="Michelle Millar" userId="ca2c1bca-f194-43da-b766-a2d0350c5abf" providerId="ADAL" clId="{2434FCD1-60D2-4EC1-86A7-F0F00F973510}" dt="2020-10-27T14:32:32.022" v="3507" actId="207"/>
          <ac:spMkLst>
            <pc:docMk/>
            <pc:sldMk cId="1469594050" sldId="449"/>
            <ac:spMk id="20" creationId="{E9FEE425-215D-4E03-859D-473B1DE14963}"/>
          </ac:spMkLst>
        </pc:spChg>
        <pc:spChg chg="mod">
          <ac:chgData name="Michelle Millar" userId="ca2c1bca-f194-43da-b766-a2d0350c5abf" providerId="ADAL" clId="{2434FCD1-60D2-4EC1-86A7-F0F00F973510}" dt="2020-10-27T14:32:14.973" v="3505" actId="207"/>
          <ac:spMkLst>
            <pc:docMk/>
            <pc:sldMk cId="1469594050" sldId="449"/>
            <ac:spMk id="21" creationId="{385DACE7-A85F-4853-8F77-A8C1486EF8D7}"/>
          </ac:spMkLst>
        </pc:spChg>
        <pc:spChg chg="mod">
          <ac:chgData name="Michelle Millar" userId="ca2c1bca-f194-43da-b766-a2d0350c5abf" providerId="ADAL" clId="{2434FCD1-60D2-4EC1-86A7-F0F00F973510}" dt="2020-10-27T14:32:32.022" v="3507" actId="207"/>
          <ac:spMkLst>
            <pc:docMk/>
            <pc:sldMk cId="1469594050" sldId="449"/>
            <ac:spMk id="22" creationId="{1FF1D7DC-9928-46C8-A035-9A417F2E1373}"/>
          </ac:spMkLst>
        </pc:spChg>
        <pc:spChg chg="mod">
          <ac:chgData name="Michelle Millar" userId="ca2c1bca-f194-43da-b766-a2d0350c5abf" providerId="ADAL" clId="{2434FCD1-60D2-4EC1-86A7-F0F00F973510}" dt="2020-10-27T14:32:14.973" v="3505" actId="207"/>
          <ac:spMkLst>
            <pc:docMk/>
            <pc:sldMk cId="1469594050" sldId="449"/>
            <ac:spMk id="23" creationId="{7FC84543-6B6A-4887-88E9-CBAD13F15B68}"/>
          </ac:spMkLst>
        </pc:spChg>
        <pc:spChg chg="mod">
          <ac:chgData name="Michelle Millar" userId="ca2c1bca-f194-43da-b766-a2d0350c5abf" providerId="ADAL" clId="{2434FCD1-60D2-4EC1-86A7-F0F00F973510}" dt="2020-10-27T14:32:14.973" v="3505" actId="207"/>
          <ac:spMkLst>
            <pc:docMk/>
            <pc:sldMk cId="1469594050" sldId="449"/>
            <ac:spMk id="24" creationId="{C891FAA4-9737-4F59-8A6C-33800BDBFF91}"/>
          </ac:spMkLst>
        </pc:spChg>
        <pc:spChg chg="mod">
          <ac:chgData name="Michelle Millar" userId="ca2c1bca-f194-43da-b766-a2d0350c5abf" providerId="ADAL" clId="{2434FCD1-60D2-4EC1-86A7-F0F00F973510}" dt="2020-10-27T14:32:14.973" v="3505" actId="207"/>
          <ac:spMkLst>
            <pc:docMk/>
            <pc:sldMk cId="1469594050" sldId="449"/>
            <ac:spMk id="25" creationId="{221B5434-B680-4A1D-9BCD-3FE6A3333DA5}"/>
          </ac:spMkLst>
        </pc:spChg>
        <pc:spChg chg="mod">
          <ac:chgData name="Michelle Millar" userId="ca2c1bca-f194-43da-b766-a2d0350c5abf" providerId="ADAL" clId="{2434FCD1-60D2-4EC1-86A7-F0F00F973510}" dt="2020-10-27T14:32:14.973" v="3505" actId="207"/>
          <ac:spMkLst>
            <pc:docMk/>
            <pc:sldMk cId="1469594050" sldId="449"/>
            <ac:spMk id="26" creationId="{6E761D14-8B32-45F8-847C-807B6E341E3A}"/>
          </ac:spMkLst>
        </pc:spChg>
        <pc:spChg chg="mod">
          <ac:chgData name="Michelle Millar" userId="ca2c1bca-f194-43da-b766-a2d0350c5abf" providerId="ADAL" clId="{2434FCD1-60D2-4EC1-86A7-F0F00F973510}" dt="2020-10-27T14:32:14.973" v="3505" actId="207"/>
          <ac:spMkLst>
            <pc:docMk/>
            <pc:sldMk cId="1469594050" sldId="449"/>
            <ac:spMk id="27" creationId="{1FCBB825-D89F-4D36-BAD8-5AFE6A58A909}"/>
          </ac:spMkLst>
        </pc:spChg>
        <pc:spChg chg="mod">
          <ac:chgData name="Michelle Millar" userId="ca2c1bca-f194-43da-b766-a2d0350c5abf" providerId="ADAL" clId="{2434FCD1-60D2-4EC1-86A7-F0F00F973510}" dt="2020-10-27T14:32:14.973" v="3505" actId="207"/>
          <ac:spMkLst>
            <pc:docMk/>
            <pc:sldMk cId="1469594050" sldId="449"/>
            <ac:spMk id="28" creationId="{57F2B5D7-3C94-4F8D-A920-E034C04F9E82}"/>
          </ac:spMkLst>
        </pc:spChg>
        <pc:spChg chg="mod">
          <ac:chgData name="Michelle Millar" userId="ca2c1bca-f194-43da-b766-a2d0350c5abf" providerId="ADAL" clId="{2434FCD1-60D2-4EC1-86A7-F0F00F973510}" dt="2020-10-27T14:32:14.973" v="3505" actId="207"/>
          <ac:spMkLst>
            <pc:docMk/>
            <pc:sldMk cId="1469594050" sldId="449"/>
            <ac:spMk id="30" creationId="{22AC5598-0CF1-40A6-A8AA-FBAED6B5410D}"/>
          </ac:spMkLst>
        </pc:spChg>
        <pc:spChg chg="mod">
          <ac:chgData name="Michelle Millar" userId="ca2c1bca-f194-43da-b766-a2d0350c5abf" providerId="ADAL" clId="{2434FCD1-60D2-4EC1-86A7-F0F00F973510}" dt="2020-10-27T14:32:14.973" v="3505" actId="207"/>
          <ac:spMkLst>
            <pc:docMk/>
            <pc:sldMk cId="1469594050" sldId="449"/>
            <ac:spMk id="32" creationId="{0F067C90-F701-419E-964E-557A121E73E8}"/>
          </ac:spMkLst>
        </pc:spChg>
        <pc:spChg chg="mod">
          <ac:chgData name="Michelle Millar" userId="ca2c1bca-f194-43da-b766-a2d0350c5abf" providerId="ADAL" clId="{2434FCD1-60D2-4EC1-86A7-F0F00F973510}" dt="2020-10-27T14:32:14.973" v="3505" actId="207"/>
          <ac:spMkLst>
            <pc:docMk/>
            <pc:sldMk cId="1469594050" sldId="449"/>
            <ac:spMk id="34" creationId="{215E6ED8-CD45-4B82-A04B-96942E9A20A9}"/>
          </ac:spMkLst>
        </pc:spChg>
        <pc:spChg chg="mod">
          <ac:chgData name="Michelle Millar" userId="ca2c1bca-f194-43da-b766-a2d0350c5abf" providerId="ADAL" clId="{2434FCD1-60D2-4EC1-86A7-F0F00F973510}" dt="2020-10-27T14:32:14.973" v="3505" actId="207"/>
          <ac:spMkLst>
            <pc:docMk/>
            <pc:sldMk cId="1469594050" sldId="449"/>
            <ac:spMk id="44" creationId="{CF5B442B-BDE2-45BA-A297-5BBD67DFAA1A}"/>
          </ac:spMkLst>
        </pc:spChg>
        <pc:spChg chg="mod">
          <ac:chgData name="Michelle Millar" userId="ca2c1bca-f194-43da-b766-a2d0350c5abf" providerId="ADAL" clId="{2434FCD1-60D2-4EC1-86A7-F0F00F973510}" dt="2020-10-27T14:32:14.973" v="3505" actId="207"/>
          <ac:spMkLst>
            <pc:docMk/>
            <pc:sldMk cId="1469594050" sldId="449"/>
            <ac:spMk id="45" creationId="{44C150DB-3A5D-4365-B21F-8C553A6DB751}"/>
          </ac:spMkLst>
        </pc:spChg>
        <pc:spChg chg="mod">
          <ac:chgData name="Michelle Millar" userId="ca2c1bca-f194-43da-b766-a2d0350c5abf" providerId="ADAL" clId="{2434FCD1-60D2-4EC1-86A7-F0F00F973510}" dt="2020-10-27T14:32:14.973" v="3505" actId="207"/>
          <ac:spMkLst>
            <pc:docMk/>
            <pc:sldMk cId="1469594050" sldId="449"/>
            <ac:spMk id="66" creationId="{1814FC20-C32C-4B95-A982-D66A75A5875E}"/>
          </ac:spMkLst>
        </pc:spChg>
        <pc:spChg chg="mod">
          <ac:chgData name="Michelle Millar" userId="ca2c1bca-f194-43da-b766-a2d0350c5abf" providerId="ADAL" clId="{2434FCD1-60D2-4EC1-86A7-F0F00F973510}" dt="2020-10-27T14:32:14.973" v="3505" actId="207"/>
          <ac:spMkLst>
            <pc:docMk/>
            <pc:sldMk cId="1469594050" sldId="449"/>
            <ac:spMk id="67" creationId="{5D45EE75-5C90-493E-8FEE-27AE3C0178D8}"/>
          </ac:spMkLst>
        </pc:spChg>
        <pc:spChg chg="mod">
          <ac:chgData name="Michelle Millar" userId="ca2c1bca-f194-43da-b766-a2d0350c5abf" providerId="ADAL" clId="{2434FCD1-60D2-4EC1-86A7-F0F00F973510}" dt="2020-10-27T14:32:14.973" v="3505" actId="207"/>
          <ac:spMkLst>
            <pc:docMk/>
            <pc:sldMk cId="1469594050" sldId="449"/>
            <ac:spMk id="68" creationId="{93CA3636-C434-4FB0-A394-CC7ACBC0C242}"/>
          </ac:spMkLst>
        </pc:spChg>
        <pc:picChg chg="mod">
          <ac:chgData name="Michelle Millar" userId="ca2c1bca-f194-43da-b766-a2d0350c5abf" providerId="ADAL" clId="{2434FCD1-60D2-4EC1-86A7-F0F00F973510}" dt="2020-10-27T14:32:14.973" v="3505" actId="207"/>
          <ac:picMkLst>
            <pc:docMk/>
            <pc:sldMk cId="1469594050" sldId="449"/>
            <ac:picMk id="29" creationId="{36CC60DB-A2E6-4766-AC1C-A76810EA5394}"/>
          </ac:picMkLst>
        </pc:picChg>
        <pc:picChg chg="mod">
          <ac:chgData name="Michelle Millar" userId="ca2c1bca-f194-43da-b766-a2d0350c5abf" providerId="ADAL" clId="{2434FCD1-60D2-4EC1-86A7-F0F00F973510}" dt="2020-10-27T14:32:14.973" v="3505" actId="207"/>
          <ac:picMkLst>
            <pc:docMk/>
            <pc:sldMk cId="1469594050" sldId="449"/>
            <ac:picMk id="31" creationId="{EE5FF0A6-E207-44A6-96E9-36A9E24855B1}"/>
          </ac:picMkLst>
        </pc:picChg>
        <pc:picChg chg="mod">
          <ac:chgData name="Michelle Millar" userId="ca2c1bca-f194-43da-b766-a2d0350c5abf" providerId="ADAL" clId="{2434FCD1-60D2-4EC1-86A7-F0F00F973510}" dt="2020-10-27T14:32:14.973" v="3505" actId="207"/>
          <ac:picMkLst>
            <pc:docMk/>
            <pc:sldMk cId="1469594050" sldId="449"/>
            <ac:picMk id="33" creationId="{929D3485-D783-4096-8E10-A694199AE7F0}"/>
          </ac:picMkLst>
        </pc:picChg>
        <pc:picChg chg="mod">
          <ac:chgData name="Michelle Millar" userId="ca2c1bca-f194-43da-b766-a2d0350c5abf" providerId="ADAL" clId="{2434FCD1-60D2-4EC1-86A7-F0F00F973510}" dt="2020-10-27T14:32:14.973" v="3505" actId="207"/>
          <ac:picMkLst>
            <pc:docMk/>
            <pc:sldMk cId="1469594050" sldId="449"/>
            <ac:picMk id="47" creationId="{84E62C98-AE5F-4B95-BDDC-C2A96986D9E5}"/>
          </ac:picMkLst>
        </pc:picChg>
        <pc:picChg chg="mod">
          <ac:chgData name="Michelle Millar" userId="ca2c1bca-f194-43da-b766-a2d0350c5abf" providerId="ADAL" clId="{2434FCD1-60D2-4EC1-86A7-F0F00F973510}" dt="2020-10-27T14:32:14.973" v="3505" actId="207"/>
          <ac:picMkLst>
            <pc:docMk/>
            <pc:sldMk cId="1469594050" sldId="449"/>
            <ac:picMk id="55" creationId="{E878BE89-53A5-43D9-AF98-E23E05D9225C}"/>
          </ac:picMkLst>
        </pc:picChg>
        <pc:picChg chg="mod">
          <ac:chgData name="Michelle Millar" userId="ca2c1bca-f194-43da-b766-a2d0350c5abf" providerId="ADAL" clId="{2434FCD1-60D2-4EC1-86A7-F0F00F973510}" dt="2020-10-27T14:32:14.973" v="3505" actId="207"/>
          <ac:picMkLst>
            <pc:docMk/>
            <pc:sldMk cId="1469594050" sldId="449"/>
            <ac:picMk id="57" creationId="{C00E72C1-7A9C-49C3-A966-8EF5961AA5CB}"/>
          </ac:picMkLst>
        </pc:picChg>
        <pc:picChg chg="mod">
          <ac:chgData name="Michelle Millar" userId="ca2c1bca-f194-43da-b766-a2d0350c5abf" providerId="ADAL" clId="{2434FCD1-60D2-4EC1-86A7-F0F00F973510}" dt="2020-10-27T14:32:14.973" v="3505" actId="207"/>
          <ac:picMkLst>
            <pc:docMk/>
            <pc:sldMk cId="1469594050" sldId="449"/>
            <ac:picMk id="59" creationId="{855D0270-1A26-4CDF-B5AB-EAAEE18463FB}"/>
          </ac:picMkLst>
        </pc:picChg>
        <pc:picChg chg="mod">
          <ac:chgData name="Michelle Millar" userId="ca2c1bca-f194-43da-b766-a2d0350c5abf" providerId="ADAL" clId="{2434FCD1-60D2-4EC1-86A7-F0F00F973510}" dt="2020-10-27T14:32:14.973" v="3505" actId="207"/>
          <ac:picMkLst>
            <pc:docMk/>
            <pc:sldMk cId="1469594050" sldId="449"/>
            <ac:picMk id="61" creationId="{5B0A91F4-9DBF-4EA3-A94B-0E619F8EFDEF}"/>
          </ac:picMkLst>
        </pc:picChg>
        <pc:picChg chg="mod">
          <ac:chgData name="Michelle Millar" userId="ca2c1bca-f194-43da-b766-a2d0350c5abf" providerId="ADAL" clId="{2434FCD1-60D2-4EC1-86A7-F0F00F973510}" dt="2020-10-27T14:32:14.973" v="3505" actId="207"/>
          <ac:picMkLst>
            <pc:docMk/>
            <pc:sldMk cId="1469594050" sldId="449"/>
            <ac:picMk id="63" creationId="{86E16B8C-40D3-442D-B2A5-A535352007DB}"/>
          </ac:picMkLst>
        </pc:picChg>
        <pc:picChg chg="mod">
          <ac:chgData name="Michelle Millar" userId="ca2c1bca-f194-43da-b766-a2d0350c5abf" providerId="ADAL" clId="{2434FCD1-60D2-4EC1-86A7-F0F00F973510}" dt="2020-10-27T14:32:14.973" v="3505" actId="207"/>
          <ac:picMkLst>
            <pc:docMk/>
            <pc:sldMk cId="1469594050" sldId="449"/>
            <ac:picMk id="1026" creationId="{530E62A0-969D-4CE7-9BF2-D2EE849D68EC}"/>
          </ac:picMkLst>
        </pc:picChg>
        <pc:picChg chg="mod">
          <ac:chgData name="Michelle Millar" userId="ca2c1bca-f194-43da-b766-a2d0350c5abf" providerId="ADAL" clId="{2434FCD1-60D2-4EC1-86A7-F0F00F973510}" dt="2020-10-27T14:32:14.973" v="3505" actId="207"/>
          <ac:picMkLst>
            <pc:docMk/>
            <pc:sldMk cId="1469594050" sldId="449"/>
            <ac:picMk id="1028" creationId="{FE567557-81CC-4B21-B2AE-7280B06A8A4D}"/>
          </ac:picMkLst>
        </pc:picChg>
      </pc:sldChg>
      <pc:sldChg chg="delSp modSp add mod modNotesTx">
        <pc:chgData name="Michelle Millar" userId="ca2c1bca-f194-43da-b766-a2d0350c5abf" providerId="ADAL" clId="{2434FCD1-60D2-4EC1-86A7-F0F00F973510}" dt="2020-10-27T14:34:48.838" v="3521" actId="207"/>
        <pc:sldMkLst>
          <pc:docMk/>
          <pc:sldMk cId="726772087" sldId="450"/>
        </pc:sldMkLst>
        <pc:spChg chg="mod">
          <ac:chgData name="Michelle Millar" userId="ca2c1bca-f194-43da-b766-a2d0350c5abf" providerId="ADAL" clId="{2434FCD1-60D2-4EC1-86A7-F0F00F973510}" dt="2020-10-27T13:39:39.079" v="1429" actId="20577"/>
          <ac:spMkLst>
            <pc:docMk/>
            <pc:sldMk cId="726772087" sldId="450"/>
            <ac:spMk id="3" creationId="{905B72FA-CFE0-4E6E-9D50-A34514E6E3BF}"/>
          </ac:spMkLst>
        </pc:spChg>
        <pc:spChg chg="mod">
          <ac:chgData name="Michelle Millar" userId="ca2c1bca-f194-43da-b766-a2d0350c5abf" providerId="ADAL" clId="{2434FCD1-60D2-4EC1-86A7-F0F00F973510}" dt="2020-10-27T13:39:59.063" v="1532" actId="20577"/>
          <ac:spMkLst>
            <pc:docMk/>
            <pc:sldMk cId="726772087" sldId="450"/>
            <ac:spMk id="4" creationId="{BBA91FB6-0642-41AB-ABCC-CA6D3A3C94E6}"/>
          </ac:spMkLst>
        </pc:spChg>
        <pc:spChg chg="mod">
          <ac:chgData name="Michelle Millar" userId="ca2c1bca-f194-43da-b766-a2d0350c5abf" providerId="ADAL" clId="{2434FCD1-60D2-4EC1-86A7-F0F00F973510}" dt="2020-10-27T14:33:44.863" v="3514" actId="207"/>
          <ac:spMkLst>
            <pc:docMk/>
            <pc:sldMk cId="726772087" sldId="450"/>
            <ac:spMk id="5" creationId="{917E06EB-1CAF-4F34-95BB-41A1F12BE5A0}"/>
          </ac:spMkLst>
        </pc:spChg>
        <pc:spChg chg="mod">
          <ac:chgData name="Michelle Millar" userId="ca2c1bca-f194-43da-b766-a2d0350c5abf" providerId="ADAL" clId="{2434FCD1-60D2-4EC1-86A7-F0F00F973510}" dt="2020-10-27T09:30:48.330" v="601" actId="1036"/>
          <ac:spMkLst>
            <pc:docMk/>
            <pc:sldMk cId="726772087" sldId="450"/>
            <ac:spMk id="6" creationId="{FA53BE73-D5E5-42D4-AC55-26E002BE6970}"/>
          </ac:spMkLst>
        </pc:spChg>
        <pc:spChg chg="mod">
          <ac:chgData name="Michelle Millar" userId="ca2c1bca-f194-43da-b766-a2d0350c5abf" providerId="ADAL" clId="{2434FCD1-60D2-4EC1-86A7-F0F00F973510}" dt="2020-10-27T14:33:38.587" v="3513" actId="207"/>
          <ac:spMkLst>
            <pc:docMk/>
            <pc:sldMk cId="726772087" sldId="450"/>
            <ac:spMk id="7" creationId="{914E6635-620E-4B01-826B-537E27A23A19}"/>
          </ac:spMkLst>
        </pc:spChg>
        <pc:spChg chg="mod">
          <ac:chgData name="Michelle Millar" userId="ca2c1bca-f194-43da-b766-a2d0350c5abf" providerId="ADAL" clId="{2434FCD1-60D2-4EC1-86A7-F0F00F973510}" dt="2020-10-27T09:30:48.330" v="601" actId="1036"/>
          <ac:spMkLst>
            <pc:docMk/>
            <pc:sldMk cId="726772087" sldId="450"/>
            <ac:spMk id="8" creationId="{5DA607A9-3A76-4FCA-A0B7-4C910FE34236}"/>
          </ac:spMkLst>
        </pc:spChg>
        <pc:spChg chg="mod">
          <ac:chgData name="Michelle Millar" userId="ca2c1bca-f194-43da-b766-a2d0350c5abf" providerId="ADAL" clId="{2434FCD1-60D2-4EC1-86A7-F0F00F973510}" dt="2020-10-27T14:34:02.389" v="3515" actId="207"/>
          <ac:spMkLst>
            <pc:docMk/>
            <pc:sldMk cId="726772087" sldId="450"/>
            <ac:spMk id="9" creationId="{12225905-B060-40F9-94B5-A13B9B3DD112}"/>
          </ac:spMkLst>
        </pc:spChg>
        <pc:spChg chg="mod">
          <ac:chgData name="Michelle Millar" userId="ca2c1bca-f194-43da-b766-a2d0350c5abf" providerId="ADAL" clId="{2434FCD1-60D2-4EC1-86A7-F0F00F973510}" dt="2020-10-27T14:34:25.832" v="3518" actId="207"/>
          <ac:spMkLst>
            <pc:docMk/>
            <pc:sldMk cId="726772087" sldId="450"/>
            <ac:spMk id="10" creationId="{74427D18-20E2-44BA-8184-C849D8A0CBE1}"/>
          </ac:spMkLst>
        </pc:spChg>
        <pc:spChg chg="mod">
          <ac:chgData name="Michelle Millar" userId="ca2c1bca-f194-43da-b766-a2d0350c5abf" providerId="ADAL" clId="{2434FCD1-60D2-4EC1-86A7-F0F00F973510}" dt="2020-10-27T14:34:10.206" v="3516" actId="207"/>
          <ac:spMkLst>
            <pc:docMk/>
            <pc:sldMk cId="726772087" sldId="450"/>
            <ac:spMk id="11" creationId="{579157C5-5F80-4F42-B545-1FD0930569CC}"/>
          </ac:spMkLst>
        </pc:spChg>
        <pc:spChg chg="mod">
          <ac:chgData name="Michelle Millar" userId="ca2c1bca-f194-43da-b766-a2d0350c5abf" providerId="ADAL" clId="{2434FCD1-60D2-4EC1-86A7-F0F00F973510}" dt="2020-10-27T14:34:32.248" v="3519" actId="207"/>
          <ac:spMkLst>
            <pc:docMk/>
            <pc:sldMk cId="726772087" sldId="450"/>
            <ac:spMk id="12" creationId="{A8D1AA22-6183-44A2-B03F-060B92517D38}"/>
          </ac:spMkLst>
        </pc:spChg>
        <pc:spChg chg="mod">
          <ac:chgData name="Michelle Millar" userId="ca2c1bca-f194-43da-b766-a2d0350c5abf" providerId="ADAL" clId="{2434FCD1-60D2-4EC1-86A7-F0F00F973510}" dt="2020-10-27T14:34:18.623" v="3517" actId="207"/>
          <ac:spMkLst>
            <pc:docMk/>
            <pc:sldMk cId="726772087" sldId="450"/>
            <ac:spMk id="13" creationId="{6EE11C75-1EF9-4FFC-9338-BDCF8426D473}"/>
          </ac:spMkLst>
        </pc:spChg>
        <pc:spChg chg="mod">
          <ac:chgData name="Michelle Millar" userId="ca2c1bca-f194-43da-b766-a2d0350c5abf" providerId="ADAL" clId="{2434FCD1-60D2-4EC1-86A7-F0F00F973510}" dt="2020-10-27T14:32:55.788" v="3509" actId="207"/>
          <ac:spMkLst>
            <pc:docMk/>
            <pc:sldMk cId="726772087" sldId="450"/>
            <ac:spMk id="14" creationId="{405018FE-8F86-42C3-BAE0-5B60C81583CE}"/>
          </ac:spMkLst>
        </pc:spChg>
        <pc:spChg chg="mod">
          <ac:chgData name="Michelle Millar" userId="ca2c1bca-f194-43da-b766-a2d0350c5abf" providerId="ADAL" clId="{2434FCD1-60D2-4EC1-86A7-F0F00F973510}" dt="2020-10-27T14:12:37.465" v="2682" actId="2711"/>
          <ac:spMkLst>
            <pc:docMk/>
            <pc:sldMk cId="726772087" sldId="450"/>
            <ac:spMk id="15" creationId="{6550C14A-F635-461F-9F9C-BAA96FA53F37}"/>
          </ac:spMkLst>
        </pc:spChg>
        <pc:spChg chg="mod">
          <ac:chgData name="Michelle Millar" userId="ca2c1bca-f194-43da-b766-a2d0350c5abf" providerId="ADAL" clId="{2434FCD1-60D2-4EC1-86A7-F0F00F973510}" dt="2020-10-27T14:34:48.838" v="3521" actId="207"/>
          <ac:spMkLst>
            <pc:docMk/>
            <pc:sldMk cId="726772087" sldId="450"/>
            <ac:spMk id="16" creationId="{BC713E6A-A0BA-4CA8-9C62-E82A61467F0F}"/>
          </ac:spMkLst>
        </pc:spChg>
        <pc:spChg chg="mod">
          <ac:chgData name="Michelle Millar" userId="ca2c1bca-f194-43da-b766-a2d0350c5abf" providerId="ADAL" clId="{2434FCD1-60D2-4EC1-86A7-F0F00F973510}" dt="2020-10-27T14:32:48.294" v="3508" actId="207"/>
          <ac:spMkLst>
            <pc:docMk/>
            <pc:sldMk cId="726772087" sldId="450"/>
            <ac:spMk id="17" creationId="{01C71C25-F307-4863-A3CD-38C1541E9D4F}"/>
          </ac:spMkLst>
        </pc:spChg>
        <pc:spChg chg="mod">
          <ac:chgData name="Michelle Millar" userId="ca2c1bca-f194-43da-b766-a2d0350c5abf" providerId="ADAL" clId="{2434FCD1-60D2-4EC1-86A7-F0F00F973510}" dt="2020-10-27T14:34:48.838" v="3521" actId="207"/>
          <ac:spMkLst>
            <pc:docMk/>
            <pc:sldMk cId="726772087" sldId="450"/>
            <ac:spMk id="18" creationId="{425B9B20-1215-489B-91A4-E40C34D7A3AA}"/>
          </ac:spMkLst>
        </pc:spChg>
        <pc:spChg chg="mod">
          <ac:chgData name="Michelle Millar" userId="ca2c1bca-f194-43da-b766-a2d0350c5abf" providerId="ADAL" clId="{2434FCD1-60D2-4EC1-86A7-F0F00F973510}" dt="2020-10-27T14:32:48.294" v="3508" actId="207"/>
          <ac:spMkLst>
            <pc:docMk/>
            <pc:sldMk cId="726772087" sldId="450"/>
            <ac:spMk id="19" creationId="{1CC44B87-9A0F-4F64-9EE5-31C0A6D27098}"/>
          </ac:spMkLst>
        </pc:spChg>
        <pc:spChg chg="mod">
          <ac:chgData name="Michelle Millar" userId="ca2c1bca-f194-43da-b766-a2d0350c5abf" providerId="ADAL" clId="{2434FCD1-60D2-4EC1-86A7-F0F00F973510}" dt="2020-10-27T14:34:48.838" v="3521" actId="207"/>
          <ac:spMkLst>
            <pc:docMk/>
            <pc:sldMk cId="726772087" sldId="450"/>
            <ac:spMk id="20" creationId="{3C36C42C-B2A9-49ED-92D2-3E0CD238A4B3}"/>
          </ac:spMkLst>
        </pc:spChg>
        <pc:spChg chg="mod">
          <ac:chgData name="Michelle Millar" userId="ca2c1bca-f194-43da-b766-a2d0350c5abf" providerId="ADAL" clId="{2434FCD1-60D2-4EC1-86A7-F0F00F973510}" dt="2020-10-27T14:32:48.294" v="3508" actId="207"/>
          <ac:spMkLst>
            <pc:docMk/>
            <pc:sldMk cId="726772087" sldId="450"/>
            <ac:spMk id="21" creationId="{2E3792F4-9DA8-48EA-BF18-581835AE88A2}"/>
          </ac:spMkLst>
        </pc:spChg>
        <pc:spChg chg="mod">
          <ac:chgData name="Michelle Millar" userId="ca2c1bca-f194-43da-b766-a2d0350c5abf" providerId="ADAL" clId="{2434FCD1-60D2-4EC1-86A7-F0F00F973510}" dt="2020-10-27T14:34:48.838" v="3521" actId="207"/>
          <ac:spMkLst>
            <pc:docMk/>
            <pc:sldMk cId="726772087" sldId="450"/>
            <ac:spMk id="22" creationId="{827AB624-6CDD-4A4A-8137-CDD6E887155F}"/>
          </ac:spMkLst>
        </pc:spChg>
        <pc:spChg chg="mod">
          <ac:chgData name="Michelle Millar" userId="ca2c1bca-f194-43da-b766-a2d0350c5abf" providerId="ADAL" clId="{2434FCD1-60D2-4EC1-86A7-F0F00F973510}" dt="2020-10-27T14:32:48.294" v="3508" actId="207"/>
          <ac:spMkLst>
            <pc:docMk/>
            <pc:sldMk cId="726772087" sldId="450"/>
            <ac:spMk id="23" creationId="{58025153-4700-43B5-9EA5-E3FD910D7CE8}"/>
          </ac:spMkLst>
        </pc:spChg>
        <pc:spChg chg="mod">
          <ac:chgData name="Michelle Millar" userId="ca2c1bca-f194-43da-b766-a2d0350c5abf" providerId="ADAL" clId="{2434FCD1-60D2-4EC1-86A7-F0F00F973510}" dt="2020-10-27T14:34:48.838" v="3521" actId="207"/>
          <ac:spMkLst>
            <pc:docMk/>
            <pc:sldMk cId="726772087" sldId="450"/>
            <ac:spMk id="24" creationId="{057A36A3-2400-4B8F-8A3F-FF0B66665CDE}"/>
          </ac:spMkLst>
        </pc:spChg>
        <pc:spChg chg="mod">
          <ac:chgData name="Michelle Millar" userId="ca2c1bca-f194-43da-b766-a2d0350c5abf" providerId="ADAL" clId="{2434FCD1-60D2-4EC1-86A7-F0F00F973510}" dt="2020-10-27T14:32:48.294" v="3508" actId="207"/>
          <ac:spMkLst>
            <pc:docMk/>
            <pc:sldMk cId="726772087" sldId="450"/>
            <ac:spMk id="25" creationId="{5AF34DF1-4592-4CA8-933A-900AE2BCE4CB}"/>
          </ac:spMkLst>
        </pc:spChg>
        <pc:spChg chg="del">
          <ac:chgData name="Michelle Millar" userId="ca2c1bca-f194-43da-b766-a2d0350c5abf" providerId="ADAL" clId="{2434FCD1-60D2-4EC1-86A7-F0F00F973510}" dt="2020-10-27T09:30:32.370" v="586" actId="478"/>
          <ac:spMkLst>
            <pc:docMk/>
            <pc:sldMk cId="726772087" sldId="450"/>
            <ac:spMk id="29" creationId="{28F8C3DB-01AC-41EE-A83E-EE3C99649AE3}"/>
          </ac:spMkLst>
        </pc:spChg>
        <pc:spChg chg="del">
          <ac:chgData name="Michelle Millar" userId="ca2c1bca-f194-43da-b766-a2d0350c5abf" providerId="ADAL" clId="{2434FCD1-60D2-4EC1-86A7-F0F00F973510}" dt="2020-10-27T09:30:32.370" v="586" actId="478"/>
          <ac:spMkLst>
            <pc:docMk/>
            <pc:sldMk cId="726772087" sldId="450"/>
            <ac:spMk id="30" creationId="{7ED58874-23EB-467D-8F00-3519FA2C1059}"/>
          </ac:spMkLst>
        </pc:spChg>
        <pc:spChg chg="del">
          <ac:chgData name="Michelle Millar" userId="ca2c1bca-f194-43da-b766-a2d0350c5abf" providerId="ADAL" clId="{2434FCD1-60D2-4EC1-86A7-F0F00F973510}" dt="2020-10-27T09:30:32.370" v="586" actId="478"/>
          <ac:spMkLst>
            <pc:docMk/>
            <pc:sldMk cId="726772087" sldId="450"/>
            <ac:spMk id="31" creationId="{4E300829-A25F-4838-A274-10C0DD6C504B}"/>
          </ac:spMkLst>
        </pc:spChg>
        <pc:spChg chg="del">
          <ac:chgData name="Michelle Millar" userId="ca2c1bca-f194-43da-b766-a2d0350c5abf" providerId="ADAL" clId="{2434FCD1-60D2-4EC1-86A7-F0F00F973510}" dt="2020-10-27T09:30:32.370" v="586" actId="478"/>
          <ac:spMkLst>
            <pc:docMk/>
            <pc:sldMk cId="726772087" sldId="450"/>
            <ac:spMk id="32" creationId="{3D030BA1-23AE-4021-9DA0-CFE9BBD51FB1}"/>
          </ac:spMkLst>
        </pc:spChg>
        <pc:spChg chg="del">
          <ac:chgData name="Michelle Millar" userId="ca2c1bca-f194-43da-b766-a2d0350c5abf" providerId="ADAL" clId="{2434FCD1-60D2-4EC1-86A7-F0F00F973510}" dt="2020-10-27T09:30:32.370" v="586" actId="478"/>
          <ac:spMkLst>
            <pc:docMk/>
            <pc:sldMk cId="726772087" sldId="450"/>
            <ac:spMk id="33" creationId="{3A77A6EA-52EC-4605-9A91-7F3DE40C6189}"/>
          </ac:spMkLst>
        </pc:spChg>
        <pc:spChg chg="del">
          <ac:chgData name="Michelle Millar" userId="ca2c1bca-f194-43da-b766-a2d0350c5abf" providerId="ADAL" clId="{2434FCD1-60D2-4EC1-86A7-F0F00F973510}" dt="2020-10-27T09:30:32.370" v="586" actId="478"/>
          <ac:spMkLst>
            <pc:docMk/>
            <pc:sldMk cId="726772087" sldId="450"/>
            <ac:spMk id="39" creationId="{6FC3EDD7-0412-46B0-A6E2-2105C60E4F32}"/>
          </ac:spMkLst>
        </pc:spChg>
        <pc:spChg chg="del">
          <ac:chgData name="Michelle Millar" userId="ca2c1bca-f194-43da-b766-a2d0350c5abf" providerId="ADAL" clId="{2434FCD1-60D2-4EC1-86A7-F0F00F973510}" dt="2020-10-27T09:30:32.370" v="586" actId="478"/>
          <ac:spMkLst>
            <pc:docMk/>
            <pc:sldMk cId="726772087" sldId="450"/>
            <ac:spMk id="40" creationId="{2CE5B065-E69B-4792-B5F8-64565653F1C1}"/>
          </ac:spMkLst>
        </pc:spChg>
        <pc:spChg chg="del">
          <ac:chgData name="Michelle Millar" userId="ca2c1bca-f194-43da-b766-a2d0350c5abf" providerId="ADAL" clId="{2434FCD1-60D2-4EC1-86A7-F0F00F973510}" dt="2020-10-27T09:30:32.370" v="586" actId="478"/>
          <ac:spMkLst>
            <pc:docMk/>
            <pc:sldMk cId="726772087" sldId="450"/>
            <ac:spMk id="41" creationId="{AEA7696E-EDCE-44CB-8B7A-9968492499AB}"/>
          </ac:spMkLst>
        </pc:spChg>
        <pc:spChg chg="del">
          <ac:chgData name="Michelle Millar" userId="ca2c1bca-f194-43da-b766-a2d0350c5abf" providerId="ADAL" clId="{2434FCD1-60D2-4EC1-86A7-F0F00F973510}" dt="2020-10-27T09:30:32.370" v="586" actId="478"/>
          <ac:spMkLst>
            <pc:docMk/>
            <pc:sldMk cId="726772087" sldId="450"/>
            <ac:spMk id="54" creationId="{582B4C2E-4864-4884-B059-9501D6C0CAEF}"/>
          </ac:spMkLst>
        </pc:spChg>
        <pc:spChg chg="del">
          <ac:chgData name="Michelle Millar" userId="ca2c1bca-f194-43da-b766-a2d0350c5abf" providerId="ADAL" clId="{2434FCD1-60D2-4EC1-86A7-F0F00F973510}" dt="2020-10-27T09:30:32.370" v="586" actId="478"/>
          <ac:spMkLst>
            <pc:docMk/>
            <pc:sldMk cId="726772087" sldId="450"/>
            <ac:spMk id="55" creationId="{24AB80F0-BE05-41CF-9D1A-2F9FF7D3BBD6}"/>
          </ac:spMkLst>
        </pc:spChg>
        <pc:spChg chg="del">
          <ac:chgData name="Michelle Millar" userId="ca2c1bca-f194-43da-b766-a2d0350c5abf" providerId="ADAL" clId="{2434FCD1-60D2-4EC1-86A7-F0F00F973510}" dt="2020-10-27T09:30:32.370" v="586" actId="478"/>
          <ac:spMkLst>
            <pc:docMk/>
            <pc:sldMk cId="726772087" sldId="450"/>
            <ac:spMk id="59" creationId="{CA272145-1025-4042-8225-7C9B2508F831}"/>
          </ac:spMkLst>
        </pc:spChg>
        <pc:spChg chg="del">
          <ac:chgData name="Michelle Millar" userId="ca2c1bca-f194-43da-b766-a2d0350c5abf" providerId="ADAL" clId="{2434FCD1-60D2-4EC1-86A7-F0F00F973510}" dt="2020-10-27T09:30:32.370" v="586" actId="478"/>
          <ac:spMkLst>
            <pc:docMk/>
            <pc:sldMk cId="726772087" sldId="450"/>
            <ac:spMk id="60" creationId="{0623D295-9242-4052-BBCA-946D56BB13CC}"/>
          </ac:spMkLst>
        </pc:spChg>
        <pc:spChg chg="del">
          <ac:chgData name="Michelle Millar" userId="ca2c1bca-f194-43da-b766-a2d0350c5abf" providerId="ADAL" clId="{2434FCD1-60D2-4EC1-86A7-F0F00F973510}" dt="2020-10-27T09:30:32.370" v="586" actId="478"/>
          <ac:spMkLst>
            <pc:docMk/>
            <pc:sldMk cId="726772087" sldId="450"/>
            <ac:spMk id="61" creationId="{EDF8D680-1473-412A-81AB-E6CA805AAC72}"/>
          </ac:spMkLst>
        </pc:spChg>
        <pc:spChg chg="del">
          <ac:chgData name="Michelle Millar" userId="ca2c1bca-f194-43da-b766-a2d0350c5abf" providerId="ADAL" clId="{2434FCD1-60D2-4EC1-86A7-F0F00F973510}" dt="2020-10-27T09:30:32.370" v="586" actId="478"/>
          <ac:spMkLst>
            <pc:docMk/>
            <pc:sldMk cId="726772087" sldId="450"/>
            <ac:spMk id="67" creationId="{E737F004-2522-49B0-8DCD-CDD5075D5BED}"/>
          </ac:spMkLst>
        </pc:spChg>
        <pc:spChg chg="del">
          <ac:chgData name="Michelle Millar" userId="ca2c1bca-f194-43da-b766-a2d0350c5abf" providerId="ADAL" clId="{2434FCD1-60D2-4EC1-86A7-F0F00F973510}" dt="2020-10-27T09:30:32.370" v="586" actId="478"/>
          <ac:spMkLst>
            <pc:docMk/>
            <pc:sldMk cId="726772087" sldId="450"/>
            <ac:spMk id="68" creationId="{3322C9BD-659A-487F-8A3F-5003B3DDB0DB}"/>
          </ac:spMkLst>
        </pc:spChg>
        <pc:cxnChg chg="del">
          <ac:chgData name="Michelle Millar" userId="ca2c1bca-f194-43da-b766-a2d0350c5abf" providerId="ADAL" clId="{2434FCD1-60D2-4EC1-86A7-F0F00F973510}" dt="2020-10-27T09:30:32.370" v="586" actId="478"/>
          <ac:cxnSpMkLst>
            <pc:docMk/>
            <pc:sldMk cId="726772087" sldId="450"/>
            <ac:cxnSpMk id="28" creationId="{3B42FE42-4F09-4EBD-83F4-60498BB85F92}"/>
          </ac:cxnSpMkLst>
        </pc:cxnChg>
      </pc:sldChg>
      <pc:sldChg chg="add del">
        <pc:chgData name="Michelle Millar" userId="ca2c1bca-f194-43da-b766-a2d0350c5abf" providerId="ADAL" clId="{2434FCD1-60D2-4EC1-86A7-F0F00F973510}" dt="2020-10-27T09:27:51.702" v="582" actId="47"/>
        <pc:sldMkLst>
          <pc:docMk/>
          <pc:sldMk cId="1701898489" sldId="450"/>
        </pc:sldMkLst>
      </pc:sldChg>
      <pc:sldChg chg="addSp delSp modSp new mod">
        <pc:chgData name="Michelle Millar" userId="ca2c1bca-f194-43da-b766-a2d0350c5abf" providerId="ADAL" clId="{2434FCD1-60D2-4EC1-86A7-F0F00F973510}" dt="2020-10-27T14:30:39.801" v="3494" actId="207"/>
        <pc:sldMkLst>
          <pc:docMk/>
          <pc:sldMk cId="809790528" sldId="451"/>
        </pc:sldMkLst>
        <pc:spChg chg="del">
          <ac:chgData name="Michelle Millar" userId="ca2c1bca-f194-43da-b766-a2d0350c5abf" providerId="ADAL" clId="{2434FCD1-60D2-4EC1-86A7-F0F00F973510}" dt="2020-10-27T09:35:35.113" v="636"/>
          <ac:spMkLst>
            <pc:docMk/>
            <pc:sldMk cId="809790528" sldId="451"/>
            <ac:spMk id="2" creationId="{5BE30BFC-E663-4788-B13B-D1D06D31D190}"/>
          </ac:spMkLst>
        </pc:spChg>
        <pc:spChg chg="add mod">
          <ac:chgData name="Michelle Millar" userId="ca2c1bca-f194-43da-b766-a2d0350c5abf" providerId="ADAL" clId="{2434FCD1-60D2-4EC1-86A7-F0F00F973510}" dt="2020-10-27T13:39:17.670" v="1406" actId="20577"/>
          <ac:spMkLst>
            <pc:docMk/>
            <pc:sldMk cId="809790528" sldId="451"/>
            <ac:spMk id="3" creationId="{39F74062-9E6D-4148-95DF-299673D9159E}"/>
          </ac:spMkLst>
        </pc:spChg>
        <pc:spChg chg="add del mod">
          <ac:chgData name="Michelle Millar" userId="ca2c1bca-f194-43da-b766-a2d0350c5abf" providerId="ADAL" clId="{2434FCD1-60D2-4EC1-86A7-F0F00F973510}" dt="2020-10-27T09:37:00.582" v="662"/>
          <ac:spMkLst>
            <pc:docMk/>
            <pc:sldMk cId="809790528" sldId="451"/>
            <ac:spMk id="10" creationId="{5E41592C-9653-4823-832C-94852A3EA3DB}"/>
          </ac:spMkLst>
        </pc:spChg>
        <pc:spChg chg="add del mod">
          <ac:chgData name="Michelle Millar" userId="ca2c1bca-f194-43da-b766-a2d0350c5abf" providerId="ADAL" clId="{2434FCD1-60D2-4EC1-86A7-F0F00F973510}" dt="2020-10-27T09:37:00.582" v="662"/>
          <ac:spMkLst>
            <pc:docMk/>
            <pc:sldMk cId="809790528" sldId="451"/>
            <ac:spMk id="11" creationId="{FE3C0E04-B44B-408C-B3BE-7AF909FB0AA7}"/>
          </ac:spMkLst>
        </pc:spChg>
        <pc:spChg chg="add del mod">
          <ac:chgData name="Michelle Millar" userId="ca2c1bca-f194-43da-b766-a2d0350c5abf" providerId="ADAL" clId="{2434FCD1-60D2-4EC1-86A7-F0F00F973510}" dt="2020-10-27T09:37:00.582" v="662"/>
          <ac:spMkLst>
            <pc:docMk/>
            <pc:sldMk cId="809790528" sldId="451"/>
            <ac:spMk id="12" creationId="{BFBA534C-8884-47B3-840B-703499745DF2}"/>
          </ac:spMkLst>
        </pc:spChg>
        <pc:spChg chg="add del mod">
          <ac:chgData name="Michelle Millar" userId="ca2c1bca-f194-43da-b766-a2d0350c5abf" providerId="ADAL" clId="{2434FCD1-60D2-4EC1-86A7-F0F00F973510}" dt="2020-10-27T09:37:00.582" v="662"/>
          <ac:spMkLst>
            <pc:docMk/>
            <pc:sldMk cId="809790528" sldId="451"/>
            <ac:spMk id="13" creationId="{0BDD7D65-4877-4E9D-A48E-3656CE6AF611}"/>
          </ac:spMkLst>
        </pc:spChg>
        <pc:spChg chg="add del mod">
          <ac:chgData name="Michelle Millar" userId="ca2c1bca-f194-43da-b766-a2d0350c5abf" providerId="ADAL" clId="{2434FCD1-60D2-4EC1-86A7-F0F00F973510}" dt="2020-10-27T09:37:00.582" v="662"/>
          <ac:spMkLst>
            <pc:docMk/>
            <pc:sldMk cId="809790528" sldId="451"/>
            <ac:spMk id="14" creationId="{6DB46A2F-BA19-4884-A41C-6D76BB467BEE}"/>
          </ac:spMkLst>
        </pc:spChg>
        <pc:spChg chg="add del mod">
          <ac:chgData name="Michelle Millar" userId="ca2c1bca-f194-43da-b766-a2d0350c5abf" providerId="ADAL" clId="{2434FCD1-60D2-4EC1-86A7-F0F00F973510}" dt="2020-10-27T09:37:00.582" v="662"/>
          <ac:spMkLst>
            <pc:docMk/>
            <pc:sldMk cId="809790528" sldId="451"/>
            <ac:spMk id="15" creationId="{6E935082-E2F5-4CCF-A762-5B1DA569880E}"/>
          </ac:spMkLst>
        </pc:spChg>
        <pc:spChg chg="add mod">
          <ac:chgData name="Michelle Millar" userId="ca2c1bca-f194-43da-b766-a2d0350c5abf" providerId="ADAL" clId="{2434FCD1-60D2-4EC1-86A7-F0F00F973510}" dt="2020-10-27T14:30:39.801" v="3494" actId="207"/>
          <ac:spMkLst>
            <pc:docMk/>
            <pc:sldMk cId="809790528" sldId="451"/>
            <ac:spMk id="22" creationId="{06B4E222-34C9-44FC-B41A-0A9226791E42}"/>
          </ac:spMkLst>
        </pc:spChg>
        <pc:spChg chg="add mod">
          <ac:chgData name="Michelle Millar" userId="ca2c1bca-f194-43da-b766-a2d0350c5abf" providerId="ADAL" clId="{2434FCD1-60D2-4EC1-86A7-F0F00F973510}" dt="2020-10-27T14:30:31.225" v="3492" actId="207"/>
          <ac:spMkLst>
            <pc:docMk/>
            <pc:sldMk cId="809790528" sldId="451"/>
            <ac:spMk id="23" creationId="{11B688A7-7F4D-4638-B093-FAA7B92EA92B}"/>
          </ac:spMkLst>
        </pc:spChg>
        <pc:spChg chg="add mod">
          <ac:chgData name="Michelle Millar" userId="ca2c1bca-f194-43da-b766-a2d0350c5abf" providerId="ADAL" clId="{2434FCD1-60D2-4EC1-86A7-F0F00F973510}" dt="2020-10-27T14:30:39.801" v="3494" actId="207"/>
          <ac:spMkLst>
            <pc:docMk/>
            <pc:sldMk cId="809790528" sldId="451"/>
            <ac:spMk id="24" creationId="{B1C74B72-436F-4D65-AA96-95F07B43F0E4}"/>
          </ac:spMkLst>
        </pc:spChg>
        <pc:spChg chg="add mod">
          <ac:chgData name="Michelle Millar" userId="ca2c1bca-f194-43da-b766-a2d0350c5abf" providerId="ADAL" clId="{2434FCD1-60D2-4EC1-86A7-F0F00F973510}" dt="2020-10-27T14:30:39.801" v="3494" actId="207"/>
          <ac:spMkLst>
            <pc:docMk/>
            <pc:sldMk cId="809790528" sldId="451"/>
            <ac:spMk id="25" creationId="{252F3F2F-5980-498D-BBE8-650CFB4CD555}"/>
          </ac:spMkLst>
        </pc:spChg>
        <pc:spChg chg="add mod">
          <ac:chgData name="Michelle Millar" userId="ca2c1bca-f194-43da-b766-a2d0350c5abf" providerId="ADAL" clId="{2434FCD1-60D2-4EC1-86A7-F0F00F973510}" dt="2020-10-27T14:30:31.225" v="3492" actId="207"/>
          <ac:spMkLst>
            <pc:docMk/>
            <pc:sldMk cId="809790528" sldId="451"/>
            <ac:spMk id="26" creationId="{910E719E-17AD-4D8B-AED2-CBD23B2BD258}"/>
          </ac:spMkLst>
        </pc:spChg>
        <pc:spChg chg="add mod">
          <ac:chgData name="Michelle Millar" userId="ca2c1bca-f194-43da-b766-a2d0350c5abf" providerId="ADAL" clId="{2434FCD1-60D2-4EC1-86A7-F0F00F973510}" dt="2020-10-27T14:30:31.225" v="3492" actId="207"/>
          <ac:spMkLst>
            <pc:docMk/>
            <pc:sldMk cId="809790528" sldId="451"/>
            <ac:spMk id="27" creationId="{1126A74D-B3E7-4608-80BD-D8F4A063F153}"/>
          </ac:spMkLst>
        </pc:spChg>
        <pc:picChg chg="add del mod">
          <ac:chgData name="Michelle Millar" userId="ca2c1bca-f194-43da-b766-a2d0350c5abf" providerId="ADAL" clId="{2434FCD1-60D2-4EC1-86A7-F0F00F973510}" dt="2020-10-27T09:37:00.582" v="662"/>
          <ac:picMkLst>
            <pc:docMk/>
            <pc:sldMk cId="809790528" sldId="451"/>
            <ac:picMk id="16" creationId="{DD97DA23-ED22-48D1-9CE1-F955AB49EC79}"/>
          </ac:picMkLst>
        </pc:picChg>
        <pc:picChg chg="add del mod">
          <ac:chgData name="Michelle Millar" userId="ca2c1bca-f194-43da-b766-a2d0350c5abf" providerId="ADAL" clId="{2434FCD1-60D2-4EC1-86A7-F0F00F973510}" dt="2020-10-27T09:37:00.582" v="662"/>
          <ac:picMkLst>
            <pc:docMk/>
            <pc:sldMk cId="809790528" sldId="451"/>
            <ac:picMk id="17" creationId="{42E70DEE-4D19-419C-98CE-2AE539438775}"/>
          </ac:picMkLst>
        </pc:picChg>
        <pc:picChg chg="add del mod">
          <ac:chgData name="Michelle Millar" userId="ca2c1bca-f194-43da-b766-a2d0350c5abf" providerId="ADAL" clId="{2434FCD1-60D2-4EC1-86A7-F0F00F973510}" dt="2020-10-27T09:37:00.582" v="662"/>
          <ac:picMkLst>
            <pc:docMk/>
            <pc:sldMk cId="809790528" sldId="451"/>
            <ac:picMk id="18" creationId="{9CCB8838-1A97-4C00-AA1E-E1EFD594E29D}"/>
          </ac:picMkLst>
        </pc:picChg>
        <pc:picChg chg="add mod">
          <ac:chgData name="Michelle Millar" userId="ca2c1bca-f194-43da-b766-a2d0350c5abf" providerId="ADAL" clId="{2434FCD1-60D2-4EC1-86A7-F0F00F973510}" dt="2020-10-27T09:40:39.995" v="861" actId="408"/>
          <ac:picMkLst>
            <pc:docMk/>
            <pc:sldMk cId="809790528" sldId="451"/>
            <ac:picMk id="19" creationId="{237C5551-86C2-4B95-878D-9C8906E6D988}"/>
          </ac:picMkLst>
        </pc:picChg>
        <pc:picChg chg="add mod">
          <ac:chgData name="Michelle Millar" userId="ca2c1bca-f194-43da-b766-a2d0350c5abf" providerId="ADAL" clId="{2434FCD1-60D2-4EC1-86A7-F0F00F973510}" dt="2020-10-27T09:40:48.555" v="863" actId="12788"/>
          <ac:picMkLst>
            <pc:docMk/>
            <pc:sldMk cId="809790528" sldId="451"/>
            <ac:picMk id="20" creationId="{38818DE6-41B4-4517-BD5D-98F69F6E9C41}"/>
          </ac:picMkLst>
        </pc:picChg>
        <pc:picChg chg="add mod">
          <ac:chgData name="Michelle Millar" userId="ca2c1bca-f194-43da-b766-a2d0350c5abf" providerId="ADAL" clId="{2434FCD1-60D2-4EC1-86A7-F0F00F973510}" dt="2020-10-27T09:40:39.995" v="861" actId="408"/>
          <ac:picMkLst>
            <pc:docMk/>
            <pc:sldMk cId="809790528" sldId="451"/>
            <ac:picMk id="21" creationId="{DB4B8A80-E83D-4720-8512-37AC221B5864}"/>
          </ac:picMkLst>
        </pc:picChg>
        <pc:cxnChg chg="add mod">
          <ac:chgData name="Michelle Millar" userId="ca2c1bca-f194-43da-b766-a2d0350c5abf" providerId="ADAL" clId="{2434FCD1-60D2-4EC1-86A7-F0F00F973510}" dt="2020-10-27T09:36:29.839" v="660" actId="554"/>
          <ac:cxnSpMkLst>
            <pc:docMk/>
            <pc:sldMk cId="809790528" sldId="451"/>
            <ac:cxnSpMk id="4" creationId="{D8CF04BC-8E3F-4653-BC84-46888BA21AE0}"/>
          </ac:cxnSpMkLst>
        </pc:cxnChg>
        <pc:cxnChg chg="add mod">
          <ac:chgData name="Michelle Millar" userId="ca2c1bca-f194-43da-b766-a2d0350c5abf" providerId="ADAL" clId="{2434FCD1-60D2-4EC1-86A7-F0F00F973510}" dt="2020-10-27T09:36:29.839" v="660" actId="554"/>
          <ac:cxnSpMkLst>
            <pc:docMk/>
            <pc:sldMk cId="809790528" sldId="451"/>
            <ac:cxnSpMk id="5" creationId="{F66A8EE4-FA9D-4206-BAAC-894E230C2F66}"/>
          </ac:cxnSpMkLst>
        </pc:cxnChg>
      </pc:sldChg>
      <pc:sldChg chg="addSp delSp modSp new del mod">
        <pc:chgData name="Michelle Millar" userId="ca2c1bca-f194-43da-b766-a2d0350c5abf" providerId="ADAL" clId="{2434FCD1-60D2-4EC1-86A7-F0F00F973510}" dt="2020-10-27T14:45:43.295" v="3978" actId="47"/>
        <pc:sldMkLst>
          <pc:docMk/>
          <pc:sldMk cId="126846610" sldId="452"/>
        </pc:sldMkLst>
        <pc:spChg chg="add del mod">
          <ac:chgData name="Michelle Millar" userId="ca2c1bca-f194-43da-b766-a2d0350c5abf" providerId="ADAL" clId="{2434FCD1-60D2-4EC1-86A7-F0F00F973510}" dt="2020-10-27T14:45:39.867" v="3977" actId="478"/>
          <ac:spMkLst>
            <pc:docMk/>
            <pc:sldMk cId="126846610" sldId="452"/>
            <ac:spMk id="3" creationId="{5B4FCB9C-8D71-41DB-BA8D-0450B3BBE283}"/>
          </ac:spMkLst>
        </pc:spChg>
      </pc:sldChg>
      <pc:sldChg chg="delSp modSp add mod">
        <pc:chgData name="Michelle Millar" userId="ca2c1bca-f194-43da-b766-a2d0350c5abf" providerId="ADAL" clId="{2434FCD1-60D2-4EC1-86A7-F0F00F973510}" dt="2020-10-28T11:32:06.705" v="4020" actId="478"/>
        <pc:sldMkLst>
          <pc:docMk/>
          <pc:sldMk cId="1397542363" sldId="452"/>
        </pc:sldMkLst>
        <pc:spChg chg="mod">
          <ac:chgData name="Michelle Millar" userId="ca2c1bca-f194-43da-b766-a2d0350c5abf" providerId="ADAL" clId="{2434FCD1-60D2-4EC1-86A7-F0F00F973510}" dt="2020-10-28T11:32:04.599" v="4019"/>
          <ac:spMkLst>
            <pc:docMk/>
            <pc:sldMk cId="1397542363" sldId="452"/>
            <ac:spMk id="2" creationId="{3DD3FD05-DACC-430E-887C-D9586199625D}"/>
          </ac:spMkLst>
        </pc:spChg>
        <pc:spChg chg="mod">
          <ac:chgData name="Michelle Millar" userId="ca2c1bca-f194-43da-b766-a2d0350c5abf" providerId="ADAL" clId="{2434FCD1-60D2-4EC1-86A7-F0F00F973510}" dt="2020-10-28T11:31:58.369" v="4018" actId="20577"/>
          <ac:spMkLst>
            <pc:docMk/>
            <pc:sldMk cId="1397542363" sldId="452"/>
            <ac:spMk id="3" creationId="{90B1D3B3-60DF-45EE-A772-3D29C9B322ED}"/>
          </ac:spMkLst>
        </pc:spChg>
        <pc:picChg chg="del">
          <ac:chgData name="Michelle Millar" userId="ca2c1bca-f194-43da-b766-a2d0350c5abf" providerId="ADAL" clId="{2434FCD1-60D2-4EC1-86A7-F0F00F973510}" dt="2020-10-28T11:32:06.705" v="4020" actId="478"/>
          <ac:picMkLst>
            <pc:docMk/>
            <pc:sldMk cId="1397542363" sldId="452"/>
            <ac:picMk id="10" creationId="{967531B2-0B8E-45C3-BD82-42A769E34A25}"/>
          </ac:picMkLst>
        </pc:picChg>
      </pc:sldChg>
      <pc:sldMasterChg chg="delSldLayout modSldLayout">
        <pc:chgData name="Michelle Millar" userId="ca2c1bca-f194-43da-b766-a2d0350c5abf" providerId="ADAL" clId="{2434FCD1-60D2-4EC1-86A7-F0F00F973510}" dt="2020-10-27T14:26:31.860" v="3471" actId="207"/>
        <pc:sldMasterMkLst>
          <pc:docMk/>
          <pc:sldMasterMk cId="470687262" sldId="2147483650"/>
        </pc:sldMasterMkLst>
        <pc:sldLayoutChg chg="modSp">
          <pc:chgData name="Michelle Millar" userId="ca2c1bca-f194-43da-b766-a2d0350c5abf" providerId="ADAL" clId="{2434FCD1-60D2-4EC1-86A7-F0F00F973510}" dt="2020-10-27T14:26:31.860" v="3471" actId="207"/>
          <pc:sldLayoutMkLst>
            <pc:docMk/>
            <pc:sldMasterMk cId="470687262" sldId="2147483650"/>
            <pc:sldLayoutMk cId="915359555" sldId="2147483651"/>
          </pc:sldLayoutMkLst>
          <pc:spChg chg="mod">
            <ac:chgData name="Michelle Millar" userId="ca2c1bca-f194-43da-b766-a2d0350c5abf" providerId="ADAL" clId="{2434FCD1-60D2-4EC1-86A7-F0F00F973510}" dt="2020-10-27T14:26:31.860" v="3471" actId="207"/>
            <ac:spMkLst>
              <pc:docMk/>
              <pc:sldMasterMk cId="470687262" sldId="2147483650"/>
              <pc:sldLayoutMk cId="915359555" sldId="2147483651"/>
              <ac:spMk id="14" creationId="{00000000-0000-0000-0000-000000000000}"/>
            </ac:spMkLst>
          </pc:spChg>
        </pc:sldLayoutChg>
        <pc:sldLayoutChg chg="modSp mod">
          <pc:chgData name="Michelle Millar" userId="ca2c1bca-f194-43da-b766-a2d0350c5abf" providerId="ADAL" clId="{2434FCD1-60D2-4EC1-86A7-F0F00F973510}" dt="2020-10-27T14:26:25.256" v="3470" actId="207"/>
          <pc:sldLayoutMkLst>
            <pc:docMk/>
            <pc:sldMasterMk cId="470687262" sldId="2147483650"/>
            <pc:sldLayoutMk cId="3123103877" sldId="2147483670"/>
          </pc:sldLayoutMkLst>
          <pc:spChg chg="mod">
            <ac:chgData name="Michelle Millar" userId="ca2c1bca-f194-43da-b766-a2d0350c5abf" providerId="ADAL" clId="{2434FCD1-60D2-4EC1-86A7-F0F00F973510}" dt="2020-10-27T14:26:25.256" v="3470" actId="207"/>
            <ac:spMkLst>
              <pc:docMk/>
              <pc:sldMasterMk cId="470687262" sldId="2147483650"/>
              <pc:sldLayoutMk cId="3123103877" sldId="2147483670"/>
              <ac:spMk id="3" creationId="{D0A8EC68-FA28-440E-B08D-F8892DE0C69B}"/>
            </ac:spMkLst>
          </pc:spChg>
          <pc:spChg chg="mod">
            <ac:chgData name="Michelle Millar" userId="ca2c1bca-f194-43da-b766-a2d0350c5abf" providerId="ADAL" clId="{2434FCD1-60D2-4EC1-86A7-F0F00F973510}" dt="2020-10-27T14:26:17.318" v="3469" actId="207"/>
            <ac:spMkLst>
              <pc:docMk/>
              <pc:sldMasterMk cId="470687262" sldId="2147483650"/>
              <pc:sldLayoutMk cId="3123103877" sldId="2147483670"/>
              <ac:spMk id="4" creationId="{91A641CB-25B6-46DF-B429-231029DEF862}"/>
            </ac:spMkLst>
          </pc:spChg>
        </pc:sldLayoutChg>
        <pc:sldLayoutChg chg="del">
          <pc:chgData name="Michelle Millar" userId="ca2c1bca-f194-43da-b766-a2d0350c5abf" providerId="ADAL" clId="{2434FCD1-60D2-4EC1-86A7-F0F00F973510}" dt="2020-10-27T09:14:00.802" v="250" actId="2696"/>
          <pc:sldLayoutMkLst>
            <pc:docMk/>
            <pc:sldMasterMk cId="470687262" sldId="2147483650"/>
            <pc:sldLayoutMk cId="1313063224" sldId="2147483684"/>
          </pc:sldLayoutMkLst>
        </pc:sldLayoutChg>
      </pc:sldMasterChg>
      <pc:sldMasterChg chg="delSldLayout modSldLayout">
        <pc:chgData name="Michelle Millar" userId="ca2c1bca-f194-43da-b766-a2d0350c5abf" providerId="ADAL" clId="{2434FCD1-60D2-4EC1-86A7-F0F00F973510}" dt="2020-11-03T07:19:12.748" v="4202" actId="6014"/>
        <pc:sldMasterMkLst>
          <pc:docMk/>
          <pc:sldMasterMk cId="3148813084" sldId="2147483653"/>
        </pc:sldMasterMkLst>
        <pc:sldLayoutChg chg="modSp mod">
          <pc:chgData name="Michelle Millar" userId="ca2c1bca-f194-43da-b766-a2d0350c5abf" providerId="ADAL" clId="{2434FCD1-60D2-4EC1-86A7-F0F00F973510}" dt="2020-11-03T07:18:52.114" v="4200" actId="6014"/>
          <pc:sldLayoutMkLst>
            <pc:docMk/>
            <pc:sldMasterMk cId="3148813084" sldId="2147483653"/>
            <pc:sldLayoutMk cId="570302313" sldId="2147483654"/>
          </pc:sldLayoutMkLst>
          <pc:spChg chg="mod">
            <ac:chgData name="Michelle Millar" userId="ca2c1bca-f194-43da-b766-a2d0350c5abf" providerId="ADAL" clId="{2434FCD1-60D2-4EC1-86A7-F0F00F973510}" dt="2020-10-27T14:25:11.811" v="3459" actId="207"/>
            <ac:spMkLst>
              <pc:docMk/>
              <pc:sldMasterMk cId="3148813084" sldId="2147483653"/>
              <pc:sldLayoutMk cId="570302313" sldId="2147483654"/>
              <ac:spMk id="20" creationId="{00000000-0000-0000-0000-000000000000}"/>
            </ac:spMkLst>
          </pc:spChg>
          <pc:spChg chg="mod">
            <ac:chgData name="Michelle Millar" userId="ca2c1bca-f194-43da-b766-a2d0350c5abf" providerId="ADAL" clId="{2434FCD1-60D2-4EC1-86A7-F0F00F973510}" dt="2020-10-27T14:25:15.147" v="3460" actId="207"/>
            <ac:spMkLst>
              <pc:docMk/>
              <pc:sldMasterMk cId="3148813084" sldId="2147483653"/>
              <pc:sldLayoutMk cId="570302313" sldId="2147483654"/>
              <ac:spMk id="21" creationId="{00000000-0000-0000-0000-000000000000}"/>
            </ac:spMkLst>
          </pc:spChg>
        </pc:sldLayoutChg>
        <pc:sldLayoutChg chg="modSp mod">
          <pc:chgData name="Michelle Millar" userId="ca2c1bca-f194-43da-b766-a2d0350c5abf" providerId="ADAL" clId="{2434FCD1-60D2-4EC1-86A7-F0F00F973510}" dt="2020-11-03T07:19:12.748" v="4202" actId="6014"/>
          <pc:sldLayoutMkLst>
            <pc:docMk/>
            <pc:sldMasterMk cId="3148813084" sldId="2147483653"/>
            <pc:sldLayoutMk cId="2747165617" sldId="2147483667"/>
          </pc:sldLayoutMkLst>
          <pc:spChg chg="mod">
            <ac:chgData name="Michelle Millar" userId="ca2c1bca-f194-43da-b766-a2d0350c5abf" providerId="ADAL" clId="{2434FCD1-60D2-4EC1-86A7-F0F00F973510}" dt="2020-10-27T14:25:18.868" v="3461" actId="207"/>
            <ac:spMkLst>
              <pc:docMk/>
              <pc:sldMasterMk cId="3148813084" sldId="2147483653"/>
              <pc:sldLayoutMk cId="2747165617" sldId="2147483667"/>
              <ac:spMk id="20" creationId="{00000000-0000-0000-0000-000000000000}"/>
            </ac:spMkLst>
          </pc:spChg>
        </pc:sldLayoutChg>
        <pc:sldLayoutChg chg="del">
          <pc:chgData name="Michelle Millar" userId="ca2c1bca-f194-43da-b766-a2d0350c5abf" providerId="ADAL" clId="{2434FCD1-60D2-4EC1-86A7-F0F00F973510}" dt="2020-10-28T11:38:08.161" v="4196" actId="2696"/>
          <pc:sldLayoutMkLst>
            <pc:docMk/>
            <pc:sldMasterMk cId="3148813084" sldId="2147483653"/>
            <pc:sldLayoutMk cId="3697379816" sldId="2147483684"/>
          </pc:sldLayoutMkLst>
        </pc:sldLayoutChg>
      </pc:sldMasterChg>
      <pc:sldMasterChg chg="del delSldLayout">
        <pc:chgData name="Michelle Millar" userId="ca2c1bca-f194-43da-b766-a2d0350c5abf" providerId="ADAL" clId="{2434FCD1-60D2-4EC1-86A7-F0F00F973510}" dt="2020-10-27T13:33:34.911" v="894" actId="2696"/>
        <pc:sldMasterMkLst>
          <pc:docMk/>
          <pc:sldMasterMk cId="1165836726" sldId="2147483659"/>
        </pc:sldMasterMkLst>
        <pc:sldLayoutChg chg="del">
          <pc:chgData name="Michelle Millar" userId="ca2c1bca-f194-43da-b766-a2d0350c5abf" providerId="ADAL" clId="{2434FCD1-60D2-4EC1-86A7-F0F00F973510}" dt="2020-10-27T13:33:34.908" v="892" actId="2696"/>
          <pc:sldLayoutMkLst>
            <pc:docMk/>
            <pc:sldMasterMk cId="1165836726" sldId="2147483659"/>
            <pc:sldLayoutMk cId="1245434306" sldId="2147483660"/>
          </pc:sldLayoutMkLst>
        </pc:sldLayoutChg>
        <pc:sldLayoutChg chg="del">
          <pc:chgData name="Michelle Millar" userId="ca2c1bca-f194-43da-b766-a2d0350c5abf" providerId="ADAL" clId="{2434FCD1-60D2-4EC1-86A7-F0F00F973510}" dt="2020-10-27T13:33:34.909" v="893" actId="2696"/>
          <pc:sldLayoutMkLst>
            <pc:docMk/>
            <pc:sldMasterMk cId="1165836726" sldId="2147483659"/>
            <pc:sldLayoutMk cId="2474037213" sldId="2147483666"/>
          </pc:sldLayoutMkLst>
        </pc:sldLayoutChg>
      </pc:sldMasterChg>
      <pc:sldMasterChg chg="delSldLayout modSldLayout">
        <pc:chgData name="Michelle Millar" userId="ca2c1bca-f194-43da-b766-a2d0350c5abf" providerId="ADAL" clId="{2434FCD1-60D2-4EC1-86A7-F0F00F973510}" dt="2020-10-27T14:24:48.491" v="3456" actId="2696"/>
        <pc:sldMasterMkLst>
          <pc:docMk/>
          <pc:sldMasterMk cId="470968056" sldId="2147483663"/>
        </pc:sldMasterMkLst>
        <pc:sldLayoutChg chg="del">
          <pc:chgData name="Michelle Millar" userId="ca2c1bca-f194-43da-b766-a2d0350c5abf" providerId="ADAL" clId="{2434FCD1-60D2-4EC1-86A7-F0F00F973510}" dt="2020-10-27T14:24:48.491" v="3456" actId="2696"/>
          <pc:sldLayoutMkLst>
            <pc:docMk/>
            <pc:sldMasterMk cId="470968056" sldId="2147483663"/>
            <pc:sldLayoutMk cId="893191456" sldId="2147483656"/>
          </pc:sldLayoutMkLst>
        </pc:sldLayoutChg>
        <pc:sldLayoutChg chg="modSp">
          <pc:chgData name="Michelle Millar" userId="ca2c1bca-f194-43da-b766-a2d0350c5abf" providerId="ADAL" clId="{2434FCD1-60D2-4EC1-86A7-F0F00F973510}" dt="2020-10-27T14:24:35.948" v="3454" actId="207"/>
          <pc:sldLayoutMkLst>
            <pc:docMk/>
            <pc:sldMasterMk cId="470968056" sldId="2147483663"/>
            <pc:sldLayoutMk cId="1251128988" sldId="2147483664"/>
          </pc:sldLayoutMkLst>
          <pc:spChg chg="mod">
            <ac:chgData name="Michelle Millar" userId="ca2c1bca-f194-43da-b766-a2d0350c5abf" providerId="ADAL" clId="{2434FCD1-60D2-4EC1-86A7-F0F00F973510}" dt="2020-10-27T14:24:29.513" v="3453" actId="207"/>
            <ac:spMkLst>
              <pc:docMk/>
              <pc:sldMasterMk cId="470968056" sldId="2147483663"/>
              <pc:sldLayoutMk cId="1251128988" sldId="2147483664"/>
              <ac:spMk id="20" creationId="{00000000-0000-0000-0000-000000000000}"/>
            </ac:spMkLst>
          </pc:spChg>
          <pc:spChg chg="mod">
            <ac:chgData name="Michelle Millar" userId="ca2c1bca-f194-43da-b766-a2d0350c5abf" providerId="ADAL" clId="{2434FCD1-60D2-4EC1-86A7-F0F00F973510}" dt="2020-10-27T14:24:35.948" v="3454" actId="207"/>
            <ac:spMkLst>
              <pc:docMk/>
              <pc:sldMasterMk cId="470968056" sldId="2147483663"/>
              <pc:sldLayoutMk cId="1251128988" sldId="2147483664"/>
              <ac:spMk id="21" creationId="{00000000-0000-0000-0000-000000000000}"/>
            </ac:spMkLst>
          </pc:spChg>
        </pc:sldLayoutChg>
        <pc:sldLayoutChg chg="del">
          <pc:chgData name="Michelle Millar" userId="ca2c1bca-f194-43da-b766-a2d0350c5abf" providerId="ADAL" clId="{2434FCD1-60D2-4EC1-86A7-F0F00F973510}" dt="2020-10-27T13:32:51.830" v="885" actId="2696"/>
          <pc:sldLayoutMkLst>
            <pc:docMk/>
            <pc:sldMasterMk cId="470968056" sldId="2147483663"/>
            <pc:sldLayoutMk cId="2823472830" sldId="2147483671"/>
          </pc:sldLayoutMkLst>
        </pc:sldLayoutChg>
        <pc:sldLayoutChg chg="del">
          <pc:chgData name="Michelle Millar" userId="ca2c1bca-f194-43da-b766-a2d0350c5abf" providerId="ADAL" clId="{2434FCD1-60D2-4EC1-86A7-F0F00F973510}" dt="2020-10-27T13:32:52.961" v="886" actId="2696"/>
          <pc:sldLayoutMkLst>
            <pc:docMk/>
            <pc:sldMasterMk cId="470968056" sldId="2147483663"/>
            <pc:sldLayoutMk cId="2943679900" sldId="2147483672"/>
          </pc:sldLayoutMkLst>
        </pc:sldLayoutChg>
        <pc:sldLayoutChg chg="del">
          <pc:chgData name="Michelle Millar" userId="ca2c1bca-f194-43da-b766-a2d0350c5abf" providerId="ADAL" clId="{2434FCD1-60D2-4EC1-86A7-F0F00F973510}" dt="2020-10-27T13:32:53.888" v="887" actId="2696"/>
          <pc:sldLayoutMkLst>
            <pc:docMk/>
            <pc:sldMasterMk cId="470968056" sldId="2147483663"/>
            <pc:sldLayoutMk cId="3527553467" sldId="2147483673"/>
          </pc:sldLayoutMkLst>
        </pc:sldLayoutChg>
        <pc:sldLayoutChg chg="del">
          <pc:chgData name="Michelle Millar" userId="ca2c1bca-f194-43da-b766-a2d0350c5abf" providerId="ADAL" clId="{2434FCD1-60D2-4EC1-86A7-F0F00F973510}" dt="2020-10-27T13:32:41.157" v="884" actId="2696"/>
          <pc:sldLayoutMkLst>
            <pc:docMk/>
            <pc:sldMasterMk cId="470968056" sldId="2147483663"/>
            <pc:sldLayoutMk cId="742503895" sldId="2147483681"/>
          </pc:sldLayoutMkLst>
        </pc:sldLayoutChg>
        <pc:sldLayoutChg chg="delSp modSp mod">
          <pc:chgData name="Michelle Millar" userId="ca2c1bca-f194-43da-b766-a2d0350c5abf" providerId="ADAL" clId="{2434FCD1-60D2-4EC1-86A7-F0F00F973510}" dt="2020-10-27T14:24:43.685" v="3455" actId="207"/>
          <pc:sldLayoutMkLst>
            <pc:docMk/>
            <pc:sldMasterMk cId="470968056" sldId="2147483663"/>
            <pc:sldLayoutMk cId="3919398711" sldId="2147483683"/>
          </pc:sldLayoutMkLst>
          <pc:spChg chg="mod">
            <ac:chgData name="Michelle Millar" userId="ca2c1bca-f194-43da-b766-a2d0350c5abf" providerId="ADAL" clId="{2434FCD1-60D2-4EC1-86A7-F0F00F973510}" dt="2020-10-27T14:24:43.685" v="3455" actId="207"/>
            <ac:spMkLst>
              <pc:docMk/>
              <pc:sldMasterMk cId="470968056" sldId="2147483663"/>
              <pc:sldLayoutMk cId="3919398711" sldId="2147483683"/>
              <ac:spMk id="20" creationId="{00000000-0000-0000-0000-000000000000}"/>
            </ac:spMkLst>
          </pc:spChg>
          <pc:spChg chg="del">
            <ac:chgData name="Michelle Millar" userId="ca2c1bca-f194-43da-b766-a2d0350c5abf" providerId="ADAL" clId="{2434FCD1-60D2-4EC1-86A7-F0F00F973510}" dt="2020-10-27T08:47:57.241" v="4" actId="478"/>
            <ac:spMkLst>
              <pc:docMk/>
              <pc:sldMasterMk cId="470968056" sldId="2147483663"/>
              <pc:sldLayoutMk cId="3919398711" sldId="2147483683"/>
              <ac:spMk id="21" creationId="{00000000-0000-0000-0000-000000000000}"/>
            </ac:spMkLst>
          </pc:spChg>
          <pc:picChg chg="mod">
            <ac:chgData name="Michelle Millar" userId="ca2c1bca-f194-43da-b766-a2d0350c5abf" providerId="ADAL" clId="{2434FCD1-60D2-4EC1-86A7-F0F00F973510}" dt="2020-10-27T08:48:07.201" v="45" actId="1035"/>
            <ac:picMkLst>
              <pc:docMk/>
              <pc:sldMasterMk cId="470968056" sldId="2147483663"/>
              <pc:sldLayoutMk cId="3919398711" sldId="2147483683"/>
              <ac:picMk id="5" creationId="{00000000-0000-0000-0000-000000000000}"/>
            </ac:picMkLst>
          </pc:picChg>
        </pc:sldLayoutChg>
        <pc:sldLayoutChg chg="del">
          <pc:chgData name="Michelle Millar" userId="ca2c1bca-f194-43da-b766-a2d0350c5abf" providerId="ADAL" clId="{2434FCD1-60D2-4EC1-86A7-F0F00F973510}" dt="2020-10-27T13:33:03.649" v="888" actId="2696"/>
          <pc:sldLayoutMkLst>
            <pc:docMk/>
            <pc:sldMasterMk cId="470968056" sldId="2147483663"/>
            <pc:sldLayoutMk cId="2378635285" sldId="2147483684"/>
          </pc:sldLayoutMkLst>
        </pc:sldLayoutChg>
        <pc:sldLayoutChg chg="del">
          <pc:chgData name="Michelle Millar" userId="ca2c1bca-f194-43da-b766-a2d0350c5abf" providerId="ADAL" clId="{2434FCD1-60D2-4EC1-86A7-F0F00F973510}" dt="2020-10-27T13:35:09.481" v="899" actId="2696"/>
          <pc:sldLayoutMkLst>
            <pc:docMk/>
            <pc:sldMasterMk cId="470968056" sldId="2147483663"/>
            <pc:sldLayoutMk cId="2671260981" sldId="2147483685"/>
          </pc:sldLayoutMkLst>
        </pc:sldLayoutChg>
      </pc:sldMasterChg>
      <pc:sldMasterChg chg="del delSldLayout">
        <pc:chgData name="Michelle Millar" userId="ca2c1bca-f194-43da-b766-a2d0350c5abf" providerId="ADAL" clId="{2434FCD1-60D2-4EC1-86A7-F0F00F973510}" dt="2020-10-27T13:33:33.704" v="891" actId="2696"/>
        <pc:sldMasterMkLst>
          <pc:docMk/>
          <pc:sldMasterMk cId="2124426553" sldId="2147483674"/>
        </pc:sldMasterMkLst>
        <pc:sldLayoutChg chg="del">
          <pc:chgData name="Michelle Millar" userId="ca2c1bca-f194-43da-b766-a2d0350c5abf" providerId="ADAL" clId="{2434FCD1-60D2-4EC1-86A7-F0F00F973510}" dt="2020-10-27T13:33:33.700" v="889" actId="2696"/>
          <pc:sldLayoutMkLst>
            <pc:docMk/>
            <pc:sldMasterMk cId="2124426553" sldId="2147483674"/>
            <pc:sldLayoutMk cId="1102771171" sldId="2147483675"/>
          </pc:sldLayoutMkLst>
        </pc:sldLayoutChg>
        <pc:sldLayoutChg chg="del">
          <pc:chgData name="Michelle Millar" userId="ca2c1bca-f194-43da-b766-a2d0350c5abf" providerId="ADAL" clId="{2434FCD1-60D2-4EC1-86A7-F0F00F973510}" dt="2020-10-27T13:33:33.702" v="890" actId="2696"/>
          <pc:sldLayoutMkLst>
            <pc:docMk/>
            <pc:sldMasterMk cId="2124426553" sldId="2147483674"/>
            <pc:sldLayoutMk cId="1447865475" sldId="2147483676"/>
          </pc:sldLayoutMkLst>
        </pc:sldLayoutChg>
      </pc:sldMasterChg>
      <pc:sldMasterChg chg="modSldLayout">
        <pc:chgData name="Michelle Millar" userId="ca2c1bca-f194-43da-b766-a2d0350c5abf" providerId="ADAL" clId="{2434FCD1-60D2-4EC1-86A7-F0F00F973510}" dt="2020-10-27T14:25:04.600" v="3458" actId="207"/>
        <pc:sldMasterMkLst>
          <pc:docMk/>
          <pc:sldMasterMk cId="2266300725" sldId="2147483677"/>
        </pc:sldMasterMkLst>
        <pc:sldLayoutChg chg="modSp">
          <pc:chgData name="Michelle Millar" userId="ca2c1bca-f194-43da-b766-a2d0350c5abf" providerId="ADAL" clId="{2434FCD1-60D2-4EC1-86A7-F0F00F973510}" dt="2020-10-27T14:25:04.600" v="3458" actId="207"/>
          <pc:sldLayoutMkLst>
            <pc:docMk/>
            <pc:sldMasterMk cId="2266300725" sldId="2147483677"/>
            <pc:sldLayoutMk cId="2262044929" sldId="2147483680"/>
          </pc:sldLayoutMkLst>
          <pc:spChg chg="mod">
            <ac:chgData name="Michelle Millar" userId="ca2c1bca-f194-43da-b766-a2d0350c5abf" providerId="ADAL" clId="{2434FCD1-60D2-4EC1-86A7-F0F00F973510}" dt="2020-10-27T14:25:04.600" v="3458" actId="207"/>
            <ac:spMkLst>
              <pc:docMk/>
              <pc:sldMasterMk cId="2266300725" sldId="2147483677"/>
              <pc:sldLayoutMk cId="2262044929" sldId="2147483680"/>
              <ac:spMk id="2" creationId="{5FB7F015-2A57-4B5F-88D9-ACA26915962C}"/>
            </ac:spMkLst>
          </pc:spChg>
          <pc:spChg chg="mod">
            <ac:chgData name="Michelle Millar" userId="ca2c1bca-f194-43da-b766-a2d0350c5abf" providerId="ADAL" clId="{2434FCD1-60D2-4EC1-86A7-F0F00F973510}" dt="2020-10-27T14:24:59.405" v="3457" actId="207"/>
            <ac:spMkLst>
              <pc:docMk/>
              <pc:sldMasterMk cId="2266300725" sldId="2147483677"/>
              <pc:sldLayoutMk cId="2262044929" sldId="2147483680"/>
              <ac:spMk id="4" creationId="{15EE3339-B220-4E3D-AA10-3D4248C2727D}"/>
            </ac:spMkLst>
          </pc:spChg>
        </pc:sldLayoutChg>
      </pc:sldMasterChg>
      <pc:sldMasterChg chg="delSp mod addSldLayout delSldLayout modSldLayout">
        <pc:chgData name="Michelle Millar" userId="ca2c1bca-f194-43da-b766-a2d0350c5abf" providerId="ADAL" clId="{2434FCD1-60D2-4EC1-86A7-F0F00F973510}" dt="2020-11-03T07:18:28.150" v="4199" actId="6014"/>
        <pc:sldMasterMkLst>
          <pc:docMk/>
          <pc:sldMasterMk cId="1760647524" sldId="2147483682"/>
        </pc:sldMasterMkLst>
        <pc:picChg chg="del">
          <ac:chgData name="Michelle Millar" userId="ca2c1bca-f194-43da-b766-a2d0350c5abf" providerId="ADAL" clId="{2434FCD1-60D2-4EC1-86A7-F0F00F973510}" dt="2020-10-27T08:47:28.489" v="2" actId="478"/>
          <ac:picMkLst>
            <pc:docMk/>
            <pc:sldMasterMk cId="1760647524" sldId="2147483682"/>
            <ac:picMk id="7" creationId="{00000000-0000-0000-0000-000000000000}"/>
          </ac:picMkLst>
        </pc:picChg>
        <pc:sldLayoutChg chg="delSp new mod">
          <pc:chgData name="Michelle Millar" userId="ca2c1bca-f194-43da-b766-a2d0350c5abf" providerId="ADAL" clId="{2434FCD1-60D2-4EC1-86A7-F0F00F973510}" dt="2020-11-03T07:18:28.150" v="4199" actId="6014"/>
          <pc:sldLayoutMkLst>
            <pc:docMk/>
            <pc:sldMasterMk cId="1760647524" sldId="2147483682"/>
            <pc:sldLayoutMk cId="4067418303" sldId="2147483648"/>
          </pc:sldLayoutMkLst>
          <pc:spChg chg="del">
            <ac:chgData name="Michelle Millar" userId="ca2c1bca-f194-43da-b766-a2d0350c5abf" providerId="ADAL" clId="{2434FCD1-60D2-4EC1-86A7-F0F00F973510}" dt="2020-11-03T07:18:20.669" v="4198" actId="478"/>
            <ac:spMkLst>
              <pc:docMk/>
              <pc:sldMasterMk cId="1760647524" sldId="2147483682"/>
              <pc:sldLayoutMk cId="4067418303" sldId="2147483648"/>
              <ac:spMk id="2" creationId="{23B22762-15B7-43AB-8CA1-9B7DD4CA9C3E}"/>
            </ac:spMkLst>
          </pc:spChg>
        </pc:sldLayoutChg>
        <pc:sldLayoutChg chg="del">
          <pc:chgData name="Michelle Millar" userId="ca2c1bca-f194-43da-b766-a2d0350c5abf" providerId="ADAL" clId="{2434FCD1-60D2-4EC1-86A7-F0F00F973510}" dt="2020-10-27T08:47:25.034" v="0" actId="2696"/>
          <pc:sldLayoutMkLst>
            <pc:docMk/>
            <pc:sldMasterMk cId="1760647524" sldId="2147483682"/>
            <pc:sldLayoutMk cId="3045500575" sldId="2147483683"/>
          </pc:sldLayoutMkLst>
        </pc:sldLayoutChg>
        <pc:sldLayoutChg chg="del">
          <pc:chgData name="Michelle Millar" userId="ca2c1bca-f194-43da-b766-a2d0350c5abf" providerId="ADAL" clId="{2434FCD1-60D2-4EC1-86A7-F0F00F973510}" dt="2020-10-27T08:47:25.935" v="1" actId="2696"/>
          <pc:sldLayoutMkLst>
            <pc:docMk/>
            <pc:sldMasterMk cId="1760647524" sldId="2147483682"/>
            <pc:sldLayoutMk cId="3876130700" sldId="2147483684"/>
          </pc:sldLayoutMkLst>
        </pc:sldLayoutChg>
      </pc:sldMasterChg>
    </pc:docChg>
  </pc:docChgLst>
  <pc:docChgLst>
    <pc:chgData name="Michelle Millar" userId="S::mmillar@openboxsoftware.com::ca2c1bca-f194-43da-b766-a2d0350c5abf" providerId="AD" clId="Web-{AAAEE744-6345-DB0C-BAED-AD495EE22B51}"/>
    <pc:docChg chg="modSld">
      <pc:chgData name="Michelle Millar" userId="S::mmillar@openboxsoftware.com::ca2c1bca-f194-43da-b766-a2d0350c5abf" providerId="AD" clId="Web-{AAAEE744-6345-DB0C-BAED-AD495EE22B51}" dt="2022-06-09T07:21:24.750" v="8" actId="14100"/>
      <pc:docMkLst>
        <pc:docMk/>
      </pc:docMkLst>
      <pc:sldChg chg="modSp">
        <pc:chgData name="Michelle Millar" userId="S::mmillar@openboxsoftware.com::ca2c1bca-f194-43da-b766-a2d0350c5abf" providerId="AD" clId="Web-{AAAEE744-6345-DB0C-BAED-AD495EE22B51}" dt="2022-06-09T07:21:24.750" v="8" actId="14100"/>
        <pc:sldMkLst>
          <pc:docMk/>
          <pc:sldMk cId="1161295314" sldId="317"/>
        </pc:sldMkLst>
        <pc:spChg chg="mod">
          <ac:chgData name="Michelle Millar" userId="S::mmillar@openboxsoftware.com::ca2c1bca-f194-43da-b766-a2d0350c5abf" providerId="AD" clId="Web-{AAAEE744-6345-DB0C-BAED-AD495EE22B51}" dt="2022-06-09T07:21:08.516" v="0" actId="14100"/>
          <ac:spMkLst>
            <pc:docMk/>
            <pc:sldMk cId="1161295314" sldId="317"/>
            <ac:spMk id="4" creationId="{03DF79E3-40EA-4396-85D5-9D79A61D1EA4}"/>
          </ac:spMkLst>
        </pc:spChg>
        <pc:spChg chg="mod">
          <ac:chgData name="Michelle Millar" userId="S::mmillar@openboxsoftware.com::ca2c1bca-f194-43da-b766-a2d0350c5abf" providerId="AD" clId="Web-{AAAEE744-6345-DB0C-BAED-AD495EE22B51}" dt="2022-06-09T07:21:10.234" v="1" actId="14100"/>
          <ac:spMkLst>
            <pc:docMk/>
            <pc:sldMk cId="1161295314" sldId="317"/>
            <ac:spMk id="6" creationId="{357B85D3-7227-45F4-A49F-3EFED0C84E90}"/>
          </ac:spMkLst>
        </pc:spChg>
        <pc:spChg chg="mod">
          <ac:chgData name="Michelle Millar" userId="S::mmillar@openboxsoftware.com::ca2c1bca-f194-43da-b766-a2d0350c5abf" providerId="AD" clId="Web-{AAAEE744-6345-DB0C-BAED-AD495EE22B51}" dt="2022-06-09T07:21:11.750" v="2" actId="14100"/>
          <ac:spMkLst>
            <pc:docMk/>
            <pc:sldMk cId="1161295314" sldId="317"/>
            <ac:spMk id="8" creationId="{D7C404DB-740D-4E5D-BB48-617E7C3DFD7E}"/>
          </ac:spMkLst>
        </pc:spChg>
        <pc:spChg chg="mod">
          <ac:chgData name="Michelle Millar" userId="S::mmillar@openboxsoftware.com::ca2c1bca-f194-43da-b766-a2d0350c5abf" providerId="AD" clId="Web-{AAAEE744-6345-DB0C-BAED-AD495EE22B51}" dt="2022-06-09T07:21:13.328" v="3" actId="14100"/>
          <ac:spMkLst>
            <pc:docMk/>
            <pc:sldMk cId="1161295314" sldId="317"/>
            <ac:spMk id="10" creationId="{E6A0C349-B9DD-426C-B714-AFFAD0FFE4CF}"/>
          </ac:spMkLst>
        </pc:spChg>
        <pc:spChg chg="mod">
          <ac:chgData name="Michelle Millar" userId="S::mmillar@openboxsoftware.com::ca2c1bca-f194-43da-b766-a2d0350c5abf" providerId="AD" clId="Web-{AAAEE744-6345-DB0C-BAED-AD495EE22B51}" dt="2022-06-09T07:21:14.953" v="4" actId="14100"/>
          <ac:spMkLst>
            <pc:docMk/>
            <pc:sldMk cId="1161295314" sldId="317"/>
            <ac:spMk id="13" creationId="{2AC49D41-732F-4D01-B627-08273B6EC0B9}"/>
          </ac:spMkLst>
        </pc:spChg>
        <pc:spChg chg="mod">
          <ac:chgData name="Michelle Millar" userId="S::mmillar@openboxsoftware.com::ca2c1bca-f194-43da-b766-a2d0350c5abf" providerId="AD" clId="Web-{AAAEE744-6345-DB0C-BAED-AD495EE22B51}" dt="2022-06-09T07:21:22.485" v="7" actId="14100"/>
          <ac:spMkLst>
            <pc:docMk/>
            <pc:sldMk cId="1161295314" sldId="317"/>
            <ac:spMk id="15" creationId="{0F73D6A3-4C44-4164-A37C-FCD299ECAAB3}"/>
          </ac:spMkLst>
        </pc:spChg>
        <pc:spChg chg="mod">
          <ac:chgData name="Michelle Millar" userId="S::mmillar@openboxsoftware.com::ca2c1bca-f194-43da-b766-a2d0350c5abf" providerId="AD" clId="Web-{AAAEE744-6345-DB0C-BAED-AD495EE22B51}" dt="2022-06-09T07:21:24.750" v="8" actId="14100"/>
          <ac:spMkLst>
            <pc:docMk/>
            <pc:sldMk cId="1161295314" sldId="317"/>
            <ac:spMk id="17" creationId="{D2D546CA-5F88-4F8B-9F46-5156F1E8F7A7}"/>
          </ac:spMkLst>
        </pc:spChg>
      </pc:sldChg>
    </pc:docChg>
  </pc:docChgLst>
  <pc:docChgLst>
    <pc:chgData name="Sam Duncan" userId="S::sduncan@openboxsoftware.com::c1d0992b-0ec5-443a-8c6c-87e1361e2b1d" providerId="AD" clId="Web-{A5953B2E-5AB6-15FE-77CF-3BD5D04BC02E}"/>
    <pc:docChg chg="modSld">
      <pc:chgData name="Sam Duncan" userId="S::sduncan@openboxsoftware.com::c1d0992b-0ec5-443a-8c6c-87e1361e2b1d" providerId="AD" clId="Web-{A5953B2E-5AB6-15FE-77CF-3BD5D04BC02E}" dt="2023-08-22T14:00:55.326" v="33"/>
      <pc:docMkLst>
        <pc:docMk/>
      </pc:docMkLst>
      <pc:sldChg chg="modSp">
        <pc:chgData name="Sam Duncan" userId="S::sduncan@openboxsoftware.com::c1d0992b-0ec5-443a-8c6c-87e1361e2b1d" providerId="AD" clId="Web-{A5953B2E-5AB6-15FE-77CF-3BD5D04BC02E}" dt="2023-08-22T14:00:55.326" v="33"/>
        <pc:sldMkLst>
          <pc:docMk/>
          <pc:sldMk cId="2724100360" sldId="481"/>
        </pc:sldMkLst>
        <pc:graphicFrameChg chg="mod modGraphic">
          <ac:chgData name="Sam Duncan" userId="S::sduncan@openboxsoftware.com::c1d0992b-0ec5-443a-8c6c-87e1361e2b1d" providerId="AD" clId="Web-{A5953B2E-5AB6-15FE-77CF-3BD5D04BC02E}" dt="2023-08-22T14:00:55.326" v="33"/>
          <ac:graphicFrameMkLst>
            <pc:docMk/>
            <pc:sldMk cId="2724100360" sldId="481"/>
            <ac:graphicFrameMk id="2" creationId="{3C3FDA59-0A22-1DFE-0E49-0D08F389FCAB}"/>
          </ac:graphicFrameMkLst>
        </pc:graphicFrameChg>
      </pc:sldChg>
    </pc:docChg>
  </pc:docChgLst>
  <pc:docChgLst>
    <pc:chgData name="Tapiwa Shumba" userId="S::tshumba@openboxsoftware.com::aef7b8f8-26d9-4bcc-9c2a-286979f619d2" providerId="AD" clId="Web-{B8CECEC0-4809-AB15-6DAE-D086CE8F4A47}"/>
    <pc:docChg chg="modSld">
      <pc:chgData name="Tapiwa Shumba" userId="S::tshumba@openboxsoftware.com::aef7b8f8-26d9-4bcc-9c2a-286979f619d2" providerId="AD" clId="Web-{B8CECEC0-4809-AB15-6DAE-D086CE8F4A47}" dt="2023-08-23T11:13:07.405" v="20" actId="14100"/>
      <pc:docMkLst>
        <pc:docMk/>
      </pc:docMkLst>
      <pc:sldChg chg="modSp">
        <pc:chgData name="Tapiwa Shumba" userId="S::tshumba@openboxsoftware.com::aef7b8f8-26d9-4bcc-9c2a-286979f619d2" providerId="AD" clId="Web-{B8CECEC0-4809-AB15-6DAE-D086CE8F4A47}" dt="2023-08-23T11:10:26.681" v="3" actId="20577"/>
        <pc:sldMkLst>
          <pc:docMk/>
          <pc:sldMk cId="975271368" sldId="485"/>
        </pc:sldMkLst>
        <pc:spChg chg="mod">
          <ac:chgData name="Tapiwa Shumba" userId="S::tshumba@openboxsoftware.com::aef7b8f8-26d9-4bcc-9c2a-286979f619d2" providerId="AD" clId="Web-{B8CECEC0-4809-AB15-6DAE-D086CE8F4A47}" dt="2023-08-23T11:10:26.681" v="3" actId="20577"/>
          <ac:spMkLst>
            <pc:docMk/>
            <pc:sldMk cId="975271368" sldId="485"/>
            <ac:spMk id="3" creationId="{804C656F-3AAB-48C0-B167-4723DFB899F7}"/>
          </ac:spMkLst>
        </pc:spChg>
      </pc:sldChg>
      <pc:sldChg chg="modSp">
        <pc:chgData name="Tapiwa Shumba" userId="S::tshumba@openboxsoftware.com::aef7b8f8-26d9-4bcc-9c2a-286979f619d2" providerId="AD" clId="Web-{B8CECEC0-4809-AB15-6DAE-D086CE8F4A47}" dt="2023-08-23T11:13:07.405" v="20" actId="14100"/>
        <pc:sldMkLst>
          <pc:docMk/>
          <pc:sldMk cId="3547567370" sldId="486"/>
        </pc:sldMkLst>
        <pc:spChg chg="mod">
          <ac:chgData name="Tapiwa Shumba" userId="S::tshumba@openboxsoftware.com::aef7b8f8-26d9-4bcc-9c2a-286979f619d2" providerId="AD" clId="Web-{B8CECEC0-4809-AB15-6DAE-D086CE8F4A47}" dt="2023-08-23T11:08:30.662" v="1" actId="14100"/>
          <ac:spMkLst>
            <pc:docMk/>
            <pc:sldMk cId="3547567370" sldId="486"/>
            <ac:spMk id="98" creationId="{EB282537-C075-62EE-D3A9-0215861A2A6B}"/>
          </ac:spMkLst>
        </pc:spChg>
        <pc:picChg chg="mod">
          <ac:chgData name="Tapiwa Shumba" userId="S::tshumba@openboxsoftware.com::aef7b8f8-26d9-4bcc-9c2a-286979f619d2" providerId="AD" clId="Web-{B8CECEC0-4809-AB15-6DAE-D086CE8F4A47}" dt="2023-08-23T11:13:07.405" v="20" actId="14100"/>
          <ac:picMkLst>
            <pc:docMk/>
            <pc:sldMk cId="3547567370" sldId="486"/>
            <ac:picMk id="125" creationId="{2E967811-2A70-C55B-F4C4-D536F13CE4EF}"/>
          </ac:picMkLst>
        </pc:picChg>
      </pc:sldChg>
      <pc:sldChg chg="modSp">
        <pc:chgData name="Tapiwa Shumba" userId="S::tshumba@openboxsoftware.com::aef7b8f8-26d9-4bcc-9c2a-286979f619d2" providerId="AD" clId="Web-{B8CECEC0-4809-AB15-6DAE-D086CE8F4A47}" dt="2023-08-23T11:12:21.919" v="18"/>
        <pc:sldMkLst>
          <pc:docMk/>
          <pc:sldMk cId="52612252" sldId="487"/>
        </pc:sldMkLst>
        <pc:graphicFrameChg chg="mod modGraphic">
          <ac:chgData name="Tapiwa Shumba" userId="S::tshumba@openboxsoftware.com::aef7b8f8-26d9-4bcc-9c2a-286979f619d2" providerId="AD" clId="Web-{B8CECEC0-4809-AB15-6DAE-D086CE8F4A47}" dt="2023-08-23T11:12:14.747" v="14"/>
          <ac:graphicFrameMkLst>
            <pc:docMk/>
            <pc:sldMk cId="52612252" sldId="487"/>
            <ac:graphicFrameMk id="5" creationId="{6D5B0C9B-899E-BC22-AB6F-28B9A98AEA74}"/>
          </ac:graphicFrameMkLst>
        </pc:graphicFrameChg>
        <pc:graphicFrameChg chg="mod modGraphic">
          <ac:chgData name="Tapiwa Shumba" userId="S::tshumba@openboxsoftware.com::aef7b8f8-26d9-4bcc-9c2a-286979f619d2" providerId="AD" clId="Web-{B8CECEC0-4809-AB15-6DAE-D086CE8F4A47}" dt="2023-08-23T11:12:21.919" v="18"/>
          <ac:graphicFrameMkLst>
            <pc:docMk/>
            <pc:sldMk cId="52612252" sldId="487"/>
            <ac:graphicFrameMk id="6" creationId="{D7FFC429-8834-FB85-D6C5-648030B4F708}"/>
          </ac:graphicFrameMkLst>
        </pc:graphicFrameChg>
      </pc:sldChg>
      <pc:sldChg chg="modSp">
        <pc:chgData name="Tapiwa Shumba" userId="S::tshumba@openboxsoftware.com::aef7b8f8-26d9-4bcc-9c2a-286979f619d2" providerId="AD" clId="Web-{B8CECEC0-4809-AB15-6DAE-D086CE8F4A47}" dt="2023-08-23T11:11:49.481" v="5" actId="20577"/>
        <pc:sldMkLst>
          <pc:docMk/>
          <pc:sldMk cId="3589474059" sldId="488"/>
        </pc:sldMkLst>
        <pc:spChg chg="mod">
          <ac:chgData name="Tapiwa Shumba" userId="S::tshumba@openboxsoftware.com::aef7b8f8-26d9-4bcc-9c2a-286979f619d2" providerId="AD" clId="Web-{B8CECEC0-4809-AB15-6DAE-D086CE8F4A47}" dt="2023-08-23T11:11:49.481" v="5" actId="20577"/>
          <ac:spMkLst>
            <pc:docMk/>
            <pc:sldMk cId="3589474059" sldId="488"/>
            <ac:spMk id="3" creationId="{F9B876FC-05DB-846A-8766-081488FDF881}"/>
          </ac:spMkLst>
        </pc:spChg>
      </pc:sldChg>
      <pc:sldChg chg="modSp">
        <pc:chgData name="Tapiwa Shumba" userId="S::tshumba@openboxsoftware.com::aef7b8f8-26d9-4bcc-9c2a-286979f619d2" providerId="AD" clId="Web-{B8CECEC0-4809-AB15-6DAE-D086CE8F4A47}" dt="2023-08-23T11:11:31.480" v="4" actId="20577"/>
        <pc:sldMkLst>
          <pc:docMk/>
          <pc:sldMk cId="1438138567" sldId="489"/>
        </pc:sldMkLst>
        <pc:spChg chg="mod">
          <ac:chgData name="Tapiwa Shumba" userId="S::tshumba@openboxsoftware.com::aef7b8f8-26d9-4bcc-9c2a-286979f619d2" providerId="AD" clId="Web-{B8CECEC0-4809-AB15-6DAE-D086CE8F4A47}" dt="2023-08-23T11:11:31.480" v="4" actId="20577"/>
          <ac:spMkLst>
            <pc:docMk/>
            <pc:sldMk cId="1438138567" sldId="489"/>
            <ac:spMk id="3" creationId="{F9B876FC-05DB-846A-8766-081488FDF881}"/>
          </ac:spMkLst>
        </pc:spChg>
      </pc:sldChg>
    </pc:docChg>
  </pc:docChgLst>
  <pc:docChgLst>
    <pc:chgData name="Sam Duncan" userId="S::sduncan@openboxsoftware.com::c1d0992b-0ec5-443a-8c6c-87e1361e2b1d" providerId="AD" clId="Web-{2B7B7F36-EC45-6743-3DCD-E9220A4DF09A}"/>
    <pc:docChg chg="modSld">
      <pc:chgData name="Sam Duncan" userId="S::sduncan@openboxsoftware.com::c1d0992b-0ec5-443a-8c6c-87e1361e2b1d" providerId="AD" clId="Web-{2B7B7F36-EC45-6743-3DCD-E9220A4DF09A}" dt="2023-08-23T07:41:42.652" v="5" actId="20577"/>
      <pc:docMkLst>
        <pc:docMk/>
      </pc:docMkLst>
      <pc:sldChg chg="modSp">
        <pc:chgData name="Sam Duncan" userId="S::sduncan@openboxsoftware.com::c1d0992b-0ec5-443a-8c6c-87e1361e2b1d" providerId="AD" clId="Web-{2B7B7F36-EC45-6743-3DCD-E9220A4DF09A}" dt="2023-08-23T07:41:42.652" v="5" actId="20577"/>
        <pc:sldMkLst>
          <pc:docMk/>
          <pc:sldMk cId="3547567370" sldId="486"/>
        </pc:sldMkLst>
        <pc:spChg chg="mod">
          <ac:chgData name="Sam Duncan" userId="S::sduncan@openboxsoftware.com::c1d0992b-0ec5-443a-8c6c-87e1361e2b1d" providerId="AD" clId="Web-{2B7B7F36-EC45-6743-3DCD-E9220A4DF09A}" dt="2023-08-23T07:41:42.652" v="5" actId="20577"/>
          <ac:spMkLst>
            <pc:docMk/>
            <pc:sldMk cId="3547567370" sldId="486"/>
            <ac:spMk id="102" creationId="{099AF624-620E-1947-A147-166DFBC82590}"/>
          </ac:spMkLst>
        </pc:spChg>
      </pc:sldChg>
    </pc:docChg>
  </pc:docChgLst>
  <pc:docChgLst>
    <pc:chgData name="Handre Van Der Merwe" userId="cff7518e-6e24-4c87-9d41-565d39f45972" providerId="ADAL" clId="{95CFAE8A-8A46-4010-97E7-212CB9FC4C73}"/>
    <pc:docChg chg="">
      <pc:chgData name="Handre Van Der Merwe" userId="cff7518e-6e24-4c87-9d41-565d39f45972" providerId="ADAL" clId="{95CFAE8A-8A46-4010-97E7-212CB9FC4C73}" dt="2022-12-08T11:05:56.225" v="0"/>
      <pc:docMkLst>
        <pc:docMk/>
      </pc:docMkLst>
      <pc:sldChg chg="addCm">
        <pc:chgData name="Handre Van Der Merwe" userId="cff7518e-6e24-4c87-9d41-565d39f45972" providerId="ADAL" clId="{95CFAE8A-8A46-4010-97E7-212CB9FC4C73}" dt="2022-12-08T11:05:56.225" v="0"/>
        <pc:sldMkLst>
          <pc:docMk/>
          <pc:sldMk cId="504221259" sldId="469"/>
        </pc:sldMkLst>
      </pc:sldChg>
    </pc:docChg>
  </pc:docChgLst>
  <pc:docChgLst>
    <pc:chgData name="Sam Duncan" userId="S::sduncan@openboxsoftware.com::c1d0992b-0ec5-443a-8c6c-87e1361e2b1d" providerId="AD" clId="Web-{212C71DF-4BFE-8394-4252-F1E6BBDCD993}"/>
    <pc:docChg chg="addSld modSld sldOrd addSection modSection">
      <pc:chgData name="Sam Duncan" userId="S::sduncan@openboxsoftware.com::c1d0992b-0ec5-443a-8c6c-87e1361e2b1d" providerId="AD" clId="Web-{212C71DF-4BFE-8394-4252-F1E6BBDCD993}" dt="2023-08-23T06:52:13.705" v="2509" actId="1076"/>
      <pc:docMkLst>
        <pc:docMk/>
      </pc:docMkLst>
      <pc:sldChg chg="modSp">
        <pc:chgData name="Sam Duncan" userId="S::sduncan@openboxsoftware.com::c1d0992b-0ec5-443a-8c6c-87e1361e2b1d" providerId="AD" clId="Web-{212C71DF-4BFE-8394-4252-F1E6BBDCD993}" dt="2023-08-23T06:33:26.298" v="1812" actId="20577"/>
        <pc:sldMkLst>
          <pc:docMk/>
          <pc:sldMk cId="1027954244" sldId="310"/>
        </pc:sldMkLst>
        <pc:spChg chg="mod">
          <ac:chgData name="Sam Duncan" userId="S::sduncan@openboxsoftware.com::c1d0992b-0ec5-443a-8c6c-87e1361e2b1d" providerId="AD" clId="Web-{212C71DF-4BFE-8394-4252-F1E6BBDCD993}" dt="2023-08-23T06:33:26.298" v="1812" actId="20577"/>
          <ac:spMkLst>
            <pc:docMk/>
            <pc:sldMk cId="1027954244" sldId="310"/>
            <ac:spMk id="3" creationId="{CCE055E0-7725-4859-9475-AA12EAB230DD}"/>
          </ac:spMkLst>
        </pc:spChg>
      </pc:sldChg>
      <pc:sldChg chg="modSp">
        <pc:chgData name="Sam Duncan" userId="S::sduncan@openboxsoftware.com::c1d0992b-0ec5-443a-8c6c-87e1361e2b1d" providerId="AD" clId="Web-{212C71DF-4BFE-8394-4252-F1E6BBDCD993}" dt="2023-08-23T06:16:42.716" v="1483" actId="20577"/>
        <pc:sldMkLst>
          <pc:docMk/>
          <pc:sldMk cId="2898931480" sldId="318"/>
        </pc:sldMkLst>
        <pc:spChg chg="mod">
          <ac:chgData name="Sam Duncan" userId="S::sduncan@openboxsoftware.com::c1d0992b-0ec5-443a-8c6c-87e1361e2b1d" providerId="AD" clId="Web-{212C71DF-4BFE-8394-4252-F1E6BBDCD993}" dt="2023-08-23T06:16:42.716" v="1483" actId="20577"/>
          <ac:spMkLst>
            <pc:docMk/>
            <pc:sldMk cId="2898931480" sldId="318"/>
            <ac:spMk id="2" creationId="{22755BA2-B953-4F06-9DC7-ACF132689491}"/>
          </ac:spMkLst>
        </pc:spChg>
      </pc:sldChg>
      <pc:sldChg chg="ord">
        <pc:chgData name="Sam Duncan" userId="S::sduncan@openboxsoftware.com::c1d0992b-0ec5-443a-8c6c-87e1361e2b1d" providerId="AD" clId="Web-{212C71DF-4BFE-8394-4252-F1E6BBDCD993}" dt="2023-08-23T06:15:37.338" v="1440"/>
        <pc:sldMkLst>
          <pc:docMk/>
          <pc:sldMk cId="358983042" sldId="478"/>
        </pc:sldMkLst>
      </pc:sldChg>
      <pc:sldChg chg="ord">
        <pc:chgData name="Sam Duncan" userId="S::sduncan@openboxsoftware.com::c1d0992b-0ec5-443a-8c6c-87e1361e2b1d" providerId="AD" clId="Web-{212C71DF-4BFE-8394-4252-F1E6BBDCD993}" dt="2023-08-23T06:15:37.338" v="1442"/>
        <pc:sldMkLst>
          <pc:docMk/>
          <pc:sldMk cId="442728535" sldId="479"/>
        </pc:sldMkLst>
      </pc:sldChg>
      <pc:sldChg chg="addSp delSp modSp ord">
        <pc:chgData name="Sam Duncan" userId="S::sduncan@openboxsoftware.com::c1d0992b-0ec5-443a-8c6c-87e1361e2b1d" providerId="AD" clId="Web-{212C71DF-4BFE-8394-4252-F1E6BBDCD993}" dt="2023-08-23T06:24:41.968" v="1556"/>
        <pc:sldMkLst>
          <pc:docMk/>
          <pc:sldMk cId="4209066528" sldId="480"/>
        </pc:sldMkLst>
        <pc:spChg chg="add mod">
          <ac:chgData name="Sam Duncan" userId="S::sduncan@openboxsoftware.com::c1d0992b-0ec5-443a-8c6c-87e1361e2b1d" providerId="AD" clId="Web-{212C71DF-4BFE-8394-4252-F1E6BBDCD993}" dt="2023-08-23T06:23:44.607" v="1550" actId="1076"/>
          <ac:spMkLst>
            <pc:docMk/>
            <pc:sldMk cId="4209066528" sldId="480"/>
            <ac:spMk id="9" creationId="{8913034C-F74C-35AB-0839-E436E2F59AF2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23:44.622" v="1551" actId="1076"/>
          <ac:spMkLst>
            <pc:docMk/>
            <pc:sldMk cId="4209066528" sldId="480"/>
            <ac:spMk id="11" creationId="{3227365C-812C-2658-CDBC-1A3AC521D2F2}"/>
          </ac:spMkLst>
        </pc:spChg>
        <pc:spChg chg="mod">
          <ac:chgData name="Sam Duncan" userId="S::sduncan@openboxsoftware.com::c1d0992b-0ec5-443a-8c6c-87e1361e2b1d" providerId="AD" clId="Web-{212C71DF-4BFE-8394-4252-F1E6BBDCD993}" dt="2023-08-23T06:20:18.505" v="1525" actId="14100"/>
          <ac:spMkLst>
            <pc:docMk/>
            <pc:sldMk cId="4209066528" sldId="480"/>
            <ac:spMk id="15" creationId="{32D8B4E6-0964-C3BB-E6C7-D4C4BA6199FF}"/>
          </ac:spMkLst>
        </pc:spChg>
        <pc:spChg chg="mod">
          <ac:chgData name="Sam Duncan" userId="S::sduncan@openboxsoftware.com::c1d0992b-0ec5-443a-8c6c-87e1361e2b1d" providerId="AD" clId="Web-{212C71DF-4BFE-8394-4252-F1E6BBDCD993}" dt="2023-08-23T06:20:34.303" v="1528" actId="1076"/>
          <ac:spMkLst>
            <pc:docMk/>
            <pc:sldMk cId="4209066528" sldId="480"/>
            <ac:spMk id="16" creationId="{B09E0E08-567B-CBA9-43DF-6DDF9EB4D336}"/>
          </ac:spMkLst>
        </pc:spChg>
        <pc:spChg chg="mod">
          <ac:chgData name="Sam Duncan" userId="S::sduncan@openboxsoftware.com::c1d0992b-0ec5-443a-8c6c-87e1361e2b1d" providerId="AD" clId="Web-{212C71DF-4BFE-8394-4252-F1E6BBDCD993}" dt="2023-08-23T06:21:07.694" v="1531" actId="14100"/>
          <ac:spMkLst>
            <pc:docMk/>
            <pc:sldMk cId="4209066528" sldId="480"/>
            <ac:spMk id="17" creationId="{2E0791E0-8E55-8AEF-B9FD-7E3332AC2655}"/>
          </ac:spMkLst>
        </pc:spChg>
        <pc:spChg chg="mod">
          <ac:chgData name="Sam Duncan" userId="S::sduncan@openboxsoftware.com::c1d0992b-0ec5-443a-8c6c-87e1361e2b1d" providerId="AD" clId="Web-{212C71DF-4BFE-8394-4252-F1E6BBDCD993}" dt="2023-08-23T06:19:54.801" v="1524" actId="14100"/>
          <ac:spMkLst>
            <pc:docMk/>
            <pc:sldMk cId="4209066528" sldId="480"/>
            <ac:spMk id="19" creationId="{7116A278-C906-0A3D-C766-6DA4D45FFB4E}"/>
          </ac:spMkLst>
        </pc:spChg>
        <pc:spChg chg="mod">
          <ac:chgData name="Sam Duncan" userId="S::sduncan@openboxsoftware.com::c1d0992b-0ec5-443a-8c6c-87e1361e2b1d" providerId="AD" clId="Web-{212C71DF-4BFE-8394-4252-F1E6BBDCD993}" dt="2023-08-23T06:21:14.288" v="1533" actId="1076"/>
          <ac:spMkLst>
            <pc:docMk/>
            <pc:sldMk cId="4209066528" sldId="480"/>
            <ac:spMk id="20" creationId="{FB943E5D-A8D4-0E79-1AC1-032FE475451A}"/>
          </ac:spMkLst>
        </pc:spChg>
        <pc:grpChg chg="add mod">
          <ac:chgData name="Sam Duncan" userId="S::sduncan@openboxsoftware.com::c1d0992b-0ec5-443a-8c6c-87e1361e2b1d" providerId="AD" clId="Web-{212C71DF-4BFE-8394-4252-F1E6BBDCD993}" dt="2023-08-23T06:23:44.654" v="1552" actId="1076"/>
          <ac:grpSpMkLst>
            <pc:docMk/>
            <pc:sldMk cId="4209066528" sldId="480"/>
            <ac:grpSpMk id="35" creationId="{78C197E1-9A94-BD71-E8E9-C59013F8BDCA}"/>
          </ac:grpSpMkLst>
        </pc:grpChg>
        <pc:picChg chg="add del mod">
          <ac:chgData name="Sam Duncan" userId="S::sduncan@openboxsoftware.com::c1d0992b-0ec5-443a-8c6c-87e1361e2b1d" providerId="AD" clId="Web-{212C71DF-4BFE-8394-4252-F1E6BBDCD993}" dt="2023-08-23T06:22:23.088" v="1544"/>
          <ac:picMkLst>
            <pc:docMk/>
            <pc:sldMk cId="4209066528" sldId="480"/>
            <ac:picMk id="5" creationId="{FE307BD5-148F-2692-0EB0-8E0A717F33FC}"/>
          </ac:picMkLst>
        </pc:picChg>
        <pc:picChg chg="add del mod">
          <ac:chgData name="Sam Duncan" userId="S::sduncan@openboxsoftware.com::c1d0992b-0ec5-443a-8c6c-87e1361e2b1d" providerId="AD" clId="Web-{212C71DF-4BFE-8394-4252-F1E6BBDCD993}" dt="2023-08-23T06:24:41.968" v="1556"/>
          <ac:picMkLst>
            <pc:docMk/>
            <pc:sldMk cId="4209066528" sldId="480"/>
            <ac:picMk id="36" creationId="{83EF157C-1012-C477-BA0A-17E0F1D34CB0}"/>
          </ac:picMkLst>
        </pc:picChg>
      </pc:sldChg>
      <pc:sldChg chg="ord">
        <pc:chgData name="Sam Duncan" userId="S::sduncan@openboxsoftware.com::c1d0992b-0ec5-443a-8c6c-87e1361e2b1d" providerId="AD" clId="Web-{212C71DF-4BFE-8394-4252-F1E6BBDCD993}" dt="2023-08-23T06:15:37.338" v="1443"/>
        <pc:sldMkLst>
          <pc:docMk/>
          <pc:sldMk cId="2724100360" sldId="481"/>
        </pc:sldMkLst>
      </pc:sldChg>
      <pc:sldChg chg="ord">
        <pc:chgData name="Sam Duncan" userId="S::sduncan@openboxsoftware.com::c1d0992b-0ec5-443a-8c6c-87e1361e2b1d" providerId="AD" clId="Web-{212C71DF-4BFE-8394-4252-F1E6BBDCD993}" dt="2023-08-23T06:15:37.338" v="1439"/>
        <pc:sldMkLst>
          <pc:docMk/>
          <pc:sldMk cId="1412870570" sldId="482"/>
        </pc:sldMkLst>
      </pc:sldChg>
      <pc:sldChg chg="modSp ord">
        <pc:chgData name="Sam Duncan" userId="S::sduncan@openboxsoftware.com::c1d0992b-0ec5-443a-8c6c-87e1361e2b1d" providerId="AD" clId="Web-{212C71DF-4BFE-8394-4252-F1E6BBDCD993}" dt="2023-08-23T06:22:46.605" v="1546" actId="1076"/>
        <pc:sldMkLst>
          <pc:docMk/>
          <pc:sldMk cId="1897495795" sldId="483"/>
        </pc:sldMkLst>
        <pc:spChg chg="mod">
          <ac:chgData name="Sam Duncan" userId="S::sduncan@openboxsoftware.com::c1d0992b-0ec5-443a-8c6c-87e1361e2b1d" providerId="AD" clId="Web-{212C71DF-4BFE-8394-4252-F1E6BBDCD993}" dt="2023-08-23T06:22:46.605" v="1546" actId="1076"/>
          <ac:spMkLst>
            <pc:docMk/>
            <pc:sldMk cId="1897495795" sldId="483"/>
            <ac:spMk id="3" creationId="{39F74062-9E6D-4148-95DF-299673D9159E}"/>
          </ac:spMkLst>
        </pc:spChg>
      </pc:sldChg>
      <pc:sldChg chg="addSp delSp modSp new addCm delCm modCm">
        <pc:chgData name="Sam Duncan" userId="S::sduncan@openboxsoftware.com::c1d0992b-0ec5-443a-8c6c-87e1361e2b1d" providerId="AD" clId="Web-{212C71DF-4BFE-8394-4252-F1E6BBDCD993}" dt="2023-08-23T06:52:13.705" v="2509" actId="1076"/>
        <pc:sldMkLst>
          <pc:docMk/>
          <pc:sldMk cId="324089379" sldId="484"/>
        </pc:sldMkLst>
        <pc:spChg chg="mod">
          <ac:chgData name="Sam Duncan" userId="S::sduncan@openboxsoftware.com::c1d0992b-0ec5-443a-8c6c-87e1361e2b1d" providerId="AD" clId="Web-{212C71DF-4BFE-8394-4252-F1E6BBDCD993}" dt="2023-08-23T06:25:57.815" v="1569" actId="20577"/>
          <ac:spMkLst>
            <pc:docMk/>
            <pc:sldMk cId="324089379" sldId="484"/>
            <ac:spMk id="2" creationId="{364FA3ED-45CE-F446-D70D-820D59759C1D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51:56.267" v="2507" actId="20577"/>
          <ac:spMkLst>
            <pc:docMk/>
            <pc:sldMk cId="324089379" sldId="484"/>
            <ac:spMk id="3" creationId="{BB42F1BE-D9F2-58AB-7E04-F27CC683C8BE}"/>
          </ac:spMkLst>
        </pc:spChg>
        <pc:spChg chg="add del">
          <ac:chgData name="Sam Duncan" userId="S::sduncan@openboxsoftware.com::c1d0992b-0ec5-443a-8c6c-87e1361e2b1d" providerId="AD" clId="Web-{212C71DF-4BFE-8394-4252-F1E6BBDCD993}" dt="2023-08-23T05:36:20.950" v="75"/>
          <ac:spMkLst>
            <pc:docMk/>
            <pc:sldMk cId="324089379" sldId="484"/>
            <ac:spMk id="5" creationId="{E28C8725-5208-F884-D2D6-B3D5705F527E}"/>
          </ac:spMkLst>
        </pc:spChg>
        <pc:spChg chg="add">
          <ac:chgData name="Sam Duncan" userId="S::sduncan@openboxsoftware.com::c1d0992b-0ec5-443a-8c6c-87e1361e2b1d" providerId="AD" clId="Web-{212C71DF-4BFE-8394-4252-F1E6BBDCD993}" dt="2023-08-23T05:36:35.264" v="76"/>
          <ac:spMkLst>
            <pc:docMk/>
            <pc:sldMk cId="324089379" sldId="484"/>
            <ac:spMk id="7" creationId="{9351D3DC-3FDA-C560-A690-D1906C6B2AFE}"/>
          </ac:spMkLst>
        </pc:spChg>
        <pc:spChg chg="add">
          <ac:chgData name="Sam Duncan" userId="S::sduncan@openboxsoftware.com::c1d0992b-0ec5-443a-8c6c-87e1361e2b1d" providerId="AD" clId="Web-{212C71DF-4BFE-8394-4252-F1E6BBDCD993}" dt="2023-08-23T05:36:35.279" v="77"/>
          <ac:spMkLst>
            <pc:docMk/>
            <pc:sldMk cId="324089379" sldId="484"/>
            <ac:spMk id="9" creationId="{87F3EE38-7BFF-98E2-B35F-DC2F6EDFA408}"/>
          </ac:spMkLst>
        </pc:spChg>
        <pc:spChg chg="add">
          <ac:chgData name="Sam Duncan" userId="S::sduncan@openboxsoftware.com::c1d0992b-0ec5-443a-8c6c-87e1361e2b1d" providerId="AD" clId="Web-{212C71DF-4BFE-8394-4252-F1E6BBDCD993}" dt="2023-08-23T05:36:35.295" v="78"/>
          <ac:spMkLst>
            <pc:docMk/>
            <pc:sldMk cId="324089379" sldId="484"/>
            <ac:spMk id="11" creationId="{D3187974-3685-3E85-CE2F-ED5D465AAC16}"/>
          </ac:spMkLst>
        </pc:spChg>
        <pc:spChg chg="add">
          <ac:chgData name="Sam Duncan" userId="S::sduncan@openboxsoftware.com::c1d0992b-0ec5-443a-8c6c-87e1361e2b1d" providerId="AD" clId="Web-{212C71DF-4BFE-8394-4252-F1E6BBDCD993}" dt="2023-08-23T05:36:35.310" v="79"/>
          <ac:spMkLst>
            <pc:docMk/>
            <pc:sldMk cId="324089379" sldId="484"/>
            <ac:spMk id="13" creationId="{1FA27172-2EA3-E063-241C-26B6FC3AA2F4}"/>
          </ac:spMkLst>
        </pc:spChg>
        <pc:spChg chg="add">
          <ac:chgData name="Sam Duncan" userId="S::sduncan@openboxsoftware.com::c1d0992b-0ec5-443a-8c6c-87e1361e2b1d" providerId="AD" clId="Web-{212C71DF-4BFE-8394-4252-F1E6BBDCD993}" dt="2023-08-23T05:36:35.310" v="80"/>
          <ac:spMkLst>
            <pc:docMk/>
            <pc:sldMk cId="324089379" sldId="484"/>
            <ac:spMk id="15" creationId="{7FCCC91C-C9AE-4505-BCB8-8ECBB2F24BAC}"/>
          </ac:spMkLst>
        </pc:spChg>
        <pc:spChg chg="add">
          <ac:chgData name="Sam Duncan" userId="S::sduncan@openboxsoftware.com::c1d0992b-0ec5-443a-8c6c-87e1361e2b1d" providerId="AD" clId="Web-{212C71DF-4BFE-8394-4252-F1E6BBDCD993}" dt="2023-08-23T05:36:35.326" v="81"/>
          <ac:spMkLst>
            <pc:docMk/>
            <pc:sldMk cId="324089379" sldId="484"/>
            <ac:spMk id="17" creationId="{8A217CC2-F894-D8D8-66C7-F8CB6C58120F}"/>
          </ac:spMkLst>
        </pc:spChg>
        <pc:spChg chg="add">
          <ac:chgData name="Sam Duncan" userId="S::sduncan@openboxsoftware.com::c1d0992b-0ec5-443a-8c6c-87e1361e2b1d" providerId="AD" clId="Web-{212C71DF-4BFE-8394-4252-F1E6BBDCD993}" dt="2023-08-23T05:36:35.342" v="82"/>
          <ac:spMkLst>
            <pc:docMk/>
            <pc:sldMk cId="324089379" sldId="484"/>
            <ac:spMk id="19" creationId="{16728AC5-950A-F2AC-2C5D-A6A012087EBE}"/>
          </ac:spMkLst>
        </pc:spChg>
        <pc:spChg chg="add">
          <ac:chgData name="Sam Duncan" userId="S::sduncan@openboxsoftware.com::c1d0992b-0ec5-443a-8c6c-87e1361e2b1d" providerId="AD" clId="Web-{212C71DF-4BFE-8394-4252-F1E6BBDCD993}" dt="2023-08-23T05:36:35.357" v="83"/>
          <ac:spMkLst>
            <pc:docMk/>
            <pc:sldMk cId="324089379" sldId="484"/>
            <ac:spMk id="21" creationId="{4F4C9692-DAC0-2C96-080D-1DAD3F6AC4D3}"/>
          </ac:spMkLst>
        </pc:spChg>
        <pc:spChg chg="add">
          <ac:chgData name="Sam Duncan" userId="S::sduncan@openboxsoftware.com::c1d0992b-0ec5-443a-8c6c-87e1361e2b1d" providerId="AD" clId="Web-{212C71DF-4BFE-8394-4252-F1E6BBDCD993}" dt="2023-08-23T05:36:35.373" v="84"/>
          <ac:spMkLst>
            <pc:docMk/>
            <pc:sldMk cId="324089379" sldId="484"/>
            <ac:spMk id="23" creationId="{D249705F-6FE9-39AF-7C8F-62669687C427}"/>
          </ac:spMkLst>
        </pc:spChg>
        <pc:spChg chg="add">
          <ac:chgData name="Sam Duncan" userId="S::sduncan@openboxsoftware.com::c1d0992b-0ec5-443a-8c6c-87e1361e2b1d" providerId="AD" clId="Web-{212C71DF-4BFE-8394-4252-F1E6BBDCD993}" dt="2023-08-23T05:36:35.389" v="85"/>
          <ac:spMkLst>
            <pc:docMk/>
            <pc:sldMk cId="324089379" sldId="484"/>
            <ac:spMk id="25" creationId="{71A2B663-4A3C-949D-B6A8-F3DA4330B6CF}"/>
          </ac:spMkLst>
        </pc:spChg>
        <pc:spChg chg="add">
          <ac:chgData name="Sam Duncan" userId="S::sduncan@openboxsoftware.com::c1d0992b-0ec5-443a-8c6c-87e1361e2b1d" providerId="AD" clId="Web-{212C71DF-4BFE-8394-4252-F1E6BBDCD993}" dt="2023-08-23T05:51:12.329" v="1012"/>
          <ac:spMkLst>
            <pc:docMk/>
            <pc:sldMk cId="324089379" sldId="484"/>
            <ac:spMk id="32" creationId="{188594E2-F5D3-D0F5-405A-5F46076BC459}"/>
          </ac:spMkLst>
        </pc:spChg>
        <pc:spChg chg="add">
          <ac:chgData name="Sam Duncan" userId="S::sduncan@openboxsoftware.com::c1d0992b-0ec5-443a-8c6c-87e1361e2b1d" providerId="AD" clId="Web-{212C71DF-4BFE-8394-4252-F1E6BBDCD993}" dt="2023-08-23T05:51:12.375" v="1013"/>
          <ac:spMkLst>
            <pc:docMk/>
            <pc:sldMk cId="324089379" sldId="484"/>
            <ac:spMk id="34" creationId="{4DA2E7B2-C2A5-4185-BB23-F40C23BDD30E}"/>
          </ac:spMkLst>
        </pc:spChg>
        <pc:spChg chg="add">
          <ac:chgData name="Sam Duncan" userId="S::sduncan@openboxsoftware.com::c1d0992b-0ec5-443a-8c6c-87e1361e2b1d" providerId="AD" clId="Web-{212C71DF-4BFE-8394-4252-F1E6BBDCD993}" dt="2023-08-23T05:51:12.391" v="1014"/>
          <ac:spMkLst>
            <pc:docMk/>
            <pc:sldMk cId="324089379" sldId="484"/>
            <ac:spMk id="36" creationId="{176320B9-DE20-2EF6-8A53-E7166C26FCEE}"/>
          </ac:spMkLst>
        </pc:spChg>
        <pc:spChg chg="add">
          <ac:chgData name="Sam Duncan" userId="S::sduncan@openboxsoftware.com::c1d0992b-0ec5-443a-8c6c-87e1361e2b1d" providerId="AD" clId="Web-{212C71DF-4BFE-8394-4252-F1E6BBDCD993}" dt="2023-08-23T05:51:12.407" v="1015"/>
          <ac:spMkLst>
            <pc:docMk/>
            <pc:sldMk cId="324089379" sldId="484"/>
            <ac:spMk id="38" creationId="{5D3562F8-D739-4AA7-1443-5BA1A8987D17}"/>
          </ac:spMkLst>
        </pc:spChg>
        <pc:spChg chg="add">
          <ac:chgData name="Sam Duncan" userId="S::sduncan@openboxsoftware.com::c1d0992b-0ec5-443a-8c6c-87e1361e2b1d" providerId="AD" clId="Web-{212C71DF-4BFE-8394-4252-F1E6BBDCD993}" dt="2023-08-23T05:51:12.422" v="1016"/>
          <ac:spMkLst>
            <pc:docMk/>
            <pc:sldMk cId="324089379" sldId="484"/>
            <ac:spMk id="40" creationId="{A57B475D-D6DC-E207-E1ED-FA2AB75A009B}"/>
          </ac:spMkLst>
        </pc:spChg>
        <pc:spChg chg="add">
          <ac:chgData name="Sam Duncan" userId="S::sduncan@openboxsoftware.com::c1d0992b-0ec5-443a-8c6c-87e1361e2b1d" providerId="AD" clId="Web-{212C71DF-4BFE-8394-4252-F1E6BBDCD993}" dt="2023-08-23T05:51:12.438" v="1017"/>
          <ac:spMkLst>
            <pc:docMk/>
            <pc:sldMk cId="324089379" sldId="484"/>
            <ac:spMk id="42" creationId="{0DBCB3D6-9F3D-F8E5-50D5-63FDDCBDE0AC}"/>
          </ac:spMkLst>
        </pc:spChg>
        <pc:spChg chg="add">
          <ac:chgData name="Sam Duncan" userId="S::sduncan@openboxsoftware.com::c1d0992b-0ec5-443a-8c6c-87e1361e2b1d" providerId="AD" clId="Web-{212C71DF-4BFE-8394-4252-F1E6BBDCD993}" dt="2023-08-23T05:51:12.454" v="1018"/>
          <ac:spMkLst>
            <pc:docMk/>
            <pc:sldMk cId="324089379" sldId="484"/>
            <ac:spMk id="44" creationId="{7BC692A1-0134-B8A4-C499-9FED1A0C3748}"/>
          </ac:spMkLst>
        </pc:spChg>
        <pc:spChg chg="add">
          <ac:chgData name="Sam Duncan" userId="S::sduncan@openboxsoftware.com::c1d0992b-0ec5-443a-8c6c-87e1361e2b1d" providerId="AD" clId="Web-{212C71DF-4BFE-8394-4252-F1E6BBDCD993}" dt="2023-08-23T05:51:12.485" v="1019"/>
          <ac:spMkLst>
            <pc:docMk/>
            <pc:sldMk cId="324089379" sldId="484"/>
            <ac:spMk id="46" creationId="{A41589C7-5C1D-B792-5DF5-EC03F777D1C2}"/>
          </ac:spMkLst>
        </pc:spChg>
        <pc:spChg chg="add">
          <ac:chgData name="Sam Duncan" userId="S::sduncan@openboxsoftware.com::c1d0992b-0ec5-443a-8c6c-87e1361e2b1d" providerId="AD" clId="Web-{212C71DF-4BFE-8394-4252-F1E6BBDCD993}" dt="2023-08-23T05:51:12.500" v="1020"/>
          <ac:spMkLst>
            <pc:docMk/>
            <pc:sldMk cId="324089379" sldId="484"/>
            <ac:spMk id="48" creationId="{CCF22691-41F5-BAA2-B155-68AF9303A0E9}"/>
          </ac:spMkLst>
        </pc:spChg>
        <pc:spChg chg="add">
          <ac:chgData name="Sam Duncan" userId="S::sduncan@openboxsoftware.com::c1d0992b-0ec5-443a-8c6c-87e1361e2b1d" providerId="AD" clId="Web-{212C71DF-4BFE-8394-4252-F1E6BBDCD993}" dt="2023-08-23T05:51:12.532" v="1021"/>
          <ac:spMkLst>
            <pc:docMk/>
            <pc:sldMk cId="324089379" sldId="484"/>
            <ac:spMk id="50" creationId="{E6FFE2D4-2B50-8361-1717-2131203BAEC1}"/>
          </ac:spMkLst>
        </pc:spChg>
        <pc:spChg chg="add del">
          <ac:chgData name="Sam Duncan" userId="S::sduncan@openboxsoftware.com::c1d0992b-0ec5-443a-8c6c-87e1361e2b1d" providerId="AD" clId="Web-{212C71DF-4BFE-8394-4252-F1E6BBDCD993}" dt="2023-08-23T06:17:51.624" v="1499"/>
          <ac:spMkLst>
            <pc:docMk/>
            <pc:sldMk cId="324089379" sldId="484"/>
            <ac:spMk id="56" creationId="{4AF70A4A-7939-44D0-4103-F1C6DB9E4D34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52:13.705" v="2509" actId="1076"/>
          <ac:spMkLst>
            <pc:docMk/>
            <pc:sldMk cId="324089379" sldId="484"/>
            <ac:spMk id="57" creationId="{747AD4AD-E35C-75F2-4224-5D13AABEFAB5}"/>
          </ac:spMkLst>
        </pc:spChg>
        <pc:grpChg chg="add del">
          <ac:chgData name="Sam Duncan" userId="S::sduncan@openboxsoftware.com::c1d0992b-0ec5-443a-8c6c-87e1361e2b1d" providerId="AD" clId="Web-{212C71DF-4BFE-8394-4252-F1E6BBDCD993}" dt="2023-08-23T05:36:47.498" v="89"/>
          <ac:grpSpMkLst>
            <pc:docMk/>
            <pc:sldMk cId="324089379" sldId="484"/>
            <ac:grpSpMk id="30" creationId="{95E51F7C-2F5A-2257-0FCE-08F4919A312C}"/>
          </ac:grpSpMkLst>
        </pc:grpChg>
        <pc:grpChg chg="add mod">
          <ac:chgData name="Sam Duncan" userId="S::sduncan@openboxsoftware.com::c1d0992b-0ec5-443a-8c6c-87e1361e2b1d" providerId="AD" clId="Web-{212C71DF-4BFE-8394-4252-F1E6BBDCD993}" dt="2023-08-23T06:52:02.892" v="2508" actId="1076"/>
          <ac:grpSpMkLst>
            <pc:docMk/>
            <pc:sldMk cId="324089379" sldId="484"/>
            <ac:grpSpMk id="55" creationId="{1DAF3C6C-CA92-D985-6070-AEC2BED550BC}"/>
          </ac:grpSpMkLst>
        </pc:grpChg>
        <pc:cxnChg chg="add">
          <ac:chgData name="Sam Duncan" userId="S::sduncan@openboxsoftware.com::c1d0992b-0ec5-443a-8c6c-87e1361e2b1d" providerId="AD" clId="Web-{212C71DF-4BFE-8394-4252-F1E6BBDCD993}" dt="2023-08-23T05:36:35.404" v="86"/>
          <ac:cxnSpMkLst>
            <pc:docMk/>
            <pc:sldMk cId="324089379" sldId="484"/>
            <ac:cxnSpMk id="27" creationId="{2353BF4C-5667-842F-D786-278CDF60EBBF}"/>
          </ac:cxnSpMkLst>
        </pc:cxnChg>
        <pc:cxnChg chg="add">
          <ac:chgData name="Sam Duncan" userId="S::sduncan@openboxsoftware.com::c1d0992b-0ec5-443a-8c6c-87e1361e2b1d" providerId="AD" clId="Web-{212C71DF-4BFE-8394-4252-F1E6BBDCD993}" dt="2023-08-23T05:36:35.420" v="87"/>
          <ac:cxnSpMkLst>
            <pc:docMk/>
            <pc:sldMk cId="324089379" sldId="484"/>
            <ac:cxnSpMk id="29" creationId="{465203DF-1E56-E15E-B079-D846081F8E86}"/>
          </ac:cxnSpMkLst>
        </pc:cxnChg>
        <pc:cxnChg chg="add">
          <ac:chgData name="Sam Duncan" userId="S::sduncan@openboxsoftware.com::c1d0992b-0ec5-443a-8c6c-87e1361e2b1d" providerId="AD" clId="Web-{212C71DF-4BFE-8394-4252-F1E6BBDCD993}" dt="2023-08-23T05:51:12.547" v="1022"/>
          <ac:cxnSpMkLst>
            <pc:docMk/>
            <pc:sldMk cId="324089379" sldId="484"/>
            <ac:cxnSpMk id="52" creationId="{76866BC4-011C-7CCF-C852-4A99ED28EA81}"/>
          </ac:cxnSpMkLst>
        </pc:cxnChg>
        <pc:cxnChg chg="add">
          <ac:chgData name="Sam Duncan" userId="S::sduncan@openboxsoftware.com::c1d0992b-0ec5-443a-8c6c-87e1361e2b1d" providerId="AD" clId="Web-{212C71DF-4BFE-8394-4252-F1E6BBDCD993}" dt="2023-08-23T05:51:12.563" v="1023"/>
          <ac:cxnSpMkLst>
            <pc:docMk/>
            <pc:sldMk cId="324089379" sldId="484"/>
            <ac:cxnSpMk id="54" creationId="{327D3576-A6DB-624A-EDED-1341A66F89C7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 mod">
              <pc226:chgData name="Sam Duncan" userId="S::sduncan@openboxsoftware.com::c1d0992b-0ec5-443a-8c6c-87e1361e2b1d" providerId="AD" clId="Web-{212C71DF-4BFE-8394-4252-F1E6BBDCD993}" dt="2023-08-23T05:54:47.899" v="1090"/>
              <pc2:cmMkLst xmlns:pc2="http://schemas.microsoft.com/office/powerpoint/2019/9/main/command">
                <pc:docMk/>
                <pc:sldMk cId="324089379" sldId="484"/>
                <pc2:cmMk id="{3DE7F7FD-A956-4200-A430-D1B5570C2E55}"/>
              </pc2:cmMkLst>
            </pc226:cmChg>
          </p:ext>
        </pc:extLst>
      </pc:sldChg>
      <pc:sldChg chg="addSp modSp new addCm modCm">
        <pc:chgData name="Sam Duncan" userId="S::sduncan@openboxsoftware.com::c1d0992b-0ec5-443a-8c6c-87e1361e2b1d" providerId="AD" clId="Web-{212C71DF-4BFE-8394-4252-F1E6BBDCD993}" dt="2023-08-23T06:47:08.756" v="2229" actId="20577"/>
        <pc:sldMkLst>
          <pc:docMk/>
          <pc:sldMk cId="975271368" sldId="485"/>
        </pc:sldMkLst>
        <pc:spChg chg="mod">
          <ac:chgData name="Sam Duncan" userId="S::sduncan@openboxsoftware.com::c1d0992b-0ec5-443a-8c6c-87e1361e2b1d" providerId="AD" clId="Web-{212C71DF-4BFE-8394-4252-F1E6BBDCD993}" dt="2023-08-23T06:28:36.071" v="1669" actId="20577"/>
          <ac:spMkLst>
            <pc:docMk/>
            <pc:sldMk cId="975271368" sldId="485"/>
            <ac:spMk id="2" creationId="{4AAE06A3-AAF5-0280-2B82-3D7930C8F387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47:08.756" v="2229" actId="20577"/>
          <ac:spMkLst>
            <pc:docMk/>
            <pc:sldMk cId="975271368" sldId="485"/>
            <ac:spMk id="3" creationId="{804C656F-3AAB-48C0-B167-4723DFB899F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am Duncan" userId="S::sduncan@openboxsoftware.com::c1d0992b-0ec5-443a-8c6c-87e1361e2b1d" providerId="AD" clId="Web-{212C71DF-4BFE-8394-4252-F1E6BBDCD993}" dt="2023-08-23T06:46:29.145" v="2226"/>
              <pc2:cmMkLst xmlns:pc2="http://schemas.microsoft.com/office/powerpoint/2019/9/main/command">
                <pc:docMk/>
                <pc:sldMk cId="975271368" sldId="485"/>
                <pc2:cmMk id="{7969ED34-715A-4F55-8349-6F4038681B3E}"/>
              </pc2:cmMkLst>
            </pc226:cmChg>
            <pc226:cmChg xmlns:pc226="http://schemas.microsoft.com/office/powerpoint/2022/06/main/command" chg="add mod">
              <pc226:chgData name="Sam Duncan" userId="S::sduncan@openboxsoftware.com::c1d0992b-0ec5-443a-8c6c-87e1361e2b1d" providerId="AD" clId="Web-{212C71DF-4BFE-8394-4252-F1E6BBDCD993}" dt="2023-08-23T06:46:09.926" v="2225" actId="20577"/>
              <pc2:cmMkLst xmlns:pc2="http://schemas.microsoft.com/office/powerpoint/2019/9/main/command">
                <pc:docMk/>
                <pc:sldMk cId="975271368" sldId="485"/>
                <pc2:cmMk id="{16A81A91-C266-484D-B152-24C92863C68E}"/>
              </pc2:cmMkLst>
            </pc226:cmChg>
            <pc226:cmChg xmlns:pc226="http://schemas.microsoft.com/office/powerpoint/2022/06/main/command" chg="add">
              <pc226:chgData name="Sam Duncan" userId="S::sduncan@openboxsoftware.com::c1d0992b-0ec5-443a-8c6c-87e1361e2b1d" providerId="AD" clId="Web-{212C71DF-4BFE-8394-4252-F1E6BBDCD993}" dt="2023-08-23T06:47:03.350" v="2228"/>
              <pc2:cmMkLst xmlns:pc2="http://schemas.microsoft.com/office/powerpoint/2019/9/main/command">
                <pc:docMk/>
                <pc:sldMk cId="975271368" sldId="485"/>
                <pc2:cmMk id="{EF0FF3A1-8A7D-44B1-AD0B-CD2D21BFF3F5}"/>
              </pc2:cmMkLst>
            </pc226:cmChg>
            <pc226:cmChg xmlns:pc226="http://schemas.microsoft.com/office/powerpoint/2022/06/main/command" chg="add">
              <pc226:chgData name="Sam Duncan" userId="S::sduncan@openboxsoftware.com::c1d0992b-0ec5-443a-8c6c-87e1361e2b1d" providerId="AD" clId="Web-{212C71DF-4BFE-8394-4252-F1E6BBDCD993}" dt="2023-08-23T06:46:47.115" v="2227"/>
              <pc2:cmMkLst xmlns:pc2="http://schemas.microsoft.com/office/powerpoint/2019/9/main/command">
                <pc:docMk/>
                <pc:sldMk cId="975271368" sldId="485"/>
                <pc2:cmMk id="{3560E2D7-FC4F-4713-9960-74167ED1D442}"/>
              </pc2:cmMkLst>
            </pc226:cmChg>
          </p:ext>
        </pc:extLst>
      </pc:sldChg>
      <pc:sldChg chg="addSp delSp modSp new addCm">
        <pc:chgData name="Sam Duncan" userId="S::sduncan@openboxsoftware.com::c1d0992b-0ec5-443a-8c6c-87e1361e2b1d" providerId="AD" clId="Web-{212C71DF-4BFE-8394-4252-F1E6BBDCD993}" dt="2023-08-23T06:28:30.368" v="1660" actId="1076"/>
        <pc:sldMkLst>
          <pc:docMk/>
          <pc:sldMk cId="3547567370" sldId="486"/>
        </pc:sldMkLst>
        <pc:spChg chg="mod">
          <ac:chgData name="Sam Duncan" userId="S::sduncan@openboxsoftware.com::c1d0992b-0ec5-443a-8c6c-87e1361e2b1d" providerId="AD" clId="Web-{212C71DF-4BFE-8394-4252-F1E6BBDCD993}" dt="2023-08-23T06:27:09.052" v="1650" actId="20577"/>
          <ac:spMkLst>
            <pc:docMk/>
            <pc:sldMk cId="3547567370" sldId="486"/>
            <ac:spMk id="2" creationId="{B19FCB0E-FF95-B809-1F0C-89268D44BF67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00:03.990" v="1189" actId="1076"/>
          <ac:spMkLst>
            <pc:docMk/>
            <pc:sldMk cId="3547567370" sldId="486"/>
            <ac:spMk id="6" creationId="{00ED9B63-D375-FA51-8345-3208F0F04887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00:04.006" v="1190" actId="1076"/>
          <ac:spMkLst>
            <pc:docMk/>
            <pc:sldMk cId="3547567370" sldId="486"/>
            <ac:spMk id="8" creationId="{0BFA78A4-2B4B-4AE5-50FF-64DC4C00BA12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00:04.021" v="1191" actId="1076"/>
          <ac:spMkLst>
            <pc:docMk/>
            <pc:sldMk cId="3547567370" sldId="486"/>
            <ac:spMk id="10" creationId="{221CCDAD-EB99-5E80-8C34-33F01A832F2C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00:04.036" v="1192" actId="1076"/>
          <ac:spMkLst>
            <pc:docMk/>
            <pc:sldMk cId="3547567370" sldId="486"/>
            <ac:spMk id="12" creationId="{F71307E7-44EE-27B2-0CDC-B951E3730379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00:04.052" v="1193" actId="1076"/>
          <ac:spMkLst>
            <pc:docMk/>
            <pc:sldMk cId="3547567370" sldId="486"/>
            <ac:spMk id="14" creationId="{41AB5C54-51F0-46C4-32FA-07A6F13A1521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00:04.068" v="1194" actId="1076"/>
          <ac:spMkLst>
            <pc:docMk/>
            <pc:sldMk cId="3547567370" sldId="486"/>
            <ac:spMk id="16" creationId="{77D32125-6703-9E86-7C60-7FDF2BFFEC18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00:04.084" v="1195" actId="1076"/>
          <ac:spMkLst>
            <pc:docMk/>
            <pc:sldMk cId="3547567370" sldId="486"/>
            <ac:spMk id="18" creationId="{E98F5869-216D-C13D-22E1-172E4CA34263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00:04.099" v="1196" actId="1076"/>
          <ac:spMkLst>
            <pc:docMk/>
            <pc:sldMk cId="3547567370" sldId="486"/>
            <ac:spMk id="20" creationId="{ADB736C7-AA03-D0E2-F33D-8D0C4F69ABCC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00:04.099" v="1197" actId="1076"/>
          <ac:spMkLst>
            <pc:docMk/>
            <pc:sldMk cId="3547567370" sldId="486"/>
            <ac:spMk id="22" creationId="{78F013D6-FE7C-BB86-DB1E-57711C4FFDC5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00:04.146" v="1200" actId="1076"/>
          <ac:spMkLst>
            <pc:docMk/>
            <pc:sldMk cId="3547567370" sldId="486"/>
            <ac:spMk id="34" creationId="{939943AA-43D0-FF2A-0D6C-2AC4EB8153D8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00:04.161" v="1202" actId="1076"/>
          <ac:spMkLst>
            <pc:docMk/>
            <pc:sldMk cId="3547567370" sldId="486"/>
            <ac:spMk id="38" creationId="{50CE2D08-85C0-2C33-F1DF-BF16879CD6F0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00:04.193" v="1204" actId="1076"/>
          <ac:spMkLst>
            <pc:docMk/>
            <pc:sldMk cId="3547567370" sldId="486"/>
            <ac:spMk id="42" creationId="{C481FDF0-D05D-4788-9CED-17E2234371B8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00:04.240" v="1206" actId="1076"/>
          <ac:spMkLst>
            <pc:docMk/>
            <pc:sldMk cId="3547567370" sldId="486"/>
            <ac:spMk id="46" creationId="{CE79F8B3-38A9-7686-2714-E830698F2D3E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02:32.292" v="1336" actId="20577"/>
          <ac:spMkLst>
            <pc:docMk/>
            <pc:sldMk cId="3547567370" sldId="486"/>
            <ac:spMk id="50" creationId="{0A1402FD-717A-E783-F7E9-A21CB30BF96F}"/>
          </ac:spMkLst>
        </pc:spChg>
        <pc:spChg chg="add del mod">
          <ac:chgData name="Sam Duncan" userId="S::sduncan@openboxsoftware.com::c1d0992b-0ec5-443a-8c6c-87e1361e2b1d" providerId="AD" clId="Web-{212C71DF-4BFE-8394-4252-F1E6BBDCD993}" dt="2023-08-23T06:12:42.800" v="1393"/>
          <ac:spMkLst>
            <pc:docMk/>
            <pc:sldMk cId="3547567370" sldId="486"/>
            <ac:spMk id="53" creationId="{893A4E82-E9AA-37B0-4580-18AAF86DB056}"/>
          </ac:spMkLst>
        </pc:spChg>
        <pc:spChg chg="add del mod">
          <ac:chgData name="Sam Duncan" userId="S::sduncan@openboxsoftware.com::c1d0992b-0ec5-443a-8c6c-87e1361e2b1d" providerId="AD" clId="Web-{212C71DF-4BFE-8394-4252-F1E6BBDCD993}" dt="2023-08-23T06:13:00.535" v="1407"/>
          <ac:spMkLst>
            <pc:docMk/>
            <pc:sldMk cId="3547567370" sldId="486"/>
            <ac:spMk id="55" creationId="{5053F5B1-C30B-279F-E16D-95AEDEEA23A2}"/>
          </ac:spMkLst>
        </pc:spChg>
        <pc:spChg chg="add del mod">
          <ac:chgData name="Sam Duncan" userId="S::sduncan@openboxsoftware.com::c1d0992b-0ec5-443a-8c6c-87e1361e2b1d" providerId="AD" clId="Web-{212C71DF-4BFE-8394-4252-F1E6BBDCD993}" dt="2023-08-23T06:13:00.535" v="1406"/>
          <ac:spMkLst>
            <pc:docMk/>
            <pc:sldMk cId="3547567370" sldId="486"/>
            <ac:spMk id="57" creationId="{17B9DD16-F47E-776D-CAD9-9AB14F812232}"/>
          </ac:spMkLst>
        </pc:spChg>
        <pc:spChg chg="add del mod">
          <ac:chgData name="Sam Duncan" userId="S::sduncan@openboxsoftware.com::c1d0992b-0ec5-443a-8c6c-87e1361e2b1d" providerId="AD" clId="Web-{212C71DF-4BFE-8394-4252-F1E6BBDCD993}" dt="2023-08-23T06:13:00.535" v="1403"/>
          <ac:spMkLst>
            <pc:docMk/>
            <pc:sldMk cId="3547567370" sldId="486"/>
            <ac:spMk id="71" creationId="{D7C4EFEC-5917-D946-16CB-98543BF76D8A}"/>
          </ac:spMkLst>
        </pc:spChg>
        <pc:spChg chg="add del mod">
          <ac:chgData name="Sam Duncan" userId="S::sduncan@openboxsoftware.com::c1d0992b-0ec5-443a-8c6c-87e1361e2b1d" providerId="AD" clId="Web-{212C71DF-4BFE-8394-4252-F1E6BBDCD993}" dt="2023-08-23T06:13:00.535" v="1401"/>
          <ac:spMkLst>
            <pc:docMk/>
            <pc:sldMk cId="3547567370" sldId="486"/>
            <ac:spMk id="75" creationId="{726D1F6E-E1C2-2B66-41C8-FB6BAD65E417}"/>
          </ac:spMkLst>
        </pc:spChg>
        <pc:spChg chg="add del mod">
          <ac:chgData name="Sam Duncan" userId="S::sduncan@openboxsoftware.com::c1d0992b-0ec5-443a-8c6c-87e1361e2b1d" providerId="AD" clId="Web-{212C71DF-4BFE-8394-4252-F1E6BBDCD993}" dt="2023-08-23T06:13:00.535" v="1399"/>
          <ac:spMkLst>
            <pc:docMk/>
            <pc:sldMk cId="3547567370" sldId="486"/>
            <ac:spMk id="79" creationId="{BB4F3BB7-B3BE-3A6F-9A6A-DD72864C4254}"/>
          </ac:spMkLst>
        </pc:spChg>
        <pc:spChg chg="add del mod">
          <ac:chgData name="Sam Duncan" userId="S::sduncan@openboxsoftware.com::c1d0992b-0ec5-443a-8c6c-87e1361e2b1d" providerId="AD" clId="Web-{212C71DF-4BFE-8394-4252-F1E6BBDCD993}" dt="2023-08-23T06:13:00.535" v="1397"/>
          <ac:spMkLst>
            <pc:docMk/>
            <pc:sldMk cId="3547567370" sldId="486"/>
            <ac:spMk id="83" creationId="{06D13E23-D5CF-A616-3599-B44B62364988}"/>
          </ac:spMkLst>
        </pc:spChg>
        <pc:spChg chg="add">
          <ac:chgData name="Sam Duncan" userId="S::sduncan@openboxsoftware.com::c1d0992b-0ec5-443a-8c6c-87e1361e2b1d" providerId="AD" clId="Web-{212C71DF-4BFE-8394-4252-F1E6BBDCD993}" dt="2023-08-23T06:11:51.220" v="1380"/>
          <ac:spMkLst>
            <pc:docMk/>
            <pc:sldMk cId="3547567370" sldId="486"/>
            <ac:spMk id="84" creationId="{FC4EB680-5D71-BD98-6D40-08EF22A951AB}"/>
          </ac:spMkLst>
        </pc:spChg>
        <pc:spChg chg="add">
          <ac:chgData name="Sam Duncan" userId="S::sduncan@openboxsoftware.com::c1d0992b-0ec5-443a-8c6c-87e1361e2b1d" providerId="AD" clId="Web-{212C71DF-4BFE-8394-4252-F1E6BBDCD993}" dt="2023-08-23T06:11:51.252" v="1381"/>
          <ac:spMkLst>
            <pc:docMk/>
            <pc:sldMk cId="3547567370" sldId="486"/>
            <ac:spMk id="85" creationId="{363CC922-3C26-6718-FFA8-0CA7AF5B4A02}"/>
          </ac:spMkLst>
        </pc:spChg>
        <pc:spChg chg="add mod topLvl">
          <ac:chgData name="Sam Duncan" userId="S::sduncan@openboxsoftware.com::c1d0992b-0ec5-443a-8c6c-87e1361e2b1d" providerId="AD" clId="Web-{212C71DF-4BFE-8394-4252-F1E6BBDCD993}" dt="2023-08-23T06:28:23.414" v="1658"/>
          <ac:spMkLst>
            <pc:docMk/>
            <pc:sldMk cId="3547567370" sldId="486"/>
            <ac:spMk id="98" creationId="{EB282537-C075-62EE-D3A9-0215861A2A6B}"/>
          </ac:spMkLst>
        </pc:spChg>
        <pc:spChg chg="add mod topLvl">
          <ac:chgData name="Sam Duncan" userId="S::sduncan@openboxsoftware.com::c1d0992b-0ec5-443a-8c6c-87e1361e2b1d" providerId="AD" clId="Web-{212C71DF-4BFE-8394-4252-F1E6BBDCD993}" dt="2023-08-23T06:28:23.414" v="1658"/>
          <ac:spMkLst>
            <pc:docMk/>
            <pc:sldMk cId="3547567370" sldId="486"/>
            <ac:spMk id="100" creationId="{08F79984-E331-77DF-CAC7-2AC5DE07B8E0}"/>
          </ac:spMkLst>
        </pc:spChg>
        <pc:spChg chg="add mod topLvl">
          <ac:chgData name="Sam Duncan" userId="S::sduncan@openboxsoftware.com::c1d0992b-0ec5-443a-8c6c-87e1361e2b1d" providerId="AD" clId="Web-{212C71DF-4BFE-8394-4252-F1E6BBDCD993}" dt="2023-08-23T06:28:23.414" v="1658"/>
          <ac:spMkLst>
            <pc:docMk/>
            <pc:sldMk cId="3547567370" sldId="486"/>
            <ac:spMk id="102" creationId="{099AF624-620E-1947-A147-166DFBC82590}"/>
          </ac:spMkLst>
        </pc:spChg>
        <pc:spChg chg="add mod topLvl">
          <ac:chgData name="Sam Duncan" userId="S::sduncan@openboxsoftware.com::c1d0992b-0ec5-443a-8c6c-87e1361e2b1d" providerId="AD" clId="Web-{212C71DF-4BFE-8394-4252-F1E6BBDCD993}" dt="2023-08-23T06:28:23.414" v="1658"/>
          <ac:spMkLst>
            <pc:docMk/>
            <pc:sldMk cId="3547567370" sldId="486"/>
            <ac:spMk id="104" creationId="{F5C478DA-DCF8-E101-7DA3-39D8273F5682}"/>
          </ac:spMkLst>
        </pc:spChg>
        <pc:spChg chg="add mod topLvl">
          <ac:chgData name="Sam Duncan" userId="S::sduncan@openboxsoftware.com::c1d0992b-0ec5-443a-8c6c-87e1361e2b1d" providerId="AD" clId="Web-{212C71DF-4BFE-8394-4252-F1E6BBDCD993}" dt="2023-08-23T06:28:23.414" v="1658"/>
          <ac:spMkLst>
            <pc:docMk/>
            <pc:sldMk cId="3547567370" sldId="486"/>
            <ac:spMk id="106" creationId="{FF53CA81-3C11-FE24-7147-3BB3EBD6058B}"/>
          </ac:spMkLst>
        </pc:spChg>
        <pc:spChg chg="add mod topLvl">
          <ac:chgData name="Sam Duncan" userId="S::sduncan@openboxsoftware.com::c1d0992b-0ec5-443a-8c6c-87e1361e2b1d" providerId="AD" clId="Web-{212C71DF-4BFE-8394-4252-F1E6BBDCD993}" dt="2023-08-23T06:28:23.414" v="1658"/>
          <ac:spMkLst>
            <pc:docMk/>
            <pc:sldMk cId="3547567370" sldId="486"/>
            <ac:spMk id="108" creationId="{B2ECD538-42EA-F2A7-8E72-355A88170D84}"/>
          </ac:spMkLst>
        </pc:spChg>
        <pc:spChg chg="add mod topLvl">
          <ac:chgData name="Sam Duncan" userId="S::sduncan@openboxsoftware.com::c1d0992b-0ec5-443a-8c6c-87e1361e2b1d" providerId="AD" clId="Web-{212C71DF-4BFE-8394-4252-F1E6BBDCD993}" dt="2023-08-23T06:28:23.414" v="1658"/>
          <ac:spMkLst>
            <pc:docMk/>
            <pc:sldMk cId="3547567370" sldId="486"/>
            <ac:spMk id="110" creationId="{D7115975-2382-1D08-C5FC-2B6F13BA9FCF}"/>
          </ac:spMkLst>
        </pc:spChg>
        <pc:spChg chg="add mod topLvl">
          <ac:chgData name="Sam Duncan" userId="S::sduncan@openboxsoftware.com::c1d0992b-0ec5-443a-8c6c-87e1361e2b1d" providerId="AD" clId="Web-{212C71DF-4BFE-8394-4252-F1E6BBDCD993}" dt="2023-08-23T06:28:23.414" v="1658"/>
          <ac:spMkLst>
            <pc:docMk/>
            <pc:sldMk cId="3547567370" sldId="486"/>
            <ac:spMk id="112" creationId="{E78A0571-C30F-D54D-3939-271B682E3F17}"/>
          </ac:spMkLst>
        </pc:spChg>
        <pc:spChg chg="add mod topLvl">
          <ac:chgData name="Sam Duncan" userId="S::sduncan@openboxsoftware.com::c1d0992b-0ec5-443a-8c6c-87e1361e2b1d" providerId="AD" clId="Web-{212C71DF-4BFE-8394-4252-F1E6BBDCD993}" dt="2023-08-23T06:28:23.414" v="1658"/>
          <ac:spMkLst>
            <pc:docMk/>
            <pc:sldMk cId="3547567370" sldId="486"/>
            <ac:spMk id="116" creationId="{CE58CC9A-3036-2E6D-9345-1178CB699B2C}"/>
          </ac:spMkLst>
        </pc:spChg>
        <pc:spChg chg="add mod topLvl">
          <ac:chgData name="Sam Duncan" userId="S::sduncan@openboxsoftware.com::c1d0992b-0ec5-443a-8c6c-87e1361e2b1d" providerId="AD" clId="Web-{212C71DF-4BFE-8394-4252-F1E6BBDCD993}" dt="2023-08-23T06:28:23.414" v="1658"/>
          <ac:spMkLst>
            <pc:docMk/>
            <pc:sldMk cId="3547567370" sldId="486"/>
            <ac:spMk id="122" creationId="{E6851D50-5846-8F00-35DF-4B474C810838}"/>
          </ac:spMkLst>
        </pc:spChg>
        <pc:grpChg chg="add mod">
          <ac:chgData name="Sam Duncan" userId="S::sduncan@openboxsoftware.com::c1d0992b-0ec5-443a-8c6c-87e1361e2b1d" providerId="AD" clId="Web-{212C71DF-4BFE-8394-4252-F1E6BBDCD993}" dt="2023-08-23T06:00:04.130" v="1198" actId="1076"/>
          <ac:grpSpMkLst>
            <pc:docMk/>
            <pc:sldMk cId="3547567370" sldId="486"/>
            <ac:grpSpMk id="30" creationId="{E9E69D5A-F0FD-56BD-E981-2C1788E6CDE7}"/>
          </ac:grpSpMkLst>
        </pc:grpChg>
        <pc:grpChg chg="add del mod">
          <ac:chgData name="Sam Duncan" userId="S::sduncan@openboxsoftware.com::c1d0992b-0ec5-443a-8c6c-87e1361e2b1d" providerId="AD" clId="Web-{212C71DF-4BFE-8394-4252-F1E6BBDCD993}" dt="2023-08-23T06:19:42.019" v="1521"/>
          <ac:grpSpMkLst>
            <pc:docMk/>
            <pc:sldMk cId="3547567370" sldId="486"/>
            <ac:grpSpMk id="51" creationId="{6B4885F6-1CA8-FA47-27B2-ADFE24DDD48F}"/>
          </ac:grpSpMkLst>
        </pc:grpChg>
        <pc:grpChg chg="add del mod">
          <ac:chgData name="Sam Duncan" userId="S::sduncan@openboxsoftware.com::c1d0992b-0ec5-443a-8c6c-87e1361e2b1d" providerId="AD" clId="Web-{212C71DF-4BFE-8394-4252-F1E6BBDCD993}" dt="2023-08-23T06:13:00.535" v="1405"/>
          <ac:grpSpMkLst>
            <pc:docMk/>
            <pc:sldMk cId="3547567370" sldId="486"/>
            <ac:grpSpMk id="67" creationId="{BD0CEBF8-724F-7080-A821-68D0D6C1A1DA}"/>
          </ac:grpSpMkLst>
        </pc:grpChg>
        <pc:grpChg chg="add">
          <ac:chgData name="Sam Duncan" userId="S::sduncan@openboxsoftware.com::c1d0992b-0ec5-443a-8c6c-87e1361e2b1d" providerId="AD" clId="Web-{212C71DF-4BFE-8394-4252-F1E6BBDCD993}" dt="2023-08-23T06:11:51.298" v="1382"/>
          <ac:grpSpMkLst>
            <pc:docMk/>
            <pc:sldMk cId="3547567370" sldId="486"/>
            <ac:grpSpMk id="86" creationId="{F1BB0477-E7E5-6231-7C3F-3B677E648708}"/>
          </ac:grpSpMkLst>
        </pc:grpChg>
        <pc:grpChg chg="add del mod">
          <ac:chgData name="Sam Duncan" userId="S::sduncan@openboxsoftware.com::c1d0992b-0ec5-443a-8c6c-87e1361e2b1d" providerId="AD" clId="Web-{212C71DF-4BFE-8394-4252-F1E6BBDCD993}" dt="2023-08-23T06:12:32.253" v="1392"/>
          <ac:grpSpMkLst>
            <pc:docMk/>
            <pc:sldMk cId="3547567370" sldId="486"/>
            <ac:grpSpMk id="95" creationId="{6EF4D2BA-27A2-0365-0C8F-CB1296D2C06B}"/>
          </ac:grpSpMkLst>
        </pc:grpChg>
        <pc:grpChg chg="add del">
          <ac:chgData name="Sam Duncan" userId="S::sduncan@openboxsoftware.com::c1d0992b-0ec5-443a-8c6c-87e1361e2b1d" providerId="AD" clId="Web-{212C71DF-4BFE-8394-4252-F1E6BBDCD993}" dt="2023-08-23T06:27:32.850" v="1652"/>
          <ac:grpSpMkLst>
            <pc:docMk/>
            <pc:sldMk cId="3547567370" sldId="486"/>
            <ac:grpSpMk id="126" creationId="{7FD1205F-E976-0588-46F2-41FE2E9F53FF}"/>
          </ac:grpSpMkLst>
        </pc:grpChg>
        <pc:grpChg chg="add del mod">
          <ac:chgData name="Sam Duncan" userId="S::sduncan@openboxsoftware.com::c1d0992b-0ec5-443a-8c6c-87e1361e2b1d" providerId="AD" clId="Web-{212C71DF-4BFE-8394-4252-F1E6BBDCD993}" dt="2023-08-23T06:28:23.414" v="1658"/>
          <ac:grpSpMkLst>
            <pc:docMk/>
            <pc:sldMk cId="3547567370" sldId="486"/>
            <ac:grpSpMk id="127" creationId="{1E15D517-FB66-6063-A743-ADFB96069D78}"/>
          </ac:grpSpMkLst>
        </pc:grpChg>
        <pc:picChg chg="add mod">
          <ac:chgData name="Sam Duncan" userId="S::sduncan@openboxsoftware.com::c1d0992b-0ec5-443a-8c6c-87e1361e2b1d" providerId="AD" clId="Web-{212C71DF-4BFE-8394-4252-F1E6BBDCD993}" dt="2023-08-23T06:00:03.974" v="1188" actId="1076"/>
          <ac:picMkLst>
            <pc:docMk/>
            <pc:sldMk cId="3547567370" sldId="486"/>
            <ac:picMk id="4" creationId="{CF69F8F9-1355-BE44-003E-F46BD3C3A6A8}"/>
          </ac:picMkLst>
        </pc:picChg>
        <pc:picChg chg="add mod">
          <ac:chgData name="Sam Duncan" userId="S::sduncan@openboxsoftware.com::c1d0992b-0ec5-443a-8c6c-87e1361e2b1d" providerId="AD" clId="Web-{212C71DF-4BFE-8394-4252-F1E6BBDCD993}" dt="2023-08-23T06:00:04.130" v="1199" actId="1076"/>
          <ac:picMkLst>
            <pc:docMk/>
            <pc:sldMk cId="3547567370" sldId="486"/>
            <ac:picMk id="32" creationId="{51EF38BF-741F-A9A6-78A0-5AD2120D43D9}"/>
          </ac:picMkLst>
        </pc:picChg>
        <pc:picChg chg="add mod">
          <ac:chgData name="Sam Duncan" userId="S::sduncan@openboxsoftware.com::c1d0992b-0ec5-443a-8c6c-87e1361e2b1d" providerId="AD" clId="Web-{212C71DF-4BFE-8394-4252-F1E6BBDCD993}" dt="2023-08-23T06:00:04.161" v="1201" actId="1076"/>
          <ac:picMkLst>
            <pc:docMk/>
            <pc:sldMk cId="3547567370" sldId="486"/>
            <ac:picMk id="36" creationId="{00FC9DAE-0B7E-FBAF-D213-EB8597B0FC41}"/>
          </ac:picMkLst>
        </pc:picChg>
        <pc:picChg chg="add mod">
          <ac:chgData name="Sam Duncan" userId="S::sduncan@openboxsoftware.com::c1d0992b-0ec5-443a-8c6c-87e1361e2b1d" providerId="AD" clId="Web-{212C71DF-4BFE-8394-4252-F1E6BBDCD993}" dt="2023-08-23T06:00:04.177" v="1203" actId="1076"/>
          <ac:picMkLst>
            <pc:docMk/>
            <pc:sldMk cId="3547567370" sldId="486"/>
            <ac:picMk id="40" creationId="{68FF7D05-60BA-9B3B-A8BB-B0270D3E3418}"/>
          </ac:picMkLst>
        </pc:picChg>
        <pc:picChg chg="add mod">
          <ac:chgData name="Sam Duncan" userId="S::sduncan@openboxsoftware.com::c1d0992b-0ec5-443a-8c6c-87e1361e2b1d" providerId="AD" clId="Web-{212C71DF-4BFE-8394-4252-F1E6BBDCD993}" dt="2023-08-23T06:00:04.208" v="1205" actId="1076"/>
          <ac:picMkLst>
            <pc:docMk/>
            <pc:sldMk cId="3547567370" sldId="486"/>
            <ac:picMk id="44" creationId="{5464B22E-3631-09D6-9C4A-36AEAE03F7A3}"/>
          </ac:picMkLst>
        </pc:picChg>
        <pc:picChg chg="add mod">
          <ac:chgData name="Sam Duncan" userId="S::sduncan@openboxsoftware.com::c1d0992b-0ec5-443a-8c6c-87e1361e2b1d" providerId="AD" clId="Web-{212C71DF-4BFE-8394-4252-F1E6BBDCD993}" dt="2023-08-23T06:00:04.240" v="1207" actId="1076"/>
          <ac:picMkLst>
            <pc:docMk/>
            <pc:sldMk cId="3547567370" sldId="486"/>
            <ac:picMk id="48" creationId="{7FE3D26A-1A88-523A-7905-F9998EF6336C}"/>
          </ac:picMkLst>
        </pc:picChg>
        <pc:picChg chg="add del mod">
          <ac:chgData name="Sam Duncan" userId="S::sduncan@openboxsoftware.com::c1d0992b-0ec5-443a-8c6c-87e1361e2b1d" providerId="AD" clId="Web-{212C71DF-4BFE-8394-4252-F1E6BBDCD993}" dt="2023-08-23T06:13:00.535" v="1404"/>
          <ac:picMkLst>
            <pc:docMk/>
            <pc:sldMk cId="3547567370" sldId="486"/>
            <ac:picMk id="69" creationId="{1BB6BF22-5712-38C8-3CDD-E1E7CC298422}"/>
          </ac:picMkLst>
        </pc:picChg>
        <pc:picChg chg="add del mod">
          <ac:chgData name="Sam Duncan" userId="S::sduncan@openboxsoftware.com::c1d0992b-0ec5-443a-8c6c-87e1361e2b1d" providerId="AD" clId="Web-{212C71DF-4BFE-8394-4252-F1E6BBDCD993}" dt="2023-08-23T06:13:00.535" v="1402"/>
          <ac:picMkLst>
            <pc:docMk/>
            <pc:sldMk cId="3547567370" sldId="486"/>
            <ac:picMk id="73" creationId="{5ABC60CF-F245-4BCE-C92D-D40714F1F88F}"/>
          </ac:picMkLst>
        </pc:picChg>
        <pc:picChg chg="add del mod">
          <ac:chgData name="Sam Duncan" userId="S::sduncan@openboxsoftware.com::c1d0992b-0ec5-443a-8c6c-87e1361e2b1d" providerId="AD" clId="Web-{212C71DF-4BFE-8394-4252-F1E6BBDCD993}" dt="2023-08-23T06:13:00.535" v="1400"/>
          <ac:picMkLst>
            <pc:docMk/>
            <pc:sldMk cId="3547567370" sldId="486"/>
            <ac:picMk id="77" creationId="{468AD492-BD5A-708C-7715-3C8217EABCC9}"/>
          </ac:picMkLst>
        </pc:picChg>
        <pc:picChg chg="add del mod">
          <ac:chgData name="Sam Duncan" userId="S::sduncan@openboxsoftware.com::c1d0992b-0ec5-443a-8c6c-87e1361e2b1d" providerId="AD" clId="Web-{212C71DF-4BFE-8394-4252-F1E6BBDCD993}" dt="2023-08-23T06:13:00.535" v="1398"/>
          <ac:picMkLst>
            <pc:docMk/>
            <pc:sldMk cId="3547567370" sldId="486"/>
            <ac:picMk id="81" creationId="{157C7D99-42CF-8AE1-6201-13F331DF12F2}"/>
          </ac:picMkLst>
        </pc:picChg>
        <pc:picChg chg="add del mod">
          <ac:chgData name="Sam Duncan" userId="S::sduncan@openboxsoftware.com::c1d0992b-0ec5-443a-8c6c-87e1361e2b1d" providerId="AD" clId="Web-{212C71DF-4BFE-8394-4252-F1E6BBDCD993}" dt="2023-08-23T06:25:02.125" v="1557"/>
          <ac:picMkLst>
            <pc:docMk/>
            <pc:sldMk cId="3547567370" sldId="486"/>
            <ac:picMk id="96" creationId="{A5E61CA1-9DFA-2FBE-3637-16F401564B0B}"/>
          </ac:picMkLst>
        </pc:picChg>
        <pc:picChg chg="add mod topLvl">
          <ac:chgData name="Sam Duncan" userId="S::sduncan@openboxsoftware.com::c1d0992b-0ec5-443a-8c6c-87e1361e2b1d" providerId="AD" clId="Web-{212C71DF-4BFE-8394-4252-F1E6BBDCD993}" dt="2023-08-23T06:28:23.414" v="1658"/>
          <ac:picMkLst>
            <pc:docMk/>
            <pc:sldMk cId="3547567370" sldId="486"/>
            <ac:picMk id="114" creationId="{4FD259FE-9EDC-B95B-A7B9-5BD3E6A7B8B3}"/>
          </ac:picMkLst>
        </pc:picChg>
        <pc:picChg chg="add mod topLvl">
          <ac:chgData name="Sam Duncan" userId="S::sduncan@openboxsoftware.com::c1d0992b-0ec5-443a-8c6c-87e1361e2b1d" providerId="AD" clId="Web-{212C71DF-4BFE-8394-4252-F1E6BBDCD993}" dt="2023-08-23T06:28:23.414" v="1658"/>
          <ac:picMkLst>
            <pc:docMk/>
            <pc:sldMk cId="3547567370" sldId="486"/>
            <ac:picMk id="118" creationId="{6F405AB3-CF36-1EE1-76D3-E443C99246B4}"/>
          </ac:picMkLst>
        </pc:picChg>
        <pc:picChg chg="add mod topLvl">
          <ac:chgData name="Sam Duncan" userId="S::sduncan@openboxsoftware.com::c1d0992b-0ec5-443a-8c6c-87e1361e2b1d" providerId="AD" clId="Web-{212C71DF-4BFE-8394-4252-F1E6BBDCD993}" dt="2023-08-23T06:28:23.414" v="1658"/>
          <ac:picMkLst>
            <pc:docMk/>
            <pc:sldMk cId="3547567370" sldId="486"/>
            <ac:picMk id="120" creationId="{7696EB12-DC87-50A3-AEE9-9D1155BC99FA}"/>
          </ac:picMkLst>
        </pc:picChg>
        <pc:picChg chg="add mod topLvl">
          <ac:chgData name="Sam Duncan" userId="S::sduncan@openboxsoftware.com::c1d0992b-0ec5-443a-8c6c-87e1361e2b1d" providerId="AD" clId="Web-{212C71DF-4BFE-8394-4252-F1E6BBDCD993}" dt="2023-08-23T06:28:23.414" v="1658"/>
          <ac:picMkLst>
            <pc:docMk/>
            <pc:sldMk cId="3547567370" sldId="486"/>
            <ac:picMk id="124" creationId="{8C95294A-EADD-FAA6-1D61-B12C213C569F}"/>
          </ac:picMkLst>
        </pc:picChg>
        <pc:picChg chg="add mod ord">
          <ac:chgData name="Sam Duncan" userId="S::sduncan@openboxsoftware.com::c1d0992b-0ec5-443a-8c6c-87e1361e2b1d" providerId="AD" clId="Web-{212C71DF-4BFE-8394-4252-F1E6BBDCD993}" dt="2023-08-23T06:28:30.368" v="1660" actId="1076"/>
          <ac:picMkLst>
            <pc:docMk/>
            <pc:sldMk cId="3547567370" sldId="486"/>
            <ac:picMk id="125" creationId="{2E967811-2A70-C55B-F4C4-D536F13CE4EF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am Duncan" userId="S::sduncan@openboxsoftware.com::c1d0992b-0ec5-443a-8c6c-87e1361e2b1d" providerId="AD" clId="Web-{212C71DF-4BFE-8394-4252-F1E6BBDCD993}" dt="2023-08-23T06:13:27.786" v="1436"/>
              <pc2:cmMkLst xmlns:pc2="http://schemas.microsoft.com/office/powerpoint/2019/9/main/command">
                <pc:docMk/>
                <pc:sldMk cId="3547567370" sldId="486"/>
                <pc2:cmMk id="{5FCFBF9F-0C73-4544-AD89-E647C2595916}"/>
              </pc2:cmMkLst>
            </pc226:cmChg>
          </p:ext>
        </pc:extLst>
      </pc:sldChg>
      <pc:sldChg chg="addSp delSp modSp new">
        <pc:chgData name="Sam Duncan" userId="S::sduncan@openboxsoftware.com::c1d0992b-0ec5-443a-8c6c-87e1361e2b1d" providerId="AD" clId="Web-{212C71DF-4BFE-8394-4252-F1E6BBDCD993}" dt="2023-08-23T06:51:31.329" v="2505"/>
        <pc:sldMkLst>
          <pc:docMk/>
          <pc:sldMk cId="52612252" sldId="487"/>
        </pc:sldMkLst>
        <pc:spChg chg="mod">
          <ac:chgData name="Sam Duncan" userId="S::sduncan@openboxsoftware.com::c1d0992b-0ec5-443a-8c6c-87e1361e2b1d" providerId="AD" clId="Web-{212C71DF-4BFE-8394-4252-F1E6BBDCD993}" dt="2023-08-23T06:30:17.824" v="1717" actId="20577"/>
          <ac:spMkLst>
            <pc:docMk/>
            <pc:sldMk cId="52612252" sldId="487"/>
            <ac:spMk id="2" creationId="{4F269E7C-3864-DD2E-7635-11E356D6FC4B}"/>
          </ac:spMkLst>
        </pc:spChg>
        <pc:spChg chg="add del mod">
          <ac:chgData name="Sam Duncan" userId="S::sduncan@openboxsoftware.com::c1d0992b-0ec5-443a-8c6c-87e1361e2b1d" providerId="AD" clId="Web-{212C71DF-4BFE-8394-4252-F1E6BBDCD993}" dt="2023-08-23T06:39:20.629" v="2034"/>
          <ac:spMkLst>
            <pc:docMk/>
            <pc:sldMk cId="52612252" sldId="487"/>
            <ac:spMk id="3" creationId="{F9B876FC-05DB-846A-8766-081488FDF881}"/>
          </ac:spMkLst>
        </pc:spChg>
        <pc:graphicFrameChg chg="add mod modGraphic">
          <ac:chgData name="Sam Duncan" userId="S::sduncan@openboxsoftware.com::c1d0992b-0ec5-443a-8c6c-87e1361e2b1d" providerId="AD" clId="Web-{212C71DF-4BFE-8394-4252-F1E6BBDCD993}" dt="2023-08-23T06:51:31.329" v="2505"/>
          <ac:graphicFrameMkLst>
            <pc:docMk/>
            <pc:sldMk cId="52612252" sldId="487"/>
            <ac:graphicFrameMk id="5" creationId="{6D5B0C9B-899E-BC22-AB6F-28B9A98AEA74}"/>
          </ac:graphicFrameMkLst>
        </pc:graphicFrameChg>
        <pc:graphicFrameChg chg="add mod modGraphic">
          <ac:chgData name="Sam Duncan" userId="S::sduncan@openboxsoftware.com::c1d0992b-0ec5-443a-8c6c-87e1361e2b1d" providerId="AD" clId="Web-{212C71DF-4BFE-8394-4252-F1E6BBDCD993}" dt="2023-08-23T06:51:19.750" v="2503" actId="1076"/>
          <ac:graphicFrameMkLst>
            <pc:docMk/>
            <pc:sldMk cId="52612252" sldId="487"/>
            <ac:graphicFrameMk id="6" creationId="{D7FFC429-8834-FB85-D6C5-648030B4F708}"/>
          </ac:graphicFrameMkLst>
        </pc:graphicFrameChg>
      </pc:sldChg>
      <pc:sldChg chg="addSp modSp add replId addCm">
        <pc:chgData name="Sam Duncan" userId="S::sduncan@openboxsoftware.com::c1d0992b-0ec5-443a-8c6c-87e1361e2b1d" providerId="AD" clId="Web-{212C71DF-4BFE-8394-4252-F1E6BBDCD993}" dt="2023-08-23T06:44:35.735" v="2223" actId="20577"/>
        <pc:sldMkLst>
          <pc:docMk/>
          <pc:sldMk cId="3589474059" sldId="488"/>
        </pc:sldMkLst>
        <pc:spChg chg="mod">
          <ac:chgData name="Sam Duncan" userId="S::sduncan@openboxsoftware.com::c1d0992b-0ec5-443a-8c6c-87e1361e2b1d" providerId="AD" clId="Web-{212C71DF-4BFE-8394-4252-F1E6BBDCD993}" dt="2023-08-23T06:30:51.371" v="1739" actId="20577"/>
          <ac:spMkLst>
            <pc:docMk/>
            <pc:sldMk cId="3589474059" sldId="488"/>
            <ac:spMk id="2" creationId="{4F269E7C-3864-DD2E-7635-11E356D6FC4B}"/>
          </ac:spMkLst>
        </pc:spChg>
        <pc:spChg chg="mod">
          <ac:chgData name="Sam Duncan" userId="S::sduncan@openboxsoftware.com::c1d0992b-0ec5-443a-8c6c-87e1361e2b1d" providerId="AD" clId="Web-{212C71DF-4BFE-8394-4252-F1E6BBDCD993}" dt="2023-08-23T06:44:35.735" v="2223" actId="20577"/>
          <ac:spMkLst>
            <pc:docMk/>
            <pc:sldMk cId="3589474059" sldId="488"/>
            <ac:spMk id="3" creationId="{F9B876FC-05DB-846A-8766-081488FDF881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42:23.542" v="2150" actId="1076"/>
          <ac:spMkLst>
            <pc:docMk/>
            <pc:sldMk cId="3589474059" sldId="488"/>
            <ac:spMk id="5" creationId="{1FA749EE-AE67-EB86-F0BC-B48CCEDC48C6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42:23.558" v="2151" actId="1076"/>
          <ac:spMkLst>
            <pc:docMk/>
            <pc:sldMk cId="3589474059" sldId="488"/>
            <ac:spMk id="7" creationId="{E543BC01-10F7-AF1B-0BFB-CE1842F7FD84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42:23.574" v="2153" actId="1076"/>
          <ac:spMkLst>
            <pc:docMk/>
            <pc:sldMk cId="3589474059" sldId="488"/>
            <ac:spMk id="13" creationId="{CED72803-BDE4-4485-2807-D0F9E969E251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42:23.589" v="2154" actId="1076"/>
          <ac:spMkLst>
            <pc:docMk/>
            <pc:sldMk cId="3589474059" sldId="488"/>
            <ac:spMk id="15" creationId="{A0FDE8E2-168A-D1CD-31E0-A514D43E2C6D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42:23.605" v="2155" actId="1076"/>
          <ac:spMkLst>
            <pc:docMk/>
            <pc:sldMk cId="3589474059" sldId="488"/>
            <ac:spMk id="17" creationId="{900D9785-D928-BD50-2198-19B3AEDA4A16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42:23.620" v="2157" actId="1076"/>
          <ac:spMkLst>
            <pc:docMk/>
            <pc:sldMk cId="3589474059" sldId="488"/>
            <ac:spMk id="21" creationId="{C2A789A4-637F-CCAC-A71A-C47F5C419F66}"/>
          </ac:spMkLst>
        </pc:spChg>
        <pc:grpChg chg="add mod">
          <ac:chgData name="Sam Duncan" userId="S::sduncan@openboxsoftware.com::c1d0992b-0ec5-443a-8c6c-87e1361e2b1d" providerId="AD" clId="Web-{212C71DF-4BFE-8394-4252-F1E6BBDCD993}" dt="2023-08-23T06:42:23.574" v="2152" actId="1076"/>
          <ac:grpSpMkLst>
            <pc:docMk/>
            <pc:sldMk cId="3589474059" sldId="488"/>
            <ac:grpSpMk id="11" creationId="{87A6E399-9899-5BA4-9C87-F60673A727EA}"/>
          </ac:grpSpMkLst>
        </pc:grpChg>
        <pc:picChg chg="add mod">
          <ac:chgData name="Sam Duncan" userId="S::sduncan@openboxsoftware.com::c1d0992b-0ec5-443a-8c6c-87e1361e2b1d" providerId="AD" clId="Web-{212C71DF-4BFE-8394-4252-F1E6BBDCD993}" dt="2023-08-23T06:42:23.605" v="2156" actId="1076"/>
          <ac:picMkLst>
            <pc:docMk/>
            <pc:sldMk cId="3589474059" sldId="488"/>
            <ac:picMk id="19" creationId="{75F2A55F-24C0-0919-9251-E95CF14409CD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am Duncan" userId="S::sduncan@openboxsoftware.com::c1d0992b-0ec5-443a-8c6c-87e1361e2b1d" providerId="AD" clId="Web-{212C71DF-4BFE-8394-4252-F1E6BBDCD993}" dt="2023-08-23T06:10:48.530" v="1355"/>
              <pc2:cmMkLst xmlns:pc2="http://schemas.microsoft.com/office/powerpoint/2019/9/main/command">
                <pc:docMk/>
                <pc:sldMk cId="3589474059" sldId="488"/>
                <pc2:cmMk id="{7E6EEA17-494A-4501-9E5B-A0A8DABD2064}"/>
              </pc2:cmMkLst>
            </pc226:cmChg>
          </p:ext>
        </pc:extLst>
      </pc:sldChg>
      <pc:sldChg chg="modSp add replId">
        <pc:chgData name="Sam Duncan" userId="S::sduncan@openboxsoftware.com::c1d0992b-0ec5-443a-8c6c-87e1361e2b1d" providerId="AD" clId="Web-{212C71DF-4BFE-8394-4252-F1E6BBDCD993}" dt="2023-08-23T06:42:55.340" v="2161" actId="20577"/>
        <pc:sldMkLst>
          <pc:docMk/>
          <pc:sldMk cId="1438138567" sldId="489"/>
        </pc:sldMkLst>
        <pc:spChg chg="mod">
          <ac:chgData name="Sam Duncan" userId="S::sduncan@openboxsoftware.com::c1d0992b-0ec5-443a-8c6c-87e1361e2b1d" providerId="AD" clId="Web-{212C71DF-4BFE-8394-4252-F1E6BBDCD993}" dt="2023-08-23T06:31:05.152" v="1750" actId="20577"/>
          <ac:spMkLst>
            <pc:docMk/>
            <pc:sldMk cId="1438138567" sldId="489"/>
            <ac:spMk id="2" creationId="{4F269E7C-3864-DD2E-7635-11E356D6FC4B}"/>
          </ac:spMkLst>
        </pc:spChg>
        <pc:spChg chg="mod">
          <ac:chgData name="Sam Duncan" userId="S::sduncan@openboxsoftware.com::c1d0992b-0ec5-443a-8c6c-87e1361e2b1d" providerId="AD" clId="Web-{212C71DF-4BFE-8394-4252-F1E6BBDCD993}" dt="2023-08-23T06:42:55.340" v="2161" actId="20577"/>
          <ac:spMkLst>
            <pc:docMk/>
            <pc:sldMk cId="1438138567" sldId="489"/>
            <ac:spMk id="3" creationId="{F9B876FC-05DB-846A-8766-081488FDF881}"/>
          </ac:spMkLst>
        </pc:spChg>
      </pc:sldChg>
    </pc:docChg>
  </pc:docChgLst>
  <pc:docChgLst>
    <pc:chgData name="Shaun Barrett" userId="2e21295b-21c9-4734-b4c8-23b29a1a1ba3" providerId="ADAL" clId="{A9753E4A-884C-4C79-9F7B-449740D1E941}"/>
    <pc:docChg chg="undo redo custSel addSld delSld modSld sldOrd">
      <pc:chgData name="Shaun Barrett" userId="2e21295b-21c9-4734-b4c8-23b29a1a1ba3" providerId="ADAL" clId="{A9753E4A-884C-4C79-9F7B-449740D1E941}" dt="2023-08-22T14:58:52.151" v="2505" actId="1076"/>
      <pc:docMkLst>
        <pc:docMk/>
      </pc:docMkLst>
      <pc:sldChg chg="modSp mod">
        <pc:chgData name="Shaun Barrett" userId="2e21295b-21c9-4734-b4c8-23b29a1a1ba3" providerId="ADAL" clId="{A9753E4A-884C-4C79-9F7B-449740D1E941}" dt="2023-08-16T14:17:02.021" v="2197" actId="20577"/>
        <pc:sldMkLst>
          <pc:docMk/>
          <pc:sldMk cId="2898931480" sldId="318"/>
        </pc:sldMkLst>
        <pc:spChg chg="mod">
          <ac:chgData name="Shaun Barrett" userId="2e21295b-21c9-4734-b4c8-23b29a1a1ba3" providerId="ADAL" clId="{A9753E4A-884C-4C79-9F7B-449740D1E941}" dt="2023-08-16T14:17:02.021" v="2197" actId="20577"/>
          <ac:spMkLst>
            <pc:docMk/>
            <pc:sldMk cId="2898931480" sldId="318"/>
            <ac:spMk id="2" creationId="{22755BA2-B953-4F06-9DC7-ACF132689491}"/>
          </ac:spMkLst>
        </pc:spChg>
      </pc:sldChg>
      <pc:sldChg chg="del">
        <pc:chgData name="Shaun Barrett" userId="2e21295b-21c9-4734-b4c8-23b29a1a1ba3" providerId="ADAL" clId="{A9753E4A-884C-4C79-9F7B-449740D1E941}" dt="2023-08-16T09:49:31.251" v="2144" actId="2696"/>
        <pc:sldMkLst>
          <pc:docMk/>
          <pc:sldMk cId="139807255" sldId="454"/>
        </pc:sldMkLst>
      </pc:sldChg>
      <pc:sldChg chg="del">
        <pc:chgData name="Shaun Barrett" userId="2e21295b-21c9-4734-b4c8-23b29a1a1ba3" providerId="ADAL" clId="{A9753E4A-884C-4C79-9F7B-449740D1E941}" dt="2023-08-16T09:49:37.954" v="2146" actId="2696"/>
        <pc:sldMkLst>
          <pc:docMk/>
          <pc:sldMk cId="3575621473" sldId="455"/>
        </pc:sldMkLst>
      </pc:sldChg>
      <pc:sldChg chg="modSp mod">
        <pc:chgData name="Shaun Barrett" userId="2e21295b-21c9-4734-b4c8-23b29a1a1ba3" providerId="ADAL" clId="{A9753E4A-884C-4C79-9F7B-449740D1E941}" dt="2023-08-16T09:50:11.291" v="2161" actId="20577"/>
        <pc:sldMkLst>
          <pc:docMk/>
          <pc:sldMk cId="89667174" sldId="461"/>
        </pc:sldMkLst>
        <pc:spChg chg="mod">
          <ac:chgData name="Shaun Barrett" userId="2e21295b-21c9-4734-b4c8-23b29a1a1ba3" providerId="ADAL" clId="{A9753E4A-884C-4C79-9F7B-449740D1E941}" dt="2023-08-16T09:50:11.291" v="2161" actId="20577"/>
          <ac:spMkLst>
            <pc:docMk/>
            <pc:sldMk cId="89667174" sldId="461"/>
            <ac:spMk id="2" creationId="{9BEB2F47-3F1E-4B42-822A-F48433BEE2DA}"/>
          </ac:spMkLst>
        </pc:spChg>
      </pc:sldChg>
      <pc:sldChg chg="delSp modSp del mod delAnim">
        <pc:chgData name="Shaun Barrett" userId="2e21295b-21c9-4734-b4c8-23b29a1a1ba3" providerId="ADAL" clId="{A9753E4A-884C-4C79-9F7B-449740D1E941}" dt="2023-08-16T09:44:37.595" v="1989" actId="2696"/>
        <pc:sldMkLst>
          <pc:docMk/>
          <pc:sldMk cId="1963387800" sldId="467"/>
        </pc:sldMkLst>
        <pc:spChg chg="mod">
          <ac:chgData name="Shaun Barrett" userId="2e21295b-21c9-4734-b4c8-23b29a1a1ba3" providerId="ADAL" clId="{A9753E4A-884C-4C79-9F7B-449740D1E941}" dt="2023-08-16T09:43:58.003" v="1981" actId="20577"/>
          <ac:spMkLst>
            <pc:docMk/>
            <pc:sldMk cId="1963387800" sldId="467"/>
            <ac:spMk id="3" creationId="{39F74062-9E6D-4148-95DF-299673D9159E}"/>
          </ac:spMkLst>
        </pc:spChg>
        <pc:spChg chg="del">
          <ac:chgData name="Shaun Barrett" userId="2e21295b-21c9-4734-b4c8-23b29a1a1ba3" providerId="ADAL" clId="{A9753E4A-884C-4C79-9F7B-449740D1E941}" dt="2023-08-16T09:44:08.379" v="1984" actId="478"/>
          <ac:spMkLst>
            <pc:docMk/>
            <pc:sldMk cId="1963387800" sldId="467"/>
            <ac:spMk id="22" creationId="{06B4E222-34C9-44FC-B41A-0A9226791E42}"/>
          </ac:spMkLst>
        </pc:spChg>
        <pc:spChg chg="del">
          <ac:chgData name="Shaun Barrett" userId="2e21295b-21c9-4734-b4c8-23b29a1a1ba3" providerId="ADAL" clId="{A9753E4A-884C-4C79-9F7B-449740D1E941}" dt="2023-08-16T09:44:12.261" v="1985" actId="478"/>
          <ac:spMkLst>
            <pc:docMk/>
            <pc:sldMk cId="1963387800" sldId="467"/>
            <ac:spMk id="23" creationId="{11B688A7-7F4D-4638-B093-FAA7B92EA92B}"/>
          </ac:spMkLst>
        </pc:spChg>
        <pc:spChg chg="del">
          <ac:chgData name="Shaun Barrett" userId="2e21295b-21c9-4734-b4c8-23b29a1a1ba3" providerId="ADAL" clId="{A9753E4A-884C-4C79-9F7B-449740D1E941}" dt="2023-08-16T09:44:08.379" v="1984" actId="478"/>
          <ac:spMkLst>
            <pc:docMk/>
            <pc:sldMk cId="1963387800" sldId="467"/>
            <ac:spMk id="24" creationId="{B1C74B72-436F-4D65-AA96-95F07B43F0E4}"/>
          </ac:spMkLst>
        </pc:spChg>
        <pc:spChg chg="del">
          <ac:chgData name="Shaun Barrett" userId="2e21295b-21c9-4734-b4c8-23b29a1a1ba3" providerId="ADAL" clId="{A9753E4A-884C-4C79-9F7B-449740D1E941}" dt="2023-08-16T09:44:08.379" v="1984" actId="478"/>
          <ac:spMkLst>
            <pc:docMk/>
            <pc:sldMk cId="1963387800" sldId="467"/>
            <ac:spMk id="25" creationId="{252F3F2F-5980-498D-BBE8-650CFB4CD555}"/>
          </ac:spMkLst>
        </pc:spChg>
        <pc:spChg chg="del">
          <ac:chgData name="Shaun Barrett" userId="2e21295b-21c9-4734-b4c8-23b29a1a1ba3" providerId="ADAL" clId="{A9753E4A-884C-4C79-9F7B-449740D1E941}" dt="2023-08-16T09:44:12.261" v="1985" actId="478"/>
          <ac:spMkLst>
            <pc:docMk/>
            <pc:sldMk cId="1963387800" sldId="467"/>
            <ac:spMk id="26" creationId="{910E719E-17AD-4D8B-AED2-CBD23B2BD258}"/>
          </ac:spMkLst>
        </pc:spChg>
        <pc:spChg chg="del mod">
          <ac:chgData name="Shaun Barrett" userId="2e21295b-21c9-4734-b4c8-23b29a1a1ba3" providerId="ADAL" clId="{A9753E4A-884C-4C79-9F7B-449740D1E941}" dt="2023-08-16T09:44:12.261" v="1985" actId="478"/>
          <ac:spMkLst>
            <pc:docMk/>
            <pc:sldMk cId="1963387800" sldId="467"/>
            <ac:spMk id="27" creationId="{1126A74D-B3E7-4608-80BD-D8F4A063F153}"/>
          </ac:spMkLst>
        </pc:spChg>
        <pc:cxnChg chg="del">
          <ac:chgData name="Shaun Barrett" userId="2e21295b-21c9-4734-b4c8-23b29a1a1ba3" providerId="ADAL" clId="{A9753E4A-884C-4C79-9F7B-449740D1E941}" dt="2023-08-16T09:44:12.261" v="1985" actId="478"/>
          <ac:cxnSpMkLst>
            <pc:docMk/>
            <pc:sldMk cId="1963387800" sldId="467"/>
            <ac:cxnSpMk id="4" creationId="{D8CF04BC-8E3F-4653-BC84-46888BA21AE0}"/>
          </ac:cxnSpMkLst>
        </pc:cxnChg>
        <pc:cxnChg chg="del">
          <ac:chgData name="Shaun Barrett" userId="2e21295b-21c9-4734-b4c8-23b29a1a1ba3" providerId="ADAL" clId="{A9753E4A-884C-4C79-9F7B-449740D1E941}" dt="2023-08-16T09:44:12.261" v="1985" actId="478"/>
          <ac:cxnSpMkLst>
            <pc:docMk/>
            <pc:sldMk cId="1963387800" sldId="467"/>
            <ac:cxnSpMk id="5" creationId="{F66A8EE4-FA9D-4206-BAAC-894E230C2F66}"/>
          </ac:cxnSpMkLst>
        </pc:cxnChg>
      </pc:sldChg>
      <pc:sldChg chg="del">
        <pc:chgData name="Shaun Barrett" userId="2e21295b-21c9-4734-b4c8-23b29a1a1ba3" providerId="ADAL" clId="{A9753E4A-884C-4C79-9F7B-449740D1E941}" dt="2023-08-16T09:49:25.106" v="2143" actId="2696"/>
        <pc:sldMkLst>
          <pc:docMk/>
          <pc:sldMk cId="1001950005" sldId="468"/>
        </pc:sldMkLst>
      </pc:sldChg>
      <pc:sldChg chg="modSp del mod ord">
        <pc:chgData name="Shaun Barrett" userId="2e21295b-21c9-4734-b4c8-23b29a1a1ba3" providerId="ADAL" clId="{A9753E4A-884C-4C79-9F7B-449740D1E941}" dt="2023-08-15T13:17:16.135" v="1852" actId="2696"/>
        <pc:sldMkLst>
          <pc:docMk/>
          <pc:sldMk cId="504221259" sldId="469"/>
        </pc:sldMkLst>
        <pc:spChg chg="mod">
          <ac:chgData name="Shaun Barrett" userId="2e21295b-21c9-4734-b4c8-23b29a1a1ba3" providerId="ADAL" clId="{A9753E4A-884C-4C79-9F7B-449740D1E941}" dt="2023-08-10T13:59:02.421" v="16" actId="20577"/>
          <ac:spMkLst>
            <pc:docMk/>
            <pc:sldMk cId="504221259" sldId="469"/>
            <ac:spMk id="3" creationId="{39F74062-9E6D-4148-95DF-299673D9159E}"/>
          </ac:spMkLst>
        </pc:spChg>
        <pc:spChg chg="mod">
          <ac:chgData name="Shaun Barrett" userId="2e21295b-21c9-4734-b4c8-23b29a1a1ba3" providerId="ADAL" clId="{A9753E4A-884C-4C79-9F7B-449740D1E941}" dt="2023-08-10T14:20:04.309" v="628" actId="20577"/>
          <ac:spMkLst>
            <pc:docMk/>
            <pc:sldMk cId="504221259" sldId="469"/>
            <ac:spMk id="4" creationId="{341E3D30-D848-48C7-BC25-6CAF5EFDE359}"/>
          </ac:spMkLst>
        </pc:spChg>
      </pc:sldChg>
      <pc:sldChg chg="del">
        <pc:chgData name="Shaun Barrett" userId="2e21295b-21c9-4734-b4c8-23b29a1a1ba3" providerId="ADAL" clId="{A9753E4A-884C-4C79-9F7B-449740D1E941}" dt="2023-08-16T09:50:04.391" v="2152" actId="2696"/>
        <pc:sldMkLst>
          <pc:docMk/>
          <pc:sldMk cId="2096166598" sldId="470"/>
        </pc:sldMkLst>
      </pc:sldChg>
      <pc:sldChg chg="del">
        <pc:chgData name="Shaun Barrett" userId="2e21295b-21c9-4734-b4c8-23b29a1a1ba3" providerId="ADAL" clId="{A9753E4A-884C-4C79-9F7B-449740D1E941}" dt="2023-08-16T09:49:34.301" v="2145" actId="2696"/>
        <pc:sldMkLst>
          <pc:docMk/>
          <pc:sldMk cId="2177551301" sldId="471"/>
        </pc:sldMkLst>
      </pc:sldChg>
      <pc:sldChg chg="del">
        <pc:chgData name="Shaun Barrett" userId="2e21295b-21c9-4734-b4c8-23b29a1a1ba3" providerId="ADAL" clId="{A9753E4A-884C-4C79-9F7B-449740D1E941}" dt="2023-08-16T09:49:43.911" v="2148" actId="2696"/>
        <pc:sldMkLst>
          <pc:docMk/>
          <pc:sldMk cId="2542275420" sldId="472"/>
        </pc:sldMkLst>
      </pc:sldChg>
      <pc:sldChg chg="del">
        <pc:chgData name="Shaun Barrett" userId="2e21295b-21c9-4734-b4c8-23b29a1a1ba3" providerId="ADAL" clId="{A9753E4A-884C-4C79-9F7B-449740D1E941}" dt="2023-08-16T09:49:50.581" v="2150" actId="2696"/>
        <pc:sldMkLst>
          <pc:docMk/>
          <pc:sldMk cId="2847420414" sldId="473"/>
        </pc:sldMkLst>
      </pc:sldChg>
      <pc:sldChg chg="del">
        <pc:chgData name="Shaun Barrett" userId="2e21295b-21c9-4734-b4c8-23b29a1a1ba3" providerId="ADAL" clId="{A9753E4A-884C-4C79-9F7B-449740D1E941}" dt="2023-08-16T09:49:41.461" v="2147" actId="2696"/>
        <pc:sldMkLst>
          <pc:docMk/>
          <pc:sldMk cId="3187689201" sldId="475"/>
        </pc:sldMkLst>
      </pc:sldChg>
      <pc:sldChg chg="del">
        <pc:chgData name="Shaun Barrett" userId="2e21295b-21c9-4734-b4c8-23b29a1a1ba3" providerId="ADAL" clId="{A9753E4A-884C-4C79-9F7B-449740D1E941}" dt="2023-08-16T09:50:01.093" v="2151" actId="2696"/>
        <pc:sldMkLst>
          <pc:docMk/>
          <pc:sldMk cId="2399105941" sldId="476"/>
        </pc:sldMkLst>
      </pc:sldChg>
      <pc:sldChg chg="del">
        <pc:chgData name="Shaun Barrett" userId="2e21295b-21c9-4734-b4c8-23b29a1a1ba3" providerId="ADAL" clId="{A9753E4A-884C-4C79-9F7B-449740D1E941}" dt="2023-08-16T09:49:45.872" v="2149" actId="2696"/>
        <pc:sldMkLst>
          <pc:docMk/>
          <pc:sldMk cId="1848113491" sldId="477"/>
        </pc:sldMkLst>
      </pc:sldChg>
      <pc:sldChg chg="addSp delSp modSp add mod">
        <pc:chgData name="Shaun Barrett" userId="2e21295b-21c9-4734-b4c8-23b29a1a1ba3" providerId="ADAL" clId="{A9753E4A-884C-4C79-9F7B-449740D1E941}" dt="2023-08-22T14:58:52.151" v="2505" actId="1076"/>
        <pc:sldMkLst>
          <pc:docMk/>
          <pc:sldMk cId="358983042" sldId="478"/>
        </pc:sldMkLst>
        <pc:spChg chg="add mod">
          <ac:chgData name="Shaun Barrett" userId="2e21295b-21c9-4734-b4c8-23b29a1a1ba3" providerId="ADAL" clId="{A9753E4A-884C-4C79-9F7B-449740D1E941}" dt="2023-08-15T09:40:19.573" v="1794" actId="14100"/>
          <ac:spMkLst>
            <pc:docMk/>
            <pc:sldMk cId="358983042" sldId="478"/>
            <ac:spMk id="2" creationId="{59B49BBC-A42C-6E75-6D86-58170D265009}"/>
          </ac:spMkLst>
        </pc:spChg>
        <pc:spChg chg="mod">
          <ac:chgData name="Shaun Barrett" userId="2e21295b-21c9-4734-b4c8-23b29a1a1ba3" providerId="ADAL" clId="{A9753E4A-884C-4C79-9F7B-449740D1E941}" dt="2023-08-16T09:42:18.919" v="1966" actId="20577"/>
          <ac:spMkLst>
            <pc:docMk/>
            <pc:sldMk cId="358983042" sldId="478"/>
            <ac:spMk id="3" creationId="{39F74062-9E6D-4148-95DF-299673D9159E}"/>
          </ac:spMkLst>
        </pc:spChg>
        <pc:spChg chg="del mod">
          <ac:chgData name="Shaun Barrett" userId="2e21295b-21c9-4734-b4c8-23b29a1a1ba3" providerId="ADAL" clId="{A9753E4A-884C-4C79-9F7B-449740D1E941}" dt="2023-08-14T06:36:47.811" v="1206" actId="478"/>
          <ac:spMkLst>
            <pc:docMk/>
            <pc:sldMk cId="358983042" sldId="478"/>
            <ac:spMk id="4" creationId="{341E3D30-D848-48C7-BC25-6CAF5EFDE359}"/>
          </ac:spMkLst>
        </pc:spChg>
        <pc:spChg chg="add mod">
          <ac:chgData name="Shaun Barrett" userId="2e21295b-21c9-4734-b4c8-23b29a1a1ba3" providerId="ADAL" clId="{A9753E4A-884C-4C79-9F7B-449740D1E941}" dt="2023-08-22T14:58:24.083" v="2502" actId="20577"/>
          <ac:spMkLst>
            <pc:docMk/>
            <pc:sldMk cId="358983042" sldId="478"/>
            <ac:spMk id="5" creationId="{DFEED235-8C21-2B76-FB36-3813D306E63E}"/>
          </ac:spMkLst>
        </pc:spChg>
        <pc:spChg chg="add mod">
          <ac:chgData name="Shaun Barrett" userId="2e21295b-21c9-4734-b4c8-23b29a1a1ba3" providerId="ADAL" clId="{A9753E4A-884C-4C79-9F7B-449740D1E941}" dt="2023-08-15T09:39:22.311" v="1762" actId="1036"/>
          <ac:spMkLst>
            <pc:docMk/>
            <pc:sldMk cId="358983042" sldId="478"/>
            <ac:spMk id="6" creationId="{DC916ABF-219B-D926-78AE-DE2B1DD97687}"/>
          </ac:spMkLst>
        </pc:spChg>
        <pc:spChg chg="add mod">
          <ac:chgData name="Shaun Barrett" userId="2e21295b-21c9-4734-b4c8-23b29a1a1ba3" providerId="ADAL" clId="{A9753E4A-884C-4C79-9F7B-449740D1E941}" dt="2023-08-15T09:39:22.311" v="1762" actId="1036"/>
          <ac:spMkLst>
            <pc:docMk/>
            <pc:sldMk cId="358983042" sldId="478"/>
            <ac:spMk id="7" creationId="{909048C7-D59C-B4C3-A4EE-036518E72F16}"/>
          </ac:spMkLst>
        </pc:spChg>
        <pc:spChg chg="add mod">
          <ac:chgData name="Shaun Barrett" userId="2e21295b-21c9-4734-b4c8-23b29a1a1ba3" providerId="ADAL" clId="{A9753E4A-884C-4C79-9F7B-449740D1E941}" dt="2023-08-15T09:39:22.311" v="1762" actId="1036"/>
          <ac:spMkLst>
            <pc:docMk/>
            <pc:sldMk cId="358983042" sldId="478"/>
            <ac:spMk id="8" creationId="{D5B3C93F-E0F1-A88B-FB35-C17DEEDD4B36}"/>
          </ac:spMkLst>
        </pc:spChg>
        <pc:spChg chg="add del mod">
          <ac:chgData name="Shaun Barrett" userId="2e21295b-21c9-4734-b4c8-23b29a1a1ba3" providerId="ADAL" clId="{A9753E4A-884C-4C79-9F7B-449740D1E941}" dt="2023-08-15T09:38:42.406" v="1700" actId="478"/>
          <ac:spMkLst>
            <pc:docMk/>
            <pc:sldMk cId="358983042" sldId="478"/>
            <ac:spMk id="9" creationId="{A9B76E54-47F9-5AD5-933D-1CB95D17FED9}"/>
          </ac:spMkLst>
        </pc:spChg>
        <pc:spChg chg="add mod">
          <ac:chgData name="Shaun Barrett" userId="2e21295b-21c9-4734-b4c8-23b29a1a1ba3" providerId="ADAL" clId="{A9753E4A-884C-4C79-9F7B-449740D1E941}" dt="2023-08-22T14:58:05.956" v="2488" actId="14100"/>
          <ac:spMkLst>
            <pc:docMk/>
            <pc:sldMk cId="358983042" sldId="478"/>
            <ac:spMk id="10" creationId="{663F76C0-1789-A7FE-4A17-323BEF96625D}"/>
          </ac:spMkLst>
        </pc:spChg>
        <pc:spChg chg="add del mod">
          <ac:chgData name="Shaun Barrett" userId="2e21295b-21c9-4734-b4c8-23b29a1a1ba3" providerId="ADAL" clId="{A9753E4A-884C-4C79-9F7B-449740D1E941}" dt="2023-08-15T09:39:02.554" v="1711" actId="478"/>
          <ac:spMkLst>
            <pc:docMk/>
            <pc:sldMk cId="358983042" sldId="478"/>
            <ac:spMk id="11" creationId="{5BE1D45E-EF22-9B95-034C-7DDE88803586}"/>
          </ac:spMkLst>
        </pc:spChg>
        <pc:spChg chg="add del mod">
          <ac:chgData name="Shaun Barrett" userId="2e21295b-21c9-4734-b4c8-23b29a1a1ba3" providerId="ADAL" clId="{A9753E4A-884C-4C79-9F7B-449740D1E941}" dt="2023-08-15T09:39:03.426" v="1712" actId="478"/>
          <ac:spMkLst>
            <pc:docMk/>
            <pc:sldMk cId="358983042" sldId="478"/>
            <ac:spMk id="12" creationId="{838EB53F-E25B-8523-5017-03B73E150833}"/>
          </ac:spMkLst>
        </pc:spChg>
        <pc:spChg chg="add mod">
          <ac:chgData name="Shaun Barrett" userId="2e21295b-21c9-4734-b4c8-23b29a1a1ba3" providerId="ADAL" clId="{A9753E4A-884C-4C79-9F7B-449740D1E941}" dt="2023-08-15T09:39:32.351" v="1783" actId="1036"/>
          <ac:spMkLst>
            <pc:docMk/>
            <pc:sldMk cId="358983042" sldId="478"/>
            <ac:spMk id="13" creationId="{F3B81E56-29BC-79D9-9798-E0E767BFFBEC}"/>
          </ac:spMkLst>
        </pc:spChg>
        <pc:spChg chg="add mod">
          <ac:chgData name="Shaun Barrett" userId="2e21295b-21c9-4734-b4c8-23b29a1a1ba3" providerId="ADAL" clId="{A9753E4A-884C-4C79-9F7B-449740D1E941}" dt="2023-08-15T09:39:22.311" v="1762" actId="1036"/>
          <ac:spMkLst>
            <pc:docMk/>
            <pc:sldMk cId="358983042" sldId="478"/>
            <ac:spMk id="14" creationId="{984914C2-D8D2-AAE4-C3C8-50C8141D9FBB}"/>
          </ac:spMkLst>
        </pc:spChg>
        <pc:spChg chg="add mod">
          <ac:chgData name="Shaun Barrett" userId="2e21295b-21c9-4734-b4c8-23b29a1a1ba3" providerId="ADAL" clId="{A9753E4A-884C-4C79-9F7B-449740D1E941}" dt="2023-08-15T09:39:22.311" v="1762" actId="1036"/>
          <ac:spMkLst>
            <pc:docMk/>
            <pc:sldMk cId="358983042" sldId="478"/>
            <ac:spMk id="15" creationId="{1339440A-8296-A079-1C37-2CF4F1E3B6AF}"/>
          </ac:spMkLst>
        </pc:spChg>
        <pc:spChg chg="add mod">
          <ac:chgData name="Shaun Barrett" userId="2e21295b-21c9-4734-b4c8-23b29a1a1ba3" providerId="ADAL" clId="{A9753E4A-884C-4C79-9F7B-449740D1E941}" dt="2023-08-22T14:58:28.644" v="2503" actId="14100"/>
          <ac:spMkLst>
            <pc:docMk/>
            <pc:sldMk cId="358983042" sldId="478"/>
            <ac:spMk id="16" creationId="{D63624E2-7FF9-1F5D-4874-4AF0B2585C1E}"/>
          </ac:spMkLst>
        </pc:spChg>
        <pc:cxnChg chg="add mod">
          <ac:chgData name="Shaun Barrett" userId="2e21295b-21c9-4734-b4c8-23b29a1a1ba3" providerId="ADAL" clId="{A9753E4A-884C-4C79-9F7B-449740D1E941}" dt="2023-08-22T14:58:52.151" v="2505" actId="1076"/>
          <ac:cxnSpMkLst>
            <pc:docMk/>
            <pc:sldMk cId="358983042" sldId="478"/>
            <ac:cxnSpMk id="4" creationId="{15298C61-9418-CD75-C17E-C6517FD70F44}"/>
          </ac:cxnSpMkLst>
        </pc:cxnChg>
        <pc:cxnChg chg="add mod">
          <ac:chgData name="Shaun Barrett" userId="2e21295b-21c9-4734-b4c8-23b29a1a1ba3" providerId="ADAL" clId="{A9753E4A-884C-4C79-9F7B-449740D1E941}" dt="2023-08-16T09:43:18.082" v="1971" actId="1076"/>
          <ac:cxnSpMkLst>
            <pc:docMk/>
            <pc:sldMk cId="358983042" sldId="478"/>
            <ac:cxnSpMk id="17" creationId="{67E42108-0A44-E5DB-6436-3D46E4BC3C2E}"/>
          </ac:cxnSpMkLst>
        </pc:cxnChg>
      </pc:sldChg>
      <pc:sldChg chg="addSp delSp modSp add mod">
        <pc:chgData name="Shaun Barrett" userId="2e21295b-21c9-4734-b4c8-23b29a1a1ba3" providerId="ADAL" clId="{A9753E4A-884C-4C79-9F7B-449740D1E941}" dt="2023-08-10T15:22:27.447" v="765" actId="20577"/>
        <pc:sldMkLst>
          <pc:docMk/>
          <pc:sldMk cId="442728535" sldId="479"/>
        </pc:sldMkLst>
        <pc:spChg chg="add mod">
          <ac:chgData name="Shaun Barrett" userId="2e21295b-21c9-4734-b4c8-23b29a1a1ba3" providerId="ADAL" clId="{A9753E4A-884C-4C79-9F7B-449740D1E941}" dt="2023-08-10T15:08:12.094" v="722" actId="21"/>
          <ac:spMkLst>
            <pc:docMk/>
            <pc:sldMk cId="442728535" sldId="479"/>
            <ac:spMk id="2" creationId="{BCB3BFD2-8D13-B226-8176-940D6AB137A4}"/>
          </ac:spMkLst>
        </pc:spChg>
        <pc:spChg chg="del mod">
          <ac:chgData name="Shaun Barrett" userId="2e21295b-21c9-4734-b4c8-23b29a1a1ba3" providerId="ADAL" clId="{A9753E4A-884C-4C79-9F7B-449740D1E941}" dt="2023-08-10T14:29:04.972" v="685" actId="478"/>
          <ac:spMkLst>
            <pc:docMk/>
            <pc:sldMk cId="442728535" sldId="479"/>
            <ac:spMk id="3" creationId="{39F74062-9E6D-4148-95DF-299673D9159E}"/>
          </ac:spMkLst>
        </pc:spChg>
        <pc:spChg chg="del mod">
          <ac:chgData name="Shaun Barrett" userId="2e21295b-21c9-4734-b4c8-23b29a1a1ba3" providerId="ADAL" clId="{A9753E4A-884C-4C79-9F7B-449740D1E941}" dt="2023-08-10T14:28:40.637" v="680"/>
          <ac:spMkLst>
            <pc:docMk/>
            <pc:sldMk cId="442728535" sldId="479"/>
            <ac:spMk id="4" creationId="{341E3D30-D848-48C7-BC25-6CAF5EFDE359}"/>
          </ac:spMkLst>
        </pc:spChg>
        <pc:spChg chg="add del mod">
          <ac:chgData name="Shaun Barrett" userId="2e21295b-21c9-4734-b4c8-23b29a1a1ba3" providerId="ADAL" clId="{A9753E4A-884C-4C79-9F7B-449740D1E941}" dt="2023-08-10T14:29:45.935" v="689" actId="478"/>
          <ac:spMkLst>
            <pc:docMk/>
            <pc:sldMk cId="442728535" sldId="479"/>
            <ac:spMk id="5" creationId="{E59C66DD-923A-991D-4B95-A55B8278ADE2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7" creationId="{382F0787-94C3-7D2E-B165-72539CC7B5D7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8" creationId="{0CD7F039-12E9-E217-A0F4-0EC9792E62C0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9" creationId="{BEF67313-C6E9-FD65-5CEF-5D55ADFA2EBE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10" creationId="{60D913D0-036B-982D-309C-03CD6886D9FF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12" creationId="{FF5A76A6-FB1F-E70D-DF36-2CB5DDA152C0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13" creationId="{5B3BBC12-7DD5-5202-1953-BF4681560A74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14" creationId="{0D82648F-0E98-A347-DE7F-6584EC855F5A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15" creationId="{0912488B-1149-BEEC-C28C-E6BBCF5B0E27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17" creationId="{702EA8B9-7B9E-A5E1-536E-D1DA36747A44}"/>
          </ac:spMkLst>
        </pc:spChg>
        <pc:spChg chg="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20" creationId="{AD31A61B-537A-67A0-3918-47058F83AC45}"/>
          </ac:spMkLst>
        </pc:spChg>
        <pc:spChg chg="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21" creationId="{8686C0FE-9A1D-D36C-06DE-211F8017663B}"/>
          </ac:spMkLst>
        </pc:spChg>
        <pc:spChg chg="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22" creationId="{DD146C80-2650-B5F0-57B6-75329BEA60DE}"/>
          </ac:spMkLst>
        </pc:spChg>
        <pc:spChg chg="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23" creationId="{5610C358-22DE-7E11-F914-990C18153346}"/>
          </ac:spMkLst>
        </pc:spChg>
        <pc:spChg chg="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24" creationId="{B91DEF56-345B-7405-0E25-701F0C594352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25" creationId="{BDBB50BC-9050-36F2-7A6F-DDE6250981FE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26" creationId="{243CF9AB-D96A-45ED-6025-27CEF8ADD743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27" creationId="{CE572E10-76B8-BF5E-9E98-0D2B80EE0C74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28" creationId="{71B7F144-8B4E-3EB4-A9DF-D19AD8678B76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29" creationId="{61C51EBA-707F-3950-B2E9-201E0F583418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30" creationId="{71F71F9E-EFEA-3319-7A84-68BF329FD7E4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31" creationId="{864A3B1D-066C-608F-0D3F-BAE6F10108E1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32" creationId="{831B61EA-403D-3C6F-47F6-B02B04D31E37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33" creationId="{30661B63-3D82-E28D-B813-9E92EEECEFD6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34" creationId="{1A16C34F-09F7-6B96-D2A9-8AED3CA1E6E0}"/>
          </ac:spMkLst>
        </pc:spChg>
        <pc:spChg chg="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36" creationId="{7BE3EBAE-3A9B-02AA-2D95-474D3931AF74}"/>
          </ac:spMkLst>
        </pc:spChg>
        <pc:spChg chg="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37" creationId="{906BFFF3-AFB7-98EF-3CDE-3259DFC2C5CB}"/>
          </ac:spMkLst>
        </pc:spChg>
        <pc:spChg chg="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38" creationId="{8A936136-2648-245B-8A26-04B8F37C96FA}"/>
          </ac:spMkLst>
        </pc:spChg>
        <pc:spChg chg="mod">
          <ac:chgData name="Shaun Barrett" userId="2e21295b-21c9-4734-b4c8-23b29a1a1ba3" providerId="ADAL" clId="{A9753E4A-884C-4C79-9F7B-449740D1E941}" dt="2023-08-10T15:22:27.447" v="765" actId="20577"/>
          <ac:spMkLst>
            <pc:docMk/>
            <pc:sldMk cId="442728535" sldId="479"/>
            <ac:spMk id="39" creationId="{134BFE36-B202-AFD9-070B-533B0D165E26}"/>
          </ac:spMkLst>
        </pc:spChg>
        <pc:spChg chg="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40" creationId="{4A5FE672-0D40-0BA3-D541-783608D560A1}"/>
          </ac:spMkLst>
        </pc:spChg>
        <pc:spChg chg="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41" creationId="{6B25B732-5FA4-4922-CE2B-20E802DAF36E}"/>
          </ac:spMkLst>
        </pc:spChg>
        <pc:spChg chg="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42" creationId="{272B983A-A23A-E0EB-B3D6-2043C9635FFE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43" creationId="{B4AFEF1D-DC99-C6AA-E455-02DC43DE43E3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44" creationId="{F4D4F998-4370-041C-5E4E-42CAF6052FF8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45" creationId="{89AB23AA-350F-D164-8066-4B0D67507299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47" creationId="{1ABA7519-D023-0A66-4EA6-9C9BFB5073AB}"/>
          </ac:spMkLst>
        </pc:spChg>
        <pc:spChg chg="add mod">
          <ac:chgData name="Shaun Barrett" userId="2e21295b-21c9-4734-b4c8-23b29a1a1ba3" providerId="ADAL" clId="{A9753E4A-884C-4C79-9F7B-449740D1E941}" dt="2023-08-10T15:08:11.544" v="721" actId="20577"/>
          <ac:spMkLst>
            <pc:docMk/>
            <pc:sldMk cId="442728535" sldId="479"/>
            <ac:spMk id="49" creationId="{8B7FC0CC-FEA7-5A47-5ACE-C03E7B675A7E}"/>
          </ac:spMkLst>
        </pc:spChg>
        <pc:grpChg chg="add mod">
          <ac:chgData name="Shaun Barrett" userId="2e21295b-21c9-4734-b4c8-23b29a1a1ba3" providerId="ADAL" clId="{A9753E4A-884C-4C79-9F7B-449740D1E941}" dt="2023-08-10T14:28:37.003" v="678"/>
          <ac:grpSpMkLst>
            <pc:docMk/>
            <pc:sldMk cId="442728535" sldId="479"/>
            <ac:grpSpMk id="18" creationId="{3A384E23-5F1B-C2DA-7A80-9E1085D3F6B4}"/>
          </ac:grpSpMkLst>
        </pc:grpChg>
        <pc:grpChg chg="mod">
          <ac:chgData name="Shaun Barrett" userId="2e21295b-21c9-4734-b4c8-23b29a1a1ba3" providerId="ADAL" clId="{A9753E4A-884C-4C79-9F7B-449740D1E941}" dt="2023-08-10T14:28:37.003" v="678"/>
          <ac:grpSpMkLst>
            <pc:docMk/>
            <pc:sldMk cId="442728535" sldId="479"/>
            <ac:grpSpMk id="19" creationId="{337362DD-6630-2C38-A028-6239C51F067E}"/>
          </ac:grpSpMkLst>
        </pc:grpChg>
        <pc:grpChg chg="add mod">
          <ac:chgData name="Shaun Barrett" userId="2e21295b-21c9-4734-b4c8-23b29a1a1ba3" providerId="ADAL" clId="{A9753E4A-884C-4C79-9F7B-449740D1E941}" dt="2023-08-10T14:28:37.003" v="678"/>
          <ac:grpSpMkLst>
            <pc:docMk/>
            <pc:sldMk cId="442728535" sldId="479"/>
            <ac:grpSpMk id="35" creationId="{2A84A6C7-4A64-5E0A-E632-77B77CD0ADE3}"/>
          </ac:grpSpMkLst>
        </pc:grpChg>
        <pc:picChg chg="add mod">
          <ac:chgData name="Shaun Barrett" userId="2e21295b-21c9-4734-b4c8-23b29a1a1ba3" providerId="ADAL" clId="{A9753E4A-884C-4C79-9F7B-449740D1E941}" dt="2023-08-10T14:28:37.003" v="678"/>
          <ac:picMkLst>
            <pc:docMk/>
            <pc:sldMk cId="442728535" sldId="479"/>
            <ac:picMk id="6" creationId="{28E41136-D992-7984-F4A4-618412BA9C65}"/>
          </ac:picMkLst>
        </pc:picChg>
        <pc:picChg chg="add mod">
          <ac:chgData name="Shaun Barrett" userId="2e21295b-21c9-4734-b4c8-23b29a1a1ba3" providerId="ADAL" clId="{A9753E4A-884C-4C79-9F7B-449740D1E941}" dt="2023-08-10T14:28:37.003" v="678"/>
          <ac:picMkLst>
            <pc:docMk/>
            <pc:sldMk cId="442728535" sldId="479"/>
            <ac:picMk id="11" creationId="{9AE3650B-ECAE-DA47-9A65-EEE2A40CE23E}"/>
          </ac:picMkLst>
        </pc:picChg>
        <pc:picChg chg="add mod">
          <ac:chgData name="Shaun Barrett" userId="2e21295b-21c9-4734-b4c8-23b29a1a1ba3" providerId="ADAL" clId="{A9753E4A-884C-4C79-9F7B-449740D1E941}" dt="2023-08-10T14:28:37.003" v="678"/>
          <ac:picMkLst>
            <pc:docMk/>
            <pc:sldMk cId="442728535" sldId="479"/>
            <ac:picMk id="16" creationId="{6B686A91-B9E9-2E27-28C8-36C2831C4A74}"/>
          </ac:picMkLst>
        </pc:picChg>
        <pc:picChg chg="add mod">
          <ac:chgData name="Shaun Barrett" userId="2e21295b-21c9-4734-b4c8-23b29a1a1ba3" providerId="ADAL" clId="{A9753E4A-884C-4C79-9F7B-449740D1E941}" dt="2023-08-10T14:28:37.003" v="678"/>
          <ac:picMkLst>
            <pc:docMk/>
            <pc:sldMk cId="442728535" sldId="479"/>
            <ac:picMk id="46" creationId="{B644706B-3D27-42D5-5B24-3F85ADF8DC86}"/>
          </ac:picMkLst>
        </pc:picChg>
      </pc:sldChg>
      <pc:sldChg chg="new del">
        <pc:chgData name="Shaun Barrett" userId="2e21295b-21c9-4734-b4c8-23b29a1a1ba3" providerId="ADAL" clId="{A9753E4A-884C-4C79-9F7B-449740D1E941}" dt="2023-08-10T15:20:50.980" v="729" actId="2696"/>
        <pc:sldMkLst>
          <pc:docMk/>
          <pc:sldMk cId="1849437553" sldId="480"/>
        </pc:sldMkLst>
      </pc:sldChg>
      <pc:sldChg chg="addSp delSp modSp add mod ord">
        <pc:chgData name="Shaun Barrett" userId="2e21295b-21c9-4734-b4c8-23b29a1a1ba3" providerId="ADAL" clId="{A9753E4A-884C-4C79-9F7B-449740D1E941}" dt="2023-08-16T09:41:57.058" v="1962" actId="14100"/>
        <pc:sldMkLst>
          <pc:docMk/>
          <pc:sldMk cId="4209066528" sldId="480"/>
        </pc:sldMkLst>
        <pc:spChg chg="mod">
          <ac:chgData name="Shaun Barrett" userId="2e21295b-21c9-4734-b4c8-23b29a1a1ba3" providerId="ADAL" clId="{A9753E4A-884C-4C79-9F7B-449740D1E941}" dt="2023-08-10T15:36:17.517" v="1171" actId="20577"/>
          <ac:spMkLst>
            <pc:docMk/>
            <pc:sldMk cId="4209066528" sldId="480"/>
            <ac:spMk id="3" creationId="{39F74062-9E6D-4148-95DF-299673D9159E}"/>
          </ac:spMkLst>
        </pc:spChg>
        <pc:spChg chg="del mod">
          <ac:chgData name="Shaun Barrett" userId="2e21295b-21c9-4734-b4c8-23b29a1a1ba3" providerId="ADAL" clId="{A9753E4A-884C-4C79-9F7B-449740D1E941}" dt="2023-08-10T15:21:15.284" v="739"/>
          <ac:spMkLst>
            <pc:docMk/>
            <pc:sldMk cId="4209066528" sldId="480"/>
            <ac:spMk id="4" creationId="{341E3D30-D848-48C7-BC25-6CAF5EFDE359}"/>
          </ac:spMkLst>
        </pc:spChg>
        <pc:spChg chg="add del mod">
          <ac:chgData name="Shaun Barrett" userId="2e21295b-21c9-4734-b4c8-23b29a1a1ba3" providerId="ADAL" clId="{A9753E4A-884C-4C79-9F7B-449740D1E941}" dt="2023-08-10T15:25:07.734" v="863" actId="478"/>
          <ac:spMkLst>
            <pc:docMk/>
            <pc:sldMk cId="4209066528" sldId="480"/>
            <ac:spMk id="5" creationId="{0EEBFD66-5DA7-B881-CB28-91112CE47127}"/>
          </ac:spMkLst>
        </pc:spChg>
        <pc:spChg chg="add mod">
          <ac:chgData name="Shaun Barrett" userId="2e21295b-21c9-4734-b4c8-23b29a1a1ba3" providerId="ADAL" clId="{A9753E4A-884C-4C79-9F7B-449740D1E941}" dt="2023-08-16T09:41:52.165" v="1961" actId="1035"/>
          <ac:spMkLst>
            <pc:docMk/>
            <pc:sldMk cId="4209066528" sldId="480"/>
            <ac:spMk id="6" creationId="{A2F1FD46-83B5-230B-1C4C-C13A24EA1886}"/>
          </ac:spMkLst>
        </pc:spChg>
        <pc:spChg chg="add mod">
          <ac:chgData name="Shaun Barrett" userId="2e21295b-21c9-4734-b4c8-23b29a1a1ba3" providerId="ADAL" clId="{A9753E4A-884C-4C79-9F7B-449740D1E941}" dt="2023-08-16T09:41:52.165" v="1961" actId="1035"/>
          <ac:spMkLst>
            <pc:docMk/>
            <pc:sldMk cId="4209066528" sldId="480"/>
            <ac:spMk id="7" creationId="{54C95C83-0682-A93B-C811-1CB06963A446}"/>
          </ac:spMkLst>
        </pc:spChg>
        <pc:spChg chg="add del mod">
          <ac:chgData name="Shaun Barrett" userId="2e21295b-21c9-4734-b4c8-23b29a1a1ba3" providerId="ADAL" clId="{A9753E4A-884C-4C79-9F7B-449740D1E941}" dt="2023-08-10T15:25:05.158" v="861" actId="478"/>
          <ac:spMkLst>
            <pc:docMk/>
            <pc:sldMk cId="4209066528" sldId="480"/>
            <ac:spMk id="9" creationId="{6BABB425-7A8F-788B-CF74-2A860CE3A36F}"/>
          </ac:spMkLst>
        </pc:spChg>
        <pc:spChg chg="add del mod">
          <ac:chgData name="Shaun Barrett" userId="2e21295b-21c9-4734-b4c8-23b29a1a1ba3" providerId="ADAL" clId="{A9753E4A-884C-4C79-9F7B-449740D1E941}" dt="2023-08-10T15:26:49.224" v="991" actId="478"/>
          <ac:spMkLst>
            <pc:docMk/>
            <pc:sldMk cId="4209066528" sldId="480"/>
            <ac:spMk id="11" creationId="{948ACDDD-AF8B-C355-97F2-7D570FB6861C}"/>
          </ac:spMkLst>
        </pc:spChg>
        <pc:spChg chg="add mod">
          <ac:chgData name="Shaun Barrett" userId="2e21295b-21c9-4734-b4c8-23b29a1a1ba3" providerId="ADAL" clId="{A9753E4A-884C-4C79-9F7B-449740D1E941}" dt="2023-08-16T09:41:52.165" v="1961" actId="1035"/>
          <ac:spMkLst>
            <pc:docMk/>
            <pc:sldMk cId="4209066528" sldId="480"/>
            <ac:spMk id="13" creationId="{E5C7C8C4-6D0B-F159-99C1-F04BEBFA08BE}"/>
          </ac:spMkLst>
        </pc:spChg>
        <pc:spChg chg="add mod">
          <ac:chgData name="Shaun Barrett" userId="2e21295b-21c9-4734-b4c8-23b29a1a1ba3" providerId="ADAL" clId="{A9753E4A-884C-4C79-9F7B-449740D1E941}" dt="2023-08-16T09:41:57.058" v="1962" actId="14100"/>
          <ac:spMkLst>
            <pc:docMk/>
            <pc:sldMk cId="4209066528" sldId="480"/>
            <ac:spMk id="15" creationId="{32D8B4E6-0964-C3BB-E6C7-D4C4BA6199FF}"/>
          </ac:spMkLst>
        </pc:spChg>
        <pc:spChg chg="add mod">
          <ac:chgData name="Shaun Barrett" userId="2e21295b-21c9-4734-b4c8-23b29a1a1ba3" providerId="ADAL" clId="{A9753E4A-884C-4C79-9F7B-449740D1E941}" dt="2023-08-10T15:21:54.174" v="740"/>
          <ac:spMkLst>
            <pc:docMk/>
            <pc:sldMk cId="4209066528" sldId="480"/>
            <ac:spMk id="16" creationId="{B09E0E08-567B-CBA9-43DF-6DDF9EB4D336}"/>
          </ac:spMkLst>
        </pc:spChg>
        <pc:spChg chg="add mod">
          <ac:chgData name="Shaun Barrett" userId="2e21295b-21c9-4734-b4c8-23b29a1a1ba3" providerId="ADAL" clId="{A9753E4A-884C-4C79-9F7B-449740D1E941}" dt="2023-08-16T09:41:52.165" v="1961" actId="1035"/>
          <ac:spMkLst>
            <pc:docMk/>
            <pc:sldMk cId="4209066528" sldId="480"/>
            <ac:spMk id="17" creationId="{2E0791E0-8E55-8AEF-B9FD-7E3332AC2655}"/>
          </ac:spMkLst>
        </pc:spChg>
        <pc:spChg chg="add mod">
          <ac:chgData name="Shaun Barrett" userId="2e21295b-21c9-4734-b4c8-23b29a1a1ba3" providerId="ADAL" clId="{A9753E4A-884C-4C79-9F7B-449740D1E941}" dt="2023-08-16T09:41:52.165" v="1961" actId="1035"/>
          <ac:spMkLst>
            <pc:docMk/>
            <pc:sldMk cId="4209066528" sldId="480"/>
            <ac:spMk id="18" creationId="{4FA8FDC2-487A-8514-C7B1-619680A04768}"/>
          </ac:spMkLst>
        </pc:spChg>
        <pc:spChg chg="add mod">
          <ac:chgData name="Shaun Barrett" userId="2e21295b-21c9-4734-b4c8-23b29a1a1ba3" providerId="ADAL" clId="{A9753E4A-884C-4C79-9F7B-449740D1E941}" dt="2023-08-16T09:41:52.165" v="1961" actId="1035"/>
          <ac:spMkLst>
            <pc:docMk/>
            <pc:sldMk cId="4209066528" sldId="480"/>
            <ac:spMk id="19" creationId="{7116A278-C906-0A3D-C766-6DA4D45FFB4E}"/>
          </ac:spMkLst>
        </pc:spChg>
        <pc:spChg chg="add mod">
          <ac:chgData name="Shaun Barrett" userId="2e21295b-21c9-4734-b4c8-23b29a1a1ba3" providerId="ADAL" clId="{A9753E4A-884C-4C79-9F7B-449740D1E941}" dt="2023-08-16T09:41:52.165" v="1961" actId="1035"/>
          <ac:spMkLst>
            <pc:docMk/>
            <pc:sldMk cId="4209066528" sldId="480"/>
            <ac:spMk id="20" creationId="{FB943E5D-A8D4-0E79-1AC1-032FE475451A}"/>
          </ac:spMkLst>
        </pc:spChg>
        <pc:spChg chg="add del mod">
          <ac:chgData name="Shaun Barrett" userId="2e21295b-21c9-4734-b4c8-23b29a1a1ba3" providerId="ADAL" clId="{A9753E4A-884C-4C79-9F7B-449740D1E941}" dt="2023-08-15T13:19:43.051" v="1856" actId="478"/>
          <ac:spMkLst>
            <pc:docMk/>
            <pc:sldMk cId="4209066528" sldId="480"/>
            <ac:spMk id="21" creationId="{59B8C49A-EFC3-E8D3-ED18-CD45C5D16B29}"/>
          </ac:spMkLst>
        </pc:spChg>
        <pc:spChg chg="add del mod">
          <ac:chgData name="Shaun Barrett" userId="2e21295b-21c9-4734-b4c8-23b29a1a1ba3" providerId="ADAL" clId="{A9753E4A-884C-4C79-9F7B-449740D1E941}" dt="2023-08-15T13:19:44.583" v="1857" actId="478"/>
          <ac:spMkLst>
            <pc:docMk/>
            <pc:sldMk cId="4209066528" sldId="480"/>
            <ac:spMk id="22" creationId="{CE254E1C-980B-3627-B445-A8523E7AB928}"/>
          </ac:spMkLst>
        </pc:spChg>
        <pc:spChg chg="add del mod">
          <ac:chgData name="Shaun Barrett" userId="2e21295b-21c9-4734-b4c8-23b29a1a1ba3" providerId="ADAL" clId="{A9753E4A-884C-4C79-9F7B-449740D1E941}" dt="2023-08-15T13:19:47.410" v="1860" actId="478"/>
          <ac:spMkLst>
            <pc:docMk/>
            <pc:sldMk cId="4209066528" sldId="480"/>
            <ac:spMk id="23" creationId="{93605AA8-EFB4-1C93-AD1F-7C93D9FD5F53}"/>
          </ac:spMkLst>
        </pc:spChg>
        <pc:spChg chg="add del mod">
          <ac:chgData name="Shaun Barrett" userId="2e21295b-21c9-4734-b4c8-23b29a1a1ba3" providerId="ADAL" clId="{A9753E4A-884C-4C79-9F7B-449740D1E941}" dt="2023-08-15T13:19:50.953" v="1862" actId="478"/>
          <ac:spMkLst>
            <pc:docMk/>
            <pc:sldMk cId="4209066528" sldId="480"/>
            <ac:spMk id="25" creationId="{87E55D6B-EE61-26EF-9706-714B0B9AB810}"/>
          </ac:spMkLst>
        </pc:spChg>
        <pc:spChg chg="add del mod">
          <ac:chgData name="Shaun Barrett" userId="2e21295b-21c9-4734-b4c8-23b29a1a1ba3" providerId="ADAL" clId="{A9753E4A-884C-4C79-9F7B-449740D1E941}" dt="2023-08-15T13:19:53.718" v="1864" actId="478"/>
          <ac:spMkLst>
            <pc:docMk/>
            <pc:sldMk cId="4209066528" sldId="480"/>
            <ac:spMk id="26" creationId="{529A5523-4252-77FB-C5F1-D5EB6267B95E}"/>
          </ac:spMkLst>
        </pc:spChg>
        <pc:spChg chg="mod">
          <ac:chgData name="Shaun Barrett" userId="2e21295b-21c9-4734-b4c8-23b29a1a1ba3" providerId="ADAL" clId="{A9753E4A-884C-4C79-9F7B-449740D1E941}" dt="2023-08-10T15:21:54.174" v="740"/>
          <ac:spMkLst>
            <pc:docMk/>
            <pc:sldMk cId="4209066528" sldId="480"/>
            <ac:spMk id="29" creationId="{13DA0513-0C0C-D6E5-D4FC-54090B359C94}"/>
          </ac:spMkLst>
        </pc:spChg>
        <pc:spChg chg="mod">
          <ac:chgData name="Shaun Barrett" userId="2e21295b-21c9-4734-b4c8-23b29a1a1ba3" providerId="ADAL" clId="{A9753E4A-884C-4C79-9F7B-449740D1E941}" dt="2023-08-10T15:21:54.174" v="740"/>
          <ac:spMkLst>
            <pc:docMk/>
            <pc:sldMk cId="4209066528" sldId="480"/>
            <ac:spMk id="30" creationId="{C8D21C40-2C07-810C-7198-08755519CF91}"/>
          </ac:spMkLst>
        </pc:spChg>
        <pc:spChg chg="mod">
          <ac:chgData name="Shaun Barrett" userId="2e21295b-21c9-4734-b4c8-23b29a1a1ba3" providerId="ADAL" clId="{A9753E4A-884C-4C79-9F7B-449740D1E941}" dt="2023-08-10T15:21:54.174" v="740"/>
          <ac:spMkLst>
            <pc:docMk/>
            <pc:sldMk cId="4209066528" sldId="480"/>
            <ac:spMk id="31" creationId="{9AF08E13-9586-4B3E-7141-BDC406FFCB58}"/>
          </ac:spMkLst>
        </pc:spChg>
        <pc:spChg chg="mod">
          <ac:chgData name="Shaun Barrett" userId="2e21295b-21c9-4734-b4c8-23b29a1a1ba3" providerId="ADAL" clId="{A9753E4A-884C-4C79-9F7B-449740D1E941}" dt="2023-08-10T15:21:54.174" v="740"/>
          <ac:spMkLst>
            <pc:docMk/>
            <pc:sldMk cId="4209066528" sldId="480"/>
            <ac:spMk id="32" creationId="{CF40B43E-61C6-AB13-0AE1-94D87E064C75}"/>
          </ac:spMkLst>
        </pc:spChg>
        <pc:spChg chg="mod">
          <ac:chgData name="Shaun Barrett" userId="2e21295b-21c9-4734-b4c8-23b29a1a1ba3" providerId="ADAL" clId="{A9753E4A-884C-4C79-9F7B-449740D1E941}" dt="2023-08-10T15:21:54.174" v="740"/>
          <ac:spMkLst>
            <pc:docMk/>
            <pc:sldMk cId="4209066528" sldId="480"/>
            <ac:spMk id="33" creationId="{9A94C890-A7E7-259C-669F-3A2313397483}"/>
          </ac:spMkLst>
        </pc:spChg>
        <pc:spChg chg="mod">
          <ac:chgData name="Shaun Barrett" userId="2e21295b-21c9-4734-b4c8-23b29a1a1ba3" providerId="ADAL" clId="{A9753E4A-884C-4C79-9F7B-449740D1E941}" dt="2023-08-10T15:21:54.174" v="740"/>
          <ac:spMkLst>
            <pc:docMk/>
            <pc:sldMk cId="4209066528" sldId="480"/>
            <ac:spMk id="34" creationId="{F68AE370-4B17-885E-4C86-78C3535CBA07}"/>
          </ac:spMkLst>
        </pc:spChg>
        <pc:spChg chg="add del mod">
          <ac:chgData name="Shaun Barrett" userId="2e21295b-21c9-4734-b4c8-23b29a1a1ba3" providerId="ADAL" clId="{A9753E4A-884C-4C79-9F7B-449740D1E941}" dt="2023-08-10T15:22:39.905" v="767" actId="478"/>
          <ac:spMkLst>
            <pc:docMk/>
            <pc:sldMk cId="4209066528" sldId="480"/>
            <ac:spMk id="36" creationId="{762A5A63-D6FF-E9B9-B9FA-E8EEA7B5077A}"/>
          </ac:spMkLst>
        </pc:spChg>
        <pc:spChg chg="add del mod">
          <ac:chgData name="Shaun Barrett" userId="2e21295b-21c9-4734-b4c8-23b29a1a1ba3" providerId="ADAL" clId="{A9753E4A-884C-4C79-9F7B-449740D1E941}" dt="2023-08-10T15:22:42.465" v="770" actId="478"/>
          <ac:spMkLst>
            <pc:docMk/>
            <pc:sldMk cId="4209066528" sldId="480"/>
            <ac:spMk id="37" creationId="{4A23313F-6EF4-3C28-499E-3C5AEB9B7DAC}"/>
          </ac:spMkLst>
        </pc:spChg>
        <pc:spChg chg="add del mod">
          <ac:chgData name="Shaun Barrett" userId="2e21295b-21c9-4734-b4c8-23b29a1a1ba3" providerId="ADAL" clId="{A9753E4A-884C-4C79-9F7B-449740D1E941}" dt="2023-08-10T15:22:44.020" v="772" actId="478"/>
          <ac:spMkLst>
            <pc:docMk/>
            <pc:sldMk cId="4209066528" sldId="480"/>
            <ac:spMk id="38" creationId="{BD30242A-F39F-90CA-F33E-BB4A9CF3625F}"/>
          </ac:spMkLst>
        </pc:spChg>
        <pc:spChg chg="mod">
          <ac:chgData name="Shaun Barrett" userId="2e21295b-21c9-4734-b4c8-23b29a1a1ba3" providerId="ADAL" clId="{A9753E4A-884C-4C79-9F7B-449740D1E941}" dt="2023-08-10T15:21:54.174" v="740"/>
          <ac:spMkLst>
            <pc:docMk/>
            <pc:sldMk cId="4209066528" sldId="480"/>
            <ac:spMk id="40" creationId="{FC14B4C5-BE47-04E1-9AEB-825369767A46}"/>
          </ac:spMkLst>
        </pc:spChg>
        <pc:spChg chg="mod">
          <ac:chgData name="Shaun Barrett" userId="2e21295b-21c9-4734-b4c8-23b29a1a1ba3" providerId="ADAL" clId="{A9753E4A-884C-4C79-9F7B-449740D1E941}" dt="2023-08-10T15:21:54.174" v="740"/>
          <ac:spMkLst>
            <pc:docMk/>
            <pc:sldMk cId="4209066528" sldId="480"/>
            <ac:spMk id="42" creationId="{3D4FE517-0180-37BE-6B53-87E8BD2D8F2B}"/>
          </ac:spMkLst>
        </pc:spChg>
        <pc:spChg chg="mod">
          <ac:chgData name="Shaun Barrett" userId="2e21295b-21c9-4734-b4c8-23b29a1a1ba3" providerId="ADAL" clId="{A9753E4A-884C-4C79-9F7B-449740D1E941}" dt="2023-08-10T15:21:54.174" v="740"/>
          <ac:spMkLst>
            <pc:docMk/>
            <pc:sldMk cId="4209066528" sldId="480"/>
            <ac:spMk id="43" creationId="{3EDFBD19-9101-9961-3480-0950B3896F74}"/>
          </ac:spMkLst>
        </pc:spChg>
        <pc:spChg chg="mod">
          <ac:chgData name="Shaun Barrett" userId="2e21295b-21c9-4734-b4c8-23b29a1a1ba3" providerId="ADAL" clId="{A9753E4A-884C-4C79-9F7B-449740D1E941}" dt="2023-08-10T15:21:54.174" v="740"/>
          <ac:spMkLst>
            <pc:docMk/>
            <pc:sldMk cId="4209066528" sldId="480"/>
            <ac:spMk id="44" creationId="{0BBF7C07-BDE2-9ACF-B1AE-897C647526AA}"/>
          </ac:spMkLst>
        </pc:spChg>
        <pc:spChg chg="mod">
          <ac:chgData name="Shaun Barrett" userId="2e21295b-21c9-4734-b4c8-23b29a1a1ba3" providerId="ADAL" clId="{A9753E4A-884C-4C79-9F7B-449740D1E941}" dt="2023-08-10T15:21:54.174" v="740"/>
          <ac:spMkLst>
            <pc:docMk/>
            <pc:sldMk cId="4209066528" sldId="480"/>
            <ac:spMk id="45" creationId="{42441573-8DEB-E5A7-A032-C3EF6C08C71E}"/>
          </ac:spMkLst>
        </pc:spChg>
        <pc:spChg chg="mod">
          <ac:chgData name="Shaun Barrett" userId="2e21295b-21c9-4734-b4c8-23b29a1a1ba3" providerId="ADAL" clId="{A9753E4A-884C-4C79-9F7B-449740D1E941}" dt="2023-08-10T15:21:54.174" v="740"/>
          <ac:spMkLst>
            <pc:docMk/>
            <pc:sldMk cId="4209066528" sldId="480"/>
            <ac:spMk id="46" creationId="{0697DE57-8EF1-5452-D46A-44C40F4E208F}"/>
          </ac:spMkLst>
        </pc:spChg>
        <pc:spChg chg="mod">
          <ac:chgData name="Shaun Barrett" userId="2e21295b-21c9-4734-b4c8-23b29a1a1ba3" providerId="ADAL" clId="{A9753E4A-884C-4C79-9F7B-449740D1E941}" dt="2023-08-10T15:21:54.174" v="740"/>
          <ac:spMkLst>
            <pc:docMk/>
            <pc:sldMk cId="4209066528" sldId="480"/>
            <ac:spMk id="47" creationId="{51D1E077-C48E-23F5-C4A3-440CA3349FC3}"/>
          </ac:spMkLst>
        </pc:spChg>
        <pc:spChg chg="add mod">
          <ac:chgData name="Shaun Barrett" userId="2e21295b-21c9-4734-b4c8-23b29a1a1ba3" providerId="ADAL" clId="{A9753E4A-884C-4C79-9F7B-449740D1E941}" dt="2023-08-16T09:41:52.165" v="1961" actId="1035"/>
          <ac:spMkLst>
            <pc:docMk/>
            <pc:sldMk cId="4209066528" sldId="480"/>
            <ac:spMk id="50" creationId="{1461A972-67B9-E5F8-7C61-2456D1D63A61}"/>
          </ac:spMkLst>
        </pc:spChg>
        <pc:spChg chg="add mod">
          <ac:chgData name="Shaun Barrett" userId="2e21295b-21c9-4734-b4c8-23b29a1a1ba3" providerId="ADAL" clId="{A9753E4A-884C-4C79-9F7B-449740D1E941}" dt="2023-08-16T09:41:52.165" v="1961" actId="1035"/>
          <ac:spMkLst>
            <pc:docMk/>
            <pc:sldMk cId="4209066528" sldId="480"/>
            <ac:spMk id="52" creationId="{088AD95F-9D34-485F-42BC-C3E35D8892BA}"/>
          </ac:spMkLst>
        </pc:spChg>
        <pc:spChg chg="add mod">
          <ac:chgData name="Shaun Barrett" userId="2e21295b-21c9-4734-b4c8-23b29a1a1ba3" providerId="ADAL" clId="{A9753E4A-884C-4C79-9F7B-449740D1E941}" dt="2023-08-16T09:41:52.165" v="1961" actId="1035"/>
          <ac:spMkLst>
            <pc:docMk/>
            <pc:sldMk cId="4209066528" sldId="480"/>
            <ac:spMk id="54" creationId="{AA4C3392-42D1-0FFE-0487-4A1ED299EBE7}"/>
          </ac:spMkLst>
        </pc:spChg>
        <pc:spChg chg="add mod">
          <ac:chgData name="Shaun Barrett" userId="2e21295b-21c9-4734-b4c8-23b29a1a1ba3" providerId="ADAL" clId="{A9753E4A-884C-4C79-9F7B-449740D1E941}" dt="2023-08-16T09:41:52.165" v="1961" actId="1035"/>
          <ac:spMkLst>
            <pc:docMk/>
            <pc:sldMk cId="4209066528" sldId="480"/>
            <ac:spMk id="56" creationId="{37710533-702F-F78D-5A10-E8F1C434E6EE}"/>
          </ac:spMkLst>
        </pc:spChg>
        <pc:grpChg chg="add mod">
          <ac:chgData name="Shaun Barrett" userId="2e21295b-21c9-4734-b4c8-23b29a1a1ba3" providerId="ADAL" clId="{A9753E4A-884C-4C79-9F7B-449740D1E941}" dt="2023-08-16T09:41:52.165" v="1961" actId="1035"/>
          <ac:grpSpMkLst>
            <pc:docMk/>
            <pc:sldMk cId="4209066528" sldId="480"/>
            <ac:grpSpMk id="28" creationId="{5BA3AAA8-DEE8-F538-F3BE-5F69116138EA}"/>
          </ac:grpSpMkLst>
        </pc:grpChg>
        <pc:grpChg chg="add del mod">
          <ac:chgData name="Shaun Barrett" userId="2e21295b-21c9-4734-b4c8-23b29a1a1ba3" providerId="ADAL" clId="{A9753E4A-884C-4C79-9F7B-449740D1E941}" dt="2023-08-10T15:22:40.737" v="768" actId="478"/>
          <ac:grpSpMkLst>
            <pc:docMk/>
            <pc:sldMk cId="4209066528" sldId="480"/>
            <ac:grpSpMk id="39" creationId="{8CFBC8BA-D5B6-99E6-5294-16A3478B4048}"/>
          </ac:grpSpMkLst>
        </pc:grpChg>
        <pc:grpChg chg="mod">
          <ac:chgData name="Shaun Barrett" userId="2e21295b-21c9-4734-b4c8-23b29a1a1ba3" providerId="ADAL" clId="{A9753E4A-884C-4C79-9F7B-449740D1E941}" dt="2023-08-10T15:21:54.174" v="740"/>
          <ac:grpSpMkLst>
            <pc:docMk/>
            <pc:sldMk cId="4209066528" sldId="480"/>
            <ac:grpSpMk id="41" creationId="{7C9534D5-A05B-FF47-DD91-EE8C36756253}"/>
          </ac:grpSpMkLst>
        </pc:grpChg>
        <pc:graphicFrameChg chg="add del mod">
          <ac:chgData name="Shaun Barrett" userId="2e21295b-21c9-4734-b4c8-23b29a1a1ba3" providerId="ADAL" clId="{A9753E4A-884C-4C79-9F7B-449740D1E941}" dt="2023-08-10T15:22:38.677" v="766" actId="478"/>
          <ac:graphicFrameMkLst>
            <pc:docMk/>
            <pc:sldMk cId="4209066528" sldId="480"/>
            <ac:graphicFrameMk id="48" creationId="{28651755-5531-FEA5-357E-E213E202EE6F}"/>
          </ac:graphicFrameMkLst>
        </pc:graphicFrameChg>
        <pc:picChg chg="add mod">
          <ac:chgData name="Shaun Barrett" userId="2e21295b-21c9-4734-b4c8-23b29a1a1ba3" providerId="ADAL" clId="{A9753E4A-884C-4C79-9F7B-449740D1E941}" dt="2023-08-16T09:41:52.165" v="1961" actId="1035"/>
          <ac:picMkLst>
            <pc:docMk/>
            <pc:sldMk cId="4209066528" sldId="480"/>
            <ac:picMk id="2" creationId="{8EE58CBB-318E-3DD2-33AC-0BE45B61F0FD}"/>
          </ac:picMkLst>
        </pc:picChg>
        <pc:picChg chg="add del mod">
          <ac:chgData name="Shaun Barrett" userId="2e21295b-21c9-4734-b4c8-23b29a1a1ba3" providerId="ADAL" clId="{A9753E4A-884C-4C79-9F7B-449740D1E941}" dt="2023-08-10T15:25:06.194" v="862" actId="478"/>
          <ac:picMkLst>
            <pc:docMk/>
            <pc:sldMk cId="4209066528" sldId="480"/>
            <ac:picMk id="8" creationId="{BBA0C26A-950F-BEC1-4C93-7EFCF56C5006}"/>
          </ac:picMkLst>
        </pc:picChg>
        <pc:picChg chg="add del mod">
          <ac:chgData name="Shaun Barrett" userId="2e21295b-21c9-4734-b4c8-23b29a1a1ba3" providerId="ADAL" clId="{A9753E4A-884C-4C79-9F7B-449740D1E941}" dt="2023-08-10T15:25:03.822" v="860" actId="478"/>
          <ac:picMkLst>
            <pc:docMk/>
            <pc:sldMk cId="4209066528" sldId="480"/>
            <ac:picMk id="10" creationId="{4E90B9A6-D68F-58FC-23E0-DBB58265260F}"/>
          </ac:picMkLst>
        </pc:picChg>
        <pc:picChg chg="add del mod">
          <ac:chgData name="Shaun Barrett" userId="2e21295b-21c9-4734-b4c8-23b29a1a1ba3" providerId="ADAL" clId="{A9753E4A-884C-4C79-9F7B-449740D1E941}" dt="2023-08-10T15:26:47.525" v="990" actId="478"/>
          <ac:picMkLst>
            <pc:docMk/>
            <pc:sldMk cId="4209066528" sldId="480"/>
            <ac:picMk id="12" creationId="{D54582F7-5A2B-8497-1C64-BAD312D2751B}"/>
          </ac:picMkLst>
        </pc:picChg>
        <pc:picChg chg="add del mod">
          <ac:chgData name="Shaun Barrett" userId="2e21295b-21c9-4734-b4c8-23b29a1a1ba3" providerId="ADAL" clId="{A9753E4A-884C-4C79-9F7B-449740D1E941}" dt="2023-08-15T13:19:45.741" v="1858" actId="478"/>
          <ac:picMkLst>
            <pc:docMk/>
            <pc:sldMk cId="4209066528" sldId="480"/>
            <ac:picMk id="14" creationId="{E5C14C02-E874-2D0E-65CB-2918DEB82652}"/>
          </ac:picMkLst>
        </pc:picChg>
        <pc:picChg chg="add del mod">
          <ac:chgData name="Shaun Barrett" userId="2e21295b-21c9-4734-b4c8-23b29a1a1ba3" providerId="ADAL" clId="{A9753E4A-884C-4C79-9F7B-449740D1E941}" dt="2023-08-15T13:19:48.733" v="1861" actId="478"/>
          <ac:picMkLst>
            <pc:docMk/>
            <pc:sldMk cId="4209066528" sldId="480"/>
            <ac:picMk id="24" creationId="{887A3EEE-9734-42F7-1CC7-D53BFBB23D94}"/>
          </ac:picMkLst>
        </pc:picChg>
        <pc:picChg chg="add del mod">
          <ac:chgData name="Shaun Barrett" userId="2e21295b-21c9-4734-b4c8-23b29a1a1ba3" providerId="ADAL" clId="{A9753E4A-884C-4C79-9F7B-449740D1E941}" dt="2023-08-15T13:19:52.450" v="1863" actId="478"/>
          <ac:picMkLst>
            <pc:docMk/>
            <pc:sldMk cId="4209066528" sldId="480"/>
            <ac:picMk id="27" creationId="{AEF8449A-8122-9275-EAC1-1049844CCACB}"/>
          </ac:picMkLst>
        </pc:picChg>
        <pc:picChg chg="add del mod">
          <ac:chgData name="Shaun Barrett" userId="2e21295b-21c9-4734-b4c8-23b29a1a1ba3" providerId="ADAL" clId="{A9753E4A-884C-4C79-9F7B-449740D1E941}" dt="2023-08-10T15:31:12.786" v="995" actId="478"/>
          <ac:picMkLst>
            <pc:docMk/>
            <pc:sldMk cId="4209066528" sldId="480"/>
            <ac:picMk id="35" creationId="{FEE059E3-DBD8-1253-4F01-7E54D91F9A7D}"/>
          </ac:picMkLst>
        </pc:picChg>
        <pc:picChg chg="add mod">
          <ac:chgData name="Shaun Barrett" userId="2e21295b-21c9-4734-b4c8-23b29a1a1ba3" providerId="ADAL" clId="{A9753E4A-884C-4C79-9F7B-449740D1E941}" dt="2023-08-16T09:41:52.165" v="1961" actId="1035"/>
          <ac:picMkLst>
            <pc:docMk/>
            <pc:sldMk cId="4209066528" sldId="480"/>
            <ac:picMk id="49" creationId="{1976CD88-7568-0C06-D31E-064E1113FE47}"/>
          </ac:picMkLst>
        </pc:picChg>
        <pc:picChg chg="add mod">
          <ac:chgData name="Shaun Barrett" userId="2e21295b-21c9-4734-b4c8-23b29a1a1ba3" providerId="ADAL" clId="{A9753E4A-884C-4C79-9F7B-449740D1E941}" dt="2023-08-16T09:41:52.165" v="1961" actId="1035"/>
          <ac:picMkLst>
            <pc:docMk/>
            <pc:sldMk cId="4209066528" sldId="480"/>
            <ac:picMk id="51" creationId="{11946F5A-3135-8435-4B43-921AD8078EE8}"/>
          </ac:picMkLst>
        </pc:picChg>
        <pc:picChg chg="add mod">
          <ac:chgData name="Shaun Barrett" userId="2e21295b-21c9-4734-b4c8-23b29a1a1ba3" providerId="ADAL" clId="{A9753E4A-884C-4C79-9F7B-449740D1E941}" dt="2023-08-16T09:41:52.165" v="1961" actId="1035"/>
          <ac:picMkLst>
            <pc:docMk/>
            <pc:sldMk cId="4209066528" sldId="480"/>
            <ac:picMk id="53" creationId="{18C8136B-DD2B-F072-283A-70FA097FC415}"/>
          </ac:picMkLst>
        </pc:picChg>
        <pc:picChg chg="add mod">
          <ac:chgData name="Shaun Barrett" userId="2e21295b-21c9-4734-b4c8-23b29a1a1ba3" providerId="ADAL" clId="{A9753E4A-884C-4C79-9F7B-449740D1E941}" dt="2023-08-16T09:41:52.165" v="1961" actId="1035"/>
          <ac:picMkLst>
            <pc:docMk/>
            <pc:sldMk cId="4209066528" sldId="480"/>
            <ac:picMk id="55" creationId="{8FC37502-7857-C3A5-6C07-1F84AAAD9E65}"/>
          </ac:picMkLst>
        </pc:picChg>
        <pc:picChg chg="add mod">
          <ac:chgData name="Shaun Barrett" userId="2e21295b-21c9-4734-b4c8-23b29a1a1ba3" providerId="ADAL" clId="{A9753E4A-884C-4C79-9F7B-449740D1E941}" dt="2023-08-16T09:41:52.165" v="1961" actId="1035"/>
          <ac:picMkLst>
            <pc:docMk/>
            <pc:sldMk cId="4209066528" sldId="480"/>
            <ac:picMk id="57" creationId="{B6F837B1-6E73-C2F6-F5DB-F0B45D52FCFE}"/>
          </ac:picMkLst>
        </pc:picChg>
      </pc:sldChg>
      <pc:sldChg chg="addSp delSp modSp add mod">
        <pc:chgData name="Shaun Barrett" userId="2e21295b-21c9-4734-b4c8-23b29a1a1ba3" providerId="ADAL" clId="{A9753E4A-884C-4C79-9F7B-449740D1E941}" dt="2023-08-15T13:20:03.774" v="1865" actId="1076"/>
        <pc:sldMkLst>
          <pc:docMk/>
          <pc:sldMk cId="2724100360" sldId="481"/>
        </pc:sldMkLst>
        <pc:spChg chg="add del mod">
          <ac:chgData name="Shaun Barrett" userId="2e21295b-21c9-4734-b4c8-23b29a1a1ba3" providerId="ADAL" clId="{A9753E4A-884C-4C79-9F7B-449740D1E941}" dt="2023-08-15T13:15:38.629" v="1830" actId="478"/>
          <ac:spMkLst>
            <pc:docMk/>
            <pc:sldMk cId="2724100360" sldId="481"/>
            <ac:spMk id="4" creationId="{341E3D30-D848-48C7-BC25-6CAF5EFDE359}"/>
          </ac:spMkLst>
        </pc:spChg>
        <pc:graphicFrameChg chg="add mod modGraphic">
          <ac:chgData name="Shaun Barrett" userId="2e21295b-21c9-4734-b4c8-23b29a1a1ba3" providerId="ADAL" clId="{A9753E4A-884C-4C79-9F7B-449740D1E941}" dt="2023-08-15T13:20:03.774" v="1865" actId="1076"/>
          <ac:graphicFrameMkLst>
            <pc:docMk/>
            <pc:sldMk cId="2724100360" sldId="481"/>
            <ac:graphicFrameMk id="2" creationId="{3C3FDA59-0A22-1DFE-0E49-0D08F389FCAB}"/>
          </ac:graphicFrameMkLst>
        </pc:graphicFrameChg>
      </pc:sldChg>
      <pc:sldChg chg="modSp add mod ord">
        <pc:chgData name="Shaun Barrett" userId="2e21295b-21c9-4734-b4c8-23b29a1a1ba3" providerId="ADAL" clId="{A9753E4A-884C-4C79-9F7B-449740D1E941}" dt="2023-08-16T14:16:35.460" v="2166" actId="6549"/>
        <pc:sldMkLst>
          <pc:docMk/>
          <pc:sldMk cId="1412870570" sldId="482"/>
        </pc:sldMkLst>
        <pc:spChg chg="mod">
          <ac:chgData name="Shaun Barrett" userId="2e21295b-21c9-4734-b4c8-23b29a1a1ba3" providerId="ADAL" clId="{A9753E4A-884C-4C79-9F7B-449740D1E941}" dt="2023-08-16T09:50:24.441" v="2164" actId="20577"/>
          <ac:spMkLst>
            <pc:docMk/>
            <pc:sldMk cId="1412870570" sldId="482"/>
            <ac:spMk id="3" creationId="{39F74062-9E6D-4148-95DF-299673D9159E}"/>
          </ac:spMkLst>
        </pc:spChg>
        <pc:graphicFrameChg chg="modGraphic">
          <ac:chgData name="Shaun Barrett" userId="2e21295b-21c9-4734-b4c8-23b29a1a1ba3" providerId="ADAL" clId="{A9753E4A-884C-4C79-9F7B-449740D1E941}" dt="2023-08-16T14:16:35.460" v="2166" actId="6549"/>
          <ac:graphicFrameMkLst>
            <pc:docMk/>
            <pc:sldMk cId="1412870570" sldId="482"/>
            <ac:graphicFrameMk id="2" creationId="{3C3FDA59-0A22-1DFE-0E49-0D08F389FCAB}"/>
          </ac:graphicFrameMkLst>
        </pc:graphicFrameChg>
      </pc:sldChg>
      <pc:sldChg chg="addSp delSp modSp add mod">
        <pc:chgData name="Shaun Barrett" userId="2e21295b-21c9-4734-b4c8-23b29a1a1ba3" providerId="ADAL" clId="{A9753E4A-884C-4C79-9F7B-449740D1E941}" dt="2023-08-16T15:08:16.232" v="2487" actId="20577"/>
        <pc:sldMkLst>
          <pc:docMk/>
          <pc:sldMk cId="1897495795" sldId="483"/>
        </pc:sldMkLst>
        <pc:spChg chg="mod">
          <ac:chgData name="Shaun Barrett" userId="2e21295b-21c9-4734-b4c8-23b29a1a1ba3" providerId="ADAL" clId="{A9753E4A-884C-4C79-9F7B-449740D1E941}" dt="2023-08-16T14:16:52.844" v="2182" actId="20577"/>
          <ac:spMkLst>
            <pc:docMk/>
            <pc:sldMk cId="1897495795" sldId="483"/>
            <ac:spMk id="3" creationId="{39F74062-9E6D-4148-95DF-299673D9159E}"/>
          </ac:spMkLst>
        </pc:spChg>
        <pc:spChg chg="add del mod">
          <ac:chgData name="Shaun Barrett" userId="2e21295b-21c9-4734-b4c8-23b29a1a1ba3" providerId="ADAL" clId="{A9753E4A-884C-4C79-9F7B-449740D1E941}" dt="2023-08-16T14:19:17.030" v="2202"/>
          <ac:spMkLst>
            <pc:docMk/>
            <pc:sldMk cId="1897495795" sldId="483"/>
            <ac:spMk id="4" creationId="{D933D498-9DC7-B681-EB54-737C0A0E55A5}"/>
          </ac:spMkLst>
        </pc:spChg>
        <pc:spChg chg="add del mod">
          <ac:chgData name="Shaun Barrett" userId="2e21295b-21c9-4734-b4c8-23b29a1a1ba3" providerId="ADAL" clId="{A9753E4A-884C-4C79-9F7B-449740D1E941}" dt="2023-08-16T14:19:17.030" v="2202"/>
          <ac:spMkLst>
            <pc:docMk/>
            <pc:sldMk cId="1897495795" sldId="483"/>
            <ac:spMk id="5" creationId="{804CA3C0-255C-0021-4DA6-8518B45D53B7}"/>
          </ac:spMkLst>
        </pc:spChg>
        <pc:spChg chg="add del mod">
          <ac:chgData name="Shaun Barrett" userId="2e21295b-21c9-4734-b4c8-23b29a1a1ba3" providerId="ADAL" clId="{A9753E4A-884C-4C79-9F7B-449740D1E941}" dt="2023-08-16T14:19:17.030" v="2202"/>
          <ac:spMkLst>
            <pc:docMk/>
            <pc:sldMk cId="1897495795" sldId="483"/>
            <ac:spMk id="6" creationId="{8A073260-B73D-F76B-DC99-BBE949E91106}"/>
          </ac:spMkLst>
        </pc:spChg>
        <pc:spChg chg="add del mod">
          <ac:chgData name="Shaun Barrett" userId="2e21295b-21c9-4734-b4c8-23b29a1a1ba3" providerId="ADAL" clId="{A9753E4A-884C-4C79-9F7B-449740D1E941}" dt="2023-08-16T14:19:17.030" v="2202"/>
          <ac:spMkLst>
            <pc:docMk/>
            <pc:sldMk cId="1897495795" sldId="483"/>
            <ac:spMk id="7" creationId="{64749539-B54B-C948-2524-9B104C20A068}"/>
          </ac:spMkLst>
        </pc:spChg>
        <pc:spChg chg="add del mod">
          <ac:chgData name="Shaun Barrett" userId="2e21295b-21c9-4734-b4c8-23b29a1a1ba3" providerId="ADAL" clId="{A9753E4A-884C-4C79-9F7B-449740D1E941}" dt="2023-08-16T14:19:17.030" v="2202"/>
          <ac:spMkLst>
            <pc:docMk/>
            <pc:sldMk cId="1897495795" sldId="483"/>
            <ac:spMk id="8" creationId="{4A179CCE-FEA0-A2D9-B63D-ED991BF7DA6B}"/>
          </ac:spMkLst>
        </pc:spChg>
        <pc:spChg chg="add del">
          <ac:chgData name="Shaun Barrett" userId="2e21295b-21c9-4734-b4c8-23b29a1a1ba3" providerId="ADAL" clId="{A9753E4A-884C-4C79-9F7B-449740D1E941}" dt="2023-08-16T14:19:19.951" v="2204"/>
          <ac:spMkLst>
            <pc:docMk/>
            <pc:sldMk cId="1897495795" sldId="483"/>
            <ac:spMk id="9" creationId="{0206D2E6-AD3F-ECE3-1724-64FDCB66446C}"/>
          </ac:spMkLst>
        </pc:spChg>
        <pc:spChg chg="add del">
          <ac:chgData name="Shaun Barrett" userId="2e21295b-21c9-4734-b4c8-23b29a1a1ba3" providerId="ADAL" clId="{A9753E4A-884C-4C79-9F7B-449740D1E941}" dt="2023-08-16T14:19:19.951" v="2204"/>
          <ac:spMkLst>
            <pc:docMk/>
            <pc:sldMk cId="1897495795" sldId="483"/>
            <ac:spMk id="10" creationId="{5937BCE5-8B56-050E-E439-A6E0F6E8BA64}"/>
          </ac:spMkLst>
        </pc:spChg>
        <pc:spChg chg="add del">
          <ac:chgData name="Shaun Barrett" userId="2e21295b-21c9-4734-b4c8-23b29a1a1ba3" providerId="ADAL" clId="{A9753E4A-884C-4C79-9F7B-449740D1E941}" dt="2023-08-16T14:19:19.951" v="2204"/>
          <ac:spMkLst>
            <pc:docMk/>
            <pc:sldMk cId="1897495795" sldId="483"/>
            <ac:spMk id="11" creationId="{0E0A61D2-6033-A904-8F15-0888126CEBC4}"/>
          </ac:spMkLst>
        </pc:spChg>
        <pc:spChg chg="add del">
          <ac:chgData name="Shaun Barrett" userId="2e21295b-21c9-4734-b4c8-23b29a1a1ba3" providerId="ADAL" clId="{A9753E4A-884C-4C79-9F7B-449740D1E941}" dt="2023-08-16T14:19:19.951" v="2204"/>
          <ac:spMkLst>
            <pc:docMk/>
            <pc:sldMk cId="1897495795" sldId="483"/>
            <ac:spMk id="12" creationId="{E23531F2-309F-C092-8BD6-60FA440F6B31}"/>
          </ac:spMkLst>
        </pc:spChg>
        <pc:spChg chg="add del">
          <ac:chgData name="Shaun Barrett" userId="2e21295b-21c9-4734-b4c8-23b29a1a1ba3" providerId="ADAL" clId="{A9753E4A-884C-4C79-9F7B-449740D1E941}" dt="2023-08-16T14:19:19.951" v="2204"/>
          <ac:spMkLst>
            <pc:docMk/>
            <pc:sldMk cId="1897495795" sldId="483"/>
            <ac:spMk id="13" creationId="{CC387DDD-9652-F3F4-54EE-7B3093B1F6A7}"/>
          </ac:spMkLst>
        </pc:spChg>
        <pc:spChg chg="add del mod">
          <ac:chgData name="Shaun Barrett" userId="2e21295b-21c9-4734-b4c8-23b29a1a1ba3" providerId="ADAL" clId="{A9753E4A-884C-4C79-9F7B-449740D1E941}" dt="2023-08-16T14:19:39.700" v="2208"/>
          <ac:spMkLst>
            <pc:docMk/>
            <pc:sldMk cId="1897495795" sldId="483"/>
            <ac:spMk id="14" creationId="{2366731E-3B6E-5113-B345-6D9CC450B243}"/>
          </ac:spMkLst>
        </pc:spChg>
        <pc:spChg chg="add del mod">
          <ac:chgData name="Shaun Barrett" userId="2e21295b-21c9-4734-b4c8-23b29a1a1ba3" providerId="ADAL" clId="{A9753E4A-884C-4C79-9F7B-449740D1E941}" dt="2023-08-16T14:19:39.700" v="2208"/>
          <ac:spMkLst>
            <pc:docMk/>
            <pc:sldMk cId="1897495795" sldId="483"/>
            <ac:spMk id="15" creationId="{521FDA76-B855-D3B6-1BE9-8109E5881B54}"/>
          </ac:spMkLst>
        </pc:spChg>
        <pc:spChg chg="add del mod">
          <ac:chgData name="Shaun Barrett" userId="2e21295b-21c9-4734-b4c8-23b29a1a1ba3" providerId="ADAL" clId="{A9753E4A-884C-4C79-9F7B-449740D1E941}" dt="2023-08-16T14:19:39.700" v="2208"/>
          <ac:spMkLst>
            <pc:docMk/>
            <pc:sldMk cId="1897495795" sldId="483"/>
            <ac:spMk id="16" creationId="{4716C193-616A-54E3-0939-FAB363A97CBC}"/>
          </ac:spMkLst>
        </pc:spChg>
        <pc:spChg chg="add del mod">
          <ac:chgData name="Shaun Barrett" userId="2e21295b-21c9-4734-b4c8-23b29a1a1ba3" providerId="ADAL" clId="{A9753E4A-884C-4C79-9F7B-449740D1E941}" dt="2023-08-16T14:19:39.700" v="2208"/>
          <ac:spMkLst>
            <pc:docMk/>
            <pc:sldMk cId="1897495795" sldId="483"/>
            <ac:spMk id="17" creationId="{BC470788-925F-D022-4D75-8CB40C0D5CDB}"/>
          </ac:spMkLst>
        </pc:spChg>
        <pc:spChg chg="add del mod">
          <ac:chgData name="Shaun Barrett" userId="2e21295b-21c9-4734-b4c8-23b29a1a1ba3" providerId="ADAL" clId="{A9753E4A-884C-4C79-9F7B-449740D1E941}" dt="2023-08-16T14:19:39.700" v="2208"/>
          <ac:spMkLst>
            <pc:docMk/>
            <pc:sldMk cId="1897495795" sldId="483"/>
            <ac:spMk id="18" creationId="{E5CF9A05-5B0F-1BBD-B801-0B37771E9251}"/>
          </ac:spMkLst>
        </pc:spChg>
        <pc:spChg chg="add mod">
          <ac:chgData name="Shaun Barrett" userId="2e21295b-21c9-4734-b4c8-23b29a1a1ba3" providerId="ADAL" clId="{A9753E4A-884C-4C79-9F7B-449740D1E941}" dt="2023-08-16T14:40:40.560" v="2362" actId="1076"/>
          <ac:spMkLst>
            <pc:docMk/>
            <pc:sldMk cId="1897495795" sldId="483"/>
            <ac:spMk id="19" creationId="{1D2BF612-2A6E-AD3E-2955-1A47719BFF1D}"/>
          </ac:spMkLst>
        </pc:spChg>
        <pc:spChg chg="add mod">
          <ac:chgData name="Shaun Barrett" userId="2e21295b-21c9-4734-b4c8-23b29a1a1ba3" providerId="ADAL" clId="{A9753E4A-884C-4C79-9F7B-449740D1E941}" dt="2023-08-16T14:40:46.887" v="2369" actId="20577"/>
          <ac:spMkLst>
            <pc:docMk/>
            <pc:sldMk cId="1897495795" sldId="483"/>
            <ac:spMk id="20" creationId="{2DE08B0F-D55C-DA76-F994-F95ABE358224}"/>
          </ac:spMkLst>
        </pc:spChg>
        <pc:spChg chg="add mod">
          <ac:chgData name="Shaun Barrett" userId="2e21295b-21c9-4734-b4c8-23b29a1a1ba3" providerId="ADAL" clId="{A9753E4A-884C-4C79-9F7B-449740D1E941}" dt="2023-08-16T14:40:50.368" v="2370" actId="20577"/>
          <ac:spMkLst>
            <pc:docMk/>
            <pc:sldMk cId="1897495795" sldId="483"/>
            <ac:spMk id="21" creationId="{C2CEE69E-D83A-6BB7-BC08-8842FFB58381}"/>
          </ac:spMkLst>
        </pc:spChg>
        <pc:spChg chg="add mod">
          <ac:chgData name="Shaun Barrett" userId="2e21295b-21c9-4734-b4c8-23b29a1a1ba3" providerId="ADAL" clId="{A9753E4A-884C-4C79-9F7B-449740D1E941}" dt="2023-08-16T14:24:30.576" v="2322" actId="14100"/>
          <ac:spMkLst>
            <pc:docMk/>
            <pc:sldMk cId="1897495795" sldId="483"/>
            <ac:spMk id="22" creationId="{A008ED0A-19BE-DA24-3B84-F20DD6667BDE}"/>
          </ac:spMkLst>
        </pc:spChg>
        <pc:spChg chg="add mod">
          <ac:chgData name="Shaun Barrett" userId="2e21295b-21c9-4734-b4c8-23b29a1a1ba3" providerId="ADAL" clId="{A9753E4A-884C-4C79-9F7B-449740D1E941}" dt="2023-08-16T14:34:08.613" v="2324" actId="20577"/>
          <ac:spMkLst>
            <pc:docMk/>
            <pc:sldMk cId="1897495795" sldId="483"/>
            <ac:spMk id="23" creationId="{A415FC0B-4AA7-B9A4-5C81-A6EAE01E26B4}"/>
          </ac:spMkLst>
        </pc:spChg>
        <pc:spChg chg="add mod">
          <ac:chgData name="Shaun Barrett" userId="2e21295b-21c9-4734-b4c8-23b29a1a1ba3" providerId="ADAL" clId="{A9753E4A-884C-4C79-9F7B-449740D1E941}" dt="2023-08-16T14:41:06.787" v="2381" actId="20577"/>
          <ac:spMkLst>
            <pc:docMk/>
            <pc:sldMk cId="1897495795" sldId="483"/>
            <ac:spMk id="24" creationId="{F344D44E-554C-AD77-E651-69D0C6E344A2}"/>
          </ac:spMkLst>
        </pc:spChg>
        <pc:spChg chg="add mod">
          <ac:chgData name="Shaun Barrett" userId="2e21295b-21c9-4734-b4c8-23b29a1a1ba3" providerId="ADAL" clId="{A9753E4A-884C-4C79-9F7B-449740D1E941}" dt="2023-08-16T14:41:09.777" v="2383" actId="20577"/>
          <ac:spMkLst>
            <pc:docMk/>
            <pc:sldMk cId="1897495795" sldId="483"/>
            <ac:spMk id="25" creationId="{0B420F21-48DC-1E61-01A7-25BDEE122190}"/>
          </ac:spMkLst>
        </pc:spChg>
        <pc:spChg chg="add mod">
          <ac:chgData name="Shaun Barrett" userId="2e21295b-21c9-4734-b4c8-23b29a1a1ba3" providerId="ADAL" clId="{A9753E4A-884C-4C79-9F7B-449740D1E941}" dt="2023-08-16T14:21:20.858" v="2211" actId="1076"/>
          <ac:spMkLst>
            <pc:docMk/>
            <pc:sldMk cId="1897495795" sldId="483"/>
            <ac:spMk id="26" creationId="{41F4B863-F88B-0328-F832-E74DBF29F60F}"/>
          </ac:spMkLst>
        </pc:spChg>
        <pc:spChg chg="add del mod">
          <ac:chgData name="Shaun Barrett" userId="2e21295b-21c9-4734-b4c8-23b29a1a1ba3" providerId="ADAL" clId="{A9753E4A-884C-4C79-9F7B-449740D1E941}" dt="2023-08-16T14:35:06.193" v="2325" actId="478"/>
          <ac:spMkLst>
            <pc:docMk/>
            <pc:sldMk cId="1897495795" sldId="483"/>
            <ac:spMk id="28" creationId="{C6560624-7CFC-FD37-0E27-38D3765A29A7}"/>
          </ac:spMkLst>
        </pc:spChg>
        <pc:spChg chg="add mod">
          <ac:chgData name="Shaun Barrett" userId="2e21295b-21c9-4734-b4c8-23b29a1a1ba3" providerId="ADAL" clId="{A9753E4A-884C-4C79-9F7B-449740D1E941}" dt="2023-08-16T14:21:20.858" v="2211" actId="1076"/>
          <ac:spMkLst>
            <pc:docMk/>
            <pc:sldMk cId="1897495795" sldId="483"/>
            <ac:spMk id="29" creationId="{4EFAE4AF-547A-F566-3982-63286C1CAD8D}"/>
          </ac:spMkLst>
        </pc:spChg>
        <pc:spChg chg="add del mod">
          <ac:chgData name="Shaun Barrett" userId="2e21295b-21c9-4734-b4c8-23b29a1a1ba3" providerId="ADAL" clId="{A9753E4A-884C-4C79-9F7B-449740D1E941}" dt="2023-08-16T14:51:42.388" v="2465" actId="478"/>
          <ac:spMkLst>
            <pc:docMk/>
            <pc:sldMk cId="1897495795" sldId="483"/>
            <ac:spMk id="33" creationId="{4105FCD8-0955-71B1-9F19-76C5AD278CAC}"/>
          </ac:spMkLst>
        </pc:spChg>
        <pc:spChg chg="add mod">
          <ac:chgData name="Shaun Barrett" userId="2e21295b-21c9-4734-b4c8-23b29a1a1ba3" providerId="ADAL" clId="{A9753E4A-884C-4C79-9F7B-449740D1E941}" dt="2023-08-16T14:53:07.681" v="2477" actId="14100"/>
          <ac:spMkLst>
            <pc:docMk/>
            <pc:sldMk cId="1897495795" sldId="483"/>
            <ac:spMk id="35" creationId="{5D157897-BDD9-997A-9D24-B1D7B8677E02}"/>
          </ac:spMkLst>
        </pc:spChg>
        <pc:spChg chg="add mod">
          <ac:chgData name="Shaun Barrett" userId="2e21295b-21c9-4734-b4c8-23b29a1a1ba3" providerId="ADAL" clId="{A9753E4A-884C-4C79-9F7B-449740D1E941}" dt="2023-08-16T14:52:57.943" v="2475" actId="1076"/>
          <ac:spMkLst>
            <pc:docMk/>
            <pc:sldMk cId="1897495795" sldId="483"/>
            <ac:spMk id="36" creationId="{D8C021BD-29A9-D781-F202-1A696BC278C1}"/>
          </ac:spMkLst>
        </pc:spChg>
        <pc:spChg chg="add del mod">
          <ac:chgData name="Shaun Barrett" userId="2e21295b-21c9-4734-b4c8-23b29a1a1ba3" providerId="ADAL" clId="{A9753E4A-884C-4C79-9F7B-449740D1E941}" dt="2023-08-16T14:51:44.338" v="2467" actId="478"/>
          <ac:spMkLst>
            <pc:docMk/>
            <pc:sldMk cId="1897495795" sldId="483"/>
            <ac:spMk id="37" creationId="{8B12C3F4-87F9-FEEB-2BA3-9E72CBF62DE7}"/>
          </ac:spMkLst>
        </pc:spChg>
        <pc:spChg chg="add del mod">
          <ac:chgData name="Shaun Barrett" userId="2e21295b-21c9-4734-b4c8-23b29a1a1ba3" providerId="ADAL" clId="{A9753E4A-884C-4C79-9F7B-449740D1E941}" dt="2023-08-16T14:51:47.863" v="2471" actId="478"/>
          <ac:spMkLst>
            <pc:docMk/>
            <pc:sldMk cId="1897495795" sldId="483"/>
            <ac:spMk id="39" creationId="{A1711842-18A5-7D2D-2F2B-697DDD38F746}"/>
          </ac:spMkLst>
        </pc:spChg>
        <pc:spChg chg="add del mod">
          <ac:chgData name="Shaun Barrett" userId="2e21295b-21c9-4734-b4c8-23b29a1a1ba3" providerId="ADAL" clId="{A9753E4A-884C-4C79-9F7B-449740D1E941}" dt="2023-08-16T14:51:45.373" v="2468" actId="478"/>
          <ac:spMkLst>
            <pc:docMk/>
            <pc:sldMk cId="1897495795" sldId="483"/>
            <ac:spMk id="40" creationId="{91971735-DAF4-277C-A0A6-35C997B3C824}"/>
          </ac:spMkLst>
        </pc:spChg>
        <pc:spChg chg="add mod">
          <ac:chgData name="Shaun Barrett" userId="2e21295b-21c9-4734-b4c8-23b29a1a1ba3" providerId="ADAL" clId="{A9753E4A-884C-4C79-9F7B-449740D1E941}" dt="2023-08-16T14:53:03.363" v="2476" actId="1076"/>
          <ac:spMkLst>
            <pc:docMk/>
            <pc:sldMk cId="1897495795" sldId="483"/>
            <ac:spMk id="41" creationId="{80A994B6-9946-16C8-33FE-2386471E25E7}"/>
          </ac:spMkLst>
        </pc:spChg>
        <pc:spChg chg="mod">
          <ac:chgData name="Shaun Barrett" userId="2e21295b-21c9-4734-b4c8-23b29a1a1ba3" providerId="ADAL" clId="{A9753E4A-884C-4C79-9F7B-449740D1E941}" dt="2023-08-16T14:21:20.858" v="2211" actId="1076"/>
          <ac:spMkLst>
            <pc:docMk/>
            <pc:sldMk cId="1897495795" sldId="483"/>
            <ac:spMk id="43" creationId="{8EC2900E-F26C-A674-9282-77EFB2DEEECC}"/>
          </ac:spMkLst>
        </pc:spChg>
        <pc:spChg chg="mod">
          <ac:chgData name="Shaun Barrett" userId="2e21295b-21c9-4734-b4c8-23b29a1a1ba3" providerId="ADAL" clId="{A9753E4A-884C-4C79-9F7B-449740D1E941}" dt="2023-08-16T14:21:20.858" v="2211" actId="1076"/>
          <ac:spMkLst>
            <pc:docMk/>
            <pc:sldMk cId="1897495795" sldId="483"/>
            <ac:spMk id="46" creationId="{07EEA262-B9A7-8904-2309-6DA550FE216A}"/>
          </ac:spMkLst>
        </pc:spChg>
        <pc:spChg chg="mod">
          <ac:chgData name="Shaun Barrett" userId="2e21295b-21c9-4734-b4c8-23b29a1a1ba3" providerId="ADAL" clId="{A9753E4A-884C-4C79-9F7B-449740D1E941}" dt="2023-08-16T14:21:20.858" v="2211" actId="1076"/>
          <ac:spMkLst>
            <pc:docMk/>
            <pc:sldMk cId="1897495795" sldId="483"/>
            <ac:spMk id="49" creationId="{9CD19F6E-3B4C-2DCA-53F6-F1331C8DBDD2}"/>
          </ac:spMkLst>
        </pc:spChg>
        <pc:spChg chg="add del mod">
          <ac:chgData name="Shaun Barrett" userId="2e21295b-21c9-4734-b4c8-23b29a1a1ba3" providerId="ADAL" clId="{A9753E4A-884C-4C79-9F7B-449740D1E941}" dt="2023-08-16T14:37:08.744" v="2350" actId="478"/>
          <ac:spMkLst>
            <pc:docMk/>
            <pc:sldMk cId="1897495795" sldId="483"/>
            <ac:spMk id="51" creationId="{570885C0-2DDF-FFCE-66AA-BE4AEB55119D}"/>
          </ac:spMkLst>
        </pc:spChg>
        <pc:spChg chg="add mod">
          <ac:chgData name="Shaun Barrett" userId="2e21295b-21c9-4734-b4c8-23b29a1a1ba3" providerId="ADAL" clId="{A9753E4A-884C-4C79-9F7B-449740D1E941}" dt="2023-08-16T14:53:37.424" v="2479" actId="1076"/>
          <ac:spMkLst>
            <pc:docMk/>
            <pc:sldMk cId="1897495795" sldId="483"/>
            <ac:spMk id="52" creationId="{039049BE-B150-F1C1-27B2-F3B0FAFFD8CB}"/>
          </ac:spMkLst>
        </pc:spChg>
        <pc:spChg chg="add mod">
          <ac:chgData name="Shaun Barrett" userId="2e21295b-21c9-4734-b4c8-23b29a1a1ba3" providerId="ADAL" clId="{A9753E4A-884C-4C79-9F7B-449740D1E941}" dt="2023-08-16T14:53:03.363" v="2476" actId="1076"/>
          <ac:spMkLst>
            <pc:docMk/>
            <pc:sldMk cId="1897495795" sldId="483"/>
            <ac:spMk id="53" creationId="{C60030FC-3D50-40D0-02FA-16977C8627A9}"/>
          </ac:spMkLst>
        </pc:spChg>
        <pc:spChg chg="add mod">
          <ac:chgData name="Shaun Barrett" userId="2e21295b-21c9-4734-b4c8-23b29a1a1ba3" providerId="ADAL" clId="{A9753E4A-884C-4C79-9F7B-449740D1E941}" dt="2023-08-16T14:52:57.943" v="2475" actId="1076"/>
          <ac:spMkLst>
            <pc:docMk/>
            <pc:sldMk cId="1897495795" sldId="483"/>
            <ac:spMk id="54" creationId="{86D3000D-909D-21A4-A1F7-71003C8F585E}"/>
          </ac:spMkLst>
        </pc:spChg>
        <pc:spChg chg="add mod">
          <ac:chgData name="Shaun Barrett" userId="2e21295b-21c9-4734-b4c8-23b29a1a1ba3" providerId="ADAL" clId="{A9753E4A-884C-4C79-9F7B-449740D1E941}" dt="2023-08-16T14:52:57.943" v="2475" actId="1076"/>
          <ac:spMkLst>
            <pc:docMk/>
            <pc:sldMk cId="1897495795" sldId="483"/>
            <ac:spMk id="55" creationId="{6F1F83A1-C6CB-0F06-AA61-D25795DB78CB}"/>
          </ac:spMkLst>
        </pc:spChg>
        <pc:spChg chg="mod">
          <ac:chgData name="Shaun Barrett" userId="2e21295b-21c9-4734-b4c8-23b29a1a1ba3" providerId="ADAL" clId="{A9753E4A-884C-4C79-9F7B-449740D1E941}" dt="2023-08-16T14:21:20.858" v="2211" actId="1076"/>
          <ac:spMkLst>
            <pc:docMk/>
            <pc:sldMk cId="1897495795" sldId="483"/>
            <ac:spMk id="57" creationId="{04C3FAD2-1B2B-6E74-4DDD-D86BFA0794FF}"/>
          </ac:spMkLst>
        </pc:spChg>
        <pc:spChg chg="mod">
          <ac:chgData name="Shaun Barrett" userId="2e21295b-21c9-4734-b4c8-23b29a1a1ba3" providerId="ADAL" clId="{A9753E4A-884C-4C79-9F7B-449740D1E941}" dt="2023-08-16T14:21:20.858" v="2211" actId="1076"/>
          <ac:spMkLst>
            <pc:docMk/>
            <pc:sldMk cId="1897495795" sldId="483"/>
            <ac:spMk id="59" creationId="{746CB8FC-3242-5A44-3A0B-8AB1D1BEEE0E}"/>
          </ac:spMkLst>
        </pc:spChg>
        <pc:spChg chg="mod">
          <ac:chgData name="Shaun Barrett" userId="2e21295b-21c9-4734-b4c8-23b29a1a1ba3" providerId="ADAL" clId="{A9753E4A-884C-4C79-9F7B-449740D1E941}" dt="2023-08-16T14:21:20.858" v="2211" actId="1076"/>
          <ac:spMkLst>
            <pc:docMk/>
            <pc:sldMk cId="1897495795" sldId="483"/>
            <ac:spMk id="60" creationId="{E69FF981-8FBD-65E3-2CB9-D66512763914}"/>
          </ac:spMkLst>
        </pc:spChg>
        <pc:spChg chg="mod">
          <ac:chgData name="Shaun Barrett" userId="2e21295b-21c9-4734-b4c8-23b29a1a1ba3" providerId="ADAL" clId="{A9753E4A-884C-4C79-9F7B-449740D1E941}" dt="2023-08-16T14:21:20.858" v="2211" actId="1076"/>
          <ac:spMkLst>
            <pc:docMk/>
            <pc:sldMk cId="1897495795" sldId="483"/>
            <ac:spMk id="61" creationId="{711AA9DF-0E43-A19B-ADA7-693783EED47A}"/>
          </ac:spMkLst>
        </pc:spChg>
        <pc:spChg chg="mod">
          <ac:chgData name="Shaun Barrett" userId="2e21295b-21c9-4734-b4c8-23b29a1a1ba3" providerId="ADAL" clId="{A9753E4A-884C-4C79-9F7B-449740D1E941}" dt="2023-08-16T14:21:20.858" v="2211" actId="1076"/>
          <ac:spMkLst>
            <pc:docMk/>
            <pc:sldMk cId="1897495795" sldId="483"/>
            <ac:spMk id="62" creationId="{8FF882E8-F29A-702A-1778-896848D56110}"/>
          </ac:spMkLst>
        </pc:spChg>
        <pc:spChg chg="mod">
          <ac:chgData name="Shaun Barrett" userId="2e21295b-21c9-4734-b4c8-23b29a1a1ba3" providerId="ADAL" clId="{A9753E4A-884C-4C79-9F7B-449740D1E941}" dt="2023-08-16T14:21:20.858" v="2211" actId="1076"/>
          <ac:spMkLst>
            <pc:docMk/>
            <pc:sldMk cId="1897495795" sldId="483"/>
            <ac:spMk id="63" creationId="{AD691A7D-4E96-300E-76B2-F0ABB39FD637}"/>
          </ac:spMkLst>
        </pc:spChg>
        <pc:spChg chg="mod">
          <ac:chgData name="Shaun Barrett" userId="2e21295b-21c9-4734-b4c8-23b29a1a1ba3" providerId="ADAL" clId="{A9753E4A-884C-4C79-9F7B-449740D1E941}" dt="2023-08-16T14:21:20.858" v="2211" actId="1076"/>
          <ac:spMkLst>
            <pc:docMk/>
            <pc:sldMk cId="1897495795" sldId="483"/>
            <ac:spMk id="1024" creationId="{A10964D3-E3B4-5805-1DEC-1CE6F3F9399B}"/>
          </ac:spMkLst>
        </pc:spChg>
        <pc:spChg chg="add mod">
          <ac:chgData name="Shaun Barrett" userId="2e21295b-21c9-4734-b4c8-23b29a1a1ba3" providerId="ADAL" clId="{A9753E4A-884C-4C79-9F7B-449740D1E941}" dt="2023-08-16T14:52:57.943" v="2475" actId="1076"/>
          <ac:spMkLst>
            <pc:docMk/>
            <pc:sldMk cId="1897495795" sldId="483"/>
            <ac:spMk id="1026" creationId="{D492E4FA-E342-9F57-8091-12D228AC6D9B}"/>
          </ac:spMkLst>
        </pc:spChg>
        <pc:spChg chg="add mod">
          <ac:chgData name="Shaun Barrett" userId="2e21295b-21c9-4734-b4c8-23b29a1a1ba3" providerId="ADAL" clId="{A9753E4A-884C-4C79-9F7B-449740D1E941}" dt="2023-08-16T14:52:57.943" v="2475" actId="1076"/>
          <ac:spMkLst>
            <pc:docMk/>
            <pc:sldMk cId="1897495795" sldId="483"/>
            <ac:spMk id="1028" creationId="{D1B64330-3D51-D55C-736D-58EBD56FC4B0}"/>
          </ac:spMkLst>
        </pc:spChg>
        <pc:spChg chg="add mod">
          <ac:chgData name="Shaun Barrett" userId="2e21295b-21c9-4734-b4c8-23b29a1a1ba3" providerId="ADAL" clId="{A9753E4A-884C-4C79-9F7B-449740D1E941}" dt="2023-08-16T14:52:57.943" v="2475" actId="1076"/>
          <ac:spMkLst>
            <pc:docMk/>
            <pc:sldMk cId="1897495795" sldId="483"/>
            <ac:spMk id="1031" creationId="{FA483201-28F5-2C01-99B8-48B0378A557E}"/>
          </ac:spMkLst>
        </pc:spChg>
        <pc:spChg chg="add mod">
          <ac:chgData name="Shaun Barrett" userId="2e21295b-21c9-4734-b4c8-23b29a1a1ba3" providerId="ADAL" clId="{A9753E4A-884C-4C79-9F7B-449740D1E941}" dt="2023-08-16T14:52:57.943" v="2475" actId="1076"/>
          <ac:spMkLst>
            <pc:docMk/>
            <pc:sldMk cId="1897495795" sldId="483"/>
            <ac:spMk id="1037" creationId="{471FF669-1711-C594-6EC6-5BE61CB754E7}"/>
          </ac:spMkLst>
        </pc:spChg>
        <pc:spChg chg="add del mod">
          <ac:chgData name="Shaun Barrett" userId="2e21295b-21c9-4734-b4c8-23b29a1a1ba3" providerId="ADAL" clId="{A9753E4A-884C-4C79-9F7B-449740D1E941}" dt="2023-08-16T14:35:21.051" v="2329" actId="478"/>
          <ac:spMkLst>
            <pc:docMk/>
            <pc:sldMk cId="1897495795" sldId="483"/>
            <ac:spMk id="1038" creationId="{D82C22DB-3356-C727-3F41-217278B108EC}"/>
          </ac:spMkLst>
        </pc:spChg>
        <pc:spChg chg="add mod">
          <ac:chgData name="Shaun Barrett" userId="2e21295b-21c9-4734-b4c8-23b29a1a1ba3" providerId="ADAL" clId="{A9753E4A-884C-4C79-9F7B-449740D1E941}" dt="2023-08-16T14:35:50.629" v="2337" actId="1076"/>
          <ac:spMkLst>
            <pc:docMk/>
            <pc:sldMk cId="1897495795" sldId="483"/>
            <ac:spMk id="1040" creationId="{6265D45A-4BFE-7CE8-5ED2-F7C8DEFF618A}"/>
          </ac:spMkLst>
        </pc:spChg>
        <pc:spChg chg="add mod">
          <ac:chgData name="Shaun Barrett" userId="2e21295b-21c9-4734-b4c8-23b29a1a1ba3" providerId="ADAL" clId="{A9753E4A-884C-4C79-9F7B-449740D1E941}" dt="2023-08-16T14:53:37.424" v="2479" actId="1076"/>
          <ac:spMkLst>
            <pc:docMk/>
            <pc:sldMk cId="1897495795" sldId="483"/>
            <ac:spMk id="1047" creationId="{82E96F83-D08F-F88B-8FED-D65B0846B470}"/>
          </ac:spMkLst>
        </pc:spChg>
        <pc:spChg chg="add del mod">
          <ac:chgData name="Shaun Barrett" userId="2e21295b-21c9-4734-b4c8-23b29a1a1ba3" providerId="ADAL" clId="{A9753E4A-884C-4C79-9F7B-449740D1E941}" dt="2023-08-16T14:51:08.425" v="2460" actId="478"/>
          <ac:spMkLst>
            <pc:docMk/>
            <pc:sldMk cId="1897495795" sldId="483"/>
            <ac:spMk id="1048" creationId="{E5136501-08D4-B010-EB8C-C831EC151971}"/>
          </ac:spMkLst>
        </pc:spChg>
        <pc:spChg chg="add mod">
          <ac:chgData name="Shaun Barrett" userId="2e21295b-21c9-4734-b4c8-23b29a1a1ba3" providerId="ADAL" clId="{A9753E4A-884C-4C79-9F7B-449740D1E941}" dt="2023-08-16T15:08:16.232" v="2487" actId="20577"/>
          <ac:spMkLst>
            <pc:docMk/>
            <pc:sldMk cId="1897495795" sldId="483"/>
            <ac:spMk id="1050" creationId="{5EBE32E9-3436-A15E-5E11-E4A3DA37A045}"/>
          </ac:spMkLst>
        </pc:spChg>
        <pc:grpChg chg="add del mod">
          <ac:chgData name="Shaun Barrett" userId="2e21295b-21c9-4734-b4c8-23b29a1a1ba3" providerId="ADAL" clId="{A9753E4A-884C-4C79-9F7B-449740D1E941}" dt="2023-08-16T14:37:08.744" v="2350" actId="478"/>
          <ac:grpSpMkLst>
            <pc:docMk/>
            <pc:sldMk cId="1897495795" sldId="483"/>
            <ac:grpSpMk id="42" creationId="{5FC7FBFF-13BD-7386-C1F0-ED63C57CD363}"/>
          </ac:grpSpMkLst>
        </pc:grpChg>
        <pc:grpChg chg="add del mod">
          <ac:chgData name="Shaun Barrett" userId="2e21295b-21c9-4734-b4c8-23b29a1a1ba3" providerId="ADAL" clId="{A9753E4A-884C-4C79-9F7B-449740D1E941}" dt="2023-08-16T14:42:47.870" v="2411" actId="478"/>
          <ac:grpSpMkLst>
            <pc:docMk/>
            <pc:sldMk cId="1897495795" sldId="483"/>
            <ac:grpSpMk id="45" creationId="{ED460934-DB59-2402-D1B6-54E68F1EAC6F}"/>
          </ac:grpSpMkLst>
        </pc:grpChg>
        <pc:grpChg chg="add mod">
          <ac:chgData name="Shaun Barrett" userId="2e21295b-21c9-4734-b4c8-23b29a1a1ba3" providerId="ADAL" clId="{A9753E4A-884C-4C79-9F7B-449740D1E941}" dt="2023-08-16T14:53:03.363" v="2476" actId="1076"/>
          <ac:grpSpMkLst>
            <pc:docMk/>
            <pc:sldMk cId="1897495795" sldId="483"/>
            <ac:grpSpMk id="48" creationId="{8E745DA2-24B3-F920-4EF0-4D65FF454095}"/>
          </ac:grpSpMkLst>
        </pc:grpChg>
        <pc:grpChg chg="add mod">
          <ac:chgData name="Shaun Barrett" userId="2e21295b-21c9-4734-b4c8-23b29a1a1ba3" providerId="ADAL" clId="{A9753E4A-884C-4C79-9F7B-449740D1E941}" dt="2023-08-16T14:52:57.943" v="2475" actId="1076"/>
          <ac:grpSpMkLst>
            <pc:docMk/>
            <pc:sldMk cId="1897495795" sldId="483"/>
            <ac:grpSpMk id="56" creationId="{4075613E-8CFC-ED98-FEE0-AF64D4E70053}"/>
          </ac:grpSpMkLst>
        </pc:grpChg>
        <pc:grpChg chg="mod">
          <ac:chgData name="Shaun Barrett" userId="2e21295b-21c9-4734-b4c8-23b29a1a1ba3" providerId="ADAL" clId="{A9753E4A-884C-4C79-9F7B-449740D1E941}" dt="2023-08-16T14:21:20.858" v="2211" actId="1076"/>
          <ac:grpSpMkLst>
            <pc:docMk/>
            <pc:sldMk cId="1897495795" sldId="483"/>
            <ac:grpSpMk id="58" creationId="{8EA77789-7FAF-7FBA-90EB-91ADB5489930}"/>
          </ac:grpSpMkLst>
        </pc:grpChg>
        <pc:graphicFrameChg chg="del">
          <ac:chgData name="Shaun Barrett" userId="2e21295b-21c9-4734-b4c8-23b29a1a1ba3" providerId="ADAL" clId="{A9753E4A-884C-4C79-9F7B-449740D1E941}" dt="2023-08-16T14:17:14.172" v="2198" actId="478"/>
          <ac:graphicFrameMkLst>
            <pc:docMk/>
            <pc:sldMk cId="1897495795" sldId="483"/>
            <ac:graphicFrameMk id="2" creationId="{3C3FDA59-0A22-1DFE-0E49-0D08F389FCAB}"/>
          </ac:graphicFrameMkLst>
        </pc:graphicFrameChg>
        <pc:picChg chg="add mod">
          <ac:chgData name="Shaun Barrett" userId="2e21295b-21c9-4734-b4c8-23b29a1a1ba3" providerId="ADAL" clId="{A9753E4A-884C-4C79-9F7B-449740D1E941}" dt="2023-08-16T14:21:20.858" v="2211" actId="1076"/>
          <ac:picMkLst>
            <pc:docMk/>
            <pc:sldMk cId="1897495795" sldId="483"/>
            <ac:picMk id="27" creationId="{7CF233B5-7C1C-3A50-D719-0698DF5B929C}"/>
          </ac:picMkLst>
        </pc:picChg>
        <pc:picChg chg="add del mod">
          <ac:chgData name="Shaun Barrett" userId="2e21295b-21c9-4734-b4c8-23b29a1a1ba3" providerId="ADAL" clId="{A9753E4A-884C-4C79-9F7B-449740D1E941}" dt="2023-08-16T14:38:24.417" v="2359" actId="478"/>
          <ac:picMkLst>
            <pc:docMk/>
            <pc:sldMk cId="1897495795" sldId="483"/>
            <ac:picMk id="30" creationId="{F3F7102B-DF09-8C3C-F198-404212B9BA96}"/>
          </ac:picMkLst>
        </pc:picChg>
        <pc:picChg chg="add del mod">
          <ac:chgData name="Shaun Barrett" userId="2e21295b-21c9-4734-b4c8-23b29a1a1ba3" providerId="ADAL" clId="{A9753E4A-884C-4C79-9F7B-449740D1E941}" dt="2023-08-16T14:38:25.389" v="2360" actId="478"/>
          <ac:picMkLst>
            <pc:docMk/>
            <pc:sldMk cId="1897495795" sldId="483"/>
            <ac:picMk id="31" creationId="{B31C59D8-DC09-CF25-10BE-F381FAF0ED38}"/>
          </ac:picMkLst>
        </pc:picChg>
        <pc:picChg chg="add del mod">
          <ac:chgData name="Shaun Barrett" userId="2e21295b-21c9-4734-b4c8-23b29a1a1ba3" providerId="ADAL" clId="{A9753E4A-884C-4C79-9F7B-449740D1E941}" dt="2023-08-16T14:35:08.385" v="2326" actId="478"/>
          <ac:picMkLst>
            <pc:docMk/>
            <pc:sldMk cId="1897495795" sldId="483"/>
            <ac:picMk id="32" creationId="{49249A76-9BD3-9895-5625-3300ED92DC63}"/>
          </ac:picMkLst>
        </pc:picChg>
        <pc:picChg chg="add del mod">
          <ac:chgData name="Shaun Barrett" userId="2e21295b-21c9-4734-b4c8-23b29a1a1ba3" providerId="ADAL" clId="{A9753E4A-884C-4C79-9F7B-449740D1E941}" dt="2023-08-16T14:51:41.740" v="2464" actId="478"/>
          <ac:picMkLst>
            <pc:docMk/>
            <pc:sldMk cId="1897495795" sldId="483"/>
            <ac:picMk id="34" creationId="{46B5B8EB-3B30-BEB5-A70D-8D449B3D2FE7}"/>
          </ac:picMkLst>
        </pc:picChg>
        <pc:picChg chg="add del mod">
          <ac:chgData name="Shaun Barrett" userId="2e21295b-21c9-4734-b4c8-23b29a1a1ba3" providerId="ADAL" clId="{A9753E4A-884C-4C79-9F7B-449740D1E941}" dt="2023-08-16T14:51:43.767" v="2466" actId="478"/>
          <ac:picMkLst>
            <pc:docMk/>
            <pc:sldMk cId="1897495795" sldId="483"/>
            <ac:picMk id="38" creationId="{6EABB778-53D1-4B05-2092-91229EFE195C}"/>
          </ac:picMkLst>
        </pc:picChg>
        <pc:picChg chg="mod">
          <ac:chgData name="Shaun Barrett" userId="2e21295b-21c9-4734-b4c8-23b29a1a1ba3" providerId="ADAL" clId="{A9753E4A-884C-4C79-9F7B-449740D1E941}" dt="2023-08-16T14:21:20.858" v="2211" actId="1076"/>
          <ac:picMkLst>
            <pc:docMk/>
            <pc:sldMk cId="1897495795" sldId="483"/>
            <ac:picMk id="44" creationId="{2D0D4C3D-0460-9709-AEF8-0A6D35487C0F}"/>
          </ac:picMkLst>
        </pc:picChg>
        <pc:picChg chg="mod">
          <ac:chgData name="Shaun Barrett" userId="2e21295b-21c9-4734-b4c8-23b29a1a1ba3" providerId="ADAL" clId="{A9753E4A-884C-4C79-9F7B-449740D1E941}" dt="2023-08-16T14:21:20.858" v="2211" actId="1076"/>
          <ac:picMkLst>
            <pc:docMk/>
            <pc:sldMk cId="1897495795" sldId="483"/>
            <ac:picMk id="47" creationId="{0158C391-9697-B2D6-7C1A-B65BBE09B5A0}"/>
          </ac:picMkLst>
        </pc:picChg>
        <pc:picChg chg="mod">
          <ac:chgData name="Shaun Barrett" userId="2e21295b-21c9-4734-b4c8-23b29a1a1ba3" providerId="ADAL" clId="{A9753E4A-884C-4C79-9F7B-449740D1E941}" dt="2023-08-16T14:21:20.858" v="2211" actId="1076"/>
          <ac:picMkLst>
            <pc:docMk/>
            <pc:sldMk cId="1897495795" sldId="483"/>
            <ac:picMk id="50" creationId="{19828EFA-2D95-BDF2-8B15-0F5693341A74}"/>
          </ac:picMkLst>
        </pc:picChg>
        <pc:picChg chg="add mod">
          <ac:chgData name="Shaun Barrett" userId="2e21295b-21c9-4734-b4c8-23b29a1a1ba3" providerId="ADAL" clId="{A9753E4A-884C-4C79-9F7B-449740D1E941}" dt="2023-08-16T14:52:57.943" v="2475" actId="1076"/>
          <ac:picMkLst>
            <pc:docMk/>
            <pc:sldMk cId="1897495795" sldId="483"/>
            <ac:picMk id="1025" creationId="{914EE21E-211D-DA82-431A-6A8F3CC6311F}"/>
          </ac:picMkLst>
        </pc:picChg>
        <pc:picChg chg="add mod">
          <ac:chgData name="Shaun Barrett" userId="2e21295b-21c9-4734-b4c8-23b29a1a1ba3" providerId="ADAL" clId="{A9753E4A-884C-4C79-9F7B-449740D1E941}" dt="2023-08-16T14:52:57.943" v="2475" actId="1076"/>
          <ac:picMkLst>
            <pc:docMk/>
            <pc:sldMk cId="1897495795" sldId="483"/>
            <ac:picMk id="1027" creationId="{7908BA60-0BFF-71CA-B033-C0D5F3E47710}"/>
          </ac:picMkLst>
        </pc:picChg>
        <pc:picChg chg="add mod">
          <ac:chgData name="Shaun Barrett" userId="2e21295b-21c9-4734-b4c8-23b29a1a1ba3" providerId="ADAL" clId="{A9753E4A-884C-4C79-9F7B-449740D1E941}" dt="2023-08-16T14:52:57.943" v="2475" actId="1076"/>
          <ac:picMkLst>
            <pc:docMk/>
            <pc:sldMk cId="1897495795" sldId="483"/>
            <ac:picMk id="1029" creationId="{F8198E52-C4F1-9635-7513-E37AF57DBF1F}"/>
          </ac:picMkLst>
        </pc:picChg>
        <pc:picChg chg="add del mod">
          <ac:chgData name="Shaun Barrett" userId="2e21295b-21c9-4734-b4c8-23b29a1a1ba3" providerId="ADAL" clId="{A9753E4A-884C-4C79-9F7B-449740D1E941}" dt="2023-08-16T14:19:17.030" v="2202"/>
          <ac:picMkLst>
            <pc:docMk/>
            <pc:sldMk cId="1897495795" sldId="483"/>
            <ac:picMk id="1030" creationId="{4624E05C-53F5-C85A-F0BC-15CC6514A212}"/>
          </ac:picMkLst>
        </pc:picChg>
        <pc:picChg chg="add del mod">
          <ac:chgData name="Shaun Barrett" userId="2e21295b-21c9-4734-b4c8-23b29a1a1ba3" providerId="ADAL" clId="{A9753E4A-884C-4C79-9F7B-449740D1E941}" dt="2023-08-16T14:19:17.030" v="2202"/>
          <ac:picMkLst>
            <pc:docMk/>
            <pc:sldMk cId="1897495795" sldId="483"/>
            <ac:picMk id="1032" creationId="{59481DDB-E175-5271-898F-A0314C314998}"/>
          </ac:picMkLst>
        </pc:picChg>
        <pc:picChg chg="add del mod">
          <ac:chgData name="Shaun Barrett" userId="2e21295b-21c9-4734-b4c8-23b29a1a1ba3" providerId="ADAL" clId="{A9753E4A-884C-4C79-9F7B-449740D1E941}" dt="2023-08-16T14:19:17.030" v="2202"/>
          <ac:picMkLst>
            <pc:docMk/>
            <pc:sldMk cId="1897495795" sldId="483"/>
            <ac:picMk id="1033" creationId="{5421EC92-B5E9-9988-3923-0FEB17774A9C}"/>
          </ac:picMkLst>
        </pc:picChg>
        <pc:picChg chg="add del mod">
          <ac:chgData name="Shaun Barrett" userId="2e21295b-21c9-4734-b4c8-23b29a1a1ba3" providerId="ADAL" clId="{A9753E4A-884C-4C79-9F7B-449740D1E941}" dt="2023-08-16T14:19:17.030" v="2202"/>
          <ac:picMkLst>
            <pc:docMk/>
            <pc:sldMk cId="1897495795" sldId="483"/>
            <ac:picMk id="1034" creationId="{06FF9C50-8DE2-8637-2D1B-D1351C6C1BED}"/>
          </ac:picMkLst>
        </pc:picChg>
        <pc:picChg chg="add del mod">
          <ac:chgData name="Shaun Barrett" userId="2e21295b-21c9-4734-b4c8-23b29a1a1ba3" providerId="ADAL" clId="{A9753E4A-884C-4C79-9F7B-449740D1E941}" dt="2023-08-16T14:19:17.030" v="2202"/>
          <ac:picMkLst>
            <pc:docMk/>
            <pc:sldMk cId="1897495795" sldId="483"/>
            <ac:picMk id="1035" creationId="{A975D18E-96CB-0055-B4A3-B6F8ED967A65}"/>
          </ac:picMkLst>
        </pc:picChg>
        <pc:picChg chg="add mod">
          <ac:chgData name="Shaun Barrett" userId="2e21295b-21c9-4734-b4c8-23b29a1a1ba3" providerId="ADAL" clId="{A9753E4A-884C-4C79-9F7B-449740D1E941}" dt="2023-08-16T14:52:57.943" v="2475" actId="1076"/>
          <ac:picMkLst>
            <pc:docMk/>
            <pc:sldMk cId="1897495795" sldId="483"/>
            <ac:picMk id="1036" creationId="{F43CB86C-0E66-09BA-4EB1-4DC8DC010AFC}"/>
          </ac:picMkLst>
        </pc:picChg>
        <pc:picChg chg="add mod ord">
          <ac:chgData name="Shaun Barrett" userId="2e21295b-21c9-4734-b4c8-23b29a1a1ba3" providerId="ADAL" clId="{A9753E4A-884C-4C79-9F7B-449740D1E941}" dt="2023-08-16T14:35:50.629" v="2337" actId="1076"/>
          <ac:picMkLst>
            <pc:docMk/>
            <pc:sldMk cId="1897495795" sldId="483"/>
            <ac:picMk id="1039" creationId="{5FE6CCB4-1F2E-D008-E89B-45310614469A}"/>
          </ac:picMkLst>
        </pc:picChg>
        <pc:picChg chg="add del">
          <ac:chgData name="Shaun Barrett" userId="2e21295b-21c9-4734-b4c8-23b29a1a1ba3" providerId="ADAL" clId="{A9753E4A-884C-4C79-9F7B-449740D1E941}" dt="2023-08-16T14:19:19.951" v="2204"/>
          <ac:picMkLst>
            <pc:docMk/>
            <pc:sldMk cId="1897495795" sldId="483"/>
            <ac:picMk id="1041" creationId="{CE445FC4-D5A2-5865-2103-4562F7799D79}"/>
          </ac:picMkLst>
        </pc:picChg>
        <pc:picChg chg="add del mod">
          <ac:chgData name="Shaun Barrett" userId="2e21295b-21c9-4734-b4c8-23b29a1a1ba3" providerId="ADAL" clId="{A9753E4A-884C-4C79-9F7B-449740D1E941}" dt="2023-08-16T14:38:23.944" v="2358"/>
          <ac:picMkLst>
            <pc:docMk/>
            <pc:sldMk cId="1897495795" sldId="483"/>
            <ac:picMk id="1042" creationId="{259467C8-770B-B84E-BA10-61BCF0410B2B}"/>
          </ac:picMkLst>
        </pc:picChg>
        <pc:picChg chg="add del">
          <ac:chgData name="Shaun Barrett" userId="2e21295b-21c9-4734-b4c8-23b29a1a1ba3" providerId="ADAL" clId="{A9753E4A-884C-4C79-9F7B-449740D1E941}" dt="2023-08-16T14:19:19.951" v="2204"/>
          <ac:picMkLst>
            <pc:docMk/>
            <pc:sldMk cId="1897495795" sldId="483"/>
            <ac:picMk id="1043" creationId="{14F840E1-353B-9851-8B98-73E2D7AEAEAF}"/>
          </ac:picMkLst>
        </pc:picChg>
        <pc:picChg chg="add del">
          <ac:chgData name="Shaun Barrett" userId="2e21295b-21c9-4734-b4c8-23b29a1a1ba3" providerId="ADAL" clId="{A9753E4A-884C-4C79-9F7B-449740D1E941}" dt="2023-08-16T14:19:19.951" v="2204"/>
          <ac:picMkLst>
            <pc:docMk/>
            <pc:sldMk cId="1897495795" sldId="483"/>
            <ac:picMk id="1044" creationId="{19ED39BE-5C0A-70C5-A9FA-9D461A458565}"/>
          </ac:picMkLst>
        </pc:picChg>
        <pc:picChg chg="add del">
          <ac:chgData name="Shaun Barrett" userId="2e21295b-21c9-4734-b4c8-23b29a1a1ba3" providerId="ADAL" clId="{A9753E4A-884C-4C79-9F7B-449740D1E941}" dt="2023-08-16T14:19:19.951" v="2204"/>
          <ac:picMkLst>
            <pc:docMk/>
            <pc:sldMk cId="1897495795" sldId="483"/>
            <ac:picMk id="1045" creationId="{E4F3D3B0-C168-539A-0260-7BC87A566E76}"/>
          </ac:picMkLst>
        </pc:picChg>
        <pc:picChg chg="add del">
          <ac:chgData name="Shaun Barrett" userId="2e21295b-21c9-4734-b4c8-23b29a1a1ba3" providerId="ADAL" clId="{A9753E4A-884C-4C79-9F7B-449740D1E941}" dt="2023-08-16T14:19:19.951" v="2204"/>
          <ac:picMkLst>
            <pc:docMk/>
            <pc:sldMk cId="1897495795" sldId="483"/>
            <ac:picMk id="1046" creationId="{77264A5F-1F98-5E2F-2216-89630E3E8B2E}"/>
          </ac:picMkLst>
        </pc:picChg>
        <pc:picChg chg="add mod">
          <ac:chgData name="Shaun Barrett" userId="2e21295b-21c9-4734-b4c8-23b29a1a1ba3" providerId="ADAL" clId="{A9753E4A-884C-4C79-9F7B-449740D1E941}" dt="2023-08-16T14:53:17.884" v="2478" actId="1076"/>
          <ac:picMkLst>
            <pc:docMk/>
            <pc:sldMk cId="1897495795" sldId="483"/>
            <ac:picMk id="1049" creationId="{42D59F5C-8D81-324B-A52F-077AB25A69F7}"/>
          </ac:picMkLst>
        </pc:picChg>
        <pc:picChg chg="add del mod">
          <ac:chgData name="Shaun Barrett" userId="2e21295b-21c9-4734-b4c8-23b29a1a1ba3" providerId="ADAL" clId="{A9753E4A-884C-4C79-9F7B-449740D1E941}" dt="2023-08-16T14:19:39.700" v="2208"/>
          <ac:picMkLst>
            <pc:docMk/>
            <pc:sldMk cId="1897495795" sldId="483"/>
            <ac:picMk id="1052" creationId="{08ED2073-95D5-2A41-8C55-840CAB1C9A62}"/>
          </ac:picMkLst>
        </pc:picChg>
        <pc:picChg chg="add del mod">
          <ac:chgData name="Shaun Barrett" userId="2e21295b-21c9-4734-b4c8-23b29a1a1ba3" providerId="ADAL" clId="{A9753E4A-884C-4C79-9F7B-449740D1E941}" dt="2023-08-16T14:19:39.700" v="2208"/>
          <ac:picMkLst>
            <pc:docMk/>
            <pc:sldMk cId="1897495795" sldId="483"/>
            <ac:picMk id="1054" creationId="{FD905D90-6319-9D51-6112-4842A59B0E3A}"/>
          </ac:picMkLst>
        </pc:picChg>
        <pc:picChg chg="add del mod">
          <ac:chgData name="Shaun Barrett" userId="2e21295b-21c9-4734-b4c8-23b29a1a1ba3" providerId="ADAL" clId="{A9753E4A-884C-4C79-9F7B-449740D1E941}" dt="2023-08-16T14:19:39.700" v="2208"/>
          <ac:picMkLst>
            <pc:docMk/>
            <pc:sldMk cId="1897495795" sldId="483"/>
            <ac:picMk id="1055" creationId="{1C74C909-D123-B5CD-2A65-240CD22F2013}"/>
          </ac:picMkLst>
        </pc:picChg>
        <pc:picChg chg="add del mod">
          <ac:chgData name="Shaun Barrett" userId="2e21295b-21c9-4734-b4c8-23b29a1a1ba3" providerId="ADAL" clId="{A9753E4A-884C-4C79-9F7B-449740D1E941}" dt="2023-08-16T14:19:39.700" v="2208"/>
          <ac:picMkLst>
            <pc:docMk/>
            <pc:sldMk cId="1897495795" sldId="483"/>
            <ac:picMk id="1056" creationId="{BF8A62D8-C0FA-F92A-B0CC-24AAC26B9B33}"/>
          </ac:picMkLst>
        </pc:picChg>
        <pc:picChg chg="add del mod">
          <ac:chgData name="Shaun Barrett" userId="2e21295b-21c9-4734-b4c8-23b29a1a1ba3" providerId="ADAL" clId="{A9753E4A-884C-4C79-9F7B-449740D1E941}" dt="2023-08-16T14:19:39.700" v="2208"/>
          <ac:picMkLst>
            <pc:docMk/>
            <pc:sldMk cId="1897495795" sldId="483"/>
            <ac:picMk id="1057" creationId="{E9E14E2E-35AD-F432-B901-45CF06FC1D1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C5F7D-AE2E-47C7-8BA2-CC4D7F4E80EF}" type="datetimeFigureOut">
              <a:rPr lang="en-GB" smtClean="0"/>
              <a:t>15/08/2024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A9EF18-44DA-4CCF-A8F6-0B08C30105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7601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0A8EC68-FA28-440E-B08D-F8892DE0C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3920" y="2493819"/>
            <a:ext cx="10424160" cy="1032770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Proxima Nova Lt" panose="02000506030000020004" pitchFamily="50" charset="0"/>
              </a:defRPr>
            </a:lvl1pPr>
          </a:lstStyle>
          <a:p>
            <a:r>
              <a:rPr lang="en-US"/>
              <a:t>Click to edit Master title</a:t>
            </a:r>
            <a:endParaRPr lang="en-ZA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1A641CB-25B6-46DF-B429-231029DEF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60420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75000"/>
                  </a:schemeClr>
                </a:solidFill>
                <a:latin typeface="Proxima Nova Lt" panose="02000506030000020004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23103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2460624" y="2939040"/>
            <a:ext cx="7270751" cy="4899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  <a:latin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5359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ternal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5" y="975038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724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0A8EC68-FA28-440E-B08D-F8892DE0C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3920" y="2493819"/>
            <a:ext cx="10424160" cy="1032770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Proxima Nova Lt" panose="02000506030000020004" pitchFamily="50" charset="0"/>
              </a:defRPr>
            </a:lvl1pPr>
          </a:lstStyle>
          <a:p>
            <a:r>
              <a:rPr lang="en-US"/>
              <a:t>Click to edit Master title</a:t>
            </a:r>
            <a:endParaRPr lang="en-ZA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1A641CB-25B6-46DF-B429-231029DEF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60420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75000"/>
                  </a:schemeClr>
                </a:solidFill>
                <a:latin typeface="Proxima Nova Lt" panose="02000506030000020004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0915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2460624" y="2939040"/>
            <a:ext cx="7270751" cy="4899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  <a:latin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59288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B7F015-2A57-4B5F-88D9-ACA26915962C}"/>
              </a:ext>
            </a:extLst>
          </p:cNvPr>
          <p:cNvSpPr txBox="1"/>
          <p:nvPr userDrawn="1"/>
        </p:nvSpPr>
        <p:spPr>
          <a:xfrm rot="16200000">
            <a:off x="1937041" y="2916497"/>
            <a:ext cx="3407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3200">
                <a:solidFill>
                  <a:schemeClr val="bg2"/>
                </a:solidFill>
                <a:latin typeface="Proxima Nova Rg" panose="02000506030000020004" pitchFamily="50" charset="0"/>
              </a:rPr>
              <a:t>Agenda</a:t>
            </a:r>
            <a:endParaRPr lang="en-GB" sz="3200">
              <a:solidFill>
                <a:schemeClr val="bg2"/>
              </a:solidFill>
              <a:latin typeface="Proxima Nova Rg" panose="02000506030000020004" pitchFamily="50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EE3339-B220-4E3D-AA10-3D4248C272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30688" y="1504950"/>
            <a:ext cx="5786437" cy="3965575"/>
          </a:xfrm>
          <a:prstGeom prst="rect">
            <a:avLst/>
          </a:prstGeom>
        </p:spPr>
        <p:txBody>
          <a:bodyPr/>
          <a:lstStyle>
            <a:lvl1pPr>
              <a:buClr>
                <a:srgbClr val="BCD727"/>
              </a:buClr>
              <a:defRPr sz="2000">
                <a:solidFill>
                  <a:schemeClr val="bg2"/>
                </a:solidFill>
                <a:latin typeface="Proxima Nova Lt" panose="02000506030000020004" pitchFamily="50" charset="0"/>
              </a:defRPr>
            </a:lvl1pPr>
            <a:lvl2pPr marL="457200" indent="0">
              <a:buNone/>
              <a:defRPr sz="2000">
                <a:solidFill>
                  <a:schemeClr val="bg2"/>
                </a:solidFill>
                <a:latin typeface="Proxima Nova Lt" panose="02000506030000020004" pitchFamily="50" charset="0"/>
              </a:defRPr>
            </a:lvl2pPr>
            <a:lvl3pPr>
              <a:defRPr>
                <a:solidFill>
                  <a:srgbClr val="7F7F7F"/>
                </a:solidFill>
                <a:latin typeface="Proxima Nova Lt" panose="02000506030000020004" pitchFamily="50" charset="0"/>
              </a:defRPr>
            </a:lvl3pPr>
            <a:lvl4pPr>
              <a:defRPr>
                <a:solidFill>
                  <a:srgbClr val="7F7F7F"/>
                </a:solidFill>
                <a:latin typeface="Proxima Nova Lt" panose="02000506030000020004" pitchFamily="50" charset="0"/>
              </a:defRPr>
            </a:lvl4pPr>
            <a:lvl5pPr>
              <a:defRPr>
                <a:solidFill>
                  <a:srgbClr val="7F7F7F"/>
                </a:solidFill>
                <a:latin typeface="Proxima Nova Lt" panose="02000506030000020004" pitchFamily="50" charset="0"/>
              </a:defRPr>
            </a:lvl5pPr>
          </a:lstStyle>
          <a:p>
            <a:pPr lvl="0"/>
            <a:r>
              <a:rPr lang="en-US"/>
              <a:t>Add agenda items here</a:t>
            </a:r>
          </a:p>
          <a:p>
            <a:pPr lvl="0"/>
            <a:r>
              <a:rPr lang="en-US"/>
              <a:t>Another one</a:t>
            </a:r>
          </a:p>
          <a:p>
            <a:pPr lvl="0"/>
            <a:r>
              <a:rPr lang="en-US"/>
              <a:t>And another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2044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940444" y="1012789"/>
            <a:ext cx="10872776" cy="39587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4" y="1478256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128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No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4" y="967268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398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Sky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940444" y="1012789"/>
            <a:ext cx="10872776" cy="39587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4" y="1478256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302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Skyline No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5" y="975038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165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7418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7" Type="http://schemas.openxmlformats.org/officeDocument/2006/relationships/image" Target="../media/image5.sv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2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32416"/>
            <a:ext cx="12192000" cy="312558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8930" y="1105593"/>
            <a:ext cx="3534140" cy="115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687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51" r:id="rId2"/>
    <p:sldLayoutId id="2147483687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32416"/>
            <a:ext cx="12192000" cy="312558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43" y="1105593"/>
            <a:ext cx="3534140" cy="1150362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9338EEA2-A3BA-4F7C-8F2E-2167705A51C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06468" y="1470245"/>
            <a:ext cx="5258911" cy="48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3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836" y="240458"/>
            <a:ext cx="1815096" cy="590814"/>
          </a:xfrm>
          <a:prstGeom prst="rect">
            <a:avLst/>
          </a:prstGeom>
        </p:spPr>
      </p:pic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2F76AFB7-1003-4470-A486-9F16A6B0B005}"/>
              </a:ext>
            </a:extLst>
          </p:cNvPr>
          <p:cNvSpPr/>
          <p:nvPr userDrawn="1"/>
        </p:nvSpPr>
        <p:spPr>
          <a:xfrm>
            <a:off x="1310140" y="5533090"/>
            <a:ext cx="286164" cy="295650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12A3F5E3-7A1A-4052-9CA3-E02DE8D7065B}"/>
              </a:ext>
            </a:extLst>
          </p:cNvPr>
          <p:cNvSpPr/>
          <p:nvPr userDrawn="1"/>
        </p:nvSpPr>
        <p:spPr>
          <a:xfrm>
            <a:off x="348921" y="3395313"/>
            <a:ext cx="221860" cy="229214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60109550-75F1-4AF1-8BE0-73B319B04DE9}"/>
              </a:ext>
            </a:extLst>
          </p:cNvPr>
          <p:cNvSpPr/>
          <p:nvPr userDrawn="1"/>
        </p:nvSpPr>
        <p:spPr>
          <a:xfrm>
            <a:off x="2073244" y="5868434"/>
            <a:ext cx="183439" cy="189520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0407E0E1-7C84-44F8-84CD-928527462235}"/>
              </a:ext>
            </a:extLst>
          </p:cNvPr>
          <p:cNvSpPr/>
          <p:nvPr userDrawn="1"/>
        </p:nvSpPr>
        <p:spPr>
          <a:xfrm>
            <a:off x="1269783" y="4274682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CDE90955-8311-47A8-81B7-FFBE56AC216A}"/>
              </a:ext>
            </a:extLst>
          </p:cNvPr>
          <p:cNvSpPr/>
          <p:nvPr userDrawn="1"/>
        </p:nvSpPr>
        <p:spPr>
          <a:xfrm>
            <a:off x="348921" y="6251747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D921F102-C3FC-43DF-B0CD-D09171469D32}"/>
              </a:ext>
            </a:extLst>
          </p:cNvPr>
          <p:cNvSpPr/>
          <p:nvPr userDrawn="1"/>
        </p:nvSpPr>
        <p:spPr>
          <a:xfrm>
            <a:off x="712863" y="5245021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D7F1074A-ABA7-4C76-A743-3636552CF302}"/>
              </a:ext>
            </a:extLst>
          </p:cNvPr>
          <p:cNvSpPr/>
          <p:nvPr userDrawn="1"/>
        </p:nvSpPr>
        <p:spPr>
          <a:xfrm>
            <a:off x="3964862" y="6194444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4978C4DE-8EF1-43E3-8107-58EEA77969A2}"/>
              </a:ext>
            </a:extLst>
          </p:cNvPr>
          <p:cNvSpPr/>
          <p:nvPr userDrawn="1"/>
        </p:nvSpPr>
        <p:spPr>
          <a:xfrm>
            <a:off x="2784985" y="6503739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5245853-5F6C-4373-A49F-3170CD94818E}"/>
              </a:ext>
            </a:extLst>
          </p:cNvPr>
          <p:cNvCxnSpPr>
            <a:cxnSpLocks/>
            <a:endCxn id="8" idx="5"/>
          </p:cNvCxnSpPr>
          <p:nvPr userDrawn="1"/>
        </p:nvCxnSpPr>
        <p:spPr>
          <a:xfrm>
            <a:off x="459851" y="3509920"/>
            <a:ext cx="904616" cy="862585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67996C-5080-45B2-8D61-8B31A565D2F5}"/>
              </a:ext>
            </a:extLst>
          </p:cNvPr>
          <p:cNvCxnSpPr>
            <a:cxnSpLocks/>
          </p:cNvCxnSpPr>
          <p:nvPr userDrawn="1"/>
        </p:nvCxnSpPr>
        <p:spPr>
          <a:xfrm>
            <a:off x="10111" y="2017340"/>
            <a:ext cx="449740" cy="1492580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12C77DD-91B1-4ED2-AA52-6C8C9954B5D4}"/>
              </a:ext>
            </a:extLst>
          </p:cNvPr>
          <p:cNvCxnSpPr>
            <a:cxnSpLocks/>
            <a:endCxn id="10" idx="4"/>
          </p:cNvCxnSpPr>
          <p:nvPr userDrawn="1"/>
        </p:nvCxnSpPr>
        <p:spPr>
          <a:xfrm>
            <a:off x="459851" y="3509920"/>
            <a:ext cx="308477" cy="1849708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8E5930D-6A19-4036-9D4C-D258CF5625A0}"/>
              </a:ext>
            </a:extLst>
          </p:cNvPr>
          <p:cNvCxnSpPr>
            <a:cxnSpLocks/>
            <a:endCxn id="6" idx="5"/>
          </p:cNvCxnSpPr>
          <p:nvPr userDrawn="1"/>
        </p:nvCxnSpPr>
        <p:spPr>
          <a:xfrm>
            <a:off x="1310140" y="4320978"/>
            <a:ext cx="919679" cy="1709221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1C82D16-5DA9-4042-A21A-CF15A8791763}"/>
              </a:ext>
            </a:extLst>
          </p:cNvPr>
          <p:cNvCxnSpPr>
            <a:cxnSpLocks/>
            <a:stCxn id="6" idx="6"/>
            <a:endCxn id="11" idx="6"/>
          </p:cNvCxnSpPr>
          <p:nvPr userDrawn="1"/>
        </p:nvCxnSpPr>
        <p:spPr>
          <a:xfrm>
            <a:off x="2256683" y="5963194"/>
            <a:ext cx="1819109" cy="288553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74AC98E-9171-4C0D-8CCD-4697EE1E60DA}"/>
              </a:ext>
            </a:extLst>
          </p:cNvPr>
          <p:cNvCxnSpPr>
            <a:cxnSpLocks/>
          </p:cNvCxnSpPr>
          <p:nvPr userDrawn="1"/>
        </p:nvCxnSpPr>
        <p:spPr>
          <a:xfrm>
            <a:off x="4030752" y="6257930"/>
            <a:ext cx="1645226" cy="581964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C8514B0-DA65-4698-AA65-F8FD3E2DD54F}"/>
              </a:ext>
            </a:extLst>
          </p:cNvPr>
          <p:cNvCxnSpPr>
            <a:cxnSpLocks/>
            <a:stCxn id="6" idx="5"/>
            <a:endCxn id="12" idx="5"/>
          </p:cNvCxnSpPr>
          <p:nvPr userDrawn="1"/>
        </p:nvCxnSpPr>
        <p:spPr>
          <a:xfrm>
            <a:off x="2229819" y="6030199"/>
            <a:ext cx="649851" cy="571363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06BFC29-6506-4A19-B7FC-E4D7B504DF92}"/>
              </a:ext>
            </a:extLst>
          </p:cNvPr>
          <p:cNvCxnSpPr>
            <a:cxnSpLocks/>
            <a:stCxn id="12" idx="2"/>
          </p:cNvCxnSpPr>
          <p:nvPr userDrawn="1"/>
        </p:nvCxnSpPr>
        <p:spPr>
          <a:xfrm>
            <a:off x="2784985" y="6561043"/>
            <a:ext cx="738647" cy="278851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E8A5394-C8F8-416B-955F-23D0B7CE2DCB}"/>
              </a:ext>
            </a:extLst>
          </p:cNvPr>
          <p:cNvCxnSpPr>
            <a:cxnSpLocks/>
            <a:endCxn id="11" idx="6"/>
          </p:cNvCxnSpPr>
          <p:nvPr userDrawn="1"/>
        </p:nvCxnSpPr>
        <p:spPr>
          <a:xfrm flipV="1">
            <a:off x="2784985" y="6251747"/>
            <a:ext cx="1290807" cy="321164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87A2802-863D-4280-87D6-C2BC3ECB4C86}"/>
              </a:ext>
            </a:extLst>
          </p:cNvPr>
          <p:cNvCxnSpPr>
            <a:cxnSpLocks/>
            <a:stCxn id="8" idx="7"/>
            <a:endCxn id="10" idx="4"/>
          </p:cNvCxnSpPr>
          <p:nvPr userDrawn="1"/>
        </p:nvCxnSpPr>
        <p:spPr>
          <a:xfrm flipH="1">
            <a:off x="768328" y="4291465"/>
            <a:ext cx="596139" cy="1068162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979BBAB-4A06-47BB-A0F6-D2C4AE9DC315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111" y="4645600"/>
            <a:ext cx="757434" cy="649059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886BE85-506F-42E8-9B51-3F21D8AE86E2}"/>
              </a:ext>
            </a:extLst>
          </p:cNvPr>
          <p:cNvCxnSpPr>
            <a:cxnSpLocks/>
            <a:stCxn id="2" idx="5"/>
          </p:cNvCxnSpPr>
          <p:nvPr userDrawn="1"/>
        </p:nvCxnSpPr>
        <p:spPr>
          <a:xfrm flipH="1" flipV="1">
            <a:off x="768479" y="5303220"/>
            <a:ext cx="785917" cy="482223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8BC2169-009E-42C7-AC15-EA947E762538}"/>
              </a:ext>
            </a:extLst>
          </p:cNvPr>
          <p:cNvCxnSpPr>
            <a:cxnSpLocks/>
            <a:stCxn id="6" idx="6"/>
          </p:cNvCxnSpPr>
          <p:nvPr userDrawn="1"/>
        </p:nvCxnSpPr>
        <p:spPr>
          <a:xfrm flipH="1" flipV="1">
            <a:off x="1326982" y="5641678"/>
            <a:ext cx="929701" cy="321515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3504F00-A334-44C2-80B4-A028B3640367}"/>
              </a:ext>
            </a:extLst>
          </p:cNvPr>
          <p:cNvCxnSpPr>
            <a:cxnSpLocks/>
            <a:stCxn id="2" idx="7"/>
            <a:endCxn id="9" idx="7"/>
          </p:cNvCxnSpPr>
          <p:nvPr userDrawn="1"/>
        </p:nvCxnSpPr>
        <p:spPr>
          <a:xfrm flipH="1">
            <a:off x="443606" y="5576387"/>
            <a:ext cx="1110791" cy="692144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B5A8164-4D7D-4944-B2B6-B1EB90B3C236}"/>
              </a:ext>
            </a:extLst>
          </p:cNvPr>
          <p:cNvCxnSpPr>
            <a:cxnSpLocks/>
            <a:stCxn id="6" idx="6"/>
            <a:endCxn id="9" idx="2"/>
          </p:cNvCxnSpPr>
          <p:nvPr userDrawn="1"/>
        </p:nvCxnSpPr>
        <p:spPr>
          <a:xfrm flipH="1">
            <a:off x="348921" y="5963194"/>
            <a:ext cx="1907762" cy="345857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2619A60-2C30-4672-9C9A-43DEFB15B38F}"/>
              </a:ext>
            </a:extLst>
          </p:cNvPr>
          <p:cNvCxnSpPr>
            <a:cxnSpLocks/>
            <a:stCxn id="10" idx="0"/>
            <a:endCxn id="9" idx="3"/>
          </p:cNvCxnSpPr>
          <p:nvPr userDrawn="1"/>
        </p:nvCxnSpPr>
        <p:spPr>
          <a:xfrm flipH="1">
            <a:off x="365166" y="5245021"/>
            <a:ext cx="403162" cy="1104550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C6BE020-595A-4B89-9834-F8B9DD384458}"/>
              </a:ext>
            </a:extLst>
          </p:cNvPr>
          <p:cNvCxnSpPr>
            <a:cxnSpLocks/>
            <a:stCxn id="12" idx="6"/>
            <a:endCxn id="9" idx="2"/>
          </p:cNvCxnSpPr>
          <p:nvPr userDrawn="1"/>
        </p:nvCxnSpPr>
        <p:spPr>
          <a:xfrm flipH="1" flipV="1">
            <a:off x="348921" y="6309051"/>
            <a:ext cx="2546994" cy="251992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BFC03B2-FEA4-4E25-A088-8EBA5A308E82}"/>
              </a:ext>
            </a:extLst>
          </p:cNvPr>
          <p:cNvCxnSpPr>
            <a:cxnSpLocks/>
            <a:endCxn id="12" idx="3"/>
          </p:cNvCxnSpPr>
          <p:nvPr userDrawn="1"/>
        </p:nvCxnSpPr>
        <p:spPr>
          <a:xfrm flipV="1">
            <a:off x="2229819" y="6601562"/>
            <a:ext cx="571412" cy="238332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C56C630-6A73-48B0-84CF-2283B07B4E75}"/>
              </a:ext>
            </a:extLst>
          </p:cNvPr>
          <p:cNvCxnSpPr>
            <a:cxnSpLocks/>
            <a:stCxn id="9" idx="1"/>
          </p:cNvCxnSpPr>
          <p:nvPr userDrawn="1"/>
        </p:nvCxnSpPr>
        <p:spPr>
          <a:xfrm flipH="1" flipV="1">
            <a:off x="24501" y="5785443"/>
            <a:ext cx="340665" cy="483087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BACA2B0-6BE0-4462-9C37-2633A2A395AB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18867" y="6362102"/>
            <a:ext cx="336744" cy="477792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B0D48B3F-0FCA-4EEB-8190-A6B3D62DDC71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11" y="6356253"/>
            <a:ext cx="354904" cy="281871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CAC1C4A6-0D79-445C-9C24-D75B843E6C29}"/>
              </a:ext>
            </a:extLst>
          </p:cNvPr>
          <p:cNvCxnSpPr>
            <a:cxnSpLocks/>
            <a:stCxn id="8" idx="4"/>
            <a:endCxn id="2" idx="4"/>
          </p:cNvCxnSpPr>
          <p:nvPr userDrawn="1"/>
        </p:nvCxnSpPr>
        <p:spPr>
          <a:xfrm>
            <a:off x="1325248" y="4389289"/>
            <a:ext cx="127974" cy="1439451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300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836" y="240458"/>
            <a:ext cx="1815096" cy="5908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349DD86-B84C-42A5-8D81-9D0A1C1F941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32416"/>
            <a:ext cx="12192000" cy="312558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F5568AF-2C93-464D-B6A5-A6987190E1DF}"/>
              </a:ext>
            </a:extLst>
          </p:cNvPr>
          <p:cNvSpPr/>
          <p:nvPr userDrawn="1"/>
        </p:nvSpPr>
        <p:spPr>
          <a:xfrm>
            <a:off x="0" y="831272"/>
            <a:ext cx="12192000" cy="60267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65000">
                <a:srgbClr val="FFFFFF"/>
              </a:gs>
              <a:gs pos="83000">
                <a:srgbClr val="FFFFFF">
                  <a:alpha val="82000"/>
                </a:srgbClr>
              </a:gs>
              <a:gs pos="100000">
                <a:srgbClr val="C7D5ED">
                  <a:alpha val="0"/>
                </a:srgbClr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0968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8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836" y="240458"/>
            <a:ext cx="1815096" cy="59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813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0647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1.png"/><Relationship Id="rId7" Type="http://schemas.openxmlformats.org/officeDocument/2006/relationships/image" Target="../media/image9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25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2A31E3A-90C3-AD2F-1064-86CCCFA420C3}"/>
              </a:ext>
            </a:extLst>
          </p:cNvPr>
          <p:cNvSpPr txBox="1">
            <a:spLocks/>
          </p:cNvSpPr>
          <p:nvPr/>
        </p:nvSpPr>
        <p:spPr>
          <a:xfrm>
            <a:off x="883920" y="2493819"/>
            <a:ext cx="10424160" cy="1032770"/>
          </a:xfrm>
        </p:spPr>
        <p:txBody>
          <a:bodyPr lIns="91440" tIns="45720" rIns="91440" bIns="45720"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>
                <a:solidFill>
                  <a:schemeClr val="bg2"/>
                </a:solidFill>
                <a:latin typeface="Proxima Nova Lt"/>
              </a:rPr>
              <a:t>Grainger - End of Tenancy</a:t>
            </a:r>
            <a:endParaRPr lang="en-ZA">
              <a:solidFill>
                <a:schemeClr val="bg2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6D0D0B7-8796-FD2A-2A4F-3F9EBD376A8F}"/>
              </a:ext>
            </a:extLst>
          </p:cNvPr>
          <p:cNvSpPr txBox="1">
            <a:spLocks/>
          </p:cNvSpPr>
          <p:nvPr/>
        </p:nvSpPr>
        <p:spPr>
          <a:xfrm>
            <a:off x="1524000" y="3602037"/>
            <a:ext cx="9144000" cy="777939"/>
          </a:xfr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ZA" err="1">
                <a:solidFill>
                  <a:schemeClr val="bg2"/>
                </a:solidFill>
                <a:latin typeface="Proxima Nova Lt"/>
              </a:rPr>
              <a:t>SteerCo</a:t>
            </a:r>
            <a:r>
              <a:rPr lang="en-ZA">
                <a:solidFill>
                  <a:schemeClr val="bg2"/>
                </a:solidFill>
                <a:latin typeface="Proxima Nova Lt"/>
              </a:rPr>
              <a:t> Update</a:t>
            </a:r>
          </a:p>
          <a:p>
            <a:pPr marL="0" indent="0" algn="ctr">
              <a:buNone/>
            </a:pPr>
            <a:r>
              <a:rPr lang="en-ZA" sz="1400">
                <a:solidFill>
                  <a:schemeClr val="bg2"/>
                </a:solidFill>
                <a:latin typeface="Proxima Nova Lt"/>
              </a:rPr>
              <a:t>1</a:t>
            </a:r>
            <a:r>
              <a:rPr lang="en-ZA" sz="1400" baseline="30000">
                <a:solidFill>
                  <a:schemeClr val="bg2"/>
                </a:solidFill>
                <a:latin typeface="Proxima Nova Lt"/>
              </a:rPr>
              <a:t>st</a:t>
            </a:r>
            <a:r>
              <a:rPr lang="en-ZA" sz="1400">
                <a:solidFill>
                  <a:schemeClr val="bg2"/>
                </a:solidFill>
                <a:latin typeface="Proxima Nova Lt"/>
              </a:rPr>
              <a:t> November 2023</a:t>
            </a:r>
            <a:endParaRPr lang="en-GB" sz="14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878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755BA2-B953-4F06-9DC7-ACF1326894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30688" y="1504951"/>
            <a:ext cx="5786437" cy="3369200"/>
          </a:xfrm>
        </p:spPr>
        <p:txBody>
          <a:bodyPr lIns="91440" tIns="45720" rIns="91440" bIns="45720" anchor="t"/>
          <a:lstStyle/>
          <a:p>
            <a:r>
              <a:rPr lang="en-ZA" dirty="0">
                <a:latin typeface="Proxima Nova Lt"/>
              </a:rPr>
              <a:t>Project Summary</a:t>
            </a:r>
            <a:endParaRPr lang="en-US" dirty="0"/>
          </a:p>
          <a:p>
            <a:r>
              <a:rPr lang="en-GB" dirty="0">
                <a:latin typeface="Proxima Nova Lt"/>
              </a:rPr>
              <a:t>Milestones</a:t>
            </a:r>
            <a:endParaRPr lang="en-GB" dirty="0"/>
          </a:p>
          <a:p>
            <a:r>
              <a:rPr lang="en-GB" dirty="0">
                <a:latin typeface="Proxima Nova Lt"/>
              </a:rPr>
              <a:t>Risks and Issues</a:t>
            </a:r>
            <a:endParaRPr lang="en-GB" dirty="0"/>
          </a:p>
          <a:p>
            <a:r>
              <a:rPr lang="en-GB" dirty="0">
                <a:latin typeface="Proxima Nova Lt"/>
              </a:rPr>
              <a:t>Forecast and Budget</a:t>
            </a:r>
            <a:endParaRPr lang="en-GB" dirty="0"/>
          </a:p>
          <a:p>
            <a:r>
              <a:rPr lang="en-GB" dirty="0">
                <a:latin typeface="Proxima Nova Lt"/>
              </a:rPr>
              <a:t>Next Steps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8931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64FA3ED-45CE-F446-D70D-820D59759C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GB">
                <a:latin typeface="Proxima Nova Lt"/>
              </a:rPr>
              <a:t>Project Summary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42F1BE-D9F2-58AB-7E04-F27CC683C8BE}"/>
              </a:ext>
            </a:extLst>
          </p:cNvPr>
          <p:cNvSpPr txBox="1"/>
          <p:nvPr/>
        </p:nvSpPr>
        <p:spPr>
          <a:xfrm>
            <a:off x="1006207" y="1382616"/>
            <a:ext cx="10822236" cy="50321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Aft>
                <a:spcPts val="600"/>
              </a:spcAft>
              <a:buFont typeface="Calibri"/>
              <a:buChar char="-"/>
            </a:pPr>
            <a:r>
              <a:rPr lang="en-US" dirty="0"/>
              <a:t>The project is currently in the delivery phase, we are midway through the 3</a:t>
            </a:r>
            <a:r>
              <a:rPr lang="en-US" baseline="30000" dirty="0"/>
              <a:t>rd</a:t>
            </a:r>
            <a:r>
              <a:rPr lang="en-US" dirty="0"/>
              <a:t> of 4 sprints</a:t>
            </a:r>
          </a:p>
          <a:p>
            <a:pPr marL="285750" indent="-285750">
              <a:spcAft>
                <a:spcPts val="600"/>
              </a:spcAft>
              <a:buFont typeface="Calibri"/>
              <a:buChar char="-"/>
            </a:pPr>
            <a:r>
              <a:rPr lang="en-US" dirty="0"/>
              <a:t>Sprint 4 is will be completed on 1</a:t>
            </a:r>
            <a:r>
              <a:rPr lang="en-US" baseline="30000" dirty="0"/>
              <a:t>st</a:t>
            </a:r>
            <a:r>
              <a:rPr lang="en-US" dirty="0"/>
              <a:t> December.</a:t>
            </a:r>
          </a:p>
          <a:p>
            <a:pPr marL="285750" indent="-285750">
              <a:spcAft>
                <a:spcPts val="600"/>
              </a:spcAft>
              <a:buFont typeface="Calibri"/>
              <a:buChar char="-"/>
            </a:pPr>
            <a:r>
              <a:rPr lang="en-US" dirty="0"/>
              <a:t>The go-live date is currently planned for January 2024.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br>
              <a:rPr lang="en-US" dirty="0"/>
            </a:br>
            <a:endParaRPr lang="en-US" dirty="0"/>
          </a:p>
        </p:txBody>
      </p:sp>
      <p:sp>
        <p:nvSpPr>
          <p:cNvPr id="32" name="Rounded Rectangle 26">
            <a:extLst>
              <a:ext uri="{FF2B5EF4-FFF2-40B4-BE49-F238E27FC236}">
                <a16:creationId xmlns:a16="http://schemas.microsoft.com/office/drawing/2014/main" id="{188594E2-F5D3-D0F5-405A-5F46076BC459}"/>
              </a:ext>
            </a:extLst>
          </p:cNvPr>
          <p:cNvSpPr/>
          <p:nvPr/>
        </p:nvSpPr>
        <p:spPr>
          <a:xfrm>
            <a:off x="1006207" y="2639506"/>
            <a:ext cx="10872093" cy="3574863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cap="sq">
            <a:solidFill>
              <a:schemeClr val="bg1">
                <a:lumMod val="75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>
              <a:latin typeface="Arial"/>
              <a:cs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DA2E7B2-C2A5-4185-BB23-F40C23BDD30E}"/>
              </a:ext>
            </a:extLst>
          </p:cNvPr>
          <p:cNvSpPr txBox="1"/>
          <p:nvPr/>
        </p:nvSpPr>
        <p:spPr>
          <a:xfrm>
            <a:off x="998887" y="2829898"/>
            <a:ext cx="108295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en-US" sz="1200" i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            September 2023                                 October  2023                                 November 2023                                December 2023                  Jan 2024 </a:t>
            </a:r>
          </a:p>
        </p:txBody>
      </p:sp>
      <p:sp>
        <p:nvSpPr>
          <p:cNvPr id="42" name="Rounded Rectangle 39">
            <a:extLst>
              <a:ext uri="{FF2B5EF4-FFF2-40B4-BE49-F238E27FC236}">
                <a16:creationId xmlns:a16="http://schemas.microsoft.com/office/drawing/2014/main" id="{0DBCB3D6-9F3D-F8E5-50D5-63FDDCBDE0AC}"/>
              </a:ext>
            </a:extLst>
          </p:cNvPr>
          <p:cNvSpPr/>
          <p:nvPr/>
        </p:nvSpPr>
        <p:spPr>
          <a:xfrm>
            <a:off x="10805931" y="5492438"/>
            <a:ext cx="794528" cy="280761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Arial"/>
                <a:cs typeface="Arial"/>
              </a:rPr>
              <a:t>Go Live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55026D0-C85E-D8C7-314B-9ECC177A13A9}"/>
              </a:ext>
            </a:extLst>
          </p:cNvPr>
          <p:cNvGrpSpPr/>
          <p:nvPr/>
        </p:nvGrpSpPr>
        <p:grpSpPr>
          <a:xfrm>
            <a:off x="3406051" y="2639506"/>
            <a:ext cx="7322456" cy="3183771"/>
            <a:chOff x="3406051" y="3249653"/>
            <a:chExt cx="7322456" cy="247738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4C8F5D5-9B5F-4EF8-F3AC-34D5005ED9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85969" y="3249653"/>
              <a:ext cx="42538" cy="2477385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0A14544-01BA-7D26-25D8-A24D7A3BF3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59330" y="3249653"/>
              <a:ext cx="42538" cy="2477385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DD9F9E72-2DD1-E921-AFDE-BC2C06B61A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06051" y="3249653"/>
              <a:ext cx="42538" cy="2477385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0DD17198-8F43-31B1-7FD4-DB717C57DA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2691" y="3249653"/>
              <a:ext cx="42538" cy="2477385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95738DE-6609-648C-D026-C59D89EDE22D}"/>
              </a:ext>
            </a:extLst>
          </p:cNvPr>
          <p:cNvGrpSpPr/>
          <p:nvPr/>
        </p:nvGrpSpPr>
        <p:grpSpPr>
          <a:xfrm>
            <a:off x="1696128" y="3280733"/>
            <a:ext cx="7428796" cy="1784936"/>
            <a:chOff x="1493130" y="3413691"/>
            <a:chExt cx="8277509" cy="1784936"/>
          </a:xfrm>
        </p:grpSpPr>
        <p:sp>
          <p:nvSpPr>
            <p:cNvPr id="38" name="Rounded Rectangle 26">
              <a:extLst>
                <a:ext uri="{FF2B5EF4-FFF2-40B4-BE49-F238E27FC236}">
                  <a16:creationId xmlns:a16="http://schemas.microsoft.com/office/drawing/2014/main" id="{5D3562F8-D739-4AA7-1443-5BA1A8987D17}"/>
                </a:ext>
              </a:extLst>
            </p:cNvPr>
            <p:cNvSpPr/>
            <p:nvPr/>
          </p:nvSpPr>
          <p:spPr>
            <a:xfrm>
              <a:off x="1493130" y="3413691"/>
              <a:ext cx="1887899" cy="289330"/>
            </a:xfrm>
            <a:prstGeom prst="roundRect">
              <a:avLst/>
            </a:prstGeom>
            <a:solidFill>
              <a:srgbClr val="BCD72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>
                  <a:latin typeface="Arial"/>
                  <a:cs typeface="Arial"/>
                </a:rPr>
                <a:t>Sprint 1</a:t>
              </a:r>
            </a:p>
          </p:txBody>
        </p:sp>
        <p:sp>
          <p:nvSpPr>
            <p:cNvPr id="46" name="Rounded Rectangle 26">
              <a:extLst>
                <a:ext uri="{FF2B5EF4-FFF2-40B4-BE49-F238E27FC236}">
                  <a16:creationId xmlns:a16="http://schemas.microsoft.com/office/drawing/2014/main" id="{A41589C7-5C1D-B792-5DF5-EC03F777D1C2}"/>
                </a:ext>
              </a:extLst>
            </p:cNvPr>
            <p:cNvSpPr/>
            <p:nvPr/>
          </p:nvSpPr>
          <p:spPr>
            <a:xfrm>
              <a:off x="3440103" y="3413691"/>
              <a:ext cx="650955" cy="289330"/>
            </a:xfrm>
            <a:prstGeom prst="roundRect">
              <a:avLst/>
            </a:prstGeom>
            <a:solidFill>
              <a:srgbClr val="BCD72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>
                  <a:latin typeface="Arial"/>
                  <a:cs typeface="Arial"/>
                </a:rPr>
                <a:t>UAT</a:t>
              </a:r>
            </a:p>
          </p:txBody>
        </p:sp>
        <p:sp>
          <p:nvSpPr>
            <p:cNvPr id="16" name="Rounded Rectangle 26">
              <a:extLst>
                <a:ext uri="{FF2B5EF4-FFF2-40B4-BE49-F238E27FC236}">
                  <a16:creationId xmlns:a16="http://schemas.microsoft.com/office/drawing/2014/main" id="{254B2D90-69D3-E405-A4D7-8920A4812651}"/>
                </a:ext>
              </a:extLst>
            </p:cNvPr>
            <p:cNvSpPr/>
            <p:nvPr/>
          </p:nvSpPr>
          <p:spPr>
            <a:xfrm>
              <a:off x="3424208" y="3905398"/>
              <a:ext cx="1887899" cy="28933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>
                  <a:latin typeface="Arial"/>
                  <a:cs typeface="Arial"/>
                </a:rPr>
                <a:t>Sprint 2</a:t>
              </a:r>
            </a:p>
          </p:txBody>
        </p:sp>
        <p:sp>
          <p:nvSpPr>
            <p:cNvPr id="17" name="Rounded Rectangle 26">
              <a:extLst>
                <a:ext uri="{FF2B5EF4-FFF2-40B4-BE49-F238E27FC236}">
                  <a16:creationId xmlns:a16="http://schemas.microsoft.com/office/drawing/2014/main" id="{8AD537B5-9331-3F3A-C346-11B0AF8CE91B}"/>
                </a:ext>
              </a:extLst>
            </p:cNvPr>
            <p:cNvSpPr/>
            <p:nvPr/>
          </p:nvSpPr>
          <p:spPr>
            <a:xfrm>
              <a:off x="5347788" y="3905398"/>
              <a:ext cx="650955" cy="28933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>
                  <a:latin typeface="Arial"/>
                  <a:cs typeface="Arial"/>
                </a:rPr>
                <a:t>UAT</a:t>
              </a:r>
            </a:p>
          </p:txBody>
        </p:sp>
        <p:sp>
          <p:nvSpPr>
            <p:cNvPr id="19" name="Rounded Rectangle 26">
              <a:extLst>
                <a:ext uri="{FF2B5EF4-FFF2-40B4-BE49-F238E27FC236}">
                  <a16:creationId xmlns:a16="http://schemas.microsoft.com/office/drawing/2014/main" id="{8EE1E149-664B-1293-B9A7-74DD14CC424E}"/>
                </a:ext>
              </a:extLst>
            </p:cNvPr>
            <p:cNvSpPr/>
            <p:nvPr/>
          </p:nvSpPr>
          <p:spPr>
            <a:xfrm>
              <a:off x="7250714" y="4406794"/>
              <a:ext cx="650955" cy="289330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>
                  <a:latin typeface="Arial"/>
                  <a:cs typeface="Arial"/>
                </a:rPr>
                <a:t>UAT</a:t>
              </a:r>
            </a:p>
          </p:txBody>
        </p:sp>
        <p:sp>
          <p:nvSpPr>
            <p:cNvPr id="21" name="Rounded Rectangle 26">
              <a:extLst>
                <a:ext uri="{FF2B5EF4-FFF2-40B4-BE49-F238E27FC236}">
                  <a16:creationId xmlns:a16="http://schemas.microsoft.com/office/drawing/2014/main" id="{CB256AF2-FFCB-558E-24DA-59D3F40BBC06}"/>
                </a:ext>
              </a:extLst>
            </p:cNvPr>
            <p:cNvSpPr/>
            <p:nvPr/>
          </p:nvSpPr>
          <p:spPr>
            <a:xfrm>
              <a:off x="9119684" y="4909297"/>
              <a:ext cx="650955" cy="289330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dirty="0">
                  <a:latin typeface="Arial"/>
                  <a:cs typeface="Arial"/>
                </a:rPr>
                <a:t>UAT</a:t>
              </a:r>
            </a:p>
          </p:txBody>
        </p:sp>
        <p:sp>
          <p:nvSpPr>
            <p:cNvPr id="18" name="Rounded Rectangle 26">
              <a:extLst>
                <a:ext uri="{FF2B5EF4-FFF2-40B4-BE49-F238E27FC236}">
                  <a16:creationId xmlns:a16="http://schemas.microsoft.com/office/drawing/2014/main" id="{291FD82A-4F7C-4708-D523-19A7DE8FD0E7}"/>
                </a:ext>
              </a:extLst>
            </p:cNvPr>
            <p:cNvSpPr/>
            <p:nvPr/>
          </p:nvSpPr>
          <p:spPr>
            <a:xfrm>
              <a:off x="5334465" y="4406794"/>
              <a:ext cx="1887899" cy="289330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>
                  <a:latin typeface="Arial"/>
                  <a:cs typeface="Arial"/>
                </a:rPr>
                <a:t>Sprint 3</a:t>
              </a:r>
            </a:p>
          </p:txBody>
        </p:sp>
        <p:sp>
          <p:nvSpPr>
            <p:cNvPr id="20" name="Rounded Rectangle 26">
              <a:extLst>
                <a:ext uri="{FF2B5EF4-FFF2-40B4-BE49-F238E27FC236}">
                  <a16:creationId xmlns:a16="http://schemas.microsoft.com/office/drawing/2014/main" id="{ED9A6884-9871-2379-BABF-940CF912B6CA}"/>
                </a:ext>
              </a:extLst>
            </p:cNvPr>
            <p:cNvSpPr/>
            <p:nvPr/>
          </p:nvSpPr>
          <p:spPr>
            <a:xfrm>
              <a:off x="7196427" y="4909297"/>
              <a:ext cx="1887899" cy="289330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>
                  <a:latin typeface="Arial"/>
                  <a:cs typeface="Arial"/>
                </a:rPr>
                <a:t>Sprint 4</a:t>
              </a:r>
            </a:p>
          </p:txBody>
        </p:sp>
      </p:grpSp>
      <p:sp>
        <p:nvSpPr>
          <p:cNvPr id="57" name="Arrow: Up 56">
            <a:extLst>
              <a:ext uri="{FF2B5EF4-FFF2-40B4-BE49-F238E27FC236}">
                <a16:creationId xmlns:a16="http://schemas.microsoft.com/office/drawing/2014/main" id="{747AD4AD-E35C-75F2-4224-5D13AABEFAB5}"/>
              </a:ext>
            </a:extLst>
          </p:cNvPr>
          <p:cNvSpPr/>
          <p:nvPr/>
        </p:nvSpPr>
        <p:spPr>
          <a:xfrm>
            <a:off x="5428308" y="4650337"/>
            <a:ext cx="867717" cy="910468"/>
          </a:xfrm>
          <a:prstGeom prst="up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We are here</a:t>
            </a:r>
          </a:p>
        </p:txBody>
      </p:sp>
      <p:sp>
        <p:nvSpPr>
          <p:cNvPr id="4" name="Rounded Rectangle 39">
            <a:extLst>
              <a:ext uri="{FF2B5EF4-FFF2-40B4-BE49-F238E27FC236}">
                <a16:creationId xmlns:a16="http://schemas.microsoft.com/office/drawing/2014/main" id="{41694363-A851-D938-3B24-093815F1E609}"/>
              </a:ext>
            </a:extLst>
          </p:cNvPr>
          <p:cNvSpPr/>
          <p:nvPr/>
        </p:nvSpPr>
        <p:spPr>
          <a:xfrm>
            <a:off x="9129840" y="5163711"/>
            <a:ext cx="1598667" cy="28076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Arial"/>
                <a:cs typeface="Arial"/>
              </a:rPr>
              <a:t>December break</a:t>
            </a:r>
          </a:p>
        </p:txBody>
      </p:sp>
    </p:spTree>
    <p:extLst>
      <p:ext uri="{BB962C8B-B14F-4D97-AF65-F5344CB8AC3E}">
        <p14:creationId xmlns:p14="http://schemas.microsoft.com/office/powerpoint/2010/main" val="324089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64FA3ED-45CE-F446-D70D-820D59759C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GB">
                <a:latin typeface="Proxima Nova Lt"/>
              </a:rPr>
              <a:t>Project Summary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42F1BE-D9F2-58AB-7E04-F27CC683C8BE}"/>
              </a:ext>
            </a:extLst>
          </p:cNvPr>
          <p:cNvSpPr txBox="1"/>
          <p:nvPr/>
        </p:nvSpPr>
        <p:spPr>
          <a:xfrm>
            <a:off x="1006207" y="1382616"/>
            <a:ext cx="10822236" cy="50321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Aft>
                <a:spcPts val="600"/>
              </a:spcAft>
              <a:buFont typeface="Calibri"/>
              <a:buChar char="-"/>
            </a:pPr>
            <a:r>
              <a:rPr lang="en-US" dirty="0"/>
              <a:t>The project is currently in the delivery phase, we are midway through the 3</a:t>
            </a:r>
            <a:r>
              <a:rPr lang="en-US" baseline="30000" dirty="0"/>
              <a:t>rd</a:t>
            </a:r>
            <a:r>
              <a:rPr lang="en-US" dirty="0"/>
              <a:t> of 4 sprints</a:t>
            </a:r>
          </a:p>
          <a:p>
            <a:pPr marL="285750" indent="-285750">
              <a:spcAft>
                <a:spcPts val="600"/>
              </a:spcAft>
              <a:buFont typeface="Calibri"/>
              <a:buChar char="-"/>
            </a:pPr>
            <a:r>
              <a:rPr lang="en-US" dirty="0"/>
              <a:t>Sprint 4 is will be completed on 1</a:t>
            </a:r>
            <a:r>
              <a:rPr lang="en-US" baseline="30000" dirty="0"/>
              <a:t>st</a:t>
            </a:r>
            <a:r>
              <a:rPr lang="en-US" dirty="0"/>
              <a:t> December.</a:t>
            </a:r>
          </a:p>
          <a:p>
            <a:pPr marL="285750" indent="-285750">
              <a:spcAft>
                <a:spcPts val="600"/>
              </a:spcAft>
              <a:buFont typeface="Calibri"/>
              <a:buChar char="-"/>
            </a:pPr>
            <a:r>
              <a:rPr lang="en-US" dirty="0"/>
              <a:t>The go-live date is currently planned for January 2024.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br>
              <a:rPr lang="en-US" dirty="0"/>
            </a:br>
            <a:endParaRPr lang="en-US" dirty="0"/>
          </a:p>
        </p:txBody>
      </p:sp>
      <p:sp>
        <p:nvSpPr>
          <p:cNvPr id="32" name="Rounded Rectangle 26">
            <a:extLst>
              <a:ext uri="{FF2B5EF4-FFF2-40B4-BE49-F238E27FC236}">
                <a16:creationId xmlns:a16="http://schemas.microsoft.com/office/drawing/2014/main" id="{188594E2-F5D3-D0F5-405A-5F46076BC459}"/>
              </a:ext>
            </a:extLst>
          </p:cNvPr>
          <p:cNvSpPr/>
          <p:nvPr/>
        </p:nvSpPr>
        <p:spPr>
          <a:xfrm>
            <a:off x="1006207" y="2639506"/>
            <a:ext cx="10872093" cy="3574863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cap="sq">
            <a:solidFill>
              <a:schemeClr val="bg1">
                <a:lumMod val="75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>
              <a:latin typeface="Arial"/>
              <a:cs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DA2E7B2-C2A5-4185-BB23-F40C23BDD30E}"/>
              </a:ext>
            </a:extLst>
          </p:cNvPr>
          <p:cNvSpPr txBox="1"/>
          <p:nvPr/>
        </p:nvSpPr>
        <p:spPr>
          <a:xfrm>
            <a:off x="998887" y="2829898"/>
            <a:ext cx="10829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            September 2023                                 October  2023                                 November 2023                                       December 2023                  Jan 2024 </a:t>
            </a:r>
          </a:p>
        </p:txBody>
      </p:sp>
      <p:sp>
        <p:nvSpPr>
          <p:cNvPr id="42" name="Rounded Rectangle 39">
            <a:extLst>
              <a:ext uri="{FF2B5EF4-FFF2-40B4-BE49-F238E27FC236}">
                <a16:creationId xmlns:a16="http://schemas.microsoft.com/office/drawing/2014/main" id="{0DBCB3D6-9F3D-F8E5-50D5-63FDDCBDE0AC}"/>
              </a:ext>
            </a:extLst>
          </p:cNvPr>
          <p:cNvSpPr/>
          <p:nvPr/>
        </p:nvSpPr>
        <p:spPr>
          <a:xfrm>
            <a:off x="10805931" y="5492438"/>
            <a:ext cx="794528" cy="280761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Arial"/>
                <a:cs typeface="Arial"/>
              </a:rPr>
              <a:t>Go Live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55026D0-C85E-D8C7-314B-9ECC177A13A9}"/>
              </a:ext>
            </a:extLst>
          </p:cNvPr>
          <p:cNvGrpSpPr/>
          <p:nvPr/>
        </p:nvGrpSpPr>
        <p:grpSpPr>
          <a:xfrm>
            <a:off x="3406051" y="2639506"/>
            <a:ext cx="7322456" cy="3183771"/>
            <a:chOff x="3406051" y="3249653"/>
            <a:chExt cx="7322456" cy="247738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4C8F5D5-9B5F-4EF8-F3AC-34D5005ED9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85969" y="3249653"/>
              <a:ext cx="42538" cy="2477385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0A14544-01BA-7D26-25D8-A24D7A3BF3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59330" y="3249653"/>
              <a:ext cx="42538" cy="2477385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DD9F9E72-2DD1-E921-AFDE-BC2C06B61A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06051" y="3249653"/>
              <a:ext cx="42538" cy="2477385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0DD17198-8F43-31B1-7FD4-DB717C57DA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2691" y="3249653"/>
              <a:ext cx="42538" cy="2477385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95738DE-6609-648C-D026-C59D89EDE22D}"/>
              </a:ext>
            </a:extLst>
          </p:cNvPr>
          <p:cNvGrpSpPr/>
          <p:nvPr/>
        </p:nvGrpSpPr>
        <p:grpSpPr>
          <a:xfrm>
            <a:off x="1696128" y="3280733"/>
            <a:ext cx="7428796" cy="1784936"/>
            <a:chOff x="1493130" y="3413691"/>
            <a:chExt cx="8277509" cy="1784936"/>
          </a:xfrm>
        </p:grpSpPr>
        <p:sp>
          <p:nvSpPr>
            <p:cNvPr id="38" name="Rounded Rectangle 26">
              <a:extLst>
                <a:ext uri="{FF2B5EF4-FFF2-40B4-BE49-F238E27FC236}">
                  <a16:creationId xmlns:a16="http://schemas.microsoft.com/office/drawing/2014/main" id="{5D3562F8-D739-4AA7-1443-5BA1A8987D17}"/>
                </a:ext>
              </a:extLst>
            </p:cNvPr>
            <p:cNvSpPr/>
            <p:nvPr/>
          </p:nvSpPr>
          <p:spPr>
            <a:xfrm>
              <a:off x="1493130" y="3413691"/>
              <a:ext cx="1887899" cy="289330"/>
            </a:xfrm>
            <a:prstGeom prst="roundRect">
              <a:avLst/>
            </a:prstGeom>
            <a:solidFill>
              <a:srgbClr val="BCD72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>
                  <a:latin typeface="Arial"/>
                  <a:cs typeface="Arial"/>
                </a:rPr>
                <a:t>Sprint 1</a:t>
              </a:r>
            </a:p>
          </p:txBody>
        </p:sp>
        <p:sp>
          <p:nvSpPr>
            <p:cNvPr id="46" name="Rounded Rectangle 26">
              <a:extLst>
                <a:ext uri="{FF2B5EF4-FFF2-40B4-BE49-F238E27FC236}">
                  <a16:creationId xmlns:a16="http://schemas.microsoft.com/office/drawing/2014/main" id="{A41589C7-5C1D-B792-5DF5-EC03F777D1C2}"/>
                </a:ext>
              </a:extLst>
            </p:cNvPr>
            <p:cNvSpPr/>
            <p:nvPr/>
          </p:nvSpPr>
          <p:spPr>
            <a:xfrm>
              <a:off x="3440103" y="3413691"/>
              <a:ext cx="650955" cy="289330"/>
            </a:xfrm>
            <a:prstGeom prst="roundRect">
              <a:avLst/>
            </a:prstGeom>
            <a:solidFill>
              <a:srgbClr val="BCD72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>
                  <a:latin typeface="Arial"/>
                  <a:cs typeface="Arial"/>
                </a:rPr>
                <a:t>UAT</a:t>
              </a:r>
            </a:p>
          </p:txBody>
        </p:sp>
        <p:sp>
          <p:nvSpPr>
            <p:cNvPr id="16" name="Rounded Rectangle 26">
              <a:extLst>
                <a:ext uri="{FF2B5EF4-FFF2-40B4-BE49-F238E27FC236}">
                  <a16:creationId xmlns:a16="http://schemas.microsoft.com/office/drawing/2014/main" id="{254B2D90-69D3-E405-A4D7-8920A4812651}"/>
                </a:ext>
              </a:extLst>
            </p:cNvPr>
            <p:cNvSpPr/>
            <p:nvPr/>
          </p:nvSpPr>
          <p:spPr>
            <a:xfrm>
              <a:off x="3424208" y="3905398"/>
              <a:ext cx="1887899" cy="28933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>
                  <a:latin typeface="Arial"/>
                  <a:cs typeface="Arial"/>
                </a:rPr>
                <a:t>Sprint 2</a:t>
              </a:r>
            </a:p>
          </p:txBody>
        </p:sp>
        <p:sp>
          <p:nvSpPr>
            <p:cNvPr id="17" name="Rounded Rectangle 26">
              <a:extLst>
                <a:ext uri="{FF2B5EF4-FFF2-40B4-BE49-F238E27FC236}">
                  <a16:creationId xmlns:a16="http://schemas.microsoft.com/office/drawing/2014/main" id="{8AD537B5-9331-3F3A-C346-11B0AF8CE91B}"/>
                </a:ext>
              </a:extLst>
            </p:cNvPr>
            <p:cNvSpPr/>
            <p:nvPr/>
          </p:nvSpPr>
          <p:spPr>
            <a:xfrm>
              <a:off x="5347788" y="3905398"/>
              <a:ext cx="650955" cy="28933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>
                  <a:latin typeface="Arial"/>
                  <a:cs typeface="Arial"/>
                </a:rPr>
                <a:t>UAT</a:t>
              </a:r>
            </a:p>
          </p:txBody>
        </p:sp>
        <p:sp>
          <p:nvSpPr>
            <p:cNvPr id="19" name="Rounded Rectangle 26">
              <a:extLst>
                <a:ext uri="{FF2B5EF4-FFF2-40B4-BE49-F238E27FC236}">
                  <a16:creationId xmlns:a16="http://schemas.microsoft.com/office/drawing/2014/main" id="{8EE1E149-664B-1293-B9A7-74DD14CC424E}"/>
                </a:ext>
              </a:extLst>
            </p:cNvPr>
            <p:cNvSpPr/>
            <p:nvPr/>
          </p:nvSpPr>
          <p:spPr>
            <a:xfrm>
              <a:off x="7250714" y="4406794"/>
              <a:ext cx="650955" cy="289330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>
                  <a:latin typeface="Arial"/>
                  <a:cs typeface="Arial"/>
                </a:rPr>
                <a:t>UAT</a:t>
              </a:r>
            </a:p>
          </p:txBody>
        </p:sp>
        <p:sp>
          <p:nvSpPr>
            <p:cNvPr id="21" name="Rounded Rectangle 26">
              <a:extLst>
                <a:ext uri="{FF2B5EF4-FFF2-40B4-BE49-F238E27FC236}">
                  <a16:creationId xmlns:a16="http://schemas.microsoft.com/office/drawing/2014/main" id="{CB256AF2-FFCB-558E-24DA-59D3F40BBC06}"/>
                </a:ext>
              </a:extLst>
            </p:cNvPr>
            <p:cNvSpPr/>
            <p:nvPr/>
          </p:nvSpPr>
          <p:spPr>
            <a:xfrm>
              <a:off x="9119684" y="4909297"/>
              <a:ext cx="650955" cy="289330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dirty="0">
                  <a:latin typeface="Arial"/>
                  <a:cs typeface="Arial"/>
                </a:rPr>
                <a:t>UAT</a:t>
              </a:r>
            </a:p>
          </p:txBody>
        </p:sp>
        <p:sp>
          <p:nvSpPr>
            <p:cNvPr id="18" name="Rounded Rectangle 26">
              <a:extLst>
                <a:ext uri="{FF2B5EF4-FFF2-40B4-BE49-F238E27FC236}">
                  <a16:creationId xmlns:a16="http://schemas.microsoft.com/office/drawing/2014/main" id="{291FD82A-4F7C-4708-D523-19A7DE8FD0E7}"/>
                </a:ext>
              </a:extLst>
            </p:cNvPr>
            <p:cNvSpPr/>
            <p:nvPr/>
          </p:nvSpPr>
          <p:spPr>
            <a:xfrm>
              <a:off x="5334465" y="4406794"/>
              <a:ext cx="1887899" cy="289330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>
                  <a:latin typeface="Arial"/>
                  <a:cs typeface="Arial"/>
                </a:rPr>
                <a:t>Sprint 3</a:t>
              </a:r>
            </a:p>
          </p:txBody>
        </p:sp>
        <p:sp>
          <p:nvSpPr>
            <p:cNvPr id="20" name="Rounded Rectangle 26">
              <a:extLst>
                <a:ext uri="{FF2B5EF4-FFF2-40B4-BE49-F238E27FC236}">
                  <a16:creationId xmlns:a16="http://schemas.microsoft.com/office/drawing/2014/main" id="{ED9A6884-9871-2379-BABF-940CF912B6CA}"/>
                </a:ext>
              </a:extLst>
            </p:cNvPr>
            <p:cNvSpPr/>
            <p:nvPr/>
          </p:nvSpPr>
          <p:spPr>
            <a:xfrm>
              <a:off x="7196427" y="4909297"/>
              <a:ext cx="1887899" cy="289330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>
                  <a:latin typeface="Arial"/>
                  <a:cs typeface="Arial"/>
                </a:rPr>
                <a:t>Sprint 4</a:t>
              </a:r>
            </a:p>
          </p:txBody>
        </p:sp>
      </p:grpSp>
      <p:sp>
        <p:nvSpPr>
          <p:cNvPr id="4" name="Rounded Rectangle 39">
            <a:extLst>
              <a:ext uri="{FF2B5EF4-FFF2-40B4-BE49-F238E27FC236}">
                <a16:creationId xmlns:a16="http://schemas.microsoft.com/office/drawing/2014/main" id="{41694363-A851-D938-3B24-093815F1E609}"/>
              </a:ext>
            </a:extLst>
          </p:cNvPr>
          <p:cNvSpPr/>
          <p:nvPr/>
        </p:nvSpPr>
        <p:spPr>
          <a:xfrm>
            <a:off x="9129840" y="5163711"/>
            <a:ext cx="1598667" cy="28076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Arial"/>
                <a:cs typeface="Arial"/>
              </a:rPr>
              <a:t>December break</a:t>
            </a:r>
          </a:p>
        </p:txBody>
      </p:sp>
    </p:spTree>
    <p:extLst>
      <p:ext uri="{BB962C8B-B14F-4D97-AF65-F5344CB8AC3E}">
        <p14:creationId xmlns:p14="http://schemas.microsoft.com/office/powerpoint/2010/main" val="2372615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19FCB0E-FF95-B809-1F0C-89268D44BF6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GB">
                <a:latin typeface="Proxima Nova Lt"/>
              </a:rPr>
              <a:t>Project Summary... continued</a:t>
            </a:r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A1402FD-717A-E783-F7E9-A21CB30BF96F}"/>
              </a:ext>
            </a:extLst>
          </p:cNvPr>
          <p:cNvSpPr txBox="1"/>
          <p:nvPr/>
        </p:nvSpPr>
        <p:spPr>
          <a:xfrm>
            <a:off x="1006207" y="1382616"/>
            <a:ext cx="987996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dirty="0"/>
              <a:t>We have been following an agile methodology with 2 standups and 1 refinement session per week.  </a:t>
            </a:r>
            <a:r>
              <a:rPr lang="en-US"/>
              <a:t>Grainger stakeholders have been highly responsive, and the project team as a whole is working very well together.</a:t>
            </a: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EB282537-C075-62EE-D3A9-0215861A2A6B}"/>
              </a:ext>
            </a:extLst>
          </p:cNvPr>
          <p:cNvSpPr/>
          <p:nvPr/>
        </p:nvSpPr>
        <p:spPr>
          <a:xfrm>
            <a:off x="8959118" y="2427229"/>
            <a:ext cx="2471952" cy="3644315"/>
          </a:xfrm>
          <a:prstGeom prst="roundRect">
            <a:avLst>
              <a:gd name="adj" fmla="val 473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Text Placeholder 3">
            <a:extLst>
              <a:ext uri="{FF2B5EF4-FFF2-40B4-BE49-F238E27FC236}">
                <a16:creationId xmlns:a16="http://schemas.microsoft.com/office/drawing/2014/main" id="{08F79984-E331-77DF-CAC7-2AC5DE07B8E0}"/>
              </a:ext>
            </a:extLst>
          </p:cNvPr>
          <p:cNvSpPr txBox="1">
            <a:spLocks/>
          </p:cNvSpPr>
          <p:nvPr/>
        </p:nvSpPr>
        <p:spPr>
          <a:xfrm>
            <a:off x="9209914" y="3081669"/>
            <a:ext cx="1874326" cy="395288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Sprints</a:t>
            </a:r>
          </a:p>
        </p:txBody>
      </p:sp>
      <p:sp>
        <p:nvSpPr>
          <p:cNvPr id="102" name="Text Placeholder 3">
            <a:extLst>
              <a:ext uri="{FF2B5EF4-FFF2-40B4-BE49-F238E27FC236}">
                <a16:creationId xmlns:a16="http://schemas.microsoft.com/office/drawing/2014/main" id="{099AF624-620E-1947-A147-166DFBC82590}"/>
              </a:ext>
            </a:extLst>
          </p:cNvPr>
          <p:cNvSpPr txBox="1">
            <a:spLocks/>
          </p:cNvSpPr>
          <p:nvPr/>
        </p:nvSpPr>
        <p:spPr>
          <a:xfrm>
            <a:off x="9268637" y="2390806"/>
            <a:ext cx="1874326" cy="74025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6000">
                <a:solidFill>
                  <a:schemeClr val="accent6"/>
                </a:solidFill>
                <a:latin typeface="Proxima Nova Rg"/>
              </a:rPr>
              <a:t>4</a:t>
            </a:r>
            <a:endParaRPr lang="en-US" sz="6000">
              <a:solidFill>
                <a:schemeClr val="accent6"/>
              </a:solidFill>
              <a:latin typeface="Proxima Nova Rg" panose="02000506030000020004" pitchFamily="50" charset="0"/>
            </a:endParaRPr>
          </a:p>
        </p:txBody>
      </p:sp>
      <p:sp>
        <p:nvSpPr>
          <p:cNvPr id="104" name="Text Placeholder 3">
            <a:extLst>
              <a:ext uri="{FF2B5EF4-FFF2-40B4-BE49-F238E27FC236}">
                <a16:creationId xmlns:a16="http://schemas.microsoft.com/office/drawing/2014/main" id="{F5C478DA-DCF8-E101-7DA3-39D8273F5682}"/>
              </a:ext>
            </a:extLst>
          </p:cNvPr>
          <p:cNvSpPr txBox="1">
            <a:spLocks/>
          </p:cNvSpPr>
          <p:nvPr/>
        </p:nvSpPr>
        <p:spPr>
          <a:xfrm>
            <a:off x="9562137" y="4362772"/>
            <a:ext cx="1569705" cy="532946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Additional User Stories</a:t>
            </a:r>
          </a:p>
        </p:txBody>
      </p:sp>
      <p:sp>
        <p:nvSpPr>
          <p:cNvPr id="106" name="Text Placeholder 3">
            <a:extLst>
              <a:ext uri="{FF2B5EF4-FFF2-40B4-BE49-F238E27FC236}">
                <a16:creationId xmlns:a16="http://schemas.microsoft.com/office/drawing/2014/main" id="{FF53CA81-3C11-FE24-7147-3BB3EBD6058B}"/>
              </a:ext>
            </a:extLst>
          </p:cNvPr>
          <p:cNvSpPr txBox="1">
            <a:spLocks/>
          </p:cNvSpPr>
          <p:nvPr/>
        </p:nvSpPr>
        <p:spPr>
          <a:xfrm>
            <a:off x="9268637" y="3643262"/>
            <a:ext cx="1874326" cy="740257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6000">
                <a:solidFill>
                  <a:schemeClr val="accent6"/>
                </a:solidFill>
                <a:latin typeface="Proxima Nova Rg" panose="02000506030000020004" pitchFamily="50" charset="0"/>
              </a:rPr>
              <a:t>10</a:t>
            </a:r>
            <a:endParaRPr lang="en-US" sz="6000" dirty="0">
              <a:solidFill>
                <a:schemeClr val="accent6"/>
              </a:solidFill>
              <a:latin typeface="Proxima Nova Rg" panose="02000506030000020004" pitchFamily="50" charset="0"/>
            </a:endParaRPr>
          </a:p>
        </p:txBody>
      </p:sp>
      <p:sp>
        <p:nvSpPr>
          <p:cNvPr id="108" name="Text Placeholder 3">
            <a:extLst>
              <a:ext uri="{FF2B5EF4-FFF2-40B4-BE49-F238E27FC236}">
                <a16:creationId xmlns:a16="http://schemas.microsoft.com/office/drawing/2014/main" id="{B2ECD538-42EA-F2A7-8E72-355A88170D84}"/>
              </a:ext>
            </a:extLst>
          </p:cNvPr>
          <p:cNvSpPr txBox="1">
            <a:spLocks/>
          </p:cNvSpPr>
          <p:nvPr/>
        </p:nvSpPr>
        <p:spPr>
          <a:xfrm>
            <a:off x="9914337" y="5518529"/>
            <a:ext cx="1217506" cy="286559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UAT Bugs Logged</a:t>
            </a:r>
          </a:p>
        </p:txBody>
      </p:sp>
      <p:sp>
        <p:nvSpPr>
          <p:cNvPr id="110" name="Text Placeholder 3">
            <a:extLst>
              <a:ext uri="{FF2B5EF4-FFF2-40B4-BE49-F238E27FC236}">
                <a16:creationId xmlns:a16="http://schemas.microsoft.com/office/drawing/2014/main" id="{D7115975-2382-1D08-C5FC-2B6F13BA9FCF}"/>
              </a:ext>
            </a:extLst>
          </p:cNvPr>
          <p:cNvSpPr txBox="1">
            <a:spLocks/>
          </p:cNvSpPr>
          <p:nvPr/>
        </p:nvSpPr>
        <p:spPr>
          <a:xfrm>
            <a:off x="9268637" y="4778272"/>
            <a:ext cx="1874326" cy="74025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6000">
                <a:solidFill>
                  <a:schemeClr val="accent6"/>
                </a:solidFill>
                <a:latin typeface="Proxima Nova Rg"/>
              </a:rPr>
              <a:t>1</a:t>
            </a:r>
            <a:endParaRPr lang="en-US" sz="6000">
              <a:solidFill>
                <a:schemeClr val="accent6"/>
              </a:solidFill>
              <a:latin typeface="Proxima Nova Rg" panose="02000506030000020004" pitchFamily="50" charset="0"/>
            </a:endParaRP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E78A0571-C30F-D54D-3939-271B682E3F17}"/>
              </a:ext>
            </a:extLst>
          </p:cNvPr>
          <p:cNvSpPr/>
          <p:nvPr/>
        </p:nvSpPr>
        <p:spPr>
          <a:xfrm>
            <a:off x="8210338" y="3585274"/>
            <a:ext cx="1008000" cy="1008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4" name="Graphic 113" descr="Handshake">
            <a:extLst>
              <a:ext uri="{FF2B5EF4-FFF2-40B4-BE49-F238E27FC236}">
                <a16:creationId xmlns:a16="http://schemas.microsoft.com/office/drawing/2014/main" id="{4FD259FE-9EDC-B95B-A7B9-5BD3E6A7B8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97244" y="3709594"/>
            <a:ext cx="812269" cy="812269"/>
          </a:xfrm>
          <a:prstGeom prst="rect">
            <a:avLst/>
          </a:prstGeom>
        </p:spPr>
      </p:pic>
      <p:sp>
        <p:nvSpPr>
          <p:cNvPr id="116" name="Oval 115">
            <a:extLst>
              <a:ext uri="{FF2B5EF4-FFF2-40B4-BE49-F238E27FC236}">
                <a16:creationId xmlns:a16="http://schemas.microsoft.com/office/drawing/2014/main" id="{CE58CC9A-3036-2E6D-9345-1178CB699B2C}"/>
              </a:ext>
            </a:extLst>
          </p:cNvPr>
          <p:cNvSpPr/>
          <p:nvPr/>
        </p:nvSpPr>
        <p:spPr>
          <a:xfrm>
            <a:off x="8210338" y="4761230"/>
            <a:ext cx="1008000" cy="1008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8" name="Graphic 117" descr="Clipboard">
            <a:extLst>
              <a:ext uri="{FF2B5EF4-FFF2-40B4-BE49-F238E27FC236}">
                <a16:creationId xmlns:a16="http://schemas.microsoft.com/office/drawing/2014/main" id="{6F405AB3-CF36-1EE1-76D3-E443C99246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62943" y="4902766"/>
            <a:ext cx="713014" cy="713014"/>
          </a:xfrm>
          <a:prstGeom prst="rect">
            <a:avLst/>
          </a:prstGeom>
        </p:spPr>
      </p:pic>
      <p:pic>
        <p:nvPicPr>
          <p:cNvPr id="120" name="Graphic 119" descr="Lightbulb">
            <a:extLst>
              <a:ext uri="{FF2B5EF4-FFF2-40B4-BE49-F238E27FC236}">
                <a16:creationId xmlns:a16="http://schemas.microsoft.com/office/drawing/2014/main" id="{7696EB12-DC87-50A3-AEE9-9D1155BC99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33501" y="5118182"/>
            <a:ext cx="354706" cy="354706"/>
          </a:xfrm>
          <a:prstGeom prst="rect">
            <a:avLst/>
          </a:prstGeom>
        </p:spPr>
      </p:pic>
      <p:sp>
        <p:nvSpPr>
          <p:cNvPr id="122" name="Oval 121">
            <a:extLst>
              <a:ext uri="{FF2B5EF4-FFF2-40B4-BE49-F238E27FC236}">
                <a16:creationId xmlns:a16="http://schemas.microsoft.com/office/drawing/2014/main" id="{E6851D50-5846-8F00-35DF-4B474C810838}"/>
              </a:ext>
            </a:extLst>
          </p:cNvPr>
          <p:cNvSpPr/>
          <p:nvPr/>
        </p:nvSpPr>
        <p:spPr>
          <a:xfrm>
            <a:off x="8180512" y="2409318"/>
            <a:ext cx="1008000" cy="1008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4" name="Graphic 123" descr="Hourglass">
            <a:extLst>
              <a:ext uri="{FF2B5EF4-FFF2-40B4-BE49-F238E27FC236}">
                <a16:creationId xmlns:a16="http://schemas.microsoft.com/office/drawing/2014/main" id="{8C95294A-EADD-FAA6-1D61-B12C213C569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52385" y="2595575"/>
            <a:ext cx="606733" cy="6067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DB294CB-E797-3BF6-88E9-180B1097EE20}"/>
              </a:ext>
            </a:extLst>
          </p:cNvPr>
          <p:cNvSpPr/>
          <p:nvPr/>
        </p:nvSpPr>
        <p:spPr>
          <a:xfrm>
            <a:off x="4374512" y="2554699"/>
            <a:ext cx="3384611" cy="33635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endParaRPr lang="en-GB" sz="1600">
              <a:solidFill>
                <a:srgbClr val="7F7F7F"/>
              </a:solidFill>
              <a:latin typeface="Proxima Nova Rg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6BE619-6979-A172-61B7-B31EE9FE9B26}"/>
              </a:ext>
            </a:extLst>
          </p:cNvPr>
          <p:cNvSpPr/>
          <p:nvPr/>
        </p:nvSpPr>
        <p:spPr>
          <a:xfrm>
            <a:off x="414672" y="2554699"/>
            <a:ext cx="3787967" cy="33635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600">
              <a:solidFill>
                <a:srgbClr val="7F7F7F"/>
              </a:solidFill>
              <a:latin typeface="Proxima Nova Rg"/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7DD1A8B7-9ABB-9564-1FC7-3A03B16DC88D}"/>
              </a:ext>
            </a:extLst>
          </p:cNvPr>
          <p:cNvSpPr txBox="1">
            <a:spLocks/>
          </p:cNvSpPr>
          <p:nvPr/>
        </p:nvSpPr>
        <p:spPr>
          <a:xfrm>
            <a:off x="1434525" y="2724341"/>
            <a:ext cx="2710405" cy="3480026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>
                <a:solidFill>
                  <a:srgbClr val="7F7F7F"/>
                </a:solidFill>
                <a:latin typeface="Proxima Nova Rg"/>
              </a:rPr>
              <a:t>Salesforce Architect</a:t>
            </a:r>
          </a:p>
          <a:p>
            <a:pPr marL="0" indent="0">
              <a:buNone/>
            </a:pPr>
            <a:r>
              <a:rPr lang="en-GB" sz="1200">
                <a:solidFill>
                  <a:srgbClr val="7F7F7F"/>
                </a:solidFill>
                <a:latin typeface="Proxima Nova Rg"/>
              </a:rPr>
              <a:t>- Sam</a:t>
            </a:r>
          </a:p>
          <a:p>
            <a:pPr marL="0" indent="0">
              <a:buNone/>
            </a:pPr>
            <a:r>
              <a:rPr lang="en-GB" sz="1400">
                <a:solidFill>
                  <a:srgbClr val="7F7F7F"/>
                </a:solidFill>
                <a:latin typeface="Proxima Nova Rg"/>
              </a:rPr>
              <a:t>Business Analyst</a:t>
            </a:r>
          </a:p>
          <a:p>
            <a:pPr marL="0" indent="0">
              <a:buNone/>
            </a:pPr>
            <a:r>
              <a:rPr lang="en-GB" sz="1400">
                <a:solidFill>
                  <a:srgbClr val="7F7F7F"/>
                </a:solidFill>
                <a:latin typeface="Proxima Nova Rg"/>
              </a:rPr>
              <a:t>- </a:t>
            </a:r>
            <a:r>
              <a:rPr lang="en-GB" sz="1200">
                <a:solidFill>
                  <a:srgbClr val="7F7F7F"/>
                </a:solidFill>
                <a:latin typeface="Proxima Nova Rg"/>
              </a:rPr>
              <a:t>Nikki</a:t>
            </a:r>
            <a:endParaRPr lang="en-GB" sz="1400">
              <a:solidFill>
                <a:srgbClr val="7F7F7F"/>
              </a:solidFill>
              <a:latin typeface="Proxima Nova Rg"/>
            </a:endParaRPr>
          </a:p>
          <a:p>
            <a:pPr marL="0" indent="0">
              <a:buNone/>
            </a:pPr>
            <a:r>
              <a:rPr lang="en-GB" sz="1400">
                <a:solidFill>
                  <a:srgbClr val="7F7F7F"/>
                </a:solidFill>
                <a:latin typeface="Proxima Nova Rg"/>
              </a:rPr>
              <a:t>Developers</a:t>
            </a:r>
          </a:p>
          <a:p>
            <a:pPr marL="0" indent="0">
              <a:buNone/>
            </a:pPr>
            <a:r>
              <a:rPr lang="en-GB" sz="1200">
                <a:solidFill>
                  <a:srgbClr val="7F7F7F"/>
                </a:solidFill>
                <a:latin typeface="Proxima Nova Rg"/>
              </a:rPr>
              <a:t>- Matthew, Dillan, Anjali, Avi, Sachin</a:t>
            </a:r>
          </a:p>
          <a:p>
            <a:pPr marL="0" indent="0">
              <a:buNone/>
            </a:pPr>
            <a:r>
              <a:rPr lang="en-GB" sz="1400">
                <a:solidFill>
                  <a:srgbClr val="7F7F7F"/>
                </a:solidFill>
                <a:latin typeface="Proxima Nova Rg"/>
              </a:rPr>
              <a:t>Quality Assurance</a:t>
            </a:r>
          </a:p>
          <a:p>
            <a:pPr marL="0" indent="0">
              <a:buNone/>
            </a:pPr>
            <a:r>
              <a:rPr lang="en-GB" sz="1400">
                <a:solidFill>
                  <a:srgbClr val="7F7F7F"/>
                </a:solidFill>
                <a:latin typeface="Proxima Nova Rg"/>
              </a:rPr>
              <a:t>- </a:t>
            </a:r>
            <a:r>
              <a:rPr lang="en-GB" sz="1200">
                <a:solidFill>
                  <a:srgbClr val="7F7F7F"/>
                </a:solidFill>
                <a:latin typeface="Proxima Nova Rg"/>
              </a:rPr>
              <a:t>Khonani</a:t>
            </a:r>
            <a:endParaRPr lang="en-GB" sz="1400">
              <a:solidFill>
                <a:srgbClr val="7F7F7F"/>
              </a:solidFill>
              <a:latin typeface="Proxima Nova Rg"/>
            </a:endParaRPr>
          </a:p>
          <a:p>
            <a:pPr marL="0" indent="0">
              <a:buNone/>
            </a:pPr>
            <a:r>
              <a:rPr lang="en-GB" sz="1400">
                <a:solidFill>
                  <a:srgbClr val="7F7F7F"/>
                </a:solidFill>
                <a:latin typeface="Proxima Nova Rg"/>
              </a:rPr>
              <a:t>Project Manager</a:t>
            </a:r>
          </a:p>
          <a:p>
            <a:pPr marL="0" indent="0">
              <a:buNone/>
            </a:pPr>
            <a:r>
              <a:rPr lang="en-GB" sz="1200">
                <a:solidFill>
                  <a:srgbClr val="7F7F7F"/>
                </a:solidFill>
                <a:latin typeface="Proxima Nova Rg"/>
              </a:rPr>
              <a:t>- Shaun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0159228-58BF-A808-34EB-FFC35A3249A8}"/>
              </a:ext>
            </a:extLst>
          </p:cNvPr>
          <p:cNvSpPr txBox="1">
            <a:spLocks/>
          </p:cNvSpPr>
          <p:nvPr/>
        </p:nvSpPr>
        <p:spPr>
          <a:xfrm>
            <a:off x="5618224" y="2724341"/>
            <a:ext cx="2672034" cy="460975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>
                <a:solidFill>
                  <a:srgbClr val="7F7F7F"/>
                </a:solidFill>
                <a:latin typeface="Proxima Nova Rg"/>
              </a:rPr>
              <a:t>Product Owner</a:t>
            </a:r>
            <a:br>
              <a:rPr lang="en-GB" sz="1400">
                <a:solidFill>
                  <a:srgbClr val="7F7F7F"/>
                </a:solidFill>
                <a:latin typeface="Proxima Nova Rg"/>
              </a:rPr>
            </a:br>
            <a:r>
              <a:rPr lang="en-GB" sz="1400">
                <a:solidFill>
                  <a:srgbClr val="7F7F7F"/>
                </a:solidFill>
                <a:latin typeface="Proxima Nova Rg"/>
              </a:rPr>
              <a:t> </a:t>
            </a:r>
            <a:r>
              <a:rPr lang="en-GB" sz="1200">
                <a:solidFill>
                  <a:srgbClr val="7F7F7F"/>
                </a:solidFill>
                <a:latin typeface="Proxima Nova Rg"/>
              </a:rPr>
              <a:t>- Jacob 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8D3CD0C2-F667-5957-C533-0C1ACE4A9ED9}"/>
              </a:ext>
            </a:extLst>
          </p:cNvPr>
          <p:cNvSpPr txBox="1">
            <a:spLocks/>
          </p:cNvSpPr>
          <p:nvPr/>
        </p:nvSpPr>
        <p:spPr>
          <a:xfrm>
            <a:off x="5618224" y="3457630"/>
            <a:ext cx="2432999" cy="791757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>
                <a:solidFill>
                  <a:srgbClr val="7F7F7F"/>
                </a:solidFill>
                <a:latin typeface="Proxima Nova Rg"/>
              </a:rPr>
              <a:t>Project Sponsor</a:t>
            </a:r>
            <a:br>
              <a:rPr lang="en-GB" sz="1400">
                <a:solidFill>
                  <a:srgbClr val="7F7F7F"/>
                </a:solidFill>
                <a:latin typeface="Proxima Nova Rg"/>
              </a:rPr>
            </a:br>
            <a:r>
              <a:rPr lang="en-GB" sz="1400">
                <a:solidFill>
                  <a:srgbClr val="7F7F7F"/>
                </a:solidFill>
                <a:latin typeface="Proxima Nova Rg"/>
              </a:rPr>
              <a:t> -</a:t>
            </a:r>
            <a:r>
              <a:rPr lang="en-GB" sz="1200">
                <a:solidFill>
                  <a:srgbClr val="7F7F7F"/>
                </a:solidFill>
                <a:latin typeface="Proxima Nova Rg"/>
              </a:rPr>
              <a:t> Jon</a:t>
            </a:r>
          </a:p>
          <a:p>
            <a:pPr>
              <a:buFontTx/>
              <a:buChar char="-"/>
            </a:pPr>
            <a:endParaRPr lang="en-GB" sz="400">
              <a:solidFill>
                <a:srgbClr val="7F7F7F"/>
              </a:solidFill>
              <a:latin typeface="Proxima Nova Rg"/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047E293-CB72-4741-FB33-3B73594A8FCF}"/>
              </a:ext>
            </a:extLst>
          </p:cNvPr>
          <p:cNvSpPr txBox="1">
            <a:spLocks/>
          </p:cNvSpPr>
          <p:nvPr/>
        </p:nvSpPr>
        <p:spPr>
          <a:xfrm>
            <a:off x="4432034" y="2390806"/>
            <a:ext cx="2185347" cy="327788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cap="all">
                <a:solidFill>
                  <a:srgbClr val="7F7F7F"/>
                </a:solidFill>
                <a:latin typeface="Proxima Nova Lt" panose="02000506030000020004" pitchFamily="50" charset="0"/>
              </a:rPr>
              <a:t>GRAINGER Delivery Team</a:t>
            </a:r>
          </a:p>
        </p:txBody>
      </p:sp>
      <p:pic>
        <p:nvPicPr>
          <p:cNvPr id="10" name="Graphic 9" descr="Users">
            <a:extLst>
              <a:ext uri="{FF2B5EF4-FFF2-40B4-BE49-F238E27FC236}">
                <a16:creationId xmlns:a16="http://schemas.microsoft.com/office/drawing/2014/main" id="{00660DDA-F00D-3812-28C3-6957D0CA6E9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87294" y="2601842"/>
            <a:ext cx="733227" cy="733227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6874A5C-7B51-1690-87F9-1396717B2F70}"/>
              </a:ext>
            </a:extLst>
          </p:cNvPr>
          <p:cNvSpPr txBox="1">
            <a:spLocks/>
          </p:cNvSpPr>
          <p:nvPr/>
        </p:nvSpPr>
        <p:spPr>
          <a:xfrm>
            <a:off x="638406" y="2417015"/>
            <a:ext cx="2073054" cy="327788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cap="all">
                <a:solidFill>
                  <a:srgbClr val="7F7F7F"/>
                </a:solidFill>
                <a:latin typeface="Proxima Nova Lt" panose="02000506030000020004" pitchFamily="50" charset="0"/>
              </a:rPr>
              <a:t>Open Box Delivery Team</a:t>
            </a:r>
          </a:p>
        </p:txBody>
      </p:sp>
      <p:pic>
        <p:nvPicPr>
          <p:cNvPr id="12" name="Graphic 11" descr="Users">
            <a:extLst>
              <a:ext uri="{FF2B5EF4-FFF2-40B4-BE49-F238E27FC236}">
                <a16:creationId xmlns:a16="http://schemas.microsoft.com/office/drawing/2014/main" id="{9045176F-730A-A33C-5701-7C578E3A4B9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7986" y="2615560"/>
            <a:ext cx="733227" cy="73322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BCEEB20-7F31-66A2-CA7A-0169CCBFEDCB}"/>
              </a:ext>
            </a:extLst>
          </p:cNvPr>
          <p:cNvSpPr txBox="1"/>
          <p:nvPr/>
        </p:nvSpPr>
        <p:spPr>
          <a:xfrm>
            <a:off x="5618224" y="4147787"/>
            <a:ext cx="21408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1400">
                <a:solidFill>
                  <a:srgbClr val="7F7F7F"/>
                </a:solidFill>
                <a:latin typeface="Proxima Nova Rg"/>
              </a:rPr>
              <a:t>Project Manager</a:t>
            </a:r>
            <a:br>
              <a:rPr lang="en-GB" sz="1400">
                <a:solidFill>
                  <a:srgbClr val="7F7F7F"/>
                </a:solidFill>
                <a:latin typeface="Proxima Nova Rg"/>
              </a:rPr>
            </a:br>
            <a:r>
              <a:rPr lang="en-GB" sz="1400">
                <a:solidFill>
                  <a:srgbClr val="7F7F7F"/>
                </a:solidFill>
                <a:latin typeface="Proxima Nova Rg"/>
              </a:rPr>
              <a:t> </a:t>
            </a:r>
            <a:r>
              <a:rPr lang="en-GB" sz="1200">
                <a:solidFill>
                  <a:srgbClr val="7F7F7F"/>
                </a:solidFill>
                <a:latin typeface="Proxima Nova Rg"/>
              </a:rPr>
              <a:t>- Yvonne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1DAFC298-F56C-25AA-D032-CC5D966AA534}"/>
              </a:ext>
            </a:extLst>
          </p:cNvPr>
          <p:cNvSpPr txBox="1">
            <a:spLocks/>
          </p:cNvSpPr>
          <p:nvPr/>
        </p:nvSpPr>
        <p:spPr>
          <a:xfrm>
            <a:off x="5618224" y="4936499"/>
            <a:ext cx="2432999" cy="791757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>
                <a:solidFill>
                  <a:srgbClr val="7F7F7F"/>
                </a:solidFill>
                <a:latin typeface="Proxima Nova Rg"/>
              </a:rPr>
              <a:t>Subject Matter Experts</a:t>
            </a:r>
            <a:br>
              <a:rPr lang="en-GB" sz="1400">
                <a:solidFill>
                  <a:srgbClr val="7F7F7F"/>
                </a:solidFill>
                <a:latin typeface="Proxima Nova Rg"/>
              </a:rPr>
            </a:br>
            <a:r>
              <a:rPr lang="en-GB" sz="1400">
                <a:solidFill>
                  <a:srgbClr val="7F7F7F"/>
                </a:solidFill>
                <a:latin typeface="Proxima Nova Rg"/>
              </a:rPr>
              <a:t> - </a:t>
            </a:r>
            <a:r>
              <a:rPr lang="en-GB" sz="1200">
                <a:solidFill>
                  <a:srgbClr val="7F7F7F"/>
                </a:solidFill>
                <a:latin typeface="Proxima Nova Rg"/>
              </a:rPr>
              <a:t>Anita, Mike</a:t>
            </a:r>
          </a:p>
          <a:p>
            <a:pPr>
              <a:buFontTx/>
              <a:buChar char="-"/>
            </a:pPr>
            <a:endParaRPr lang="en-GB" sz="400">
              <a:solidFill>
                <a:srgbClr val="7F7F7F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3547567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AE06A3-AAF5-0280-2B82-3D7930C8F3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GB">
                <a:latin typeface="Proxima Nova Lt"/>
              </a:rPr>
              <a:t>Milestones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4C656F-3AAB-48C0-B167-4723DFB899F7}"/>
              </a:ext>
            </a:extLst>
          </p:cNvPr>
          <p:cNvSpPr txBox="1"/>
          <p:nvPr/>
        </p:nvSpPr>
        <p:spPr>
          <a:xfrm>
            <a:off x="943800" y="1248464"/>
            <a:ext cx="10991025" cy="49552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,Sans-Serif"/>
              <a:buChar char="-"/>
            </a:pPr>
            <a:r>
              <a:rPr lang="en-US" sz="1600">
                <a:cs typeface="Arial"/>
              </a:rPr>
              <a:t>Sprint 1 was delivered to UAT on 2</a:t>
            </a:r>
            <a:r>
              <a:rPr lang="en-US" sz="1600" baseline="30000">
                <a:cs typeface="Arial"/>
              </a:rPr>
              <a:t>nd</a:t>
            </a:r>
            <a:r>
              <a:rPr lang="en-US" sz="1600">
                <a:cs typeface="Arial"/>
              </a:rPr>
              <a:t> October (12 stories)</a:t>
            </a:r>
          </a:p>
          <a:p>
            <a:pPr marL="285750" indent="-285750">
              <a:buFont typeface="Calibri,Sans-Serif"/>
              <a:buChar char="-"/>
            </a:pPr>
            <a:r>
              <a:rPr lang="en-US" sz="1600">
                <a:cs typeface="Arial"/>
              </a:rPr>
              <a:t>UAT feedback from Sprint 1: </a:t>
            </a:r>
          </a:p>
          <a:p>
            <a:pPr marL="742950" lvl="1" indent="-285750">
              <a:buFont typeface="Calibri,Sans-Serif"/>
              <a:buChar char="-"/>
            </a:pPr>
            <a:r>
              <a:rPr lang="en-US" sz="1600">
                <a:cs typeface="Arial"/>
              </a:rPr>
              <a:t>2 stories were included in Sprint 2; 6 stories will be included in Sprint 3</a:t>
            </a:r>
          </a:p>
          <a:p>
            <a:pPr marL="742950" lvl="1" indent="-285750">
              <a:buFont typeface="Calibri,Sans-Serif"/>
              <a:buChar char="-"/>
            </a:pPr>
            <a:r>
              <a:rPr lang="en-US" sz="1600">
                <a:cs typeface="Arial"/>
              </a:rPr>
              <a:t>1 story is awaiting confirmation of final requirements from Grainger.</a:t>
            </a:r>
            <a:endParaRPr lang="en-US" sz="1600">
              <a:latin typeface="Proxima Nova Lt"/>
              <a:cs typeface="Arial"/>
            </a:endParaRPr>
          </a:p>
          <a:p>
            <a:pPr marL="285750" indent="-285750">
              <a:buFont typeface="Calibri,Sans-Serif"/>
              <a:buChar char="-"/>
            </a:pPr>
            <a:r>
              <a:rPr lang="en-US" sz="1600">
                <a:latin typeface="Proxima Nova Lt"/>
                <a:cs typeface="Arial"/>
              </a:rPr>
              <a:t>Sprint 2 was delivered to UAT on 23</a:t>
            </a:r>
            <a:r>
              <a:rPr lang="en-US" sz="1600" baseline="30000">
                <a:latin typeface="Proxima Nova Lt"/>
                <a:cs typeface="Arial"/>
              </a:rPr>
              <a:t>rd</a:t>
            </a:r>
            <a:r>
              <a:rPr lang="en-US" sz="1600">
                <a:latin typeface="Proxima Nova Lt"/>
                <a:cs typeface="Arial"/>
              </a:rPr>
              <a:t> October (20 stories)</a:t>
            </a:r>
          </a:p>
          <a:p>
            <a:pPr marL="285750" indent="-285750">
              <a:buFont typeface="Calibri,Sans-Serif"/>
              <a:buChar char="-"/>
            </a:pPr>
            <a:r>
              <a:rPr lang="en-US" sz="1600">
                <a:latin typeface="Proxima Nova Lt"/>
                <a:cs typeface="Arial"/>
              </a:rPr>
              <a:t>Sprint 3 scope: 28 stories are signed off, 4 stories still require refinement of Acceptance Criteria</a:t>
            </a:r>
            <a:r>
              <a:rPr lang="en-US" sz="1600">
                <a:latin typeface="Arial"/>
                <a:cs typeface="Arial"/>
              </a:rPr>
              <a:t> </a:t>
            </a:r>
          </a:p>
          <a:p>
            <a:pPr marL="285750" indent="-285750">
              <a:buFont typeface="Calibri,Sans-Serif"/>
              <a:buChar char="-"/>
            </a:pPr>
            <a:r>
              <a:rPr lang="en-US" sz="1600">
                <a:latin typeface="Proxima Nova Lt"/>
                <a:cs typeface="Arial"/>
              </a:rPr>
              <a:t>Sprint 4 scope: 1 story is signed off; 7 stories require Grainger input &amp;/or requires refinement of Acceptance Criteria </a:t>
            </a:r>
            <a:endParaRPr lang="en-US">
              <a:latin typeface="Arial"/>
              <a:cs typeface="Arial"/>
            </a:endParaRPr>
          </a:p>
          <a:p>
            <a:pPr marL="285750" indent="-285750">
              <a:buFont typeface="Calibri,Sans-Serif"/>
              <a:buChar char="-"/>
            </a:pPr>
            <a:endParaRPr lang="en-US">
              <a:latin typeface="Arial"/>
              <a:cs typeface="Arial"/>
            </a:endParaRPr>
          </a:p>
          <a:p>
            <a:pPr algn="l"/>
            <a:endParaRPr lang="en-GB"/>
          </a:p>
          <a:p>
            <a:pPr algn="l"/>
            <a:endParaRPr lang="en-GB"/>
          </a:p>
          <a:p>
            <a:pPr algn="l"/>
            <a:endParaRPr lang="en-GB"/>
          </a:p>
          <a:p>
            <a:pPr algn="l"/>
            <a:endParaRPr lang="en-GB"/>
          </a:p>
          <a:p>
            <a:pPr algn="l"/>
            <a:endParaRPr lang="en-GB"/>
          </a:p>
          <a:p>
            <a:pPr algn="l"/>
            <a:endParaRPr lang="en-GB"/>
          </a:p>
          <a:p>
            <a:pPr algn="l"/>
            <a:endParaRPr lang="en-GB"/>
          </a:p>
          <a:p>
            <a:pPr algn="l"/>
            <a:endParaRPr lang="en-GB"/>
          </a:p>
          <a:p>
            <a:pPr algn="l"/>
            <a:endParaRPr lang="en-US" sz="1100">
              <a:latin typeface="Arial"/>
              <a:cs typeface="Arial"/>
            </a:endParaRPr>
          </a:p>
          <a:p>
            <a:pPr algn="l"/>
            <a:endParaRPr lang="en-US" sz="1100">
              <a:latin typeface="Arial"/>
              <a:cs typeface="Arial"/>
            </a:endParaRPr>
          </a:p>
          <a:p>
            <a:pPr algn="l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E6DD73-466C-7743-6862-6ACA9A770081}"/>
              </a:ext>
            </a:extLst>
          </p:cNvPr>
          <p:cNvSpPr txBox="1"/>
          <p:nvPr/>
        </p:nvSpPr>
        <p:spPr>
          <a:xfrm>
            <a:off x="1886553" y="4182382"/>
            <a:ext cx="10282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Story Points per Sprint</a:t>
            </a:r>
            <a:endParaRPr lang="en-ZA" sz="12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0B050B-65DF-08FB-F349-98EE2CFE74AD}"/>
              </a:ext>
            </a:extLst>
          </p:cNvPr>
          <p:cNvSpPr txBox="1"/>
          <p:nvPr/>
        </p:nvSpPr>
        <p:spPr>
          <a:xfrm>
            <a:off x="440701" y="6468663"/>
            <a:ext cx="8306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Sprint 1 Burn Down</a:t>
            </a:r>
            <a:endParaRPr lang="en-ZA" sz="10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2767E6-0CE1-5723-3938-6F295DCE9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974" y="3486150"/>
            <a:ext cx="3439005" cy="18576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BED33FB-D7B0-C6E3-AD8F-33BCB6DC8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579" y="3429000"/>
            <a:ext cx="2227971" cy="219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271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74062-9E6D-4148-95DF-299673D915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/>
              <a:t>Milestones… continued</a:t>
            </a: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3C3FDA59-0A22-1DFE-0E49-0D08F389FC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279295"/>
              </p:ext>
            </p:extLst>
          </p:nvPr>
        </p:nvGraphicFramePr>
        <p:xfrm>
          <a:off x="940445" y="1162116"/>
          <a:ext cx="9181963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0590">
                  <a:extLst>
                    <a:ext uri="{9D8B030D-6E8A-4147-A177-3AD203B41FA5}">
                      <a16:colId xmlns:a16="http://schemas.microsoft.com/office/drawing/2014/main" val="901325943"/>
                    </a:ext>
                  </a:extLst>
                </a:gridCol>
                <a:gridCol w="2511373">
                  <a:extLst>
                    <a:ext uri="{9D8B030D-6E8A-4147-A177-3AD203B41FA5}">
                      <a16:colId xmlns:a16="http://schemas.microsoft.com/office/drawing/2014/main" val="19372079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Project Objectives per the Statement of Work</a:t>
                      </a:r>
                      <a:endParaRPr lang="en-ZA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+mn-lt"/>
                        </a:rPr>
                        <a:t>Status</a:t>
                      </a:r>
                      <a:endParaRPr lang="en-ZA" sz="16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4434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Enable users to create &amp; complete an end-to-end void workflow</a:t>
                      </a:r>
                      <a:endParaRPr 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1600">
                          <a:solidFill>
                            <a:srgbClr val="00B050"/>
                          </a:solidFill>
                          <a:latin typeface="+mn-lt"/>
                        </a:rPr>
                        <a:t>Completed </a:t>
                      </a:r>
                      <a:endParaRPr lang="en-ZA" sz="160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7693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Automatically calculate &amp; revise estimated void timelines</a:t>
                      </a:r>
                      <a:endParaRPr 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600">
                          <a:solidFill>
                            <a:srgbClr val="00B050"/>
                          </a:solidFill>
                          <a:latin typeface="+mn-lt"/>
                        </a:rPr>
                        <a:t>Completed</a:t>
                      </a:r>
                      <a:endParaRPr lang="en-ZA" sz="160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1732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Enable users to upload void-related documents to Salesforce</a:t>
                      </a:r>
                      <a:endParaRPr lang="en-ZA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7000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Audit history</a:t>
                      </a:r>
                      <a:endParaRPr lang="en-ZA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Completed</a:t>
                      </a:r>
                      <a:endParaRPr lang="en-ZA" sz="160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5045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spcBef>
                          <a:spcPts val="1000"/>
                        </a:spcBef>
                        <a:buClr>
                          <a:srgbClr val="BCD727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ZA" sz="16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Automatically update Salesforce units with void-related information</a:t>
                      </a:r>
                      <a:endParaRPr lang="en-US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oxima Nova Lt"/>
                          <a:ea typeface="+mn-ea"/>
                          <a:cs typeface="+mn-cs"/>
                        </a:rPr>
                        <a:t>In Progress</a:t>
                      </a:r>
                      <a:endParaRPr kumimoji="0" lang="en-ZA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oxima Nova 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1234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Provide a view of voids for a unit &amp; building</a:t>
                      </a:r>
                      <a:endParaRPr lang="en-ZA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 Progress</a:t>
                      </a:r>
                      <a:endParaRPr kumimoji="0" lang="en-ZA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9614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Replace internal notification emails with tasks &amp; dashboards</a:t>
                      </a:r>
                      <a:endParaRPr lang="en-ZA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 Progress</a:t>
                      </a:r>
                      <a:endParaRPr kumimoji="0" lang="en-ZA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oxima Nova 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048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Provide a view of task lists for users and teams</a:t>
                      </a:r>
                      <a:endParaRPr lang="en-ZA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Refined</a:t>
                      </a:r>
                      <a:endParaRPr kumimoji="0" lang="en-ZA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7738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Display a property calendar of onsite void tasks</a:t>
                      </a:r>
                      <a:endParaRPr lang="en-ZA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Refined</a:t>
                      </a:r>
                      <a:endParaRPr lang="en-ZA" sz="16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3826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Display a dashboard of KPIs &amp; voids behind schedule</a:t>
                      </a:r>
                      <a:endParaRPr lang="en-ZA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oxima Nova Lt"/>
                          <a:ea typeface="+mn-ea"/>
                          <a:cs typeface="+mn-cs"/>
                        </a:rPr>
                        <a:t>Partially Refined</a:t>
                      </a:r>
                      <a:endParaRPr kumimoji="0" lang="en-ZA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oxima Nova 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51182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4100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269E7C-3864-DD2E-7635-11E356D6FC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GB">
                <a:latin typeface="Proxima Nova Lt"/>
              </a:rPr>
              <a:t>Risks &amp; Issues</a:t>
            </a:r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D5B0C9B-899E-BC22-AB6F-28B9A98AEA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5381630"/>
              </p:ext>
            </p:extLst>
          </p:nvPr>
        </p:nvGraphicFramePr>
        <p:xfrm>
          <a:off x="1032252" y="1210080"/>
          <a:ext cx="10586653" cy="2319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2608">
                  <a:extLst>
                    <a:ext uri="{9D8B030D-6E8A-4147-A177-3AD203B41FA5}">
                      <a16:colId xmlns:a16="http://schemas.microsoft.com/office/drawing/2014/main" val="901325943"/>
                    </a:ext>
                  </a:extLst>
                </a:gridCol>
                <a:gridCol w="1155940">
                  <a:extLst>
                    <a:ext uri="{9D8B030D-6E8A-4147-A177-3AD203B41FA5}">
                      <a16:colId xmlns:a16="http://schemas.microsoft.com/office/drawing/2014/main" val="1937207958"/>
                    </a:ext>
                  </a:extLst>
                </a:gridCol>
                <a:gridCol w="1466491">
                  <a:extLst>
                    <a:ext uri="{9D8B030D-6E8A-4147-A177-3AD203B41FA5}">
                      <a16:colId xmlns:a16="http://schemas.microsoft.com/office/drawing/2014/main" val="2883983757"/>
                    </a:ext>
                  </a:extLst>
                </a:gridCol>
                <a:gridCol w="3751614">
                  <a:extLst>
                    <a:ext uri="{9D8B030D-6E8A-4147-A177-3AD203B41FA5}">
                      <a16:colId xmlns:a16="http://schemas.microsoft.com/office/drawing/2014/main" val="2151372876"/>
                    </a:ext>
                  </a:extLst>
                </a:gridCol>
              </a:tblGrid>
              <a:tr h="33240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Proxima Nova Lt"/>
                        </a:rPr>
                        <a:t>Impact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Proxima Nova Lt"/>
                        </a:rPr>
                        <a:t>Probability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Mitigation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4434376"/>
                  </a:ext>
                </a:extLst>
              </a:tr>
              <a:tr h="97686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Proxima Nova Lt"/>
                        </a:rPr>
                        <a:t>No change management plan</a:t>
                      </a:r>
                      <a:endParaRPr lang="en-US" sz="18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oxima Nova 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Proxima Nova Lt"/>
                        </a:rPr>
                        <a:t>High</a:t>
                      </a:r>
                      <a:endParaRPr lang="en-ZA">
                        <a:latin typeface="Proxima Nova 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Proxima Nova Lt"/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Proxima Nova Lt"/>
                        </a:rPr>
                        <a:t>Open Box working with Grainger to assess options.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595301"/>
                  </a:ext>
                </a:extLst>
              </a:tr>
              <a:tr h="97686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oxima Nova Lt"/>
                        </a:rPr>
                        <a:t>No support agreement in 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Proxima Nova Lt"/>
                        </a:rPr>
                        <a:t>Low</a:t>
                      </a:r>
                      <a:endParaRPr lang="en-ZA">
                        <a:latin typeface="Proxima Nova 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Proxima Nova Lt"/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Proxima Nova Lt"/>
                        </a:rPr>
                        <a:t>Open Box to work with Grainger to assess what options are feasible.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02783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7FFC429-8834-FB85-D6C5-648030B4F7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940601"/>
              </p:ext>
            </p:extLst>
          </p:nvPr>
        </p:nvGraphicFramePr>
        <p:xfrm>
          <a:off x="1032252" y="3836446"/>
          <a:ext cx="10614229" cy="7380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8087">
                  <a:extLst>
                    <a:ext uri="{9D8B030D-6E8A-4147-A177-3AD203B41FA5}">
                      <a16:colId xmlns:a16="http://schemas.microsoft.com/office/drawing/2014/main" val="901325943"/>
                    </a:ext>
                  </a:extLst>
                </a:gridCol>
                <a:gridCol w="1423114">
                  <a:extLst>
                    <a:ext uri="{9D8B030D-6E8A-4147-A177-3AD203B41FA5}">
                      <a16:colId xmlns:a16="http://schemas.microsoft.com/office/drawing/2014/main" val="2883983757"/>
                    </a:ext>
                  </a:extLst>
                </a:gridCol>
                <a:gridCol w="3973028">
                  <a:extLst>
                    <a:ext uri="{9D8B030D-6E8A-4147-A177-3AD203B41FA5}">
                      <a16:colId xmlns:a16="http://schemas.microsoft.com/office/drawing/2014/main" val="2151372876"/>
                    </a:ext>
                  </a:extLst>
                </a:gridCol>
              </a:tblGrid>
              <a:tr h="36722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4434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Proxima Nova Lt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Proxima Nova Lt"/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Proxima Nova Lt"/>
                        </a:rPr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76934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612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AE06A3-AAF5-0280-2B82-3D7930C8F3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GB" dirty="0">
                <a:latin typeface="Proxima Nova Lt"/>
              </a:rPr>
              <a:t>Forecast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E6A9FA-945A-BB8B-2812-FC2802D84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68" y="2814646"/>
            <a:ext cx="5851132" cy="38268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8158AD7-34BE-5998-5F93-F5F37DD19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850" y="2814646"/>
            <a:ext cx="5867397" cy="3826833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09BBC80-06D1-7E20-2A53-B8AA68F856DB}"/>
              </a:ext>
            </a:extLst>
          </p:cNvPr>
          <p:cNvSpPr/>
          <p:nvPr/>
        </p:nvSpPr>
        <p:spPr>
          <a:xfrm>
            <a:off x="4292262" y="749808"/>
            <a:ext cx="2676706" cy="1877408"/>
          </a:xfrm>
          <a:prstGeom prst="roundRect">
            <a:avLst>
              <a:gd name="adj" fmla="val 473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478D2F3A-1E2C-558D-4478-8C3407DF7318}"/>
              </a:ext>
            </a:extLst>
          </p:cNvPr>
          <p:cNvSpPr txBox="1">
            <a:spLocks/>
          </p:cNvSpPr>
          <p:nvPr/>
        </p:nvSpPr>
        <p:spPr>
          <a:xfrm>
            <a:off x="5006526" y="1327360"/>
            <a:ext cx="1874326" cy="199762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Backlog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C5053FF-BAB7-6629-5CCB-14AC3CAFB055}"/>
              </a:ext>
            </a:extLst>
          </p:cNvPr>
          <p:cNvSpPr txBox="1">
            <a:spLocks/>
          </p:cNvSpPr>
          <p:nvPr/>
        </p:nvSpPr>
        <p:spPr>
          <a:xfrm>
            <a:off x="5006526" y="1093829"/>
            <a:ext cx="1874326" cy="25470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800">
                <a:solidFill>
                  <a:schemeClr val="accent6"/>
                </a:solidFill>
                <a:latin typeface="Proxima Nova Rg"/>
              </a:rPr>
              <a:t>806</a:t>
            </a:r>
            <a:endParaRPr lang="en-US" sz="1800">
              <a:solidFill>
                <a:schemeClr val="accent6"/>
              </a:solidFill>
              <a:latin typeface="Proxima Nova Rg" panose="02000506030000020004" pitchFamily="50" charset="0"/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CD305AF-565C-B8B6-6B50-21CAC5F89814}"/>
              </a:ext>
            </a:extLst>
          </p:cNvPr>
          <p:cNvSpPr txBox="1">
            <a:spLocks/>
          </p:cNvSpPr>
          <p:nvPr/>
        </p:nvSpPr>
        <p:spPr>
          <a:xfrm>
            <a:off x="5311147" y="1844845"/>
            <a:ext cx="1569705" cy="246451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Story Points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E113690-F160-78B1-BDE6-21C3C6739510}"/>
              </a:ext>
            </a:extLst>
          </p:cNvPr>
          <p:cNvSpPr txBox="1">
            <a:spLocks/>
          </p:cNvSpPr>
          <p:nvPr/>
        </p:nvSpPr>
        <p:spPr>
          <a:xfrm>
            <a:off x="5006526" y="1650598"/>
            <a:ext cx="1874326" cy="740257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800">
                <a:solidFill>
                  <a:schemeClr val="accent6"/>
                </a:solidFill>
                <a:latin typeface="Proxima Nova Rg" panose="02000506030000020004" pitchFamily="50" charset="0"/>
              </a:rPr>
              <a:t>251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855641F-8644-100A-0564-00005072C7D6}"/>
              </a:ext>
            </a:extLst>
          </p:cNvPr>
          <p:cNvSpPr txBox="1">
            <a:spLocks/>
          </p:cNvSpPr>
          <p:nvPr/>
        </p:nvSpPr>
        <p:spPr>
          <a:xfrm>
            <a:off x="5663346" y="2340657"/>
            <a:ext cx="1217506" cy="286559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Sprints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57C60EA4-D1BF-94B2-89A1-BFB55F3EB5BF}"/>
              </a:ext>
            </a:extLst>
          </p:cNvPr>
          <p:cNvSpPr txBox="1">
            <a:spLocks/>
          </p:cNvSpPr>
          <p:nvPr/>
        </p:nvSpPr>
        <p:spPr>
          <a:xfrm>
            <a:off x="4918995" y="2160917"/>
            <a:ext cx="1874326" cy="27768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800">
                <a:solidFill>
                  <a:schemeClr val="accent6"/>
                </a:solidFill>
                <a:latin typeface="Proxima Nova Rg"/>
              </a:rPr>
              <a:t>4</a:t>
            </a:r>
            <a:endParaRPr lang="en-US" sz="1800">
              <a:solidFill>
                <a:schemeClr val="accent6"/>
              </a:solidFill>
              <a:latin typeface="Proxima Nova Rg" panose="02000506030000020004" pitchFamily="50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2284B95-D46C-BCBD-9B0F-C1A82227411E}"/>
              </a:ext>
            </a:extLst>
          </p:cNvPr>
          <p:cNvSpPr/>
          <p:nvPr/>
        </p:nvSpPr>
        <p:spPr>
          <a:xfrm>
            <a:off x="5493039" y="1646771"/>
            <a:ext cx="423256" cy="412616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" name="Graphic 16" descr="Handshake">
            <a:extLst>
              <a:ext uri="{FF2B5EF4-FFF2-40B4-BE49-F238E27FC236}">
                <a16:creationId xmlns:a16="http://schemas.microsoft.com/office/drawing/2014/main" id="{9E949C3E-7BE7-BE62-342E-938ECB7EEC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57456" y="1704758"/>
            <a:ext cx="289252" cy="289252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3698F2FD-AAA5-8018-12A9-1E1596294755}"/>
              </a:ext>
            </a:extLst>
          </p:cNvPr>
          <p:cNvSpPr/>
          <p:nvPr/>
        </p:nvSpPr>
        <p:spPr>
          <a:xfrm>
            <a:off x="5492752" y="2128869"/>
            <a:ext cx="423543" cy="391907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Graphic 18" descr="Clipboard">
            <a:extLst>
              <a:ext uri="{FF2B5EF4-FFF2-40B4-BE49-F238E27FC236}">
                <a16:creationId xmlns:a16="http://schemas.microsoft.com/office/drawing/2014/main" id="{04494580-F5D3-0AC9-122A-8F556DADD2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69020" y="2172029"/>
            <a:ext cx="277687" cy="277687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E04CCDA9-E800-97C7-60EB-BEC0C31DA272}"/>
              </a:ext>
            </a:extLst>
          </p:cNvPr>
          <p:cNvSpPr/>
          <p:nvPr/>
        </p:nvSpPr>
        <p:spPr>
          <a:xfrm>
            <a:off x="5492752" y="1155294"/>
            <a:ext cx="423543" cy="415271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2" name="Graphic 21" descr="Hourglass">
            <a:extLst>
              <a:ext uri="{FF2B5EF4-FFF2-40B4-BE49-F238E27FC236}">
                <a16:creationId xmlns:a16="http://schemas.microsoft.com/office/drawing/2014/main" id="{0C010928-B670-BCBF-5A4F-4D3A84E61B9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77498" y="1235327"/>
            <a:ext cx="269209" cy="269209"/>
          </a:xfrm>
          <a:prstGeom prst="rect">
            <a:avLst/>
          </a:prstGeom>
        </p:spPr>
      </p:pic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B5F9036B-3F30-DEB4-F91C-1E5523F6C92D}"/>
              </a:ext>
            </a:extLst>
          </p:cNvPr>
          <p:cNvSpPr txBox="1">
            <a:spLocks/>
          </p:cNvSpPr>
          <p:nvPr/>
        </p:nvSpPr>
        <p:spPr>
          <a:xfrm>
            <a:off x="4285870" y="1343291"/>
            <a:ext cx="937164" cy="199762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Backlog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8C29D682-9DA1-14D1-3919-2B2EE01EBF0B}"/>
              </a:ext>
            </a:extLst>
          </p:cNvPr>
          <p:cNvSpPr txBox="1">
            <a:spLocks/>
          </p:cNvSpPr>
          <p:nvPr/>
        </p:nvSpPr>
        <p:spPr>
          <a:xfrm>
            <a:off x="4285870" y="1107975"/>
            <a:ext cx="937163" cy="25470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800">
                <a:solidFill>
                  <a:schemeClr val="accent6"/>
                </a:solidFill>
                <a:latin typeface="Proxima Nova Rg" panose="02000506030000020004" pitchFamily="50" charset="0"/>
              </a:rPr>
              <a:t>754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471F77C7-0739-9C75-E1E4-342FFD038387}"/>
              </a:ext>
            </a:extLst>
          </p:cNvPr>
          <p:cNvSpPr txBox="1">
            <a:spLocks/>
          </p:cNvSpPr>
          <p:nvPr/>
        </p:nvSpPr>
        <p:spPr>
          <a:xfrm>
            <a:off x="4285868" y="1858893"/>
            <a:ext cx="1059985" cy="246451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Story Points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C04970C2-B2C1-AFFA-F1AD-D2E0AA188140}"/>
              </a:ext>
            </a:extLst>
          </p:cNvPr>
          <p:cNvSpPr txBox="1">
            <a:spLocks/>
          </p:cNvSpPr>
          <p:nvPr/>
        </p:nvSpPr>
        <p:spPr>
          <a:xfrm>
            <a:off x="4285868" y="1625484"/>
            <a:ext cx="937165" cy="227659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800">
                <a:solidFill>
                  <a:schemeClr val="accent6"/>
                </a:solidFill>
                <a:latin typeface="Proxima Nova Rg" panose="02000506030000020004" pitchFamily="50" charset="0"/>
              </a:rPr>
              <a:t>185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8087BAF2-56FE-F643-6BB8-C340F47B4202}"/>
              </a:ext>
            </a:extLst>
          </p:cNvPr>
          <p:cNvSpPr txBox="1">
            <a:spLocks/>
          </p:cNvSpPr>
          <p:nvPr/>
        </p:nvSpPr>
        <p:spPr>
          <a:xfrm>
            <a:off x="4285868" y="2354705"/>
            <a:ext cx="937166" cy="286559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Sprints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2ECF5075-E73C-0493-10B5-D97F5C4389B0}"/>
              </a:ext>
            </a:extLst>
          </p:cNvPr>
          <p:cNvSpPr txBox="1">
            <a:spLocks/>
          </p:cNvSpPr>
          <p:nvPr/>
        </p:nvSpPr>
        <p:spPr>
          <a:xfrm>
            <a:off x="4285868" y="2157980"/>
            <a:ext cx="894460" cy="27768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800">
                <a:solidFill>
                  <a:schemeClr val="accent6"/>
                </a:solidFill>
                <a:latin typeface="Proxima Nova Rg"/>
              </a:rPr>
              <a:t>4 - 5</a:t>
            </a:r>
            <a:endParaRPr lang="en-US" sz="1800">
              <a:solidFill>
                <a:schemeClr val="accent6"/>
              </a:solidFill>
              <a:latin typeface="Proxima Nova Rg" panose="02000506030000020004" pitchFamily="50" charset="0"/>
            </a:endParaRP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82E3419E-52E8-F781-37E2-6454CED24428}"/>
              </a:ext>
            </a:extLst>
          </p:cNvPr>
          <p:cNvSpPr txBox="1">
            <a:spLocks/>
          </p:cNvSpPr>
          <p:nvPr/>
        </p:nvSpPr>
        <p:spPr>
          <a:xfrm>
            <a:off x="4285868" y="789090"/>
            <a:ext cx="1102690" cy="219727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Pre-delivery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BC9CE5B4-25C4-4050-475B-CD1DE3153101}"/>
              </a:ext>
            </a:extLst>
          </p:cNvPr>
          <p:cNvSpPr txBox="1">
            <a:spLocks/>
          </p:cNvSpPr>
          <p:nvPr/>
        </p:nvSpPr>
        <p:spPr>
          <a:xfrm>
            <a:off x="5846707" y="804481"/>
            <a:ext cx="1102690" cy="219727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Current View</a:t>
            </a:r>
          </a:p>
        </p:txBody>
      </p:sp>
    </p:spTree>
    <p:extLst>
      <p:ext uri="{BB962C8B-B14F-4D97-AF65-F5344CB8AC3E}">
        <p14:creationId xmlns:p14="http://schemas.microsoft.com/office/powerpoint/2010/main" val="3100754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269E7C-3864-DD2E-7635-11E356D6FC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39054" y="375927"/>
            <a:ext cx="8621692" cy="575344"/>
          </a:xfrm>
        </p:spPr>
        <p:txBody>
          <a:bodyPr lIns="91440" tIns="45720" rIns="91440" bIns="45720" anchor="ctr"/>
          <a:lstStyle/>
          <a:p>
            <a:r>
              <a:rPr lang="en-GB"/>
              <a:t>Budget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B876FC-05DB-846A-8766-081488FDF881}"/>
              </a:ext>
            </a:extLst>
          </p:cNvPr>
          <p:cNvSpPr txBox="1"/>
          <p:nvPr/>
        </p:nvSpPr>
        <p:spPr>
          <a:xfrm>
            <a:off x="5249900" y="1463929"/>
            <a:ext cx="6255359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>
                <a:latin typeface="Proxima Nova Lt"/>
                <a:cs typeface="Arial"/>
              </a:rPr>
              <a:t>The project is currently on budget. We anticipate closing out the project without any additional costs</a:t>
            </a:r>
          </a:p>
          <a:p>
            <a:pPr marL="285750" indent="-285750">
              <a:buFont typeface="Calibri"/>
              <a:buChar char="-"/>
            </a:pPr>
            <a:endParaRPr lang="en-US">
              <a:highlight>
                <a:srgbClr val="F0B968"/>
              </a:highlight>
              <a:latin typeface="Proxima Nova Lt"/>
              <a:cs typeface="Arial"/>
            </a:endParaRPr>
          </a:p>
          <a:p>
            <a:pPr marL="285750" indent="-285750">
              <a:buFont typeface="Calibri"/>
              <a:buChar char="-"/>
            </a:pPr>
            <a:r>
              <a:rPr lang="en-US">
                <a:latin typeface="Proxima Nova Lt"/>
                <a:cs typeface="Arial"/>
              </a:rPr>
              <a:t>The billing milestones are as follows: </a:t>
            </a:r>
          </a:p>
          <a:p>
            <a:pPr marL="742950" lvl="1" indent="-285750">
              <a:buFont typeface="Calibri,Sans-Serif"/>
              <a:buChar char="-"/>
            </a:pPr>
            <a:r>
              <a:rPr lang="en-US">
                <a:latin typeface="Proxima Nova Lt"/>
                <a:cs typeface="Arial"/>
              </a:rPr>
              <a:t>£ 35,100 was billed on 1</a:t>
            </a:r>
            <a:r>
              <a:rPr lang="en-US" baseline="30000">
                <a:latin typeface="Proxima Nova Lt"/>
                <a:cs typeface="Arial"/>
              </a:rPr>
              <a:t>st</a:t>
            </a:r>
            <a:r>
              <a:rPr lang="en-US">
                <a:latin typeface="Proxima Nova Lt"/>
                <a:cs typeface="Arial"/>
              </a:rPr>
              <a:t> Oct</a:t>
            </a:r>
          </a:p>
          <a:p>
            <a:pPr marL="742950" lvl="1" indent="-285750">
              <a:buFont typeface="Calibri,Sans-Serif"/>
              <a:buChar char="-"/>
            </a:pPr>
            <a:r>
              <a:rPr lang="en-US">
                <a:latin typeface="Proxima Nova Lt"/>
                <a:cs typeface="Arial"/>
              </a:rPr>
              <a:t>£ 35,100 to be billed 1</a:t>
            </a:r>
            <a:r>
              <a:rPr lang="en-US" baseline="30000">
                <a:latin typeface="Proxima Nova Lt"/>
                <a:cs typeface="Arial"/>
              </a:rPr>
              <a:t>st</a:t>
            </a:r>
            <a:r>
              <a:rPr lang="en-US">
                <a:latin typeface="Proxima Nova Lt"/>
                <a:cs typeface="Arial"/>
              </a:rPr>
              <a:t> Nov</a:t>
            </a:r>
          </a:p>
          <a:p>
            <a:pPr marL="742950" lvl="1" indent="-285750">
              <a:buFont typeface="Calibri,Sans-Serif"/>
              <a:buChar char="-"/>
            </a:pPr>
            <a:r>
              <a:rPr lang="en-US">
                <a:latin typeface="Proxima Nova Lt"/>
                <a:cs typeface="Arial"/>
              </a:rPr>
              <a:t>£ 70,200 to be billed 1</a:t>
            </a:r>
            <a:r>
              <a:rPr lang="en-US" baseline="30000">
                <a:latin typeface="Proxima Nova Lt"/>
                <a:cs typeface="Arial"/>
              </a:rPr>
              <a:t>st</a:t>
            </a:r>
            <a:r>
              <a:rPr lang="en-US">
                <a:latin typeface="Proxima Nova Lt"/>
                <a:cs typeface="Arial"/>
              </a:rPr>
              <a:t> Dec</a:t>
            </a:r>
          </a:p>
          <a:p>
            <a:pPr marL="742950" lvl="1" indent="-285750">
              <a:buFont typeface="Calibri,Sans-Serif"/>
              <a:buChar char="-"/>
            </a:pPr>
            <a:r>
              <a:rPr lang="en-US">
                <a:latin typeface="Proxima Nova Lt"/>
                <a:cs typeface="Arial"/>
              </a:rPr>
              <a:t>£ 3,600 to be billed 1</a:t>
            </a:r>
            <a:r>
              <a:rPr lang="en-US" baseline="30000">
                <a:latin typeface="Proxima Nova Lt"/>
                <a:cs typeface="Arial"/>
              </a:rPr>
              <a:t>st</a:t>
            </a:r>
            <a:r>
              <a:rPr lang="en-US">
                <a:latin typeface="Proxima Nova Lt"/>
                <a:cs typeface="Arial"/>
              </a:rPr>
              <a:t> Jan</a:t>
            </a:r>
          </a:p>
          <a:p>
            <a:pPr marL="742950" lvl="1" indent="-285750">
              <a:buFont typeface="Calibri,Sans-Serif"/>
              <a:buChar char="-"/>
            </a:pPr>
            <a:r>
              <a:rPr lang="en-US">
                <a:latin typeface="Proxima Nova Lt"/>
                <a:cs typeface="Arial"/>
              </a:rPr>
              <a:t>£ 3,600 to be billed 1</a:t>
            </a:r>
            <a:r>
              <a:rPr lang="en-US" baseline="30000">
                <a:latin typeface="Proxima Nova Lt"/>
                <a:cs typeface="Arial"/>
              </a:rPr>
              <a:t>st</a:t>
            </a:r>
            <a:r>
              <a:rPr lang="en-US">
                <a:latin typeface="Proxima Nova Lt"/>
                <a:cs typeface="Arial"/>
              </a:rPr>
              <a:t> Feb</a:t>
            </a:r>
          </a:p>
          <a:p>
            <a:pPr marL="742950" lvl="1" indent="-285750">
              <a:buFont typeface="Calibri,Sans-Serif"/>
              <a:buChar char="-"/>
            </a:pPr>
            <a:endParaRPr lang="en-US">
              <a:highlight>
                <a:srgbClr val="F0B968"/>
              </a:highlight>
              <a:latin typeface="Proxima Nova Lt"/>
              <a:cs typeface="Arial"/>
            </a:endParaRPr>
          </a:p>
          <a:p>
            <a:pPr marL="285750" indent="-285750">
              <a:buFont typeface="Calibri,Sans-Serif"/>
              <a:buChar char="-"/>
            </a:pPr>
            <a:r>
              <a:rPr lang="en-US">
                <a:latin typeface="Proxima Nova Lt"/>
                <a:cs typeface="Arial"/>
              </a:rPr>
              <a:t>We will continue to monitor and manage project costs closely.</a:t>
            </a:r>
            <a:br>
              <a:rPr lang="en-US">
                <a:highlight>
                  <a:srgbClr val="F0B968"/>
                </a:highlight>
                <a:latin typeface="Arial"/>
                <a:cs typeface="Arial"/>
              </a:rPr>
            </a:br>
            <a:endParaRPr lang="en-US">
              <a:highlight>
                <a:srgbClr val="F0B968"/>
              </a:highlight>
              <a:latin typeface="Arial"/>
              <a:cs typeface="Arial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FA749EE-AE67-EB86-F0BC-B48CCEDC48C6}"/>
              </a:ext>
            </a:extLst>
          </p:cNvPr>
          <p:cNvSpPr/>
          <p:nvPr/>
        </p:nvSpPr>
        <p:spPr>
          <a:xfrm>
            <a:off x="580199" y="2035743"/>
            <a:ext cx="4408342" cy="2283870"/>
          </a:xfrm>
          <a:prstGeom prst="roundRect">
            <a:avLst>
              <a:gd name="adj" fmla="val 413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543BC01-10F7-AF1B-0BFB-CE1842F7FD84}"/>
              </a:ext>
            </a:extLst>
          </p:cNvPr>
          <p:cNvSpPr txBox="1">
            <a:spLocks/>
          </p:cNvSpPr>
          <p:nvPr/>
        </p:nvSpPr>
        <p:spPr>
          <a:xfrm>
            <a:off x="750618" y="2136316"/>
            <a:ext cx="4102321" cy="395288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Proxima Nova Rg" panose="02000506030000020004" pitchFamily="50" charset="0"/>
              </a:rPr>
              <a:t>Billing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7A6E399-9899-5BA4-9C87-F60673A727EA}"/>
              </a:ext>
            </a:extLst>
          </p:cNvPr>
          <p:cNvGrpSpPr/>
          <p:nvPr/>
        </p:nvGrpSpPr>
        <p:grpSpPr>
          <a:xfrm>
            <a:off x="987239" y="2621732"/>
            <a:ext cx="686207" cy="686207"/>
            <a:chOff x="7798998" y="4610552"/>
            <a:chExt cx="686207" cy="686207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6AA0FDF-6A12-1944-7B16-ED77EED9500A}"/>
                </a:ext>
              </a:extLst>
            </p:cNvPr>
            <p:cNvSpPr/>
            <p:nvPr/>
          </p:nvSpPr>
          <p:spPr>
            <a:xfrm>
              <a:off x="7804315" y="4610553"/>
              <a:ext cx="648000" cy="6480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0" name="Graphic 9" descr="Label">
              <a:extLst>
                <a:ext uri="{FF2B5EF4-FFF2-40B4-BE49-F238E27FC236}">
                  <a16:creationId xmlns:a16="http://schemas.microsoft.com/office/drawing/2014/main" id="{F3A3D79B-EF16-FBD8-C62E-7A08369BBE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98998" y="4610552"/>
              <a:ext cx="686207" cy="686207"/>
            </a:xfrm>
            <a:prstGeom prst="rect">
              <a:avLst/>
            </a:prstGeom>
          </p:spPr>
        </p:pic>
      </p:grp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ED72803-BDE4-4485-2807-D0F9E969E251}"/>
              </a:ext>
            </a:extLst>
          </p:cNvPr>
          <p:cNvSpPr txBox="1">
            <a:spLocks/>
          </p:cNvSpPr>
          <p:nvPr/>
        </p:nvSpPr>
        <p:spPr>
          <a:xfrm>
            <a:off x="2169679" y="3517448"/>
            <a:ext cx="1270513" cy="286559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1400">
                <a:solidFill>
                  <a:schemeClr val="bg1"/>
                </a:solidFill>
                <a:latin typeface="Proxima Nova Lt" panose="02000506030000020004" pitchFamily="50" charset="0"/>
              </a:rPr>
              <a:t>£147,600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0FDE8E2-168A-D1CD-31E0-A514D43E2C6D}"/>
              </a:ext>
            </a:extLst>
          </p:cNvPr>
          <p:cNvSpPr txBox="1">
            <a:spLocks/>
          </p:cNvSpPr>
          <p:nvPr/>
        </p:nvSpPr>
        <p:spPr>
          <a:xfrm>
            <a:off x="729359" y="3430841"/>
            <a:ext cx="1270513" cy="474409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1400">
                <a:solidFill>
                  <a:schemeClr val="bg1"/>
                </a:solidFill>
                <a:latin typeface="Proxima Nova Lt" panose="02000506030000020004" pitchFamily="50" charset="0"/>
              </a:rPr>
              <a:t>Billing per Sprint</a:t>
            </a:r>
          </a:p>
        </p:txBody>
      </p:sp>
      <p:pic>
        <p:nvPicPr>
          <p:cNvPr id="19" name="Graphic 18" descr="Hourglass">
            <a:extLst>
              <a:ext uri="{FF2B5EF4-FFF2-40B4-BE49-F238E27FC236}">
                <a16:creationId xmlns:a16="http://schemas.microsoft.com/office/drawing/2014/main" id="{75F2A55F-24C0-0919-9251-E95CF14409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25710" y="2661469"/>
            <a:ext cx="606733" cy="606733"/>
          </a:xfrm>
          <a:prstGeom prst="rect">
            <a:avLst/>
          </a:prstGeom>
        </p:spPr>
      </p:pic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C2A789A4-637F-CCAC-A71A-C47F5C419F66}"/>
              </a:ext>
            </a:extLst>
          </p:cNvPr>
          <p:cNvSpPr txBox="1">
            <a:spLocks/>
          </p:cNvSpPr>
          <p:nvPr/>
        </p:nvSpPr>
        <p:spPr>
          <a:xfrm>
            <a:off x="3499403" y="3503189"/>
            <a:ext cx="1270513" cy="286559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1400">
                <a:solidFill>
                  <a:schemeClr val="bg1"/>
                </a:solidFill>
                <a:latin typeface="Proxima Nova Lt" panose="02000506030000020004" pitchFamily="50" charset="0"/>
              </a:rPr>
              <a:t>1 of 4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1400">
                <a:solidFill>
                  <a:schemeClr val="bg1"/>
                </a:solidFill>
                <a:latin typeface="Proxima Nova Lt" panose="02000506030000020004" pitchFamily="50" charset="0"/>
              </a:rPr>
              <a:t>Sprints invoiced</a:t>
            </a:r>
          </a:p>
        </p:txBody>
      </p:sp>
      <p:pic>
        <p:nvPicPr>
          <p:cNvPr id="6" name="Graphic 5" descr="Pound with solid fill">
            <a:extLst>
              <a:ext uri="{FF2B5EF4-FFF2-40B4-BE49-F238E27FC236}">
                <a16:creationId xmlns:a16="http://schemas.microsoft.com/office/drawing/2014/main" id="{10F3ABE5-C1C7-71F9-EC0B-418ECA5109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57478" y="2604080"/>
            <a:ext cx="721510" cy="721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474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269E7C-3864-DD2E-7635-11E356D6FC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GB">
                <a:latin typeface="Proxima Nova Lt"/>
              </a:rPr>
              <a:t>Next Steps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B876FC-05DB-846A-8766-081488FDF881}"/>
              </a:ext>
            </a:extLst>
          </p:cNvPr>
          <p:cNvSpPr txBox="1"/>
          <p:nvPr/>
        </p:nvSpPr>
        <p:spPr>
          <a:xfrm>
            <a:off x="1120048" y="1670891"/>
            <a:ext cx="9547951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dirty="0">
                <a:latin typeface="Proxima Nova Lt"/>
                <a:cs typeface="Arial"/>
              </a:rPr>
              <a:t>Sprint 3 &amp; Sprint 4 to be completed</a:t>
            </a:r>
          </a:p>
          <a:p>
            <a:pPr marL="285750" indent="-285750">
              <a:buFont typeface="Calibri"/>
              <a:buChar char="-"/>
            </a:pPr>
            <a:endParaRPr lang="en-US" dirty="0">
              <a:latin typeface="Proxima Nova Lt"/>
              <a:cs typeface="Arial"/>
            </a:endParaRPr>
          </a:p>
          <a:p>
            <a:pPr marL="285750" indent="-285750">
              <a:buFont typeface="Calibri"/>
              <a:buChar char="-"/>
            </a:pPr>
            <a:r>
              <a:rPr lang="en-US" dirty="0">
                <a:latin typeface="Proxima Nova Lt"/>
                <a:cs typeface="Arial"/>
              </a:rPr>
              <a:t>Open Box </a:t>
            </a:r>
            <a:r>
              <a:rPr lang="en-US">
                <a:latin typeface="Proxima Nova Lt"/>
                <a:cs typeface="Arial"/>
              </a:rPr>
              <a:t>to assist</a:t>
            </a:r>
            <a:r>
              <a:rPr lang="en-US" dirty="0">
                <a:latin typeface="Proxima Nova Lt"/>
                <a:cs typeface="Arial"/>
              </a:rPr>
              <a:t> Grainger to plan for change management </a:t>
            </a:r>
          </a:p>
          <a:p>
            <a:pPr marL="285750" indent="-285750">
              <a:buFont typeface="Calibri"/>
              <a:buChar char="-"/>
            </a:pPr>
            <a:endParaRPr lang="en-US" dirty="0">
              <a:latin typeface="Proxima Nova Lt"/>
              <a:cs typeface="Arial"/>
            </a:endParaRPr>
          </a:p>
          <a:p>
            <a:pPr marL="285750" indent="-285750">
              <a:buFont typeface="Calibri,Sans-Serif"/>
              <a:buChar char="-"/>
            </a:pPr>
            <a:r>
              <a:rPr lang="en-US" dirty="0">
                <a:latin typeface="Proxima Nova Lt"/>
                <a:cs typeface="Arial"/>
              </a:rPr>
              <a:t>Schedule the final end-to-end UAT with testers</a:t>
            </a:r>
            <a:endParaRPr lang="en-US" dirty="0">
              <a:latin typeface="Proxima Nova Lt"/>
            </a:endParaRPr>
          </a:p>
          <a:p>
            <a:pPr marL="285750" indent="-285750">
              <a:buFont typeface="Calibri"/>
              <a:buChar char="-"/>
            </a:pPr>
            <a:endParaRPr lang="en-US" dirty="0">
              <a:latin typeface="Proxima Nova Lt"/>
              <a:cs typeface="Arial"/>
            </a:endParaRPr>
          </a:p>
          <a:p>
            <a:pPr marL="285750" indent="-285750">
              <a:buFont typeface="Calibri"/>
              <a:buChar char="-"/>
            </a:pPr>
            <a:r>
              <a:rPr lang="en-US" dirty="0">
                <a:latin typeface="Proxima Nova Lt"/>
                <a:cs typeface="Arial"/>
              </a:rPr>
              <a:t>Plan go-live dates and cutover actions</a:t>
            </a:r>
          </a:p>
          <a:p>
            <a:pPr marL="285750" indent="-285750">
              <a:buFont typeface="Calibri"/>
              <a:buChar char="-"/>
            </a:pPr>
            <a:endParaRPr lang="en-US" dirty="0">
              <a:latin typeface="Proxima Nova Lt"/>
              <a:cs typeface="Arial"/>
            </a:endParaRPr>
          </a:p>
          <a:p>
            <a:pPr marL="285750" indent="-285750">
              <a:buFont typeface="Calibri"/>
              <a:buChar char="-"/>
            </a:pPr>
            <a:r>
              <a:rPr lang="en-US" dirty="0">
                <a:latin typeface="Proxima Nova Lt"/>
                <a:cs typeface="Arial"/>
              </a:rPr>
              <a:t>Planning for release 2 </a:t>
            </a:r>
            <a:r>
              <a:rPr lang="en-US">
                <a:latin typeface="Proxima Nova Lt"/>
                <a:cs typeface="Arial"/>
              </a:rPr>
              <a:t>/</a:t>
            </a:r>
            <a:r>
              <a:rPr lang="en-US" dirty="0">
                <a:latin typeface="Proxima Nova Lt"/>
                <a:cs typeface="Arial"/>
              </a:rPr>
              <a:t> FTE support</a:t>
            </a:r>
            <a:endParaRPr lang="en-US" dirty="0">
              <a:latin typeface="Proxima Nova Lt"/>
            </a:endParaRPr>
          </a:p>
          <a:p>
            <a:br>
              <a:rPr lang="en-US" dirty="0">
                <a:latin typeface="Arial"/>
                <a:cs typeface="Arial"/>
              </a:rPr>
            </a:br>
            <a:endParaRPr lang="en-US" dirty="0">
              <a:latin typeface="Arial"/>
              <a:cs typeface="Arial"/>
            </a:endParaRPr>
          </a:p>
          <a:p>
            <a:br>
              <a:rPr lang="en-US" dirty="0">
                <a:latin typeface="Arial"/>
                <a:cs typeface="Arial"/>
              </a:rPr>
            </a:b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38138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EB2F47-3F1E-4B42-822A-F48433BEE2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CA"/>
              <a:t>Thank You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9667174"/>
      </p:ext>
    </p:extLst>
  </p:cSld>
  <p:clrMapOvr>
    <a:masterClrMapping/>
  </p:clrMapOvr>
</p:sld>
</file>

<file path=ppt/theme/theme1.xml><?xml version="1.0" encoding="utf-8"?>
<a:theme xmlns:a="http://schemas.openxmlformats.org/drawingml/2006/main" name="1. Title Slides">
  <a:themeElements>
    <a:clrScheme name="Open Box Colours">
      <a:dk1>
        <a:sysClr val="windowText" lastClr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neral Presentation Theme" id="{617D407F-0F1F-405D-A13B-BE7690CBDA2A}" vid="{44CD57B0-E653-4561-A953-0FF3EAB174B5}"/>
    </a:ext>
  </a:extLst>
</a:theme>
</file>

<file path=ppt/theme/theme2.xml><?xml version="1.0" encoding="utf-8"?>
<a:theme xmlns:a="http://schemas.openxmlformats.org/drawingml/2006/main" name="1_1. Title Slides">
  <a:themeElements>
    <a:clrScheme name="Open Box Colours">
      <a:dk1>
        <a:sysClr val="windowText" lastClr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neral Presentation Theme" id="{617D407F-0F1F-405D-A13B-BE7690CBDA2A}" vid="{44CD57B0-E653-4561-A953-0FF3EAB174B5}"/>
    </a:ext>
  </a:extLst>
</a:theme>
</file>

<file path=ppt/theme/theme3.xml><?xml version="1.0" encoding="utf-8"?>
<a:theme xmlns:a="http://schemas.openxmlformats.org/drawingml/2006/main" name="2. Agenda">
  <a:themeElements>
    <a:clrScheme name="Open Box Colours">
      <a:dk1>
        <a:sysClr val="windowText" lastClr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. City Background">
  <a:themeElements>
    <a:clrScheme name="Open Box Colours">
      <a:dk1>
        <a:sysClr val="windowText" lastClr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. Blank Background">
  <a:themeElements>
    <a:clrScheme name="Open Box Colours">
      <a:dk1>
        <a:srgbClr val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Full Blank">
  <a:themeElements>
    <a:clrScheme name="Open Box Colours">
      <a:dk1>
        <a:sysClr val="windowText" lastClr="000000"/>
      </a:dk1>
      <a:lt1>
        <a:sysClr val="window" lastClr="FFFFFF"/>
      </a:lt1>
      <a:dk2>
        <a:srgbClr val="6E7878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Client Project Document" ma:contentTypeID="0x010100B16301FA1C2D5E4DB9305F31D037531D02070300B4E123A7400DE24C83BA9D1BFCD12C10" ma:contentTypeVersion="3" ma:contentTypeDescription="A document associated with a project for a client." ma:contentTypeScope="" ma:versionID="9d6581bc5c99e8ea3938d4fa8ba888f5">
  <xsd:schema xmlns:xsd="http://www.w3.org/2001/XMLSchema" xmlns:xs="http://www.w3.org/2001/XMLSchema" xmlns:p="http://schemas.microsoft.com/office/2006/metadata/properties" xmlns:ns2="1ffbd5dc-7a64-4097-8396-87f6c90b212f" targetNamespace="http://schemas.microsoft.com/office/2006/metadata/properties" ma:root="true" ma:fieldsID="a0c1b2c62e26289b034b466cfffa7cd3" ns2:_="">
    <xsd:import namespace="1ffbd5dc-7a64-4097-8396-87f6c90b212f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2:nae5750f31d8428b9a1182bd8e59d390" minOccurs="0"/>
                <xsd:element ref="ns2:ica44df5449d49f98766f83f0bd254a7" minOccurs="0"/>
                <xsd:element ref="ns2:f0dc22cb723843c1bfbb2e8bcc9db6e4" minOccurs="0"/>
                <xsd:element ref="ns2:k6ebf865df8440b3a55c1aa81c9bae7c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fbd5dc-7a64-4097-8396-87f6c90b212f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5250ea2-cfef-416b-9e22-46de40794d29}" ma:internalName="TaxCatchAll" ma:showField="CatchAllData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45250ea2-cfef-416b-9e22-46de40794d29}" ma:internalName="TaxCatchAllLabel" ma:readOnly="true" ma:showField="CatchAllDataLabel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nae5750f31d8428b9a1182bd8e59d390" ma:index="10" ma:taxonomy="true" ma:internalName="nae5750f31d8428b9a1182bd8e59d390" ma:taxonomyFieldName="Division" ma:displayName="Division" ma:readOnly="false" ma:default="1;#Custom Software|cecfb662-fc63-4c9e-b6e4-2e3797fe6f4f" ma:fieldId="{7ae5750f-31d8-428b-9a11-82bd8e59d390}" ma:sspId="5676dd91-060c-4b71-810a-dbdca5582071" ma:termSetId="32b39d25-b397-4982-8e8d-74d5df186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ca44df5449d49f98766f83f0bd254a7" ma:index="12" ma:taxonomy="true" ma:internalName="ica44df5449d49f98766f83f0bd254a7" ma:taxonomyFieldName="Client" ma:displayName="Client" ma:default="6;#Grainger PLC|a74f1cb5-e995-4f9e-8521-6d52e2c6bf08" ma:fieldId="{2ca44df5-449d-49f9-8766-f83f0bd254a7}" ma:sspId="5676dd91-060c-4b71-810a-dbdca5582071" ma:termSetId="26f19758-7225-4257-8796-285d454d16a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f0dc22cb723843c1bfbb2e8bcc9db6e4" ma:index="14" nillable="true" ma:taxonomy="true" ma:internalName="f0dc22cb723843c1bfbb2e8bcc9db6e4" ma:taxonomyFieldName="Client_x0020_Project" ma:displayName="Client Application" ma:default="" ma:fieldId="{f0dc22cb-7238-43c1-bfbb-2e8bcc9db6e4}" ma:sspId="5676dd91-060c-4b71-810a-dbdca5582071" ma:termSetId="503923a6-a4d2-4c0f-8ec0-fee4966b50a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6ebf865df8440b3a55c1aa81c9bae7c" ma:index="16" nillable="true" ma:taxonomy="true" ma:internalName="k6ebf865df8440b3a55c1aa81c9bae7c" ma:taxonomyFieldName="Project_x0020_Document_x0020_Type" ma:displayName="Project Document Type" ma:default="4;#Generic Project Document|258c2ed6-b93b-4ffe-8901-a23f2dc98ec9" ma:fieldId="{46ebf865-df84-40b3-a55c-1aa81c9bae7c}" ma:sspId="5676dd91-060c-4b71-810a-dbdca5582071" ma:termSetId="79e5d870-6e8b-4a88-8554-c2a1e06e1585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ffbd5dc-7a64-4097-8396-87f6c90b212f">
      <Value>6</Value>
      <Value>13</Value>
      <Value>12</Value>
    </TaxCatchAll>
    <nae5750f31d8428b9a1182bd8e59d390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Salesforce</TermName>
          <TermId xmlns="http://schemas.microsoft.com/office/infopath/2007/PartnerControls">65ce3b0d-68ef-4d0b-ac56-177d5509cec4</TermId>
        </TermInfo>
      </Terms>
    </nae5750f31d8428b9a1182bd8e59d390>
    <k6ebf865df8440b3a55c1aa81c9bae7c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Presentation</TermName>
          <TermId xmlns="http://schemas.microsoft.com/office/infopath/2007/PartnerControls">02c40aa7-d2e0-4382-9499-d2253b5d2a95</TermId>
        </TermInfo>
      </Terms>
    </k6ebf865df8440b3a55c1aa81c9bae7c>
    <f0dc22cb723843c1bfbb2e8bcc9db6e4 xmlns="1ffbd5dc-7a64-4097-8396-87f6c90b212f">
      <Terms xmlns="http://schemas.microsoft.com/office/infopath/2007/PartnerControls"/>
    </f0dc22cb723843c1bfbb2e8bcc9db6e4>
    <ica44df5449d49f98766f83f0bd254a7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Grainger PLC</TermName>
          <TermId xmlns="http://schemas.microsoft.com/office/infopath/2007/PartnerControls">a74f1cb5-e995-4f9e-8521-6d52e2c6bf08</TermId>
        </TermInfo>
      </Terms>
    </ica44df5449d49f98766f83f0bd254a7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haredContentType xmlns="Microsoft.SharePoint.Taxonomy.ContentTypeSync" SourceId="5676dd91-060c-4b71-810a-dbdca5582071" ContentTypeId="0x010100B16301FA1C2D5E4DB9305F31D037531D020703" PreviousValue="false"/>
</file>

<file path=customXml/itemProps1.xml><?xml version="1.0" encoding="utf-8"?>
<ds:datastoreItem xmlns:ds="http://schemas.openxmlformats.org/officeDocument/2006/customXml" ds:itemID="{27AD0CEA-5E55-4501-8993-E173607DEC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ffbd5dc-7a64-4097-8396-87f6c90b21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CCB5E0C-6DBE-4B5A-8AAC-998D2993C1EE}">
  <ds:schemaRefs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1ffbd5dc-7a64-4097-8396-87f6c90b212f"/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FE0A4FC1-74BD-496D-A0A1-41BECF801D37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820CA7A4-D376-4C49-A863-ECD8452C47E2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General Presentation Theme</Template>
  <TotalTime>0</TotalTime>
  <Words>679</Words>
  <Application>Microsoft Office PowerPoint</Application>
  <PresentationFormat>Widescreen</PresentationFormat>
  <Paragraphs>195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Arial</vt:lpstr>
      <vt:lpstr>Calibri</vt:lpstr>
      <vt:lpstr>Calibri,Sans-Serif</vt:lpstr>
      <vt:lpstr>Proxima Nova Lt</vt:lpstr>
      <vt:lpstr>Proxima Nova Rg</vt:lpstr>
      <vt:lpstr>Wingdings</vt:lpstr>
      <vt:lpstr>1. Title Slides</vt:lpstr>
      <vt:lpstr>1_1. Title Slides</vt:lpstr>
      <vt:lpstr>2. Agenda</vt:lpstr>
      <vt:lpstr>3. City Background</vt:lpstr>
      <vt:lpstr>4. Blank Background</vt:lpstr>
      <vt:lpstr>Full Blank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Skye Van Aswegen</dc:creator>
  <cp:lastModifiedBy>Shaun Barrett</cp:lastModifiedBy>
  <cp:revision>1</cp:revision>
  <dcterms:created xsi:type="dcterms:W3CDTF">2017-07-12T09:03:21Z</dcterms:created>
  <dcterms:modified xsi:type="dcterms:W3CDTF">2024-08-15T15:25:22Z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0x010100B16301FA1C2D5E4DB9305F31D037531D02070300B4E123A7400DE24C83BA9D1BFCD12C10</vt:lpwstr>
  </property>
  <property fmtid="{D5CDD505-2E9C-101B-9397-08002B2CF9AE}" pid="3" name="Business Document Type">
    <vt:lpwstr>5;#Marketing Document|83188caa-7371-410d-bb78-033c2f6b2dcb</vt:lpwstr>
  </property>
  <property fmtid="{D5CDD505-2E9C-101B-9397-08002B2CF9AE}" pid="4" name="display_urn">
    <vt:lpwstr>Skye Van Aswegen</vt:lpwstr>
  </property>
  <property fmtid="{D5CDD505-2E9C-101B-9397-08002B2CF9AE}" pid="5" name="Order">
    <vt:r8>41700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AuthorIds_UIVersion_3">
    <vt:lpwstr>22</vt:lpwstr>
  </property>
  <property fmtid="{D5CDD505-2E9C-101B-9397-08002B2CF9AE}" pid="11" name="AuthorIds_UIVersion_4">
    <vt:lpwstr>27</vt:lpwstr>
  </property>
  <property fmtid="{D5CDD505-2E9C-101B-9397-08002B2CF9AE}" pid="12" name="lcf76f155ced4ddcb4097134ff3c332f">
    <vt:lpwstr/>
  </property>
  <property fmtid="{D5CDD505-2E9C-101B-9397-08002B2CF9AE}" pid="13" name="MediaServiceImageTags">
    <vt:lpwstr/>
  </property>
  <property fmtid="{D5CDD505-2E9C-101B-9397-08002B2CF9AE}" pid="14" name="Project Document Type">
    <vt:lpwstr>12;#Presentation|02c40aa7-d2e0-4382-9499-d2253b5d2a95</vt:lpwstr>
  </property>
  <property fmtid="{D5CDD505-2E9C-101B-9397-08002B2CF9AE}" pid="15" name="Division">
    <vt:lpwstr>13;#Salesforce|65ce3b0d-68ef-4d0b-ac56-177d5509cec4</vt:lpwstr>
  </property>
  <property fmtid="{D5CDD505-2E9C-101B-9397-08002B2CF9AE}" pid="16" name="Client">
    <vt:lpwstr>6;#Grainger PLC|a74f1cb5-e995-4f9e-8521-6d52e2c6bf08</vt:lpwstr>
  </property>
  <property fmtid="{D5CDD505-2E9C-101B-9397-08002B2CF9AE}" pid="17" name="Client Project">
    <vt:lpwstr/>
  </property>
  <property fmtid="{D5CDD505-2E9C-101B-9397-08002B2CF9AE}" pid="18" name="SharedWithUsers">
    <vt:lpwstr>177;#Handre Van Der Merwe;#210;#Sam Duncan;#23;#Craig Mackintosh;#255;#Tapiwa Shumba</vt:lpwstr>
  </property>
</Properties>
</file>