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D4_B756491F.xml" ContentType="application/vnd.ms-powerpoint.comments+xml"/>
  <Override PartName="/ppt/notesSlides/notesSlide4.xml" ContentType="application/vnd.openxmlformats-officedocument.presentationml.notesSlide+xml"/>
  <Override PartName="/ppt/comments/modernComment_22C_D776EFE3.xml" ContentType="application/vnd.ms-powerpoint.comments+xml"/>
  <Override PartName="/ppt/notesSlides/notesSlide5.xml" ContentType="application/vnd.openxmlformats-officedocument.presentationml.notesSlide+xml"/>
  <Override PartName="/ppt/comments/modernComment_22D_C0013D24.xml" ContentType="application/vnd.ms-powerpoint.comment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64" r:id="rId6"/>
    <p:sldMasterId id="2147483669" r:id="rId7"/>
    <p:sldMasterId id="2147483677" r:id="rId8"/>
    <p:sldMasterId id="2147483680" r:id="rId9"/>
  </p:sldMasterIdLst>
  <p:notesMasterIdLst>
    <p:notesMasterId r:id="rId22"/>
  </p:notesMasterIdLst>
  <p:sldIdLst>
    <p:sldId id="478" r:id="rId10"/>
    <p:sldId id="318" r:id="rId11"/>
    <p:sldId id="510" r:id="rId12"/>
    <p:sldId id="559" r:id="rId13"/>
    <p:sldId id="548" r:id="rId14"/>
    <p:sldId id="519" r:id="rId15"/>
    <p:sldId id="547" r:id="rId16"/>
    <p:sldId id="468" r:id="rId17"/>
    <p:sldId id="556" r:id="rId18"/>
    <p:sldId id="557" r:id="rId19"/>
    <p:sldId id="558" r:id="rId20"/>
    <p:sldId id="438" r:id="rId21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724D44-E70E-557A-289E-5B4E739A5B87}" name="Dominique Bolus" initials="DB" userId="S::dbolus@openboxsoftware.com::9bf352f9-5bae-45e5-8ed9-398ff375c3a1" providerId="AD"/>
  <p188:author id="{C2738A47-0931-5B04-1172-CB56C1D1FB87}" name="Nikki Papenfus" initials="NP" userId="S::npapenfus@openboxsoftware.com::2a405823-0c8b-419b-afb6-8159926c2e17" providerId="AD"/>
  <p188:author id="{B27D6C62-A87E-9EA8-949E-BE3DB87D866D}" name="Shaun Barrett" initials="SB" userId="S::sbarrett@openboxsoftware.com::2e21295b-21c9-4734-b4c8-23b29a1a1ba3" providerId="AD"/>
  <p188:author id="{AEBE1A63-3A4A-8846-655A-1A733B5C11DE}" name="Andrew Pollock" initials="AP" userId="S::apollock@openboxsoftware.com::38b2ebab-1589-44f4-9885-31663d7780db" providerId="AD"/>
  <p188:author id="{8F84CA86-7C15-AA17-D265-F8DF71AA9F54}" name="Gary Benkenstein" initials="GB" userId="S::gbenkenstein@openboxsoftware.com::85d4723c-9759-4045-b699-fdad861fb6d5" providerId="AD"/>
  <p188:author id="{AAF4A4B7-4EA5-70FA-D46F-9F5BB9958E7A}" name="Denzil Morrison" initials="DM" userId="S::dmorrison@openboxsoftware.com::022a2fa8-e5fb-436c-b3b7-4b13dfe212cb" providerId="AD"/>
  <p188:author id="{411D59CB-E194-D74B-FCF5-28A77AEB51E7}" name="Sam Duncan" initials="SD" userId="S::sduncan@openboxsoftware.com::c1d0992b-0ec5-443a-8c6c-87e1361e2b1d" providerId="AD"/>
  <p188:author id="{B1BF20D7-A685-03AD-644D-0F70A86E5D5F}" name="Robin van der Rede" initials="RvdR" userId="S::rvdrede@openboxsoftware.com::34df825b-2b42-4501-8a4b-d903c154464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46A"/>
    <a:srgbClr val="65BCAC"/>
    <a:srgbClr val="F48D64"/>
    <a:srgbClr val="4E79A7"/>
    <a:srgbClr val="F28E2B"/>
    <a:srgbClr val="76B7B2"/>
    <a:srgbClr val="AAB4B4"/>
    <a:srgbClr val="E8E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35C7B2-E227-D74A-9D54-02881A2B3258}" v="254" dt="2023-09-05T12:07:10.676"/>
    <p1510:client id="{E4F82F89-233F-4258-88A8-5C8A648B9399}" v="103" vWet="105" dt="2023-09-05T11:32:41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ki Papenfus" userId="2a405823-0c8b-419b-afb6-8159926c2e17" providerId="ADAL" clId="{C4CD5978-2643-4E14-BB26-37358CB1C7B2}"/>
    <pc:docChg chg="undo redo custSel addSld delSld modSld sldOrd">
      <pc:chgData name="Nikki Papenfus" userId="2a405823-0c8b-419b-afb6-8159926c2e17" providerId="ADAL" clId="{C4CD5978-2643-4E14-BB26-37358CB1C7B2}" dt="2023-06-02T08:05:10.812" v="12510" actId="1035"/>
      <pc:docMkLst>
        <pc:docMk/>
      </pc:docMkLst>
      <pc:sldChg chg="addSp delSp modSp add del mod ord setBg">
        <pc:chgData name="Nikki Papenfus" userId="2a405823-0c8b-419b-afb6-8159926c2e17" providerId="ADAL" clId="{C4CD5978-2643-4E14-BB26-37358CB1C7B2}" dt="2023-05-31T14:39:53.545" v="4426" actId="47"/>
        <pc:sldMkLst>
          <pc:docMk/>
          <pc:sldMk cId="2385203735" sldId="259"/>
        </pc:sldMkLst>
        <pc:spChg chg="del">
          <ac:chgData name="Nikki Papenfus" userId="2a405823-0c8b-419b-afb6-8159926c2e17" providerId="ADAL" clId="{C4CD5978-2643-4E14-BB26-37358CB1C7B2}" dt="2023-05-31T13:43:20.700" v="2887" actId="478"/>
          <ac:spMkLst>
            <pc:docMk/>
            <pc:sldMk cId="2385203735" sldId="259"/>
            <ac:spMk id="2" creationId="{00000000-0000-0000-0000-000000000000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" creationId="{29748B27-E1D7-D7E1-F2CE-D9C70FF29920}"/>
          </ac:spMkLst>
        </pc:spChg>
        <pc:spChg chg="del">
          <ac:chgData name="Nikki Papenfus" userId="2a405823-0c8b-419b-afb6-8159926c2e17" providerId="ADAL" clId="{C4CD5978-2643-4E14-BB26-37358CB1C7B2}" dt="2023-05-31T13:43:19.897" v="2886" actId="478"/>
          <ac:spMkLst>
            <pc:docMk/>
            <pc:sldMk cId="2385203735" sldId="259"/>
            <ac:spMk id="4" creationId="{00000000-0000-0000-0000-000000000000}"/>
          </ac:spMkLst>
        </pc:spChg>
        <pc:spChg chg="del">
          <ac:chgData name="Nikki Papenfus" userId="2a405823-0c8b-419b-afb6-8159926c2e17" providerId="ADAL" clId="{C4CD5978-2643-4E14-BB26-37358CB1C7B2}" dt="2023-05-31T13:44:13.990" v="2889" actId="478"/>
          <ac:spMkLst>
            <pc:docMk/>
            <pc:sldMk cId="2385203735" sldId="259"/>
            <ac:spMk id="5" creationId="{00000000-0000-0000-0000-000000000000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6" creationId="{E242FFCB-266D-02E4-FF68-80D85B00ECC8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7" creationId="{5B677FBC-7E74-993A-8918-3A9754C465B1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8" creationId="{98A26706-1D2E-00B3-F6C3-F61D43462B2A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9" creationId="{9EA68D3E-07BF-AD47-E6B2-C665774A2D1A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0" creationId="{3337F825-49AC-684E-C401-8B24638AC629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1" creationId="{C2D6DB81-946F-0DAE-6D95-40F36DEC60D6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2" creationId="{D8A85E7D-7971-7414-410C-780AFE8AFB2C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3" creationId="{88176AE3-A160-0F40-36F1-81EECB11821E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5" creationId="{876148EB-8A6D-E5E8-4D3C-49BD6CBDBFEC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6" creationId="{2BD5A9D1-7C5B-003F-C977-2D0EC93725E2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7" creationId="{4E174CC4-09F0-F06C-AD69-5B51B5E1BFD1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8" creationId="{A1E4AD68-2A9E-DEF3-6636-2D5C94040674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9" creationId="{660EFD53-61D5-BECE-F616-37D8F2A731B8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6" creationId="{CFC68D03-15B2-C6F5-7B7B-50ED57BE5914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7" creationId="{503D4964-BFDA-9D87-7C4C-5B683B3BEEEC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8" creationId="{42DC846E-F805-9F0E-1399-7BB97D92C043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9" creationId="{58628BAA-75E3-5A9F-6618-BD50AE782B12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0" creationId="{46D8745A-130E-71DF-74AC-D208621DD273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2" creationId="{213EE151-80B6-E629-8643-1381A716C575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4" creationId="{9EB674FB-61E0-30AB-0B52-E78758018DC5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36" creationId="{71920DD7-0927-DD6E-A711-E22D77A5270F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37" creationId="{EEBBF9A6-1F6D-985C-E271-10AC174A7E0A}"/>
          </ac:spMkLst>
        </pc:spChg>
        <pc:spChg chg="del">
          <ac:chgData name="Nikki Papenfus" userId="2a405823-0c8b-419b-afb6-8159926c2e17" providerId="ADAL" clId="{C4CD5978-2643-4E14-BB26-37358CB1C7B2}" dt="2023-05-31T13:43:18.445" v="2885" actId="478"/>
          <ac:spMkLst>
            <pc:docMk/>
            <pc:sldMk cId="2385203735" sldId="259"/>
            <ac:spMk id="41" creationId="{00000000-0000-0000-0000-000000000000}"/>
          </ac:spMkLst>
        </pc:spChg>
        <pc:spChg chg="del">
          <ac:chgData name="Nikki Papenfus" userId="2a405823-0c8b-419b-afb6-8159926c2e17" providerId="ADAL" clId="{C4CD5978-2643-4E14-BB26-37358CB1C7B2}" dt="2023-05-31T13:56:40.029" v="3054" actId="478"/>
          <ac:spMkLst>
            <pc:docMk/>
            <pc:sldMk cId="2385203735" sldId="259"/>
            <ac:spMk id="61" creationId="{00000000-0000-0000-0000-000000000000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4" creationId="{93E37531-91B2-A0E3-7BCE-D79B17AE585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5" creationId="{9BAE67B7-B167-5C95-4D12-39F8C9225788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6" creationId="{FE76D7B9-4AFE-DBF8-BFB2-30096338EC43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7" creationId="{BEADB86B-55F9-96D4-033C-35E19C0AC1A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8" creationId="{54C4C776-0B45-E026-B139-EC0AA70CB792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9" creationId="{86FC2735-C2FB-8208-5A5A-AD14A868CED2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0" creationId="{092E6339-408C-BD9A-E547-802B86338EEE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1" creationId="{16CCE726-38DF-CE8A-69E9-3CB17902CDD6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2" creationId="{7B188F08-3010-E39B-7004-8D63FE39E1D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3" creationId="{B22C1F09-4361-D2EA-CA86-0B04CA2CFFBF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4" creationId="{664769E3-A92E-85BD-C6F6-E2288FC98C3E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6" creationId="{D6B5F86C-E658-E9AD-B6F4-4516BE2458CC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7" creationId="{053BEBE2-E394-5FF7-2989-DD1F9D8F6E36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8" creationId="{2FADE484-3896-34D3-925F-18EF8872A954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9" creationId="{A1F52DAC-8EF7-5013-75B6-AA5FE7E7F68B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0" creationId="{4446FD36-2790-444A-8407-17ACDE88263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1" creationId="{558C9CAD-D17D-CBFC-08D9-D626D619D2A9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2" creationId="{5C497676-7D42-F479-B843-A215F374E5F0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3" creationId="{DA0F3FE7-AB7F-A3D4-4D1E-C5F3E1A188E3}"/>
          </ac:spMkLst>
        </pc:spChg>
        <pc:grpChg chg="del">
          <ac:chgData name="Nikki Papenfus" userId="2a405823-0c8b-419b-afb6-8159926c2e17" providerId="ADAL" clId="{C4CD5978-2643-4E14-BB26-37358CB1C7B2}" dt="2023-05-31T14:14:00.581" v="3381" actId="21"/>
          <ac:grpSpMkLst>
            <pc:docMk/>
            <pc:sldMk cId="2385203735" sldId="259"/>
            <ac:grpSpMk id="40" creationId="{00000000-0000-0000-0000-000000000000}"/>
          </ac:grpSpMkLst>
        </pc:grpChg>
        <pc:grpChg chg="del">
          <ac:chgData name="Nikki Papenfus" userId="2a405823-0c8b-419b-afb6-8159926c2e17" providerId="ADAL" clId="{C4CD5978-2643-4E14-BB26-37358CB1C7B2}" dt="2023-05-31T13:56:40.029" v="3054" actId="478"/>
          <ac:grpSpMkLst>
            <pc:docMk/>
            <pc:sldMk cId="2385203735" sldId="259"/>
            <ac:grpSpMk id="59" creationId="{00000000-0000-0000-0000-000000000000}"/>
          </ac:grpSpMkLst>
        </pc:grpChg>
        <pc:picChg chg="del">
          <ac:chgData name="Nikki Papenfus" userId="2a405823-0c8b-419b-afb6-8159926c2e17" providerId="ADAL" clId="{C4CD5978-2643-4E14-BB26-37358CB1C7B2}" dt="2023-05-31T13:44:14.588" v="2890" actId="478"/>
          <ac:picMkLst>
            <pc:docMk/>
            <pc:sldMk cId="2385203735" sldId="259"/>
            <ac:picMk id="62" creationId="{00000000-0000-0000-0000-000000000000}"/>
          </ac:picMkLst>
        </pc:picChg>
        <pc:picChg chg="del">
          <ac:chgData name="Nikki Papenfus" userId="2a405823-0c8b-419b-afb6-8159926c2e17" providerId="ADAL" clId="{C4CD5978-2643-4E14-BB26-37358CB1C7B2}" dt="2023-05-31T13:43:21.862" v="2888" actId="478"/>
          <ac:picMkLst>
            <pc:docMk/>
            <pc:sldMk cId="2385203735" sldId="259"/>
            <ac:picMk id="63" creationId="{00000000-0000-0000-0000-000000000000}"/>
          </ac:picMkLst>
        </pc:picChg>
        <pc:picChg chg="del">
          <ac:chgData name="Nikki Papenfus" userId="2a405823-0c8b-419b-afb6-8159926c2e17" providerId="ADAL" clId="{C4CD5978-2643-4E14-BB26-37358CB1C7B2}" dt="2023-05-31T13:43:17.104" v="2884" actId="478"/>
          <ac:picMkLst>
            <pc:docMk/>
            <pc:sldMk cId="2385203735" sldId="259"/>
            <ac:picMk id="75" creationId="{00000000-0000-0000-0000-000000000000}"/>
          </ac:picMkLst>
        </pc:picChg>
      </pc:sldChg>
      <pc:sldChg chg="addSp delSp modSp mod ord">
        <pc:chgData name="Nikki Papenfus" userId="2a405823-0c8b-419b-afb6-8159926c2e17" providerId="ADAL" clId="{C4CD5978-2643-4E14-BB26-37358CB1C7B2}" dt="2023-06-01T16:05:17.398" v="12263" actId="20577"/>
        <pc:sldMkLst>
          <pc:docMk/>
          <pc:sldMk cId="131517736" sldId="381"/>
        </pc:sldMkLst>
        <pc:spChg chg="mod">
          <ac:chgData name="Nikki Papenfus" userId="2a405823-0c8b-419b-afb6-8159926c2e17" providerId="ADAL" clId="{C4CD5978-2643-4E14-BB26-37358CB1C7B2}" dt="2023-06-01T16:03:57.024" v="12202" actId="20577"/>
          <ac:spMkLst>
            <pc:docMk/>
            <pc:sldMk cId="131517736" sldId="381"/>
            <ac:spMk id="2" creationId="{E876FE0B-444E-4DB9-84ED-BA36E3749E92}"/>
          </ac:spMkLst>
        </pc:spChg>
        <pc:spChg chg="add del mod">
          <ac:chgData name="Nikki Papenfus" userId="2a405823-0c8b-419b-afb6-8159926c2e17" providerId="ADAL" clId="{C4CD5978-2643-4E14-BB26-37358CB1C7B2}" dt="2023-06-01T07:43:17.726" v="7401" actId="478"/>
          <ac:spMkLst>
            <pc:docMk/>
            <pc:sldMk cId="131517736" sldId="381"/>
            <ac:spMk id="5" creationId="{86BD6933-4098-5940-46D1-EF4AE7F417DD}"/>
          </ac:spMkLst>
        </pc:spChg>
        <pc:spChg chg="mod">
          <ac:chgData name="Nikki Papenfus" userId="2a405823-0c8b-419b-afb6-8159926c2e17" providerId="ADAL" clId="{C4CD5978-2643-4E14-BB26-37358CB1C7B2}" dt="2023-06-01T16:05:17.398" v="12263" actId="20577"/>
          <ac:spMkLst>
            <pc:docMk/>
            <pc:sldMk cId="131517736" sldId="381"/>
            <ac:spMk id="7" creationId="{1C87C501-E33B-4C79-9659-C4B32C2525B6}"/>
          </ac:spMkLst>
        </pc:spChg>
        <pc:grpChg chg="add del">
          <ac:chgData name="Nikki Papenfus" userId="2a405823-0c8b-419b-afb6-8159926c2e17" providerId="ADAL" clId="{C4CD5978-2643-4E14-BB26-37358CB1C7B2}" dt="2023-06-01T07:42:28.287" v="7373" actId="478"/>
          <ac:grpSpMkLst>
            <pc:docMk/>
            <pc:sldMk cId="131517736" sldId="381"/>
            <ac:grpSpMk id="35" creationId="{F50080C6-27A7-4A56-9FD4-07C9830E8A8D}"/>
          </ac:grpSpMkLst>
        </pc:grpChg>
        <pc:graphicFrameChg chg="add del mod modGraphic">
          <ac:chgData name="Nikki Papenfus" userId="2a405823-0c8b-419b-afb6-8159926c2e17" providerId="ADAL" clId="{C4CD5978-2643-4E14-BB26-37358CB1C7B2}" dt="2023-06-01T07:42:35.505" v="7374" actId="478"/>
          <ac:graphicFrameMkLst>
            <pc:docMk/>
            <pc:sldMk cId="131517736" sldId="381"/>
            <ac:graphicFrameMk id="3" creationId="{43AB3E69-2700-4D5D-897A-91255BC7C841}"/>
          </ac:graphicFrameMkLst>
        </pc:graphicFrameChg>
        <pc:picChg chg="add del">
          <ac:chgData name="Nikki Papenfus" userId="2a405823-0c8b-419b-afb6-8159926c2e17" providerId="ADAL" clId="{C4CD5978-2643-4E14-BB26-37358CB1C7B2}" dt="2023-06-01T07:42:28.287" v="7373" actId="478"/>
          <ac:picMkLst>
            <pc:docMk/>
            <pc:sldMk cId="131517736" sldId="381"/>
            <ac:picMk id="4" creationId="{7155BA96-29DA-48AA-B114-950798BEB29E}"/>
          </ac:picMkLst>
        </pc:picChg>
        <pc:picChg chg="add del">
          <ac:chgData name="Nikki Papenfus" userId="2a405823-0c8b-419b-afb6-8159926c2e17" providerId="ADAL" clId="{C4CD5978-2643-4E14-BB26-37358CB1C7B2}" dt="2023-06-01T07:42:36.447" v="7375" actId="478"/>
          <ac:picMkLst>
            <pc:docMk/>
            <pc:sldMk cId="131517736" sldId="381"/>
            <ac:picMk id="6" creationId="{6F759CD4-B754-47FC-9C0C-D4737ABE3A48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5-31T14:04:39.673" v="3116" actId="47"/>
        <pc:sldMkLst>
          <pc:docMk/>
          <pc:sldMk cId="2279783741" sldId="400"/>
        </pc:sldMkLst>
        <pc:spChg chg="add mod">
          <ac:chgData name="Nikki Papenfus" userId="2a405823-0c8b-419b-afb6-8159926c2e17" providerId="ADAL" clId="{C4CD5978-2643-4E14-BB26-37358CB1C7B2}" dt="2023-05-31T14:03:50.507" v="3104" actId="1076"/>
          <ac:spMkLst>
            <pc:docMk/>
            <pc:sldMk cId="2279783741" sldId="400"/>
            <ac:spMk id="6" creationId="{7E20151D-7071-0589-248E-3D41A3CDCDB8}"/>
          </ac:spMkLst>
        </pc:spChg>
        <pc:spChg chg="mod">
          <ac:chgData name="Nikki Papenfus" userId="2a405823-0c8b-419b-afb6-8159926c2e17" providerId="ADAL" clId="{C4CD5978-2643-4E14-BB26-37358CB1C7B2}" dt="2023-05-31T14:02:29.244" v="3087" actId="108"/>
          <ac:spMkLst>
            <pc:docMk/>
            <pc:sldMk cId="2279783741" sldId="400"/>
            <ac:spMk id="20" creationId="{3E4B34F2-68D6-42EE-AEA0-453D7A40A0FF}"/>
          </ac:spMkLst>
        </pc:spChg>
        <pc:spChg chg="add del">
          <ac:chgData name="Nikki Papenfus" userId="2a405823-0c8b-419b-afb6-8159926c2e17" providerId="ADAL" clId="{C4CD5978-2643-4E14-BB26-37358CB1C7B2}" dt="2023-05-31T14:03:15.571" v="3097" actId="478"/>
          <ac:spMkLst>
            <pc:docMk/>
            <pc:sldMk cId="2279783741" sldId="400"/>
            <ac:spMk id="36" creationId="{3AFCAE5F-808F-4A12-958B-5E40907C1789}"/>
          </ac:spMkLst>
        </pc:spChg>
        <pc:spChg chg="del mod">
          <ac:chgData name="Nikki Papenfus" userId="2a405823-0c8b-419b-afb6-8159926c2e17" providerId="ADAL" clId="{C4CD5978-2643-4E14-BB26-37358CB1C7B2}" dt="2023-05-31T14:02:45.303" v="3090" actId="478"/>
          <ac:spMkLst>
            <pc:docMk/>
            <pc:sldMk cId="2279783741" sldId="400"/>
            <ac:spMk id="52" creationId="{78C53321-B906-4288-9203-2CA6FBAC5A17}"/>
          </ac:spMkLst>
        </pc:spChg>
        <pc:spChg chg="mod">
          <ac:chgData name="Nikki Papenfus" userId="2a405823-0c8b-419b-afb6-8159926c2e17" providerId="ADAL" clId="{C4CD5978-2643-4E14-BB26-37358CB1C7B2}" dt="2023-05-31T14:04:16.833" v="3110" actId="14100"/>
          <ac:spMkLst>
            <pc:docMk/>
            <pc:sldMk cId="2279783741" sldId="400"/>
            <ac:spMk id="56" creationId="{309888BD-7DF1-40B2-8133-22CBCCBF8137}"/>
          </ac:spMkLst>
        </pc:spChg>
        <pc:spChg chg="add del mod">
          <ac:chgData name="Nikki Papenfus" userId="2a405823-0c8b-419b-afb6-8159926c2e17" providerId="ADAL" clId="{C4CD5978-2643-4E14-BB26-37358CB1C7B2}" dt="2023-05-31T14:04:34.176" v="3115" actId="14100"/>
          <ac:spMkLst>
            <pc:docMk/>
            <pc:sldMk cId="2279783741" sldId="400"/>
            <ac:spMk id="57" creationId="{8F7763C0-0A4D-4FD9-87C6-0CA52327D256}"/>
          </ac:spMkLst>
        </pc:spChg>
        <pc:spChg chg="mod">
          <ac:chgData name="Nikki Papenfus" userId="2a405823-0c8b-419b-afb6-8159926c2e17" providerId="ADAL" clId="{C4CD5978-2643-4E14-BB26-37358CB1C7B2}" dt="2023-05-31T14:03:54.259" v="3105" actId="14100"/>
          <ac:spMkLst>
            <pc:docMk/>
            <pc:sldMk cId="2279783741" sldId="400"/>
            <ac:spMk id="68" creationId="{72AE277F-ADCE-4C0F-BB83-D7274AD337BB}"/>
          </ac:spMkLst>
        </pc:spChg>
        <pc:spChg chg="mod">
          <ac:chgData name="Nikki Papenfus" userId="2a405823-0c8b-419b-afb6-8159926c2e17" providerId="ADAL" clId="{C4CD5978-2643-4E14-BB26-37358CB1C7B2}" dt="2023-05-31T14:03:39.106" v="3102" actId="1076"/>
          <ac:spMkLst>
            <pc:docMk/>
            <pc:sldMk cId="2279783741" sldId="400"/>
            <ac:spMk id="70" creationId="{065F97B9-366C-4BC9-924E-E59577D9261B}"/>
          </ac:spMkLst>
        </pc:spChg>
        <pc:picChg chg="del">
          <ac:chgData name="Nikki Papenfus" userId="2a405823-0c8b-419b-afb6-8159926c2e17" providerId="ADAL" clId="{C4CD5978-2643-4E14-BB26-37358CB1C7B2}" dt="2023-05-31T14:02:39.156" v="3088" actId="478"/>
          <ac:picMkLst>
            <pc:docMk/>
            <pc:sldMk cId="2279783741" sldId="400"/>
            <ac:picMk id="5" creationId="{97D8C327-7029-4D4E-8225-991BB49F8512}"/>
          </ac:picMkLst>
        </pc:picChg>
      </pc:sldChg>
      <pc:sldChg chg="delSp modSp add del mod">
        <pc:chgData name="Nikki Papenfus" userId="2a405823-0c8b-419b-afb6-8159926c2e17" providerId="ADAL" clId="{C4CD5978-2643-4E14-BB26-37358CB1C7B2}" dt="2023-05-31T15:37:28.098" v="5603" actId="47"/>
        <pc:sldMkLst>
          <pc:docMk/>
          <pc:sldMk cId="3758008660" sldId="435"/>
        </pc:sldMkLst>
        <pc:spChg chg="mod">
          <ac:chgData name="Nikki Papenfus" userId="2a405823-0c8b-419b-afb6-8159926c2e17" providerId="ADAL" clId="{C4CD5978-2643-4E14-BB26-37358CB1C7B2}" dt="2023-05-31T15:37:12.509" v="5601" actId="6549"/>
          <ac:spMkLst>
            <pc:docMk/>
            <pc:sldMk cId="3758008660" sldId="435"/>
            <ac:spMk id="3" creationId="{1A94A419-D1D2-43CD-98AF-85762651A062}"/>
          </ac:spMkLst>
        </pc:spChg>
        <pc:spChg chg="mod">
          <ac:chgData name="Nikki Papenfus" userId="2a405823-0c8b-419b-afb6-8159926c2e17" providerId="ADAL" clId="{C4CD5978-2643-4E14-BB26-37358CB1C7B2}" dt="2023-05-31T15:36:42.383" v="5585" actId="6549"/>
          <ac:spMkLst>
            <pc:docMk/>
            <pc:sldMk cId="3758008660" sldId="435"/>
            <ac:spMk id="29" creationId="{D0D13029-7FCE-4659-9B86-CF1918B21B7D}"/>
          </ac:spMkLst>
        </pc:spChg>
        <pc:spChg chg="mod">
          <ac:chgData name="Nikki Papenfus" userId="2a405823-0c8b-419b-afb6-8159926c2e17" providerId="ADAL" clId="{C4CD5978-2643-4E14-BB26-37358CB1C7B2}" dt="2023-05-31T15:37:07.166" v="5600" actId="207"/>
          <ac:spMkLst>
            <pc:docMk/>
            <pc:sldMk cId="3758008660" sldId="435"/>
            <ac:spMk id="39" creationId="{D4BA9FCA-B768-4488-BBD9-A5FDF12FBE27}"/>
          </ac:spMkLst>
        </pc:spChg>
        <pc:spChg chg="del">
          <ac:chgData name="Nikki Papenfus" userId="2a405823-0c8b-419b-afb6-8159926c2e17" providerId="ADAL" clId="{C4CD5978-2643-4E14-BB26-37358CB1C7B2}" dt="2023-05-31T15:36:47.555" v="5587" actId="478"/>
          <ac:spMkLst>
            <pc:docMk/>
            <pc:sldMk cId="3758008660" sldId="435"/>
            <ac:spMk id="52" creationId="{78C53321-B906-4288-9203-2CA6FBAC5A17}"/>
          </ac:spMkLst>
        </pc:spChg>
        <pc:spChg chg="mod">
          <ac:chgData name="Nikki Papenfus" userId="2a405823-0c8b-419b-afb6-8159926c2e17" providerId="ADAL" clId="{C4CD5978-2643-4E14-BB26-37358CB1C7B2}" dt="2023-05-31T15:37:05.017" v="5599" actId="207"/>
          <ac:spMkLst>
            <pc:docMk/>
            <pc:sldMk cId="3758008660" sldId="435"/>
            <ac:spMk id="62" creationId="{954C1D1F-3B33-40BC-9DCC-88F812F6FABF}"/>
          </ac:spMkLst>
        </pc:spChg>
        <pc:spChg chg="mod">
          <ac:chgData name="Nikki Papenfus" userId="2a405823-0c8b-419b-afb6-8159926c2e17" providerId="ADAL" clId="{C4CD5978-2643-4E14-BB26-37358CB1C7B2}" dt="2023-05-31T15:36:56.197" v="5598" actId="14100"/>
          <ac:spMkLst>
            <pc:docMk/>
            <pc:sldMk cId="3758008660" sldId="435"/>
            <ac:spMk id="63" creationId="{FAF62AAA-FAFF-478D-84C5-7E5559983323}"/>
          </ac:spMkLst>
        </pc:spChg>
        <pc:picChg chg="del">
          <ac:chgData name="Nikki Papenfus" userId="2a405823-0c8b-419b-afb6-8159926c2e17" providerId="ADAL" clId="{C4CD5978-2643-4E14-BB26-37358CB1C7B2}" dt="2023-05-31T15:36:45.401" v="5586" actId="478"/>
          <ac:picMkLst>
            <pc:docMk/>
            <pc:sldMk cId="3758008660" sldId="435"/>
            <ac:picMk id="5" creationId="{97D8C327-7029-4D4E-8225-991BB49F8512}"/>
          </ac:picMkLst>
        </pc:picChg>
      </pc:sldChg>
      <pc:sldChg chg="addSp delSp modSp add mod ord delCm">
        <pc:chgData name="Nikki Papenfus" userId="2a405823-0c8b-419b-afb6-8159926c2e17" providerId="ADAL" clId="{C4CD5978-2643-4E14-BB26-37358CB1C7B2}" dt="2023-06-02T08:05:10.812" v="12510" actId="1035"/>
        <pc:sldMkLst>
          <pc:docMk/>
          <pc:sldMk cId="3075885343" sldId="468"/>
        </pc:sldMkLst>
        <pc:spChg chg="add mod">
          <ac:chgData name="Nikki Papenfus" userId="2a405823-0c8b-419b-afb6-8159926c2e17" providerId="ADAL" clId="{C4CD5978-2643-4E14-BB26-37358CB1C7B2}" dt="2023-06-01T15:57:02.512" v="12066" actId="12788"/>
          <ac:spMkLst>
            <pc:docMk/>
            <pc:sldMk cId="3075885343" sldId="468"/>
            <ac:spMk id="2" creationId="{AEFB7BD2-0199-A885-D5CE-1D77CCB9D647}"/>
          </ac:spMkLst>
        </pc:spChg>
        <pc:spChg chg="mod">
          <ac:chgData name="Nikki Papenfus" userId="2a405823-0c8b-419b-afb6-8159926c2e17" providerId="ADAL" clId="{C4CD5978-2643-4E14-BB26-37358CB1C7B2}" dt="2023-06-01T15:30:47.192" v="11160" actId="1076"/>
          <ac:spMkLst>
            <pc:docMk/>
            <pc:sldMk cId="3075885343" sldId="468"/>
            <ac:spMk id="3" creationId="{C3855533-CC1A-4D2B-9878-FC0D6C53A67A}"/>
          </ac:spMkLst>
        </pc:spChg>
        <pc:spChg chg="add del mod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4" creationId="{E5542399-E5CF-B33B-C171-7D06173D4CF0}"/>
          </ac:spMkLst>
        </pc:spChg>
        <pc:spChg chg="add del mod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6" creationId="{77D13CDC-5070-63D3-2360-6ED802759FB0}"/>
          </ac:spMkLst>
        </pc:spChg>
        <pc:spChg chg="add del mod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7" creationId="{417301ED-6741-F703-929A-B377707BA5ED}"/>
          </ac:spMkLst>
        </pc:spChg>
        <pc:spChg chg="add mod">
          <ac:chgData name="Nikki Papenfus" userId="2a405823-0c8b-419b-afb6-8159926c2e17" providerId="ADAL" clId="{C4CD5978-2643-4E14-BB26-37358CB1C7B2}" dt="2023-06-02T07:09:55.210" v="12298" actId="12788"/>
          <ac:spMkLst>
            <pc:docMk/>
            <pc:sldMk cId="3075885343" sldId="468"/>
            <ac:spMk id="8" creationId="{895DE33D-83BA-B7E4-F4AA-895E924E54A1}"/>
          </ac:spMkLst>
        </pc:spChg>
        <pc:spChg chg="add mod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10" creationId="{A6BF02EC-2EC6-D458-2E7F-0C3997DC81BF}"/>
          </ac:spMkLst>
        </pc:spChg>
        <pc:spChg chg="add mod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11" creationId="{1059C6AD-C812-85D9-2A11-01DEB7F0894A}"/>
          </ac:spMkLst>
        </pc:spChg>
        <pc:spChg chg="add mod ord topLvl">
          <ac:chgData name="Nikki Papenfus" userId="2a405823-0c8b-419b-afb6-8159926c2e17" providerId="ADAL" clId="{C4CD5978-2643-4E14-BB26-37358CB1C7B2}" dt="2023-06-01T15:57:02.512" v="12066" actId="12788"/>
          <ac:spMkLst>
            <pc:docMk/>
            <pc:sldMk cId="3075885343" sldId="468"/>
            <ac:spMk id="12" creationId="{2EB7780C-0256-6704-FFAC-33AD558AC5CE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13" creationId="{B455EB5F-165E-3027-69FE-4F84DC3F8AF1}"/>
          </ac:spMkLst>
        </pc:spChg>
        <pc:spChg chg="add del mod topLvl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14" creationId="{95D59647-705D-B9AC-D297-E13BC4C51DB7}"/>
          </ac:spMkLst>
        </pc:spChg>
        <pc:spChg chg="del mod">
          <ac:chgData name="Nikki Papenfus" userId="2a405823-0c8b-419b-afb6-8159926c2e17" providerId="ADAL" clId="{C4CD5978-2643-4E14-BB26-37358CB1C7B2}" dt="2023-05-31T15:44:57.424" v="5948" actId="478"/>
          <ac:spMkLst>
            <pc:docMk/>
            <pc:sldMk cId="3075885343" sldId="468"/>
            <ac:spMk id="15" creationId="{2C89B287-31C9-45A8-9977-D6F39AECA62B}"/>
          </ac:spMkLst>
        </pc:spChg>
        <pc:spChg chg="add mod">
          <ac:chgData name="Nikki Papenfus" userId="2a405823-0c8b-419b-afb6-8159926c2e17" providerId="ADAL" clId="{C4CD5978-2643-4E14-BB26-37358CB1C7B2}" dt="2023-06-01T15:57:38.025" v="12073" actId="14100"/>
          <ac:spMkLst>
            <pc:docMk/>
            <pc:sldMk cId="3075885343" sldId="468"/>
            <ac:spMk id="15" creationId="{ED83E17E-F9B1-26F1-25FA-3C79A7124019}"/>
          </ac:spMkLst>
        </pc:spChg>
        <pc:spChg chg="del mod">
          <ac:chgData name="Nikki Papenfus" userId="2a405823-0c8b-419b-afb6-8159926c2e17" providerId="ADAL" clId="{C4CD5978-2643-4E14-BB26-37358CB1C7B2}" dt="2023-06-01T16:09:17.116" v="12275" actId="478"/>
          <ac:spMkLst>
            <pc:docMk/>
            <pc:sldMk cId="3075885343" sldId="468"/>
            <ac:spMk id="16" creationId="{9BC31F63-4422-4C49-9CAC-6463A9EF5849}"/>
          </ac:spMkLst>
        </pc:spChg>
        <pc:spChg chg="add mod topLvl">
          <ac:chgData name="Nikki Papenfus" userId="2a405823-0c8b-419b-afb6-8159926c2e17" providerId="ADAL" clId="{C4CD5978-2643-4E14-BB26-37358CB1C7B2}" dt="2023-06-02T07:10:00.136" v="12302" actId="1038"/>
          <ac:spMkLst>
            <pc:docMk/>
            <pc:sldMk cId="3075885343" sldId="468"/>
            <ac:spMk id="18" creationId="{D9B47A07-F401-9482-58A8-9680B9E8B16B}"/>
          </ac:spMkLst>
        </pc:spChg>
        <pc:spChg chg="add del mod topLvl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19" creationId="{1E85399F-2F1E-B337-93C2-7865A24F41C0}"/>
          </ac:spMkLst>
        </pc:spChg>
        <pc:spChg chg="add del mod topLvl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20" creationId="{91BC4F5C-B14D-0011-B5C6-BFBF269D84D9}"/>
          </ac:spMkLst>
        </pc:spChg>
        <pc:spChg chg="add mod topLvl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23" creationId="{F92A9EBF-09EB-9F32-1B1E-EBE9B6738CA9}"/>
          </ac:spMkLst>
        </pc:spChg>
        <pc:spChg chg="mod">
          <ac:chgData name="Nikki Papenfus" userId="2a405823-0c8b-419b-afb6-8159926c2e17" providerId="ADAL" clId="{C4CD5978-2643-4E14-BB26-37358CB1C7B2}" dt="2023-06-01T15:59:53.712" v="12138"/>
          <ac:spMkLst>
            <pc:docMk/>
            <pc:sldMk cId="3075885343" sldId="468"/>
            <ac:spMk id="24" creationId="{9DB6902C-A3E2-452F-9D3C-87060177A9BE}"/>
          </ac:spMkLst>
        </pc:spChg>
        <pc:spChg chg="add del mod">
          <ac:chgData name="Nikki Papenfus" userId="2a405823-0c8b-419b-afb6-8159926c2e17" providerId="ADAL" clId="{C4CD5978-2643-4E14-BB26-37358CB1C7B2}" dt="2023-06-01T15:51:33.189" v="11880" actId="478"/>
          <ac:spMkLst>
            <pc:docMk/>
            <pc:sldMk cId="3075885343" sldId="468"/>
            <ac:spMk id="26" creationId="{53A782AA-2F55-246F-AC0A-DE6CD0BAEF35}"/>
          </ac:spMkLst>
        </pc:spChg>
        <pc:spChg chg="del mod">
          <ac:chgData name="Nikki Papenfus" userId="2a405823-0c8b-419b-afb6-8159926c2e17" providerId="ADAL" clId="{C4CD5978-2643-4E14-BB26-37358CB1C7B2}" dt="2023-05-31T15:44:57.424" v="5948" actId="478"/>
          <ac:spMkLst>
            <pc:docMk/>
            <pc:sldMk cId="3075885343" sldId="468"/>
            <ac:spMk id="26" creationId="{E02E3322-CBD8-4983-B638-7C6A56A53923}"/>
          </ac:spMkLst>
        </pc:spChg>
        <pc:spChg chg="add mod topLvl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28" creationId="{87D1CE84-016D-34F8-A1EC-85D00E6FE765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29" creationId="{9A70F75C-B220-5A8B-4BAE-28EC46DB917C}"/>
          </ac:spMkLst>
        </pc:spChg>
        <pc:spChg chg="mo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30" creationId="{6323B6EE-FEE9-4276-AA71-41F27C374F85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32" creationId="{2A4F39AF-CCF1-C622-A3D6-BB7320535619}"/>
          </ac:spMkLst>
        </pc:spChg>
        <pc:spChg chg="add mod ord">
          <ac:chgData name="Nikki Papenfus" userId="2a405823-0c8b-419b-afb6-8159926c2e17" providerId="ADAL" clId="{C4CD5978-2643-4E14-BB26-37358CB1C7B2}" dt="2023-06-01T16:09:39.218" v="12283" actId="1076"/>
          <ac:spMkLst>
            <pc:docMk/>
            <pc:sldMk cId="3075885343" sldId="468"/>
            <ac:spMk id="33" creationId="{D486188C-5D6B-0BE6-FD99-6362215BA5D9}"/>
          </ac:spMkLst>
        </pc:spChg>
        <pc:spChg chg="mo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34" creationId="{CE6BDE70-8B29-4198-837D-0523A3A7ABFC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37" creationId="{94094AFA-2559-156F-2E9D-97DA1DA71A5F}"/>
          </ac:spMkLst>
        </pc:spChg>
        <pc:spChg chg="del mod">
          <ac:chgData name="Nikki Papenfus" userId="2a405823-0c8b-419b-afb6-8159926c2e17" providerId="ADAL" clId="{C4CD5978-2643-4E14-BB26-37358CB1C7B2}" dt="2023-05-31T15:58:13.823" v="6420" actId="478"/>
          <ac:spMkLst>
            <pc:docMk/>
            <pc:sldMk cId="3075885343" sldId="468"/>
            <ac:spMk id="38" creationId="{C4EFFF36-4A7C-4D73-8F9F-5EEA9A12AAE7}"/>
          </ac:spMkLst>
        </pc:spChg>
        <pc:spChg chg="add del mod">
          <ac:chgData name="Nikki Papenfus" userId="2a405823-0c8b-419b-afb6-8159926c2e17" providerId="ADAL" clId="{C4CD5978-2643-4E14-BB26-37358CB1C7B2}" dt="2023-06-01T15:51:33.189" v="11880" actId="478"/>
          <ac:spMkLst>
            <pc:docMk/>
            <pc:sldMk cId="3075885343" sldId="468"/>
            <ac:spMk id="38" creationId="{E7F41747-E188-B27B-A735-222D63227106}"/>
          </ac:spMkLst>
        </pc:spChg>
        <pc:spChg chg="del mod">
          <ac:chgData name="Nikki Papenfus" userId="2a405823-0c8b-419b-afb6-8159926c2e17" providerId="ADAL" clId="{C4CD5978-2643-4E14-BB26-37358CB1C7B2}" dt="2023-05-31T15:58:12.009" v="6419" actId="478"/>
          <ac:spMkLst>
            <pc:docMk/>
            <pc:sldMk cId="3075885343" sldId="468"/>
            <ac:spMk id="39" creationId="{21624F91-A781-49B9-B856-B950F5DF5591}"/>
          </ac:spMkLst>
        </pc:spChg>
        <pc:spChg chg="add mod">
          <ac:chgData name="Nikki Papenfus" userId="2a405823-0c8b-419b-afb6-8159926c2e17" providerId="ADAL" clId="{C4CD5978-2643-4E14-BB26-37358CB1C7B2}" dt="2023-06-02T07:10:00.136" v="12302" actId="1038"/>
          <ac:spMkLst>
            <pc:docMk/>
            <pc:sldMk cId="3075885343" sldId="468"/>
            <ac:spMk id="40" creationId="{1A193BC2-27B6-4AE5-8F91-CC26A69104E7}"/>
          </ac:spMkLst>
        </pc:spChg>
        <pc:spChg chg="del mod">
          <ac:chgData name="Nikki Papenfus" userId="2a405823-0c8b-419b-afb6-8159926c2e17" providerId="ADAL" clId="{C4CD5978-2643-4E14-BB26-37358CB1C7B2}" dt="2023-05-31T15:54:15.830" v="6190" actId="478"/>
          <ac:spMkLst>
            <pc:docMk/>
            <pc:sldMk cId="3075885343" sldId="468"/>
            <ac:spMk id="40" creationId="{E73CB023-279A-4A7B-B9C6-81A130C70A18}"/>
          </ac:spMkLst>
        </pc:spChg>
        <pc:spChg chg="mod ord">
          <ac:chgData name="Nikki Papenfus" userId="2a405823-0c8b-419b-afb6-8159926c2e17" providerId="ADAL" clId="{C4CD5978-2643-4E14-BB26-37358CB1C7B2}" dt="2023-06-01T15:59:38.643" v="12136" actId="1035"/>
          <ac:spMkLst>
            <pc:docMk/>
            <pc:sldMk cId="3075885343" sldId="468"/>
            <ac:spMk id="41" creationId="{E6646699-D72F-4385-B08F-78ADC17CA36A}"/>
          </ac:spMkLst>
        </pc:spChg>
        <pc:spChg chg="mod or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42" creationId="{A5BE81CA-F9DF-4924-8A50-73936BC872E7}"/>
          </ac:spMkLst>
        </pc:spChg>
        <pc:spChg chg="mo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43" creationId="{37DDABF1-AEEA-419D-9155-AC064EACA051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44" creationId="{2B769468-ADDF-43E9-A770-BCB0D84BA67D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45" creationId="{BC1DC827-C5F9-46EA-B808-8FE927A1C19E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46" creationId="{107B5757-6512-7919-116E-7E26BE1DFEF0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47" creationId="{3E16AD9A-5725-45D3-A69B-9E7419046916}"/>
          </ac:spMkLst>
        </pc:spChg>
        <pc:spChg chg="add mod topLvl">
          <ac:chgData name="Nikki Papenfus" userId="2a405823-0c8b-419b-afb6-8159926c2e17" providerId="ADAL" clId="{C4CD5978-2643-4E14-BB26-37358CB1C7B2}" dt="2023-06-02T07:09:55.210" v="12298" actId="12788"/>
          <ac:spMkLst>
            <pc:docMk/>
            <pc:sldMk cId="3075885343" sldId="468"/>
            <ac:spMk id="48" creationId="{BD7AB968-0C5F-BF5C-A538-E592F56C54B3}"/>
          </ac:spMkLst>
        </pc:spChg>
        <pc:spChg chg="del mod ord">
          <ac:chgData name="Nikki Papenfus" userId="2a405823-0c8b-419b-afb6-8159926c2e17" providerId="ADAL" clId="{C4CD5978-2643-4E14-BB26-37358CB1C7B2}" dt="2023-06-01T15:51:33.189" v="11880" actId="478"/>
          <ac:spMkLst>
            <pc:docMk/>
            <pc:sldMk cId="3075885343" sldId="468"/>
            <ac:spMk id="50" creationId="{D2F1109B-0A3C-4013-80EA-C0803DB16C67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52" creationId="{3903E09D-61B3-44E4-8271-2C547FD30BB6}"/>
          </ac:spMkLst>
        </pc:spChg>
        <pc:spChg chg="mod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53" creationId="{693D04F3-B70C-4B4E-9A0B-ABCD147D57BA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54" creationId="{C03D0A2C-FED7-4253-9BAA-9E67C2F44B2C}"/>
          </ac:spMkLst>
        </pc:spChg>
        <pc:spChg chg="mod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55" creationId="{8243D717-A6BD-4DF8-B015-A0E2FF43F29A}"/>
          </ac:spMkLst>
        </pc:spChg>
        <pc:spChg chg="add mod topLvl">
          <ac:chgData name="Nikki Papenfus" userId="2a405823-0c8b-419b-afb6-8159926c2e17" providerId="ADAL" clId="{C4CD5978-2643-4E14-BB26-37358CB1C7B2}" dt="2023-06-02T07:09:55.210" v="12298" actId="12788"/>
          <ac:spMkLst>
            <pc:docMk/>
            <pc:sldMk cId="3075885343" sldId="468"/>
            <ac:spMk id="57" creationId="{73D8ED19-737E-7E80-2F35-6F123337C2F1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58" creationId="{E4E5C346-6F70-D8D9-3D37-CA4DEC767981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0" creationId="{300569A5-F558-4817-A7D7-4E8E76513E06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62" creationId="{377A4F28-4925-04E0-3257-87EE552EAC1A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4" creationId="{2117209D-BF02-4E5A-B5A4-C1458B31B14D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5" creationId="{A05A173C-FCE7-49B8-B7B7-866452C1ED16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6" creationId="{08093010-8DEE-4E06-B924-04A18CE50AFD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7" creationId="{AED46650-E06F-4943-A3B3-E2AD63072F99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8" creationId="{268428A9-8E1D-4137-9FE8-00E26B283EA3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9" creationId="{B4694848-6BB8-491B-A16D-F8145A38CACD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71" creationId="{9DEF793B-4E81-348D-001E-B8CAE06E3219}"/>
          </ac:spMkLst>
        </pc:spChg>
        <pc:spChg chg="add mod topLvl">
          <ac:chgData name="Nikki Papenfus" userId="2a405823-0c8b-419b-afb6-8159926c2e17" providerId="ADAL" clId="{C4CD5978-2643-4E14-BB26-37358CB1C7B2}" dt="2023-06-01T15:59:25.526" v="12134" actId="6549"/>
          <ac:spMkLst>
            <pc:docMk/>
            <pc:sldMk cId="3075885343" sldId="468"/>
            <ac:spMk id="72" creationId="{B4E33628-6F48-2092-9ACF-A67D69DAFC2B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73" creationId="{BBD39A06-917D-EA14-D626-B83A95C5D09F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74" creationId="{D4185DE2-E70D-1A0E-61A4-0B8B2EE128B0}"/>
          </ac:spMkLst>
        </pc:spChg>
        <pc:spChg chg="mod">
          <ac:chgData name="Nikki Papenfus" userId="2a405823-0c8b-419b-afb6-8159926c2e17" providerId="ADAL" clId="{C4CD5978-2643-4E14-BB26-37358CB1C7B2}" dt="2023-05-31T15:58:35.019" v="6424"/>
          <ac:spMkLst>
            <pc:docMk/>
            <pc:sldMk cId="3075885343" sldId="468"/>
            <ac:spMk id="76" creationId="{FAE158B7-5578-767D-2B7C-9E9B33087485}"/>
          </ac:spMkLst>
        </pc:spChg>
        <pc:spChg chg="add del">
          <ac:chgData name="Nikki Papenfus" userId="2a405823-0c8b-419b-afb6-8159926c2e17" providerId="ADAL" clId="{C4CD5978-2643-4E14-BB26-37358CB1C7B2}" dt="2023-05-31T16:04:53.690" v="6551" actId="22"/>
          <ac:spMkLst>
            <pc:docMk/>
            <pc:sldMk cId="3075885343" sldId="468"/>
            <ac:spMk id="79" creationId="{66510C70-B0C5-834F-B10F-0C7A831A7B26}"/>
          </ac:spMkLst>
        </pc:spChg>
        <pc:spChg chg="add del mod">
          <ac:chgData name="Nikki Papenfus" userId="2a405823-0c8b-419b-afb6-8159926c2e17" providerId="ADAL" clId="{C4CD5978-2643-4E14-BB26-37358CB1C7B2}" dt="2023-06-01T15:43:32.235" v="11582" actId="478"/>
          <ac:spMkLst>
            <pc:docMk/>
            <pc:sldMk cId="3075885343" sldId="468"/>
            <ac:spMk id="80" creationId="{0332A69A-1B63-3543-98A1-8EC92DF99EAA}"/>
          </ac:spMkLst>
        </pc:spChg>
        <pc:grpChg chg="del mod">
          <ac:chgData name="Nikki Papenfus" userId="2a405823-0c8b-419b-afb6-8159926c2e17" providerId="ADAL" clId="{C4CD5978-2643-4E14-BB26-37358CB1C7B2}" dt="2023-05-31T16:10:27.635" v="6807" actId="478"/>
          <ac:grpSpMkLst>
            <pc:docMk/>
            <pc:sldMk cId="3075885343" sldId="468"/>
            <ac:grpSpMk id="2" creationId="{D9ABE15A-63B0-4A86-A9B5-390804411F68}"/>
          </ac:grpSpMkLst>
        </pc:grpChg>
        <pc:grpChg chg="del mod">
          <ac:chgData name="Nikki Papenfus" userId="2a405823-0c8b-419b-afb6-8159926c2e17" providerId="ADAL" clId="{C4CD5978-2643-4E14-BB26-37358CB1C7B2}" dt="2023-06-01T15:51:33.189" v="11880" actId="478"/>
          <ac:grpSpMkLst>
            <pc:docMk/>
            <pc:sldMk cId="3075885343" sldId="468"/>
            <ac:grpSpMk id="59" creationId="{D8F1A32D-8C99-4D5F-9D69-BC5D89A12FE6}"/>
          </ac:grpSpMkLst>
        </pc:grpChg>
        <pc:grpChg chg="mod">
          <ac:chgData name="Nikki Papenfus" userId="2a405823-0c8b-419b-afb6-8159926c2e17" providerId="ADAL" clId="{C4CD5978-2643-4E14-BB26-37358CB1C7B2}" dt="2023-05-31T16:22:53.259" v="6854" actId="207"/>
          <ac:grpSpMkLst>
            <pc:docMk/>
            <pc:sldMk cId="3075885343" sldId="468"/>
            <ac:grpSpMk id="61" creationId="{6171A080-3671-4D3F-AF14-DAC24C25DD36}"/>
          </ac:grpSpMkLst>
        </pc:grpChg>
        <pc:grpChg chg="add del mod">
          <ac:chgData name="Nikki Papenfus" userId="2a405823-0c8b-419b-afb6-8159926c2e17" providerId="ADAL" clId="{C4CD5978-2643-4E14-BB26-37358CB1C7B2}" dt="2023-05-31T15:59:41.606" v="6455" actId="478"/>
          <ac:grpSpMkLst>
            <pc:docMk/>
            <pc:sldMk cId="3075885343" sldId="468"/>
            <ac:grpSpMk id="75" creationId="{0F930E84-15A4-0019-0F1A-B3BC4CAA2590}"/>
          </ac:grpSpMkLst>
        </pc:grpChg>
        <pc:grpChg chg="add del mod">
          <ac:chgData name="Nikki Papenfus" userId="2a405823-0c8b-419b-afb6-8159926c2e17" providerId="ADAL" clId="{C4CD5978-2643-4E14-BB26-37358CB1C7B2}" dt="2023-05-31T16:08:19.926" v="6729" actId="165"/>
          <ac:grpSpMkLst>
            <pc:docMk/>
            <pc:sldMk cId="3075885343" sldId="468"/>
            <ac:grpSpMk id="81" creationId="{2D745D89-3777-ED6B-18A9-F0D8C97FB13D}"/>
          </ac:grpSpMkLst>
        </pc:grpChg>
        <pc:grpChg chg="add del mod">
          <ac:chgData name="Nikki Papenfus" userId="2a405823-0c8b-419b-afb6-8159926c2e17" providerId="ADAL" clId="{C4CD5978-2643-4E14-BB26-37358CB1C7B2}" dt="2023-06-01T07:20:55.302" v="6957" actId="165"/>
          <ac:grpSpMkLst>
            <pc:docMk/>
            <pc:sldMk cId="3075885343" sldId="468"/>
            <ac:grpSpMk id="82" creationId="{7AF567AC-A74E-692E-1215-778A8D2F5412}"/>
          </ac:grpSpMkLst>
        </pc:grpChg>
        <pc:graphicFrameChg chg="del mod">
          <ac:chgData name="Nikki Papenfus" userId="2a405823-0c8b-419b-afb6-8159926c2e17" providerId="ADAL" clId="{C4CD5978-2643-4E14-BB26-37358CB1C7B2}" dt="2023-05-31T15:58:15.290" v="6421" actId="478"/>
          <ac:graphicFrameMkLst>
            <pc:docMk/>
            <pc:sldMk cId="3075885343" sldId="468"/>
            <ac:graphicFrameMk id="11" creationId="{2B496D93-6DE6-4E9D-B1DE-C6A0C031FA37}"/>
          </ac:graphicFrameMkLst>
        </pc:graphicFrameChg>
        <pc:picChg chg="add del mod">
          <ac:chgData name="Nikki Papenfus" userId="2a405823-0c8b-419b-afb6-8159926c2e17" providerId="ADAL" clId="{C4CD5978-2643-4E14-BB26-37358CB1C7B2}" dt="2023-06-01T15:51:40.037" v="11881" actId="478"/>
          <ac:picMkLst>
            <pc:docMk/>
            <pc:sldMk cId="3075885343" sldId="468"/>
            <ac:picMk id="5" creationId="{D9DB7CCE-65D8-4884-E5FD-928D7C9B3B9A}"/>
          </ac:picMkLst>
        </pc:picChg>
        <pc:picChg chg="del mod">
          <ac:chgData name="Nikki Papenfus" userId="2a405823-0c8b-419b-afb6-8159926c2e17" providerId="ADAL" clId="{C4CD5978-2643-4E14-BB26-37358CB1C7B2}" dt="2023-05-31T15:58:12.009" v="6419" actId="478"/>
          <ac:picMkLst>
            <pc:docMk/>
            <pc:sldMk cId="3075885343" sldId="468"/>
            <ac:picMk id="5" creationId="{F02D03A7-4B9C-480F-832E-FEF4AA2FEC0A}"/>
          </ac:picMkLst>
        </pc:picChg>
        <pc:picChg chg="add mod">
          <ac:chgData name="Nikki Papenfus" userId="2a405823-0c8b-419b-afb6-8159926c2e17" providerId="ADAL" clId="{C4CD5978-2643-4E14-BB26-37358CB1C7B2}" dt="2023-06-02T07:09:55.210" v="12298" actId="12788"/>
          <ac:picMkLst>
            <pc:docMk/>
            <pc:sldMk cId="3075885343" sldId="468"/>
            <ac:picMk id="9" creationId="{080A1182-2963-0F4F-A83C-E3F4593F836E}"/>
          </ac:picMkLst>
        </pc:picChg>
        <pc:picChg chg="add del mod topLvl">
          <ac:chgData name="Nikki Papenfus" userId="2a405823-0c8b-419b-afb6-8159926c2e17" providerId="ADAL" clId="{C4CD5978-2643-4E14-BB26-37358CB1C7B2}" dt="2023-06-01T15:51:33.189" v="11880" actId="478"/>
          <ac:picMkLst>
            <pc:docMk/>
            <pc:sldMk cId="3075885343" sldId="468"/>
            <ac:picMk id="17" creationId="{D186A352-4B5A-A88C-C7D5-792A12AAB194}"/>
          </ac:picMkLst>
        </pc:picChg>
        <pc:picChg chg="add del mod topLvl">
          <ac:chgData name="Nikki Papenfus" userId="2a405823-0c8b-419b-afb6-8159926c2e17" providerId="ADAL" clId="{C4CD5978-2643-4E14-BB26-37358CB1C7B2}" dt="2023-06-01T15:27:09.298" v="11063" actId="21"/>
          <ac:picMkLst>
            <pc:docMk/>
            <pc:sldMk cId="3075885343" sldId="468"/>
            <ac:picMk id="21" creationId="{2334BAB8-91A0-B396-8AA6-A2F82E01157E}"/>
          </ac:picMkLst>
        </pc:picChg>
        <pc:picChg chg="add mod topLvl">
          <ac:chgData name="Nikki Papenfus" userId="2a405823-0c8b-419b-afb6-8159926c2e17" providerId="ADAL" clId="{C4CD5978-2643-4E14-BB26-37358CB1C7B2}" dt="2023-06-02T07:10:00.136" v="12302" actId="1038"/>
          <ac:picMkLst>
            <pc:docMk/>
            <pc:sldMk cId="3075885343" sldId="468"/>
            <ac:picMk id="22" creationId="{16981510-8D22-FC8B-40C8-64DDF75A3C26}"/>
          </ac:picMkLst>
        </pc:picChg>
        <pc:picChg chg="del mod">
          <ac:chgData name="Nikki Papenfus" userId="2a405823-0c8b-419b-afb6-8159926c2e17" providerId="ADAL" clId="{C4CD5978-2643-4E14-BB26-37358CB1C7B2}" dt="2023-05-31T15:44:57.424" v="5948" actId="478"/>
          <ac:picMkLst>
            <pc:docMk/>
            <pc:sldMk cId="3075885343" sldId="468"/>
            <ac:picMk id="25" creationId="{B2BCA2D9-AA67-4276-937E-9CAEF061FF7C}"/>
          </ac:picMkLst>
        </pc:picChg>
        <pc:picChg chg="add del mod">
          <ac:chgData name="Nikki Papenfus" userId="2a405823-0c8b-419b-afb6-8159926c2e17" providerId="ADAL" clId="{C4CD5978-2643-4E14-BB26-37358CB1C7B2}" dt="2023-06-01T15:32:11.606" v="11169" actId="478"/>
          <ac:picMkLst>
            <pc:docMk/>
            <pc:sldMk cId="3075885343" sldId="468"/>
            <ac:picMk id="25" creationId="{F235A400-152C-6E10-22C9-E6E29AF38D8A}"/>
          </ac:picMkLst>
        </pc:picChg>
        <pc:picChg chg="del mod">
          <ac:chgData name="Nikki Papenfus" userId="2a405823-0c8b-419b-afb6-8159926c2e17" providerId="ADAL" clId="{C4CD5978-2643-4E14-BB26-37358CB1C7B2}" dt="2023-05-31T15:44:57.424" v="5948" actId="478"/>
          <ac:picMkLst>
            <pc:docMk/>
            <pc:sldMk cId="3075885343" sldId="468"/>
            <ac:picMk id="27" creationId="{959292AF-55D2-466D-A29F-061805B69207}"/>
          </ac:picMkLst>
        </pc:picChg>
        <pc:picChg chg="add del mod">
          <ac:chgData name="Nikki Papenfus" userId="2a405823-0c8b-419b-afb6-8159926c2e17" providerId="ADAL" clId="{C4CD5978-2643-4E14-BB26-37358CB1C7B2}" dt="2023-06-01T15:51:33.189" v="11880" actId="478"/>
          <ac:picMkLst>
            <pc:docMk/>
            <pc:sldMk cId="3075885343" sldId="468"/>
            <ac:picMk id="27" creationId="{FD61242A-7C1C-FF8E-8F6D-0211258AE73A}"/>
          </ac:picMkLst>
        </pc:picChg>
        <pc:picChg chg="mod">
          <ac:chgData name="Nikki Papenfus" userId="2a405823-0c8b-419b-afb6-8159926c2e17" providerId="ADAL" clId="{C4CD5978-2643-4E14-BB26-37358CB1C7B2}" dt="2023-06-01T16:00:05.369" v="12139" actId="12788"/>
          <ac:picMkLst>
            <pc:docMk/>
            <pc:sldMk cId="3075885343" sldId="468"/>
            <ac:picMk id="31" creationId="{29BA2FFC-A92B-4156-8BA3-529C3C9460E7}"/>
          </ac:picMkLst>
        </pc:picChg>
        <pc:picChg chg="mod">
          <ac:chgData name="Nikki Papenfus" userId="2a405823-0c8b-419b-afb6-8159926c2e17" providerId="ADAL" clId="{C4CD5978-2643-4E14-BB26-37358CB1C7B2}" dt="2023-06-01T16:00:15.752" v="12140" actId="465"/>
          <ac:picMkLst>
            <pc:docMk/>
            <pc:sldMk cId="3075885343" sldId="468"/>
            <ac:picMk id="35" creationId="{37AA1FBD-E128-46CC-811B-2BDA988EBB27}"/>
          </ac:picMkLst>
        </pc:picChg>
        <pc:picChg chg="add mod">
          <ac:chgData name="Nikki Papenfus" userId="2a405823-0c8b-419b-afb6-8159926c2e17" providerId="ADAL" clId="{C4CD5978-2643-4E14-BB26-37358CB1C7B2}" dt="2023-06-01T16:00:38.869" v="12158" actId="1035"/>
          <ac:picMkLst>
            <pc:docMk/>
            <pc:sldMk cId="3075885343" sldId="468"/>
            <ac:picMk id="36" creationId="{201B6CBD-3D38-40F2-F647-73E8B08C1C21}"/>
          </ac:picMkLst>
        </pc:picChg>
        <pc:picChg chg="del">
          <ac:chgData name="Nikki Papenfus" userId="2a405823-0c8b-419b-afb6-8159926c2e17" providerId="ADAL" clId="{C4CD5978-2643-4E14-BB26-37358CB1C7B2}" dt="2023-05-31T15:13:40.866" v="5420" actId="478"/>
          <ac:picMkLst>
            <pc:docMk/>
            <pc:sldMk cId="3075885343" sldId="468"/>
            <ac:picMk id="36" creationId="{CDDA27FF-9271-461B-A233-FDC3BB050659}"/>
          </ac:picMkLst>
        </pc:picChg>
        <pc:picChg chg="add del mod">
          <ac:chgData name="Nikki Papenfus" userId="2a405823-0c8b-419b-afb6-8159926c2e17" providerId="ADAL" clId="{C4CD5978-2643-4E14-BB26-37358CB1C7B2}" dt="2023-06-01T15:51:40.037" v="11881" actId="478"/>
          <ac:picMkLst>
            <pc:docMk/>
            <pc:sldMk cId="3075885343" sldId="468"/>
            <ac:picMk id="39" creationId="{09A9AF78-85C7-891D-0E68-849174B902C7}"/>
          </ac:picMkLst>
        </pc:picChg>
        <pc:picChg chg="add mod">
          <ac:chgData name="Nikki Papenfus" userId="2a405823-0c8b-419b-afb6-8159926c2e17" providerId="ADAL" clId="{C4CD5978-2643-4E14-BB26-37358CB1C7B2}" dt="2023-06-02T07:10:00.136" v="12302" actId="1038"/>
          <ac:picMkLst>
            <pc:docMk/>
            <pc:sldMk cId="3075885343" sldId="468"/>
            <ac:picMk id="44" creationId="{AFF46319-6E2D-6008-2BB0-874525342401}"/>
          </ac:picMkLst>
        </pc:picChg>
        <pc:picChg chg="add mod">
          <ac:chgData name="Nikki Papenfus" userId="2a405823-0c8b-419b-afb6-8159926c2e17" providerId="ADAL" clId="{C4CD5978-2643-4E14-BB26-37358CB1C7B2}" dt="2023-06-01T16:00:05.369" v="12139" actId="12788"/>
          <ac:picMkLst>
            <pc:docMk/>
            <pc:sldMk cId="3075885343" sldId="468"/>
            <ac:picMk id="45" creationId="{DF6E112B-66E0-D9CF-4350-DA3ACEEFD110}"/>
          </ac:picMkLst>
        </pc:picChg>
        <pc:picChg chg="del">
          <ac:chgData name="Nikki Papenfus" userId="2a405823-0c8b-419b-afb6-8159926c2e17" providerId="ADAL" clId="{C4CD5978-2643-4E14-BB26-37358CB1C7B2}" dt="2023-05-31T15:13:40.866" v="5420" actId="478"/>
          <ac:picMkLst>
            <pc:docMk/>
            <pc:sldMk cId="3075885343" sldId="468"/>
            <ac:picMk id="49" creationId="{D82860F0-3A1B-4803-A4B1-B0A487AF7C77}"/>
          </ac:picMkLst>
        </pc:picChg>
        <pc:picChg chg="del">
          <ac:chgData name="Nikki Papenfus" userId="2a405823-0c8b-419b-afb6-8159926c2e17" providerId="ADAL" clId="{C4CD5978-2643-4E14-BB26-37358CB1C7B2}" dt="2023-05-31T15:13:40.866" v="5420" actId="478"/>
          <ac:picMkLst>
            <pc:docMk/>
            <pc:sldMk cId="3075885343" sldId="468"/>
            <ac:picMk id="51" creationId="{FAB19424-6DB0-4C61-8D02-A1D4D446E2B6}"/>
          </ac:picMkLst>
        </pc:picChg>
        <pc:picChg chg="add mod topLvl">
          <ac:chgData name="Nikki Papenfus" userId="2a405823-0c8b-419b-afb6-8159926c2e17" providerId="ADAL" clId="{C4CD5978-2643-4E14-BB26-37358CB1C7B2}" dt="2023-06-02T08:05:10.812" v="12510" actId="1035"/>
          <ac:picMkLst>
            <pc:docMk/>
            <pc:sldMk cId="3075885343" sldId="468"/>
            <ac:picMk id="56" creationId="{A6CA9D04-90BE-3A0E-227A-978D4EC92D45}"/>
          </ac:picMkLst>
        </pc:picChg>
        <pc:picChg chg="add del mod topLvl">
          <ac:chgData name="Nikki Papenfus" userId="2a405823-0c8b-419b-afb6-8159926c2e17" providerId="ADAL" clId="{C4CD5978-2643-4E14-BB26-37358CB1C7B2}" dt="2023-06-01T15:27:09.298" v="11063" actId="21"/>
          <ac:picMkLst>
            <pc:docMk/>
            <pc:sldMk cId="3075885343" sldId="468"/>
            <ac:picMk id="63" creationId="{782074AD-B27E-83D9-2BAE-3B0BF6CF85CA}"/>
          </ac:picMkLst>
        </pc:picChg>
        <pc:picChg chg="add mod topLvl">
          <ac:chgData name="Nikki Papenfus" userId="2a405823-0c8b-419b-afb6-8159926c2e17" providerId="ADAL" clId="{C4CD5978-2643-4E14-BB26-37358CB1C7B2}" dt="2023-06-02T07:09:55.210" v="12298" actId="12788"/>
          <ac:picMkLst>
            <pc:docMk/>
            <pc:sldMk cId="3075885343" sldId="468"/>
            <ac:picMk id="70" creationId="{B7BC510E-F3BE-047C-7873-3D2A2A03A899}"/>
          </ac:picMkLst>
        </pc:picChg>
        <pc:picChg chg="mod">
          <ac:chgData name="Nikki Papenfus" userId="2a405823-0c8b-419b-afb6-8159926c2e17" providerId="ADAL" clId="{C4CD5978-2643-4E14-BB26-37358CB1C7B2}" dt="2023-05-31T15:58:35.019" v="6424"/>
          <ac:picMkLst>
            <pc:docMk/>
            <pc:sldMk cId="3075885343" sldId="468"/>
            <ac:picMk id="77" creationId="{CDB79A0D-B1CC-51C2-04A7-6017C48E7CFD}"/>
          </ac:picMkLst>
        </pc:picChg>
      </pc:sldChg>
      <pc:sldChg chg="addSp modSp add del mod modShow">
        <pc:chgData name="Nikki Papenfus" userId="2a405823-0c8b-419b-afb6-8159926c2e17" providerId="ADAL" clId="{C4CD5978-2643-4E14-BB26-37358CB1C7B2}" dt="2023-06-02T07:47:08.554" v="12341" actId="1035"/>
        <pc:sldMkLst>
          <pc:docMk/>
          <pc:sldMk cId="2184076965" sldId="475"/>
        </pc:sldMkLst>
        <pc:spChg chg="mod">
          <ac:chgData name="Nikki Papenfus" userId="2a405823-0c8b-419b-afb6-8159926c2e17" providerId="ADAL" clId="{C4CD5978-2643-4E14-BB26-37358CB1C7B2}" dt="2023-05-31T13:02:32.565" v="1816" actId="13926"/>
          <ac:spMkLst>
            <pc:docMk/>
            <pc:sldMk cId="2184076965" sldId="475"/>
            <ac:spMk id="2" creationId="{6B379C49-E761-45BA-84B7-AC2E88444F78}"/>
          </ac:spMkLst>
        </pc:spChg>
        <pc:spChg chg="mod">
          <ac:chgData name="Nikki Papenfus" userId="2a405823-0c8b-419b-afb6-8159926c2e17" providerId="ADAL" clId="{C4CD5978-2643-4E14-BB26-37358CB1C7B2}" dt="2023-06-01T14:56:27.974" v="10724" actId="1035"/>
          <ac:spMkLst>
            <pc:docMk/>
            <pc:sldMk cId="2184076965" sldId="475"/>
            <ac:spMk id="3" creationId="{6A4C8B68-D38B-4693-92B0-05A9FCDD4793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4" creationId="{0348DD45-DBA9-F80A-22BD-0DEFC2E01095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5" creationId="{7DFE27AE-FEB6-1DD7-CFE0-19E33DD4B3DC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6" creationId="{9A8CAFFF-E6CD-6CC5-0BF6-DCEE1F101A81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7" creationId="{3EC72500-7FB3-C60E-1CBA-3F227B012828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8" creationId="{5480A8C9-6CDD-5825-44B1-1960C1722FE7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9" creationId="{6CCEF7D8-1780-9E24-A9D9-10F08F967AAB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10" creationId="{FD395B12-889B-D089-C70A-24BF05D41A80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11" creationId="{4B9ED457-D98F-5C53-8D40-801EAC1A4EEE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12" creationId="{345EF1F2-18C7-287F-35F8-09BE3D6DD299}"/>
          </ac:spMkLst>
        </pc:spChg>
      </pc:sldChg>
      <pc:sldChg chg="addSp delSp modSp mod delCm modCm">
        <pc:chgData name="Nikki Papenfus" userId="2a405823-0c8b-419b-afb6-8159926c2e17" providerId="ADAL" clId="{C4CD5978-2643-4E14-BB26-37358CB1C7B2}" dt="2023-06-02T07:47:39.291" v="12354" actId="20577"/>
        <pc:sldMkLst>
          <pc:docMk/>
          <pc:sldMk cId="2318602496" sldId="476"/>
        </pc:sldMkLst>
        <pc:spChg chg="mod">
          <ac:chgData name="Nikki Papenfus" userId="2a405823-0c8b-419b-afb6-8159926c2e17" providerId="ADAL" clId="{C4CD5978-2643-4E14-BB26-37358CB1C7B2}" dt="2023-05-31T16:24:00.443" v="6859" actId="20577"/>
          <ac:spMkLst>
            <pc:docMk/>
            <pc:sldMk cId="2318602496" sldId="476"/>
            <ac:spMk id="2" creationId="{6B379C49-E761-45BA-84B7-AC2E88444F78}"/>
          </ac:spMkLst>
        </pc:spChg>
        <pc:spChg chg="mod">
          <ac:chgData name="Nikki Papenfus" userId="2a405823-0c8b-419b-afb6-8159926c2e17" providerId="ADAL" clId="{C4CD5978-2643-4E14-BB26-37358CB1C7B2}" dt="2023-06-02T07:47:39.291" v="12354" actId="20577"/>
          <ac:spMkLst>
            <pc:docMk/>
            <pc:sldMk cId="2318602496" sldId="476"/>
            <ac:spMk id="3" creationId="{3B054777-B34E-4D95-879B-E6E4AA81F951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4" creationId="{05E174B9-96B2-6492-97B8-00B01A85FAA2}"/>
          </ac:spMkLst>
        </pc:spChg>
        <pc:spChg chg="add del mod">
          <ac:chgData name="Nikki Papenfus" userId="2a405823-0c8b-419b-afb6-8159926c2e17" providerId="ADAL" clId="{C4CD5978-2643-4E14-BB26-37358CB1C7B2}" dt="2023-05-31T15:10:39.209" v="5245" actId="478"/>
          <ac:spMkLst>
            <pc:docMk/>
            <pc:sldMk cId="2318602496" sldId="476"/>
            <ac:spMk id="4" creationId="{3E463E3D-78BC-BDCA-DFFA-6CFB5FEB71C8}"/>
          </ac:spMkLst>
        </pc:spChg>
        <pc:spChg chg="add del mod">
          <ac:chgData name="Nikki Papenfus" userId="2a405823-0c8b-419b-afb6-8159926c2e17" providerId="ADAL" clId="{C4CD5978-2643-4E14-BB26-37358CB1C7B2}" dt="2023-05-31T15:10:37.647" v="5242" actId="478"/>
          <ac:spMkLst>
            <pc:docMk/>
            <pc:sldMk cId="2318602496" sldId="476"/>
            <ac:spMk id="5" creationId="{029686CA-3381-96D5-FA1D-59FCC2C0FCD1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5" creationId="{7F361E6E-9978-F523-C3C9-69076BD36017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6" creationId="{8DFE7008-0901-4AC8-7A56-07F7A8D8E494}"/>
          </ac:spMkLst>
        </pc:spChg>
        <pc:spChg chg="add del mod">
          <ac:chgData name="Nikki Papenfus" userId="2a405823-0c8b-419b-afb6-8159926c2e17" providerId="ADAL" clId="{C4CD5978-2643-4E14-BB26-37358CB1C7B2}" dt="2023-05-31T13:25:34.841" v="2409" actId="478"/>
          <ac:spMkLst>
            <pc:docMk/>
            <pc:sldMk cId="2318602496" sldId="476"/>
            <ac:spMk id="6" creationId="{DF9634DB-24F3-8DDC-7557-3569CAEEF134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7" creationId="{00813D8A-9990-989D-69AE-BAE73AD94A6F}"/>
          </ac:spMkLst>
        </pc:spChg>
        <pc:spChg chg="add del mod">
          <ac:chgData name="Nikki Papenfus" userId="2a405823-0c8b-419b-afb6-8159926c2e17" providerId="ADAL" clId="{C4CD5978-2643-4E14-BB26-37358CB1C7B2}" dt="2023-05-31T15:10:37.192" v="5241" actId="478"/>
          <ac:spMkLst>
            <pc:docMk/>
            <pc:sldMk cId="2318602496" sldId="476"/>
            <ac:spMk id="7" creationId="{F14E382F-1C26-0776-7695-761AD4DE42DF}"/>
          </ac:spMkLst>
        </pc:spChg>
        <pc:spChg chg="add del mod">
          <ac:chgData name="Nikki Papenfus" userId="2a405823-0c8b-419b-afb6-8159926c2e17" providerId="ADAL" clId="{C4CD5978-2643-4E14-BB26-37358CB1C7B2}" dt="2023-05-31T15:07:15.792" v="5107" actId="478"/>
          <ac:spMkLst>
            <pc:docMk/>
            <pc:sldMk cId="2318602496" sldId="476"/>
            <ac:spMk id="8" creationId="{1F97C83C-704D-7937-14D5-8740AFB3679C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8" creationId="{D86E2DA3-DE5B-81FB-2B29-7575C7BB78B1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9" creationId="{4FB42231-749F-2D2A-EE77-5CDA80203C59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0" creationId="{C1B2C729-80E3-D407-B643-7405582FEC0B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1" creationId="{C4448468-7C05-FF41-5A96-4AE0B424E0C0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2" creationId="{D375E772-2950-7C56-6363-C79B467D1DDE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3" creationId="{57482CB0-42FE-A6D3-6772-665314FE1356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4" creationId="{02D4AD81-E5B7-7AE2-1E74-5E614B93D91A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5" creationId="{08BADEA8-64FE-4F62-C373-3AB5D342435C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16" creationId="{2C7BCE28-0878-3565-8355-9026BE49B6F1}"/>
          </ac:spMkLst>
        </pc:spChg>
        <pc:spChg chg="add del mod">
          <ac:chgData name="Nikki Papenfus" userId="2a405823-0c8b-419b-afb6-8159926c2e17" providerId="ADAL" clId="{C4CD5978-2643-4E14-BB26-37358CB1C7B2}" dt="2023-05-31T15:09:07.899" v="5169" actId="478"/>
          <ac:spMkLst>
            <pc:docMk/>
            <pc:sldMk cId="2318602496" sldId="476"/>
            <ac:spMk id="16" creationId="{BC6FBD2B-7F0D-5DBB-B0BA-5979DDCB5CB9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7" creationId="{D10DCDE9-DAB5-462B-2D80-CD9D3C6EDDE7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18" creationId="{88547B03-3667-9A3A-94CB-67970E026E1B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19" creationId="{78D3E9F4-4B23-19FA-C7A6-C72D7027E2C7}"/>
          </ac:spMkLst>
        </pc:spChg>
        <pc:spChg chg="del">
          <ac:chgData name="Nikki Papenfus" userId="2a405823-0c8b-419b-afb6-8159926c2e17" providerId="ADAL" clId="{C4CD5978-2643-4E14-BB26-37358CB1C7B2}" dt="2023-05-31T15:08:21.215" v="5161" actId="478"/>
          <ac:spMkLst>
            <pc:docMk/>
            <pc:sldMk cId="2318602496" sldId="476"/>
            <ac:spMk id="26" creationId="{A01562A8-B248-46D2-9B91-8426DD2F69CF}"/>
          </ac:spMkLst>
        </pc:spChg>
        <pc:spChg chg="del mod">
          <ac:chgData name="Nikki Papenfus" userId="2a405823-0c8b-419b-afb6-8159926c2e17" providerId="ADAL" clId="{C4CD5978-2643-4E14-BB26-37358CB1C7B2}" dt="2023-05-31T15:10:38.490" v="5244" actId="478"/>
          <ac:spMkLst>
            <pc:docMk/>
            <pc:sldMk cId="2318602496" sldId="476"/>
            <ac:spMk id="27" creationId="{7B40E10A-9AEF-4CE3-8E45-C283F926D8B4}"/>
          </ac:spMkLst>
        </pc:spChg>
        <pc:spChg chg="del mod">
          <ac:chgData name="Nikki Papenfus" userId="2a405823-0c8b-419b-afb6-8159926c2e17" providerId="ADAL" clId="{C4CD5978-2643-4E14-BB26-37358CB1C7B2}" dt="2023-05-31T15:10:38.076" v="5243" actId="478"/>
          <ac:spMkLst>
            <pc:docMk/>
            <pc:sldMk cId="2318602496" sldId="476"/>
            <ac:spMk id="28" creationId="{AE1DE913-B4C6-4216-B637-2D25882307F3}"/>
          </ac:spMkLst>
        </pc:spChg>
        <pc:spChg chg="del mod">
          <ac:chgData name="Nikki Papenfus" userId="2a405823-0c8b-419b-afb6-8159926c2e17" providerId="ADAL" clId="{C4CD5978-2643-4E14-BB26-37358CB1C7B2}" dt="2023-05-31T15:10:36.233" v="5239" actId="478"/>
          <ac:spMkLst>
            <pc:docMk/>
            <pc:sldMk cId="2318602496" sldId="476"/>
            <ac:spMk id="29" creationId="{7F0750B6-CBE5-4FB5-BF9D-A6D61FB1161D}"/>
          </ac:spMkLst>
        </pc:spChg>
        <pc:spChg chg="del mod">
          <ac:chgData name="Nikki Papenfus" userId="2a405823-0c8b-419b-afb6-8159926c2e17" providerId="ADAL" clId="{C4CD5978-2643-4E14-BB26-37358CB1C7B2}" dt="2023-05-31T15:10:36.751" v="5240" actId="478"/>
          <ac:spMkLst>
            <pc:docMk/>
            <pc:sldMk cId="2318602496" sldId="476"/>
            <ac:spMk id="30" creationId="{16389856-49CF-4EDA-B0DB-B646EAB2CC0D}"/>
          </ac:spMkLst>
        </pc:spChg>
        <pc:spChg chg="del mod">
          <ac:chgData name="Nikki Papenfus" userId="2a405823-0c8b-419b-afb6-8159926c2e17" providerId="ADAL" clId="{C4CD5978-2643-4E14-BB26-37358CB1C7B2}" dt="2023-05-31T15:04:44.990" v="5060" actId="478"/>
          <ac:spMkLst>
            <pc:docMk/>
            <pc:sldMk cId="2318602496" sldId="476"/>
            <ac:spMk id="31" creationId="{DD3B38F3-3E07-406A-BC19-CE7A36D8E93A}"/>
          </ac:spMkLst>
        </pc:spChg>
      </pc:sldChg>
      <pc:sldChg chg="addSp delSp modSp mod">
        <pc:chgData name="Nikki Papenfus" userId="2a405823-0c8b-419b-afb6-8159926c2e17" providerId="ADAL" clId="{C4CD5978-2643-4E14-BB26-37358CB1C7B2}" dt="2023-05-31T16:36:54.530" v="6883" actId="21"/>
        <pc:sldMkLst>
          <pc:docMk/>
          <pc:sldMk cId="1372506682" sldId="478"/>
        </pc:sldMkLst>
        <pc:spChg chg="mod">
          <ac:chgData name="Nikki Papenfus" userId="2a405823-0c8b-419b-afb6-8159926c2e17" providerId="ADAL" clId="{C4CD5978-2643-4E14-BB26-37358CB1C7B2}" dt="2023-05-31T12:11:44.835" v="371" actId="404"/>
          <ac:spMkLst>
            <pc:docMk/>
            <pc:sldMk cId="1372506682" sldId="478"/>
            <ac:spMk id="2" creationId="{926268CD-6A91-46D5-9F2E-D63140C574C1}"/>
          </ac:spMkLst>
        </pc:spChg>
        <pc:spChg chg="mod">
          <ac:chgData name="Nikki Papenfus" userId="2a405823-0c8b-419b-afb6-8159926c2e17" providerId="ADAL" clId="{C4CD5978-2643-4E14-BB26-37358CB1C7B2}" dt="2023-05-31T12:11:48.198" v="372" actId="403"/>
          <ac:spMkLst>
            <pc:docMk/>
            <pc:sldMk cId="1372506682" sldId="478"/>
            <ac:spMk id="3" creationId="{CCE055E0-7725-4859-9475-AA12EAB230DD}"/>
          </ac:spMkLst>
        </pc:spChg>
        <pc:picChg chg="add del mod">
          <ac:chgData name="Nikki Papenfus" userId="2a405823-0c8b-419b-afb6-8159926c2e17" providerId="ADAL" clId="{C4CD5978-2643-4E14-BB26-37358CB1C7B2}" dt="2023-05-31T16:36:54.530" v="6883" actId="21"/>
          <ac:picMkLst>
            <pc:docMk/>
            <pc:sldMk cId="1372506682" sldId="478"/>
            <ac:picMk id="5" creationId="{B424E333-70C5-BD55-4393-6D3F55289504}"/>
          </ac:picMkLst>
        </pc:picChg>
      </pc:sldChg>
      <pc:sldChg chg="addSp delSp modSp del mod ord">
        <pc:chgData name="Nikki Papenfus" userId="2a405823-0c8b-419b-afb6-8159926c2e17" providerId="ADAL" clId="{C4CD5978-2643-4E14-BB26-37358CB1C7B2}" dt="2023-05-31T14:49:43.670" v="4835" actId="47"/>
        <pc:sldMkLst>
          <pc:docMk/>
          <pc:sldMk cId="712782996" sldId="501"/>
        </pc:sldMkLst>
        <pc:spChg chg="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2" creationId="{6CAB9A14-9B65-4093-A014-7CD7D9D2751A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4" creationId="{A35675C1-316C-4914-880A-BD71A980E2E9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5" creationId="{23CB069F-6D25-4CC7-A179-B7BB280B2214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6" creationId="{67BF7457-E10A-49CA-B676-5BBC41E9A835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7" creationId="{64A38006-ACC0-4D3A-B992-1595F6D9637F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8" creationId="{746E856A-317F-4707-89E2-850B4B947560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1" creationId="{EF6D78B0-7A90-4DE0-AA4A-8C7F02309AB8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2" creationId="{08A698B7-99FF-4C39-9191-CF627B4BC632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3" creationId="{C8A976E9-464A-4F20-A91D-1BB2B7E35A63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4" creationId="{5EF72C98-02D6-4F42-A258-31E706D7F6F5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5" creationId="{B4038B73-60CF-4D40-A2B0-E43D9DA63483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3" creationId="{76DAC4A0-B606-4327-BFCF-6583D02FAA9F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4" creationId="{4BCCCD88-2CE4-4EEB-A07B-D0D703AA8217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5" creationId="{FC2CCB6B-41C4-4AD0-93EA-CA2D8CCBC22D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6" creationId="{AF871C25-988B-4DC6-9DFA-B5DF6F10EB2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7" creationId="{7699E628-F19F-4A6F-9FB1-EB2A5D5AE287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8" creationId="{85ED7A4E-A2A8-4112-AF49-5BB2BF922D6A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0" creationId="{8F292501-38EE-4DE5-A0CF-2E60D397E7F5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71" creationId="{D5E4D98F-3353-D2AA-C548-8638742F9720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2" creationId="{8977C1F9-01CB-4385-92F2-5877BF6E2AFF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73" creationId="{08B0AFA0-E5D8-590A-1086-73E45B17E31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4" creationId="{522806C5-6807-4DBB-9679-E019D6C2DB5A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75" creationId="{46115638-87AA-937A-952E-185036221E02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6" creationId="{2B98C6CE-8AE8-46D5-B9A4-7BE570D608ED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7" creationId="{E4015C47-E3F0-498A-ACBC-3A8725D0F3C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8" creationId="{E0C1C736-341E-4559-AF97-98C7C5A42084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9" creationId="{7743A60A-2B4D-49A1-B194-716730866D4F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80" creationId="{96EFC74E-5E16-45C5-AB33-F859E31CD53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81" creationId="{E9481852-0FDF-4AD7-9E8C-D905AEE53F6B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2" creationId="{1232313F-E14A-05AD-351F-9C4D3BFA9ABE}"/>
          </ac:spMkLst>
        </pc:spChg>
        <pc:spChg chg="add del mod">
          <ac:chgData name="Nikki Papenfus" userId="2a405823-0c8b-419b-afb6-8159926c2e17" providerId="ADAL" clId="{C4CD5978-2643-4E14-BB26-37358CB1C7B2}" dt="2023-05-31T14:09:02.470" v="3161" actId="478"/>
          <ac:spMkLst>
            <pc:docMk/>
            <pc:sldMk cId="712782996" sldId="501"/>
            <ac:spMk id="83" creationId="{09D29237-0D69-88BA-8CED-5DFF7442A85D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4" creationId="{32B0E1A1-457B-06B8-6C9B-3B98F23AE298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5" creationId="{D6D10A23-9E4C-BADE-8990-D189EA4FD2B7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6" creationId="{62098A67-71A8-6A0C-9421-850DE47E7832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88" creationId="{6A58FC09-D4AE-3BEF-2D8D-13BBAE17BC91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89" creationId="{B72E2624-93C9-75F2-D27E-7B4FC6D64259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90" creationId="{651BBF5F-3D8D-1C81-F6BE-C34E722AC9BF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91" creationId="{D91AC201-4756-D68F-12F6-475AFAFD2B75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2" creationId="{96416DB6-A19A-5775-397E-A7E5D000518B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3" creationId="{B48E75C6-DEE3-2E50-4191-DC93E1214538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4" creationId="{65E2DC3D-DF6B-8DD7-6C48-25B5BB5060CF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5" creationId="{2AEE56DD-520C-AA86-3917-5EADCD7D32B6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6" creationId="{EE5F517B-098F-B69C-E2FB-31BB0E5179F4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7" creationId="{CDDACD30-8F32-7503-9FF8-FAE0C6D00403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8" creationId="{3BFB52A7-AF3D-1253-BBDC-25B31DAC2CCA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9" creationId="{B27B7CBA-679E-2D89-7A73-958C6372454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0" creationId="{163F9641-99E7-FC20-CC53-BEDE232554A0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1" creationId="{77D9D19A-AE71-272A-CAAA-BB3A80B9305B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2" creationId="{4B4F8BA1-F808-F99F-B66C-6BFC47A1B227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3" creationId="{898A6D2A-C1B7-BDC6-F02B-F1BC3447B2F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4" creationId="{59E1E099-5A1F-4F85-9DAD-2298FB5C163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5" creationId="{9636BF23-2A62-44DB-34A3-972FE5A3088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6" creationId="{94D93707-F3DA-16B8-8E9A-1DF74C0E4981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7" creationId="{268FDB26-F64C-6EBE-493B-097BAF3961AE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8" creationId="{9481BFE4-6921-B7C7-961A-5CFDBD46590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9" creationId="{AE22EA8C-CFF3-10D4-2070-6A8A28E7D9FC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0" creationId="{BBD78D6B-0AA0-8F6C-24A7-15F34B45A0DC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1" creationId="{776119D1-E865-C715-C42C-0D6D4F5BCF35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2" creationId="{71212874-C93E-EBFA-CD7F-228B5DE51C2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3" creationId="{DC388BC2-F9B7-CC77-D88D-70620BF06BAF}"/>
          </ac:spMkLst>
        </pc:spChg>
        <pc:spChg chg="add del mod">
          <ac:chgData name="Nikki Papenfus" userId="2a405823-0c8b-419b-afb6-8159926c2e17" providerId="ADAL" clId="{C4CD5978-2643-4E14-BB26-37358CB1C7B2}" dt="2023-05-31T14:21:45.247" v="3637"/>
          <ac:spMkLst>
            <pc:docMk/>
            <pc:sldMk cId="712782996" sldId="501"/>
            <ac:spMk id="114" creationId="{6A685A36-041D-71D1-5501-22E1D9D0BA73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5" creationId="{F5328764-AE79-EC6C-7861-DDD26F982C77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6" creationId="{09A6F2D3-0F59-14A0-4CB4-48981A7A6E7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7" creationId="{C5028A75-2EC0-2006-F900-9AEA4AA2DCE6}"/>
          </ac:spMkLst>
        </pc:spChg>
        <pc:spChg chg="add del mod">
          <ac:chgData name="Nikki Papenfus" userId="2a405823-0c8b-419b-afb6-8159926c2e17" providerId="ADAL" clId="{C4CD5978-2643-4E14-BB26-37358CB1C7B2}" dt="2023-05-31T14:21:45.247" v="3639"/>
          <ac:spMkLst>
            <pc:docMk/>
            <pc:sldMk cId="712782996" sldId="501"/>
            <ac:spMk id="118" creationId="{9246843B-414B-EEFE-9E3E-F5143ECCFB6A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9" creationId="{6D62DDFF-2024-9660-A445-8EB315F0C75E}"/>
          </ac:spMkLst>
        </pc:spChg>
        <pc:spChg chg="add del mod">
          <ac:chgData name="Nikki Papenfus" userId="2a405823-0c8b-419b-afb6-8159926c2e17" providerId="ADAL" clId="{C4CD5978-2643-4E14-BB26-37358CB1C7B2}" dt="2023-05-31T14:21:45.247" v="3643"/>
          <ac:spMkLst>
            <pc:docMk/>
            <pc:sldMk cId="712782996" sldId="501"/>
            <ac:spMk id="120" creationId="{F948269B-E9A6-17CE-C622-48409AE9BCB0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1" creationId="{8AEA40B7-7D44-6F9D-87FE-EF89A505D0F1}"/>
          </ac:spMkLst>
        </pc:spChg>
        <pc:spChg chg="add del mod">
          <ac:chgData name="Nikki Papenfus" userId="2a405823-0c8b-419b-afb6-8159926c2e17" providerId="ADAL" clId="{C4CD5978-2643-4E14-BB26-37358CB1C7B2}" dt="2023-05-31T14:21:45.247" v="3641"/>
          <ac:spMkLst>
            <pc:docMk/>
            <pc:sldMk cId="712782996" sldId="501"/>
            <ac:spMk id="122" creationId="{D7497B95-A576-FD2E-040B-CE270E2FDC14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3" creationId="{7937F9FB-0439-9B31-9903-A77667A4C93F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4" creationId="{9C115E8C-2FAA-2666-3DE0-07CF4543855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5" creationId="{32AAD4CC-FC56-8E87-9A2B-B4CE38988888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6" creationId="{00F1D042-2F97-73AD-B074-F6C4D7955A10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7" creationId="{6EC8264F-9FC5-F4EB-11E4-D875C387D74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8" creationId="{624CB0C1-DE9F-2BA3-0FF3-8F597A367643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9" creationId="{AFACAAB1-F03F-AD51-7D92-483FB95537E5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30" creationId="{1AF6BEE1-7B7D-8D4B-C7FD-85809685BFED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2" creationId="{B77A4D57-4DC9-C1E4-5991-36143D5F68CC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4" creationId="{D103B1F2-E0A7-908C-9B6B-05B4B4807B21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6" creationId="{D8539292-F7C7-41AB-FFE0-BFAD7C2E5D64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8" creationId="{BBE3143C-385F-2DA5-D414-B0097A0266E3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40" creationId="{A77204E2-743A-9EB5-585F-155790945D69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42" creationId="{AF6B340A-3CC6-5CF7-4F7F-B15929950192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44" creationId="{F73D4F2C-C979-DC30-EE0E-2D93C1155E26}"/>
          </ac:spMkLst>
        </pc:spChg>
        <pc:spChg chg="mod">
          <ac:chgData name="Nikki Papenfus" userId="2a405823-0c8b-419b-afb6-8159926c2e17" providerId="ADAL" clId="{C4CD5978-2643-4E14-BB26-37358CB1C7B2}" dt="2023-05-31T14:34:17.859" v="4252" actId="6549"/>
          <ac:spMkLst>
            <pc:docMk/>
            <pc:sldMk cId="712782996" sldId="501"/>
            <ac:spMk id="145" creationId="{1026E55A-DB9D-481E-6B23-B669FB8E45F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47" creationId="{5A6633AB-A4AF-3AC7-5FB3-244761D0529F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48" creationId="{915C49CE-ED8E-549B-3EB4-C49433E3AA83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0" creationId="{3A20769F-B339-5785-819C-6515B90E1C3E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2" creationId="{DB1B3AF4-A2A9-FCDE-B588-9710293911E4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4" creationId="{7A0053F6-C6D7-3DC5-6F74-8D0E1AFB1836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6" creationId="{EEF02EEE-D646-0D91-8636-5D0E2863B46B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8" creationId="{8CE5E01C-1CA0-03EA-883D-E0E36A019617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60" creationId="{D4313899-96D8-9438-26FA-CFD546434874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62" creationId="{36BA71A4-6A31-2D54-DF43-ECFAAFC84155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63" creationId="{A0688DA3-F42D-BA30-2259-D700F3C09E81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65" creationId="{0FBD8743-9294-3025-20BF-888329E3C549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66" creationId="{D6464F55-4DC4-2CD9-2805-4C8E43BBE672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68" creationId="{DA9E2F33-8029-4412-BB1C-7FCD9A5AD880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0" creationId="{C9544905-FA80-020B-10E1-A90D6DE174AE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2" creationId="{5DA4CC3E-9284-BA8C-6EFA-58C0FA11A16C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4" creationId="{740B1476-F7ED-615C-24A0-A1B632499033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6" creationId="{A5896F26-E3B0-9DD9-0ADB-2F7794B69F90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8" creationId="{DEA9C7E5-EB5B-D0BB-4A6F-67F79616642A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80" creationId="{9F863ADF-9F8C-48E0-5036-87BFE5EDB2E6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81" creationId="{6DAEB8DB-6057-6484-C4A2-5C04445CC95B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3" creationId="{8CBFF24C-BE40-5762-1EAC-3EBCD3D4696C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4" creationId="{28CF6045-3EBD-D7BF-FA99-BAE0F7E1A41F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5" creationId="{1C999291-3AA6-10AF-5CAF-52E2AF52E295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6" creationId="{A9A9B2DF-56EC-0805-23A0-9DE33CC69FD2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7" creationId="{14631291-662A-242D-C5CA-F2D0F7A23D4D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8" creationId="{7464B639-384C-9603-E37D-BC4FB1AB0FBF}"/>
          </ac:spMkLst>
        </pc:spChg>
        <pc:spChg chg="add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90" creationId="{9A5CF66C-CA6E-4178-AC3F-CEE855E5C0AD}"/>
          </ac:spMkLst>
        </pc:s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3" creationId="{A50B124B-1132-4477-BC9B-AE54CD212BBE}"/>
          </ac:grpSpMkLst>
        </pc:gr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18" creationId="{D87651BA-8519-4B95-959F-89A1A668A375}"/>
          </ac:grpSpMkLst>
        </pc:gr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33" creationId="{F43E9797-526A-473D-ADA7-D96D2AADA6FA}"/>
          </ac:grpSpMkLst>
        </pc:gr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48" creationId="{AFB41DFA-5BE4-4AC5-8841-5FD926D649CF}"/>
          </ac:grpSpMkLst>
        </pc:grpChg>
        <pc:grpChg chg="add del mod">
          <ac:chgData name="Nikki Papenfus" userId="2a405823-0c8b-419b-afb6-8159926c2e17" providerId="ADAL" clId="{C4CD5978-2643-4E14-BB26-37358CB1C7B2}" dt="2023-05-31T14:32:59.350" v="4159" actId="478"/>
          <ac:grpSpMkLst>
            <pc:docMk/>
            <pc:sldMk cId="712782996" sldId="501"/>
            <ac:grpSpMk id="87" creationId="{C31B4308-0A35-0780-75CF-71D0CCBF3E27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31" creationId="{6FBF3428-F3A0-C130-AEA2-72B3C080A637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35" creationId="{625ED4F7-CB57-6809-743F-10C496F9A56A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39" creationId="{A2B52F8C-1C9A-1775-39DF-998194DB4D40}"/>
          </ac:grpSpMkLst>
        </pc:grpChg>
        <pc:grpChg chg="add del mod">
          <ac:chgData name="Nikki Papenfus" userId="2a405823-0c8b-419b-afb6-8159926c2e17" providerId="ADAL" clId="{C4CD5978-2643-4E14-BB26-37358CB1C7B2}" dt="2023-05-31T14:34:21.065" v="4253" actId="478"/>
          <ac:grpSpMkLst>
            <pc:docMk/>
            <pc:sldMk cId="712782996" sldId="501"/>
            <ac:grpSpMk id="143" creationId="{5698428F-046E-99B2-E0BC-EC9D31E0F9BA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49" creationId="{858AE148-C383-CB0E-290D-F36AF8FFF6D6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53" creationId="{55755761-8E43-4154-A1BE-A9FC0394B88A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57" creationId="{479B9B59-E01C-5FF8-35C1-AE80EAAC3F92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61" creationId="{D0D1C6C1-5420-80D1-589A-5A369DEADB4D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67" creationId="{562F095E-1070-4C06-085B-13D866E6AD4E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71" creationId="{0C335C2F-29A8-8D7B-224F-E2A745C5ABF1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75" creationId="{2E371A55-C8A7-8BFA-A488-2DE44CC806E2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79" creationId="{F3161F29-07A9-B86C-D19D-B5A5D7E96595}"/>
          </ac:grpSpMkLst>
        </pc:grpChg>
        <pc:picChg chg="add del mod">
          <ac:chgData name="Nikki Papenfus" userId="2a405823-0c8b-419b-afb6-8159926c2e17" providerId="ADAL" clId="{C4CD5978-2643-4E14-BB26-37358CB1C7B2}" dt="2023-05-31T14:05:34.390" v="3117" actId="478"/>
          <ac:picMkLst>
            <pc:docMk/>
            <pc:sldMk cId="712782996" sldId="501"/>
            <ac:picMk id="69" creationId="{8BC9F47F-80CF-FFDC-C213-3F7CE2D59774}"/>
          </ac:picMkLst>
        </pc:pic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39" creationId="{04FB6263-40D6-44E1-B2F9-1ECF1087F3CD}"/>
          </ac:cxnSpMkLst>
        </pc:cxn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40" creationId="{7AD1DA28-6A2C-4A98-8C08-06BA319EC6B3}"/>
          </ac:cxnSpMkLst>
        </pc:cxn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46" creationId="{3EF7CF90-965E-47FB-B6FA-A875821C6ADB}"/>
          </ac:cxnSpMkLst>
        </pc:cxn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47" creationId="{018BEAE0-5021-4D35-8FBA-9EBEB6F2E68E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33" creationId="{2C821F1F-0315-92DF-A580-63FBD4B4666B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37" creationId="{035429E0-5F22-595E-F6F8-F9A8C4F30D69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41" creationId="{9D75B944-9A66-E127-02D8-6D656822DBC1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46" creationId="{75197A0F-B5D1-5A5F-9E10-FA0074B4673D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51" creationId="{12AF856B-A0ED-F955-0D6A-CFC4849A3BB1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55" creationId="{789B3C42-373F-1CB2-8E6A-DF067ADAF231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59" creationId="{ED951F6F-CF6F-FFF2-092C-F994E9F01B23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64" creationId="{27A801B9-1768-876D-49A5-F35318657568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69" creationId="{9123D078-61AA-9624-086A-B7D3B301888C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73" creationId="{2F996F19-F663-64F2-4488-F363ABCE7A92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77" creationId="{E4DFD59C-2ADF-8C76-0B4F-B2C0E6BBEEDF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82" creationId="{6C7DE795-CB93-7F66-EB11-2FFA4F91E6AB}"/>
          </ac:cxnSpMkLst>
        </pc:cxnChg>
      </pc:sldChg>
      <pc:sldChg chg="addSp delSp modSp del mod ord modShow">
        <pc:chgData name="Nikki Papenfus" userId="2a405823-0c8b-419b-afb6-8159926c2e17" providerId="ADAL" clId="{C4CD5978-2643-4E14-BB26-37358CB1C7B2}" dt="2023-06-01T07:15:12.168" v="6888" actId="47"/>
        <pc:sldMkLst>
          <pc:docMk/>
          <pc:sldMk cId="2298323121" sldId="503"/>
        </pc:sldMkLst>
        <pc:spChg chg="mod">
          <ac:chgData name="Nikki Papenfus" userId="2a405823-0c8b-419b-afb6-8159926c2e17" providerId="ADAL" clId="{C4CD5978-2643-4E14-BB26-37358CB1C7B2}" dt="2023-05-31T13:38:49.005" v="2818" actId="13926"/>
          <ac:spMkLst>
            <pc:docMk/>
            <pc:sldMk cId="2298323121" sldId="503"/>
            <ac:spMk id="2" creationId="{6B379C49-E761-45BA-84B7-AC2E88444F78}"/>
          </ac:spMkLst>
        </pc:spChg>
        <pc:picChg chg="add del mod">
          <ac:chgData name="Nikki Papenfus" userId="2a405823-0c8b-419b-afb6-8159926c2e17" providerId="ADAL" clId="{C4CD5978-2643-4E14-BB26-37358CB1C7B2}" dt="2023-05-31T16:37:00.135" v="6885" actId="21"/>
          <ac:picMkLst>
            <pc:docMk/>
            <pc:sldMk cId="2298323121" sldId="503"/>
            <ac:picMk id="6" creationId="{5738AC53-FE19-DFD4-92FF-DC0755CBDFEE}"/>
          </ac:picMkLst>
        </pc:picChg>
      </pc:sldChg>
      <pc:sldChg chg="modSp del mod ord modShow">
        <pc:chgData name="Nikki Papenfus" userId="2a405823-0c8b-419b-afb6-8159926c2e17" providerId="ADAL" clId="{C4CD5978-2643-4E14-BB26-37358CB1C7B2}" dt="2023-06-01T07:15:18.450" v="6891" actId="47"/>
        <pc:sldMkLst>
          <pc:docMk/>
          <pc:sldMk cId="2928054281" sldId="505"/>
        </pc:sldMkLst>
        <pc:spChg chg="mod">
          <ac:chgData name="Nikki Papenfus" userId="2a405823-0c8b-419b-afb6-8159926c2e17" providerId="ADAL" clId="{C4CD5978-2643-4E14-BB26-37358CB1C7B2}" dt="2023-05-31T14:08:38.532" v="3157" actId="13926"/>
          <ac:spMkLst>
            <pc:docMk/>
            <pc:sldMk cId="2928054281" sldId="505"/>
            <ac:spMk id="2" creationId="{21C5327C-7198-4514-BCCA-8AEBC0130731}"/>
          </ac:spMkLst>
        </pc:spChg>
      </pc:sldChg>
      <pc:sldChg chg="modSp del mod ord modShow">
        <pc:chgData name="Nikki Papenfus" userId="2a405823-0c8b-419b-afb6-8159926c2e17" providerId="ADAL" clId="{C4CD5978-2643-4E14-BB26-37358CB1C7B2}" dt="2023-06-01T07:15:17.591" v="6890" actId="47"/>
        <pc:sldMkLst>
          <pc:docMk/>
          <pc:sldMk cId="3564692446" sldId="509"/>
        </pc:sldMkLst>
        <pc:spChg chg="mod">
          <ac:chgData name="Nikki Papenfus" userId="2a405823-0c8b-419b-afb6-8159926c2e17" providerId="ADAL" clId="{C4CD5978-2643-4E14-BB26-37358CB1C7B2}" dt="2023-05-31T14:08:41.581" v="3158" actId="13926"/>
          <ac:spMkLst>
            <pc:docMk/>
            <pc:sldMk cId="3564692446" sldId="509"/>
            <ac:spMk id="2" creationId="{BCF26786-C726-4FC8-BD36-C4BD704EC154}"/>
          </ac:spMkLst>
        </pc:spChg>
      </pc:sldChg>
      <pc:sldChg chg="addSp delSp modSp mod delCm modCm">
        <pc:chgData name="Nikki Papenfus" userId="2a405823-0c8b-419b-afb6-8159926c2e17" providerId="ADAL" clId="{C4CD5978-2643-4E14-BB26-37358CB1C7B2}" dt="2023-06-02T07:10:52.911" v="12307"/>
        <pc:sldMkLst>
          <pc:docMk/>
          <pc:sldMk cId="419252725" sldId="510"/>
        </pc:sldMkLst>
        <pc:spChg chg="add mod or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2" creationId="{407A71B3-13B5-1029-449B-0CCE72FC0F7D}"/>
          </ac:spMkLst>
        </pc:spChg>
        <pc:spChg chg="add 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" creationId="{39469DCF-EE36-6081-95B9-ABA1A0B01417}"/>
          </ac:spMkLst>
        </pc:spChg>
        <pc:spChg chg="add 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4" creationId="{AC15D726-90FB-41D6-7E83-F515FD131D5D}"/>
          </ac:spMkLst>
        </pc:spChg>
        <pc:spChg chg="mod">
          <ac:chgData name="Nikki Papenfus" userId="2a405823-0c8b-419b-afb6-8159926c2e17" providerId="ADAL" clId="{C4CD5978-2643-4E14-BB26-37358CB1C7B2}" dt="2023-05-31T13:29:10.453" v="2575" actId="20577"/>
          <ac:spMkLst>
            <pc:docMk/>
            <pc:sldMk cId="419252725" sldId="510"/>
            <ac:spMk id="5" creationId="{025DD5A3-E906-487B-ACF4-459BA0EB9764}"/>
          </ac:spMkLst>
        </pc:spChg>
        <pc:spChg chg="add del mod">
          <ac:chgData name="Nikki Papenfus" userId="2a405823-0c8b-419b-afb6-8159926c2e17" providerId="ADAL" clId="{C4CD5978-2643-4E14-BB26-37358CB1C7B2}" dt="2023-06-01T07:36:53.820" v="7189" actId="478"/>
          <ac:spMkLst>
            <pc:docMk/>
            <pc:sldMk cId="419252725" sldId="510"/>
            <ac:spMk id="7" creationId="{C1462732-6BB7-81AC-37A9-97CB1A12D0ED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0" creationId="{89C0F108-7514-4D42-A17E-BA2EADD56C7C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1" creationId="{3AF94861-60E5-4EEB-9D82-034AF301D936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2" creationId="{C7708346-8824-40A2-A2EA-C3576E08B61B}"/>
          </ac:spMkLst>
        </pc:spChg>
        <pc:spChg chg="mod or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3" creationId="{EBD0486B-1B71-4E7C-B7FE-3C3B4B7F06C9}"/>
          </ac:spMkLst>
        </pc:spChg>
        <pc:spChg chg="mod or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4" creationId="{E3E4FAEC-5C16-4612-9ABC-043630BFFCCE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6" creationId="{BE8B4CEC-8EFE-472A-973D-A215A8C46158}"/>
          </ac:spMkLst>
        </pc:spChg>
        <pc:spChg chg="mod">
          <ac:chgData name="Nikki Papenfus" userId="2a405823-0c8b-419b-afb6-8159926c2e17" providerId="ADAL" clId="{C4CD5978-2643-4E14-BB26-37358CB1C7B2}" dt="2023-06-01T07:51:55.204" v="7604" actId="1036"/>
          <ac:spMkLst>
            <pc:docMk/>
            <pc:sldMk cId="419252725" sldId="510"/>
            <ac:spMk id="73" creationId="{8C7B80B6-F8E0-40E3-ABF8-8318C79424FE}"/>
          </ac:spMkLst>
        </pc:spChg>
      </pc:sldChg>
      <pc:sldChg chg="del">
        <pc:chgData name="Nikki Papenfus" userId="2a405823-0c8b-419b-afb6-8159926c2e17" providerId="ADAL" clId="{C4CD5978-2643-4E14-BB26-37358CB1C7B2}" dt="2023-05-31T11:52:45.346" v="11" actId="47"/>
        <pc:sldMkLst>
          <pc:docMk/>
          <pc:sldMk cId="2630123977" sldId="515"/>
        </pc:sldMkLst>
      </pc:sldChg>
      <pc:sldChg chg="del">
        <pc:chgData name="Nikki Papenfus" userId="2a405823-0c8b-419b-afb6-8159926c2e17" providerId="ADAL" clId="{C4CD5978-2643-4E14-BB26-37358CB1C7B2}" dt="2023-05-31T11:52:49.028" v="12" actId="47"/>
        <pc:sldMkLst>
          <pc:docMk/>
          <pc:sldMk cId="121117647" sldId="517"/>
        </pc:sldMkLst>
      </pc:sldChg>
      <pc:sldChg chg="delSp modSp del mod ord">
        <pc:chgData name="Nikki Papenfus" userId="2a405823-0c8b-419b-afb6-8159926c2e17" providerId="ADAL" clId="{C4CD5978-2643-4E14-BB26-37358CB1C7B2}" dt="2023-05-31T13:44:46.762" v="2934" actId="47"/>
        <pc:sldMkLst>
          <pc:docMk/>
          <pc:sldMk cId="4032518818" sldId="518"/>
        </pc:sldMkLst>
        <pc:spChg chg="mod">
          <ac:chgData name="Nikki Papenfus" userId="2a405823-0c8b-419b-afb6-8159926c2e17" providerId="ADAL" clId="{C4CD5978-2643-4E14-BB26-37358CB1C7B2}" dt="2023-05-31T13:42:59.133" v="2882" actId="1076"/>
          <ac:spMkLst>
            <pc:docMk/>
            <pc:sldMk cId="4032518818" sldId="518"/>
            <ac:spMk id="2" creationId="{98CF32EA-D497-44AB-BA78-387F20F0B780}"/>
          </ac:spMkLst>
        </pc:spChg>
        <pc:picChg chg="del">
          <ac:chgData name="Nikki Papenfus" userId="2a405823-0c8b-419b-afb6-8159926c2e17" providerId="ADAL" clId="{C4CD5978-2643-4E14-BB26-37358CB1C7B2}" dt="2023-05-31T13:42:49.044" v="2880" actId="478"/>
          <ac:picMkLst>
            <pc:docMk/>
            <pc:sldMk cId="4032518818" sldId="518"/>
            <ac:picMk id="8" creationId="{C3FD63AF-ED46-4E1C-A293-A9FF9078BD44}"/>
          </ac:picMkLst>
        </pc:picChg>
        <pc:picChg chg="del">
          <ac:chgData name="Nikki Papenfus" userId="2a405823-0c8b-419b-afb6-8159926c2e17" providerId="ADAL" clId="{C4CD5978-2643-4E14-BB26-37358CB1C7B2}" dt="2023-05-31T13:42:49.624" v="2881" actId="478"/>
          <ac:picMkLst>
            <pc:docMk/>
            <pc:sldMk cId="4032518818" sldId="518"/>
            <ac:picMk id="10" creationId="{01404F7F-E502-49DF-A695-5D8812AB6D8F}"/>
          </ac:picMkLst>
        </pc:picChg>
      </pc:sldChg>
      <pc:sldChg chg="modSp mod ord">
        <pc:chgData name="Nikki Papenfus" userId="2a405823-0c8b-419b-afb6-8159926c2e17" providerId="ADAL" clId="{C4CD5978-2643-4E14-BB26-37358CB1C7B2}" dt="2023-06-02T08:05:02.955" v="12509" actId="1076"/>
        <pc:sldMkLst>
          <pc:docMk/>
          <pc:sldMk cId="2946320377" sldId="519"/>
        </pc:sldMkLst>
        <pc:spChg chg="mod">
          <ac:chgData name="Nikki Papenfus" userId="2a405823-0c8b-419b-afb6-8159926c2e17" providerId="ADAL" clId="{C4CD5978-2643-4E14-BB26-37358CB1C7B2}" dt="2023-06-01T08:29:57.241" v="7644" actId="13926"/>
          <ac:spMkLst>
            <pc:docMk/>
            <pc:sldMk cId="2946320377" sldId="519"/>
            <ac:spMk id="2" creationId="{2821447D-088F-46A4-8BB0-1AFA0CC45434}"/>
          </ac:spMkLst>
        </pc:spChg>
        <pc:spChg chg="mod">
          <ac:chgData name="Nikki Papenfus" userId="2a405823-0c8b-419b-afb6-8159926c2e17" providerId="ADAL" clId="{C4CD5978-2643-4E14-BB26-37358CB1C7B2}" dt="2023-06-01T08:13:24.021" v="7623" actId="13926"/>
          <ac:spMkLst>
            <pc:docMk/>
            <pc:sldMk cId="2946320377" sldId="519"/>
            <ac:spMk id="7" creationId="{E12318EA-30EC-419A-B76B-52E2A98112E4}"/>
          </ac:spMkLst>
        </pc:spChg>
        <pc:picChg chg="mod">
          <ac:chgData name="Nikki Papenfus" userId="2a405823-0c8b-419b-afb6-8159926c2e17" providerId="ADAL" clId="{C4CD5978-2643-4E14-BB26-37358CB1C7B2}" dt="2023-06-02T08:05:02.955" v="12509" actId="1076"/>
          <ac:picMkLst>
            <pc:docMk/>
            <pc:sldMk cId="2946320377" sldId="519"/>
            <ac:picMk id="3" creationId="{BE48C304-FEA3-D44B-962E-A4AFC4033EB7}"/>
          </ac:picMkLst>
        </pc:picChg>
      </pc:sldChg>
      <pc:sldChg chg="del">
        <pc:chgData name="Nikki Papenfus" userId="2a405823-0c8b-419b-afb6-8159926c2e17" providerId="ADAL" clId="{C4CD5978-2643-4E14-BB26-37358CB1C7B2}" dt="2023-05-31T11:53:58.652" v="34" actId="47"/>
        <pc:sldMkLst>
          <pc:docMk/>
          <pc:sldMk cId="3590522233" sldId="520"/>
        </pc:sldMkLst>
      </pc:sldChg>
      <pc:sldChg chg="addSp delSp modSp del mod ord modShow">
        <pc:chgData name="Nikki Papenfus" userId="2a405823-0c8b-419b-afb6-8159926c2e17" providerId="ADAL" clId="{C4CD5978-2643-4E14-BB26-37358CB1C7B2}" dt="2023-06-01T14:43:17.066" v="10392" actId="47"/>
        <pc:sldMkLst>
          <pc:docMk/>
          <pc:sldMk cId="384302148" sldId="522"/>
        </pc:sldMkLst>
        <pc:spChg chg="mod">
          <ac:chgData name="Nikki Papenfus" userId="2a405823-0c8b-419b-afb6-8159926c2e17" providerId="ADAL" clId="{C4CD5978-2643-4E14-BB26-37358CB1C7B2}" dt="2023-06-01T08:43:38.885" v="8008" actId="13926"/>
          <ac:spMkLst>
            <pc:docMk/>
            <pc:sldMk cId="384302148" sldId="522"/>
            <ac:spMk id="2" creationId="{AC1EA79A-CD1D-4EF2-AB6E-983B37543AE0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4" creationId="{EF234640-A839-F799-8DC9-115542FBBFB0}"/>
          </ac:spMkLst>
        </pc:spChg>
        <pc:spChg chg="mod">
          <ac:chgData name="Nikki Papenfus" userId="2a405823-0c8b-419b-afb6-8159926c2e17" providerId="ADAL" clId="{C4CD5978-2643-4E14-BB26-37358CB1C7B2}" dt="2023-06-01T07:32:33.187" v="7112" actId="113"/>
          <ac:spMkLst>
            <pc:docMk/>
            <pc:sldMk cId="384302148" sldId="522"/>
            <ac:spMk id="5" creationId="{71639B46-AD3B-44EA-8945-6181C1436929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6" creationId="{7928BE5B-26F8-0B4F-8CB2-0D85089987CD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7" creationId="{2B6B49A4-AC1C-D41D-734B-1D185E5EC2C0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8" creationId="{7617CC1F-3685-19D5-1405-8AA0DE40432B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9" creationId="{2C258D7D-0DA4-9DF0-7731-CC09E2B3B18D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10" creationId="{1FB01B5F-E728-B241-D15B-E5021BF96292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11" creationId="{D0B64724-C74D-AE8B-4B97-6FCBDD78BBF6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12" creationId="{7E5AA6B7-10E9-83B8-2677-47EC2E9CA347}"/>
          </ac:spMkLst>
        </pc:spChg>
        <pc:spChg chg="add del">
          <ac:chgData name="Nikki Papenfus" userId="2a405823-0c8b-419b-afb6-8159926c2e17" providerId="ADAL" clId="{C4CD5978-2643-4E14-BB26-37358CB1C7B2}" dt="2023-05-31T15:36:20.649" v="5579" actId="22"/>
          <ac:spMkLst>
            <pc:docMk/>
            <pc:sldMk cId="384302148" sldId="522"/>
            <ac:spMk id="14" creationId="{BA8C3B96-3CAB-4656-98A1-05E206F71F34}"/>
          </ac:spMkLst>
        </pc:spChg>
        <pc:spChg chg="add del mod">
          <ac:chgData name="Nikki Papenfus" userId="2a405823-0c8b-419b-afb6-8159926c2e17" providerId="ADAL" clId="{C4CD5978-2643-4E14-BB26-37358CB1C7B2}" dt="2023-05-31T15:36:27.366" v="5582" actId="478"/>
          <ac:spMkLst>
            <pc:docMk/>
            <pc:sldMk cId="384302148" sldId="522"/>
            <ac:spMk id="16" creationId="{045371A9-5772-8EAF-B7F7-CAD2BA18B529}"/>
          </ac:spMkLst>
        </pc:spChg>
        <pc:picChg chg="mod">
          <ac:chgData name="Nikki Papenfus" userId="2a405823-0c8b-419b-afb6-8159926c2e17" providerId="ADAL" clId="{C4CD5978-2643-4E14-BB26-37358CB1C7B2}" dt="2023-06-01T08:41:06.214" v="7933" actId="1076"/>
          <ac:picMkLst>
            <pc:docMk/>
            <pc:sldMk cId="384302148" sldId="522"/>
            <ac:picMk id="3" creationId="{959C438F-01FF-430E-8229-3C1636FF58FC}"/>
          </ac:picMkLst>
        </pc:picChg>
        <pc:picChg chg="add del mod">
          <ac:chgData name="Nikki Papenfus" userId="2a405823-0c8b-419b-afb6-8159926c2e17" providerId="ADAL" clId="{C4CD5978-2643-4E14-BB26-37358CB1C7B2}" dt="2023-06-01T08:41:02.759" v="7932" actId="478"/>
          <ac:picMkLst>
            <pc:docMk/>
            <pc:sldMk cId="384302148" sldId="522"/>
            <ac:picMk id="6" creationId="{20B5699D-0C76-C964-53B8-75AA03DE6A0F}"/>
          </ac:picMkLst>
        </pc:picChg>
      </pc:sldChg>
      <pc:sldChg chg="modSp del mod ord modShow">
        <pc:chgData name="Nikki Papenfus" userId="2a405823-0c8b-419b-afb6-8159926c2e17" providerId="ADAL" clId="{C4CD5978-2643-4E14-BB26-37358CB1C7B2}" dt="2023-06-01T07:15:16.874" v="6889" actId="47"/>
        <pc:sldMkLst>
          <pc:docMk/>
          <pc:sldMk cId="2034813819" sldId="524"/>
        </pc:sldMkLst>
        <pc:spChg chg="mod">
          <ac:chgData name="Nikki Papenfus" userId="2a405823-0c8b-419b-afb6-8159926c2e17" providerId="ADAL" clId="{C4CD5978-2643-4E14-BB26-37358CB1C7B2}" dt="2023-05-31T14:08:45.768" v="3159" actId="13926"/>
          <ac:spMkLst>
            <pc:docMk/>
            <pc:sldMk cId="2034813819" sldId="524"/>
            <ac:spMk id="2" creationId="{590D8EC9-8F1B-48B0-963F-369094EDAA03}"/>
          </ac:spMkLst>
        </pc:spChg>
      </pc:sldChg>
      <pc:sldChg chg="modSp del mod ord modShow">
        <pc:chgData name="Nikki Papenfus" userId="2a405823-0c8b-419b-afb6-8159926c2e17" providerId="ADAL" clId="{C4CD5978-2643-4E14-BB26-37358CB1C7B2}" dt="2023-06-01T07:15:19.660" v="6892" actId="47"/>
        <pc:sldMkLst>
          <pc:docMk/>
          <pc:sldMk cId="875286077" sldId="525"/>
        </pc:sldMkLst>
        <pc:spChg chg="mod">
          <ac:chgData name="Nikki Papenfus" userId="2a405823-0c8b-419b-afb6-8159926c2e17" providerId="ADAL" clId="{C4CD5978-2643-4E14-BB26-37358CB1C7B2}" dt="2023-05-31T13:38:57.145" v="2820" actId="13926"/>
          <ac:spMkLst>
            <pc:docMk/>
            <pc:sldMk cId="875286077" sldId="525"/>
            <ac:spMk id="2" creationId="{7C001697-6CA5-47D0-987F-BE4C8A0599AE}"/>
          </ac:spMkLst>
        </pc:spChg>
        <pc:spChg chg="mod">
          <ac:chgData name="Nikki Papenfus" userId="2a405823-0c8b-419b-afb6-8159926c2e17" providerId="ADAL" clId="{C4CD5978-2643-4E14-BB26-37358CB1C7B2}" dt="2023-05-31T13:39:00.320" v="2821" actId="13926"/>
          <ac:spMkLst>
            <pc:docMk/>
            <pc:sldMk cId="875286077" sldId="525"/>
            <ac:spMk id="3" creationId="{19789DFC-1961-4CEA-8D69-950A53FA185D}"/>
          </ac:spMkLst>
        </pc:spChg>
      </pc:sldChg>
      <pc:sldChg chg="modSp del mod modShow">
        <pc:chgData name="Nikki Papenfus" userId="2a405823-0c8b-419b-afb6-8159926c2e17" providerId="ADAL" clId="{C4CD5978-2643-4E14-BB26-37358CB1C7B2}" dt="2023-06-01T07:15:21.003" v="6893" actId="47"/>
        <pc:sldMkLst>
          <pc:docMk/>
          <pc:sldMk cId="2955914473" sldId="527"/>
        </pc:sldMkLst>
        <pc:spChg chg="mod">
          <ac:chgData name="Nikki Papenfus" userId="2a405823-0c8b-419b-afb6-8159926c2e17" providerId="ADAL" clId="{C4CD5978-2643-4E14-BB26-37358CB1C7B2}" dt="2023-05-31T13:38:53.656" v="2819" actId="13926"/>
          <ac:spMkLst>
            <pc:docMk/>
            <pc:sldMk cId="2955914473" sldId="527"/>
            <ac:spMk id="2" creationId="{26370D9F-67DC-45F0-AE24-4C1DB54663B3}"/>
          </ac:spMkLst>
        </pc:spChg>
      </pc:sldChg>
      <pc:sldChg chg="addSp delSp modSp add mod">
        <pc:chgData name="Nikki Papenfus" userId="2a405823-0c8b-419b-afb6-8159926c2e17" providerId="ADAL" clId="{C4CD5978-2643-4E14-BB26-37358CB1C7B2}" dt="2023-06-01T08:56:06.308" v="8240" actId="13926"/>
        <pc:sldMkLst>
          <pc:docMk/>
          <pc:sldMk cId="3718470958" sldId="528"/>
        </pc:sldMkLst>
        <pc:spChg chg="mod">
          <ac:chgData name="Nikki Papenfus" userId="2a405823-0c8b-419b-afb6-8159926c2e17" providerId="ADAL" clId="{C4CD5978-2643-4E14-BB26-37358CB1C7B2}" dt="2023-06-01T08:56:06.308" v="8240" actId="13926"/>
          <ac:spMkLst>
            <pc:docMk/>
            <pc:sldMk cId="3718470958" sldId="528"/>
            <ac:spMk id="2" creationId="{6B379C49-E761-45BA-84B7-AC2E88444F78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3" creationId="{F25C3BD8-5D55-40F4-BAC0-A699E91B9D1F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4" creationId="{01BCDF9F-D3B3-4712-B540-DD691D4733FB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5" creationId="{1E42B5BE-6E32-4B61-8D9E-5F67BFA876B1}"/>
          </ac:spMkLst>
        </pc:spChg>
        <pc:spChg chg="add mod">
          <ac:chgData name="Nikki Papenfus" userId="2a405823-0c8b-419b-afb6-8159926c2e17" providerId="ADAL" clId="{C4CD5978-2643-4E14-BB26-37358CB1C7B2}" dt="2023-06-01T07:31:54.472" v="7107" actId="13926"/>
          <ac:spMkLst>
            <pc:docMk/>
            <pc:sldMk cId="3718470958" sldId="528"/>
            <ac:spMk id="6" creationId="{B86AF3F7-41FF-A21A-08C7-008565A0689D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8" creationId="{D9274794-5499-44F0-8A5B-89754F5EE89E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1" creationId="{721D3AAE-89B1-45D8-9B1F-BF1C30AACD21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2" creationId="{43534316-16EC-42D9-9C5D-02267F0603A4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3" creationId="{AEE865E0-2B8A-483F-96A8-339A8EDCFA4D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4" creationId="{E3B45ADA-500F-4972-A92E-574CBF481B42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5" creationId="{65D678D2-F369-4000-AEF4-BD0ED51F018D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6" creationId="{36B16DAB-966B-4602-A68F-BD0A0ED6DAA4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7" creationId="{AA1F4ED9-B72C-4B7E-8012-F8217B329F51}"/>
          </ac:spMkLst>
        </pc:spChg>
        <pc:spChg chg="del mod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8" creationId="{2684E74B-3EED-4D0D-8E6F-BE149F7DD0E8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9" creationId="{B49B2620-85EB-46CE-854E-8DE1860B0C2B}"/>
          </ac:spMkLst>
        </pc:spChg>
        <pc:spChg chg="del">
          <ac:chgData name="Nikki Papenfus" userId="2a405823-0c8b-419b-afb6-8159926c2e17" providerId="ADAL" clId="{C4CD5978-2643-4E14-BB26-37358CB1C7B2}" dt="2023-05-31T11:55:36.491" v="43" actId="478"/>
          <ac:spMkLst>
            <pc:docMk/>
            <pc:sldMk cId="3718470958" sldId="528"/>
            <ac:spMk id="20" creationId="{DD7590C6-898E-411F-9A51-EE9886D764F6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21" creationId="{48DC2193-661C-4299-A833-F1C446D14FFD}"/>
          </ac:spMkLst>
        </pc:spChg>
        <pc:spChg chg="del">
          <ac:chgData name="Nikki Papenfus" userId="2a405823-0c8b-419b-afb6-8159926c2e17" providerId="ADAL" clId="{C4CD5978-2643-4E14-BB26-37358CB1C7B2}" dt="2023-05-31T11:55:32.853" v="40" actId="478"/>
          <ac:spMkLst>
            <pc:docMk/>
            <pc:sldMk cId="3718470958" sldId="528"/>
            <ac:spMk id="22" creationId="{6A37533A-6A40-4BBB-9E5B-5BD2105F48B7}"/>
          </ac:spMkLst>
        </pc:spChg>
        <pc:spChg chg="del mod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23" creationId="{FC457025-D96E-4164-BE59-490BA3993B60}"/>
          </ac:spMkLst>
        </pc:spChg>
        <pc:spChg chg="del">
          <ac:chgData name="Nikki Papenfus" userId="2a405823-0c8b-419b-afb6-8159926c2e17" providerId="ADAL" clId="{C4CD5978-2643-4E14-BB26-37358CB1C7B2}" dt="2023-05-31T11:55:38.240" v="45" actId="478"/>
          <ac:spMkLst>
            <pc:docMk/>
            <pc:sldMk cId="3718470958" sldId="528"/>
            <ac:spMk id="24" creationId="{A14E6D1C-6F2C-444E-818C-E127C17CFB00}"/>
          </ac:spMkLst>
        </pc:spChg>
        <pc:spChg chg="del">
          <ac:chgData name="Nikki Papenfus" userId="2a405823-0c8b-419b-afb6-8159926c2e17" providerId="ADAL" clId="{C4CD5978-2643-4E14-BB26-37358CB1C7B2}" dt="2023-05-31T11:55:35.815" v="42" actId="478"/>
          <ac:spMkLst>
            <pc:docMk/>
            <pc:sldMk cId="3718470958" sldId="528"/>
            <ac:spMk id="25" creationId="{52508730-B0D0-4F20-9564-7A45400B9094}"/>
          </ac:spMkLst>
        </pc:spChg>
        <pc:spChg chg="del">
          <ac:chgData name="Nikki Papenfus" userId="2a405823-0c8b-419b-afb6-8159926c2e17" providerId="ADAL" clId="{C4CD5978-2643-4E14-BB26-37358CB1C7B2}" dt="2023-05-31T11:55:37.576" v="44" actId="478"/>
          <ac:spMkLst>
            <pc:docMk/>
            <pc:sldMk cId="3718470958" sldId="528"/>
            <ac:spMk id="26" creationId="{68893977-B5E6-4C3E-8760-CF3DBB07D890}"/>
          </ac:spMkLst>
        </pc:spChg>
        <pc:spChg chg="del">
          <ac:chgData name="Nikki Papenfus" userId="2a405823-0c8b-419b-afb6-8159926c2e17" providerId="ADAL" clId="{C4CD5978-2643-4E14-BB26-37358CB1C7B2}" dt="2023-05-31T11:55:35.157" v="41" actId="478"/>
          <ac:spMkLst>
            <pc:docMk/>
            <pc:sldMk cId="3718470958" sldId="528"/>
            <ac:spMk id="27" creationId="{67E00CE8-6C4D-4BCD-B158-E80A97BB3CBA}"/>
          </ac:spMkLst>
        </pc:spChg>
      </pc:sldChg>
      <pc:sldChg chg="addSp delSp modSp add del mod ord">
        <pc:chgData name="Nikki Papenfus" userId="2a405823-0c8b-419b-afb6-8159926c2e17" providerId="ADAL" clId="{C4CD5978-2643-4E14-BB26-37358CB1C7B2}" dt="2023-05-31T12:31:30.901" v="790" actId="47"/>
        <pc:sldMkLst>
          <pc:docMk/>
          <pc:sldMk cId="2286232867" sldId="529"/>
        </pc:sldMkLst>
        <pc:spChg chg="mod">
          <ac:chgData name="Nikki Papenfus" userId="2a405823-0c8b-419b-afb6-8159926c2e17" providerId="ADAL" clId="{C4CD5978-2643-4E14-BB26-37358CB1C7B2}" dt="2023-05-31T11:56:15.244" v="105" actId="20577"/>
          <ac:spMkLst>
            <pc:docMk/>
            <pc:sldMk cId="2286232867" sldId="529"/>
            <ac:spMk id="2" creationId="{6B379C49-E761-45BA-84B7-AC2E88444F78}"/>
          </ac:spMkLst>
        </pc:spChg>
        <pc:picChg chg="add del mod">
          <ac:chgData name="Nikki Papenfus" userId="2a405823-0c8b-419b-afb6-8159926c2e17" providerId="ADAL" clId="{C4CD5978-2643-4E14-BB26-37358CB1C7B2}" dt="2023-05-31T12:28:13.608" v="737" actId="21"/>
          <ac:picMkLst>
            <pc:docMk/>
            <pc:sldMk cId="2286232867" sldId="529"/>
            <ac:picMk id="4" creationId="{3E0FBBE7-86E1-87D5-0C02-F8F60D3CA81D}"/>
          </ac:picMkLst>
        </pc:picChg>
      </pc:sldChg>
      <pc:sldChg chg="addSp delSp modSp add del mod ord">
        <pc:chgData name="Nikki Papenfus" userId="2a405823-0c8b-419b-afb6-8159926c2e17" providerId="ADAL" clId="{C4CD5978-2643-4E14-BB26-37358CB1C7B2}" dt="2023-05-31T12:14:48.936" v="436" actId="47"/>
        <pc:sldMkLst>
          <pc:docMk/>
          <pc:sldMk cId="3552406196" sldId="530"/>
        </pc:sldMkLst>
        <pc:spChg chg="mod">
          <ac:chgData name="Nikki Papenfus" userId="2a405823-0c8b-419b-afb6-8159926c2e17" providerId="ADAL" clId="{C4CD5978-2643-4E14-BB26-37358CB1C7B2}" dt="2023-05-31T11:56:30.071" v="121" actId="20577"/>
          <ac:spMkLst>
            <pc:docMk/>
            <pc:sldMk cId="3552406196" sldId="530"/>
            <ac:spMk id="2" creationId="{6B379C49-E761-45BA-84B7-AC2E88444F78}"/>
          </ac:spMkLst>
        </pc:spChg>
        <pc:picChg chg="add del mod">
          <ac:chgData name="Nikki Papenfus" userId="2a405823-0c8b-419b-afb6-8159926c2e17" providerId="ADAL" clId="{C4CD5978-2643-4E14-BB26-37358CB1C7B2}" dt="2023-05-31T12:13:55.118" v="383" actId="478"/>
          <ac:picMkLst>
            <pc:docMk/>
            <pc:sldMk cId="3552406196" sldId="530"/>
            <ac:picMk id="4" creationId="{E648B732-1FA9-B3EC-DACC-FD6D28C4A174}"/>
          </ac:picMkLst>
        </pc:picChg>
        <pc:picChg chg="add del">
          <ac:chgData name="Nikki Papenfus" userId="2a405823-0c8b-419b-afb6-8159926c2e17" providerId="ADAL" clId="{C4CD5978-2643-4E14-BB26-37358CB1C7B2}" dt="2023-05-31T12:13:53.921" v="382" actId="22"/>
          <ac:picMkLst>
            <pc:docMk/>
            <pc:sldMk cId="3552406196" sldId="530"/>
            <ac:picMk id="6" creationId="{555A7ECD-7E4D-6316-7E6C-0283C07A1859}"/>
          </ac:picMkLst>
        </pc:picChg>
        <pc:picChg chg="add del">
          <ac:chgData name="Nikki Papenfus" userId="2a405823-0c8b-419b-afb6-8159926c2e17" providerId="ADAL" clId="{C4CD5978-2643-4E14-BB26-37358CB1C7B2}" dt="2023-05-31T12:14:17.844" v="386" actId="21"/>
          <ac:picMkLst>
            <pc:docMk/>
            <pc:sldMk cId="3552406196" sldId="530"/>
            <ac:picMk id="8" creationId="{96CADF66-2452-5FF1-358B-F2D90DEDD175}"/>
          </ac:picMkLst>
        </pc:picChg>
      </pc:sldChg>
      <pc:sldChg chg="addSp delSp modSp add del mod ord">
        <pc:chgData name="Nikki Papenfus" userId="2a405823-0c8b-419b-afb6-8159926c2e17" providerId="ADAL" clId="{C4CD5978-2643-4E14-BB26-37358CB1C7B2}" dt="2023-05-31T12:26:24.122" v="711" actId="47"/>
        <pc:sldMkLst>
          <pc:docMk/>
          <pc:sldMk cId="3913889365" sldId="531"/>
        </pc:sldMkLst>
        <pc:spChg chg="mod">
          <ac:chgData name="Nikki Papenfus" userId="2a405823-0c8b-419b-afb6-8159926c2e17" providerId="ADAL" clId="{C4CD5978-2643-4E14-BB26-37358CB1C7B2}" dt="2023-05-31T12:17:58.629" v="541" actId="20577"/>
          <ac:spMkLst>
            <pc:docMk/>
            <pc:sldMk cId="3913889365" sldId="531"/>
            <ac:spMk id="2" creationId="{6B379C49-E761-45BA-84B7-AC2E88444F78}"/>
          </ac:spMkLst>
        </pc:spChg>
        <pc:spChg chg="add del mod">
          <ac:chgData name="Nikki Papenfus" userId="2a405823-0c8b-419b-afb6-8159926c2e17" providerId="ADAL" clId="{C4CD5978-2643-4E14-BB26-37358CB1C7B2}" dt="2023-05-31T11:58:03.324" v="174" actId="21"/>
          <ac:spMkLst>
            <pc:docMk/>
            <pc:sldMk cId="3913889365" sldId="531"/>
            <ac:spMk id="3" creationId="{8C623E9E-A62B-BF5B-6CE6-1CB19EDA3887}"/>
          </ac:spMkLst>
        </pc:spChg>
        <pc:picChg chg="add del">
          <ac:chgData name="Nikki Papenfus" userId="2a405823-0c8b-419b-afb6-8159926c2e17" providerId="ADAL" clId="{C4CD5978-2643-4E14-BB26-37358CB1C7B2}" dt="2023-05-31T12:17:52.684" v="526" actId="478"/>
          <ac:picMkLst>
            <pc:docMk/>
            <pc:sldMk cId="3913889365" sldId="531"/>
            <ac:picMk id="5" creationId="{6DC8E3BE-3225-97A4-66B0-2060676C458A}"/>
          </ac:picMkLst>
        </pc:picChg>
      </pc:sldChg>
      <pc:sldChg chg="addSp modSp add del mod">
        <pc:chgData name="Nikki Papenfus" userId="2a405823-0c8b-419b-afb6-8159926c2e17" providerId="ADAL" clId="{C4CD5978-2643-4E14-BB26-37358CB1C7B2}" dt="2023-05-31T12:17:49.299" v="525" actId="47"/>
        <pc:sldMkLst>
          <pc:docMk/>
          <pc:sldMk cId="1452064467" sldId="532"/>
        </pc:sldMkLst>
        <pc:spChg chg="mod">
          <ac:chgData name="Nikki Papenfus" userId="2a405823-0c8b-419b-afb6-8159926c2e17" providerId="ADAL" clId="{C4CD5978-2643-4E14-BB26-37358CB1C7B2}" dt="2023-05-31T12:05:38.380" v="338" actId="20577"/>
          <ac:spMkLst>
            <pc:docMk/>
            <pc:sldMk cId="1452064467" sldId="532"/>
            <ac:spMk id="2" creationId="{6B379C49-E761-45BA-84B7-AC2E88444F78}"/>
          </ac:spMkLst>
        </pc:spChg>
        <pc:picChg chg="add mod">
          <ac:chgData name="Nikki Papenfus" userId="2a405823-0c8b-419b-afb6-8159926c2e17" providerId="ADAL" clId="{C4CD5978-2643-4E14-BB26-37358CB1C7B2}" dt="2023-05-31T12:05:45.897" v="362" actId="1036"/>
          <ac:picMkLst>
            <pc:docMk/>
            <pc:sldMk cId="1452064467" sldId="532"/>
            <ac:picMk id="4" creationId="{18BE77F2-7BFA-72DC-FBE6-54F669FF08FA}"/>
          </ac:picMkLst>
        </pc:picChg>
      </pc:sldChg>
      <pc:sldChg chg="addSp delSp modSp new mod ord">
        <pc:chgData name="Nikki Papenfus" userId="2a405823-0c8b-419b-afb6-8159926c2e17" providerId="ADAL" clId="{C4CD5978-2643-4E14-BB26-37358CB1C7B2}" dt="2023-06-02T07:50:01.310" v="12372" actId="14100"/>
        <pc:sldMkLst>
          <pc:docMk/>
          <pc:sldMk cId="1328899717" sldId="533"/>
        </pc:sldMkLst>
        <pc:spChg chg="mod ord">
          <ac:chgData name="Nikki Papenfus" userId="2a405823-0c8b-419b-afb6-8159926c2e17" providerId="ADAL" clId="{C4CD5978-2643-4E14-BB26-37358CB1C7B2}" dt="2023-05-31T12:25:11.779" v="668" actId="1076"/>
          <ac:spMkLst>
            <pc:docMk/>
            <pc:sldMk cId="1328899717" sldId="533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5-31T12:16:01.568" v="448" actId="478"/>
          <ac:picMkLst>
            <pc:docMk/>
            <pc:sldMk cId="1328899717" sldId="533"/>
            <ac:picMk id="3" creationId="{04A2A408-62EE-4523-69BD-6367CCD45961}"/>
          </ac:picMkLst>
        </pc:picChg>
        <pc:picChg chg="add del mod">
          <ac:chgData name="Nikki Papenfus" userId="2a405823-0c8b-419b-afb6-8159926c2e17" providerId="ADAL" clId="{C4CD5978-2643-4E14-BB26-37358CB1C7B2}" dt="2023-06-02T07:48:31.231" v="12355" actId="478"/>
          <ac:picMkLst>
            <pc:docMk/>
            <pc:sldMk cId="1328899717" sldId="533"/>
            <ac:picMk id="4" creationId="{4F500E7F-DDD3-36D3-19E7-ACF5143FBF9B}"/>
          </ac:picMkLst>
        </pc:picChg>
        <pc:picChg chg="add del">
          <ac:chgData name="Nikki Papenfus" userId="2a405823-0c8b-419b-afb6-8159926c2e17" providerId="ADAL" clId="{C4CD5978-2643-4E14-BB26-37358CB1C7B2}" dt="2023-06-01T08:06:21.714" v="7610" actId="478"/>
          <ac:picMkLst>
            <pc:docMk/>
            <pc:sldMk cId="1328899717" sldId="533"/>
            <ac:picMk id="4" creationId="{F2733483-5E9A-5C3F-E3E0-754E2F0208A3}"/>
          </ac:picMkLst>
        </pc:picChg>
        <pc:picChg chg="add del mod">
          <ac:chgData name="Nikki Papenfus" userId="2a405823-0c8b-419b-afb6-8159926c2e17" providerId="ADAL" clId="{C4CD5978-2643-4E14-BB26-37358CB1C7B2}" dt="2023-05-31T12:18:32.450" v="542" actId="478"/>
          <ac:picMkLst>
            <pc:docMk/>
            <pc:sldMk cId="1328899717" sldId="533"/>
            <ac:picMk id="5" creationId="{F5044CB1-48E6-22E3-3944-58B41A348F47}"/>
          </ac:picMkLst>
        </pc:picChg>
        <pc:picChg chg="add mod">
          <ac:chgData name="Nikki Papenfus" userId="2a405823-0c8b-419b-afb6-8159926c2e17" providerId="ADAL" clId="{C4CD5978-2643-4E14-BB26-37358CB1C7B2}" dt="2023-06-02T07:50:01.310" v="12372" actId="14100"/>
          <ac:picMkLst>
            <pc:docMk/>
            <pc:sldMk cId="1328899717" sldId="533"/>
            <ac:picMk id="6" creationId="{696787D1-A9AF-9135-1355-FDD9E6DE2260}"/>
          </ac:picMkLst>
        </pc:picChg>
        <pc:picChg chg="add del mod">
          <ac:chgData name="Nikki Papenfus" userId="2a405823-0c8b-419b-afb6-8159926c2e17" providerId="ADAL" clId="{C4CD5978-2643-4E14-BB26-37358CB1C7B2}" dt="2023-06-01T10:32:14.039" v="9842" actId="478"/>
          <ac:picMkLst>
            <pc:docMk/>
            <pc:sldMk cId="1328899717" sldId="533"/>
            <ac:picMk id="6" creationId="{FBB59F0D-0FD1-ED73-E955-79B9908AE088}"/>
          </ac:picMkLst>
        </pc:picChg>
        <pc:picChg chg="add del mod">
          <ac:chgData name="Nikki Papenfus" userId="2a405823-0c8b-419b-afb6-8159926c2e17" providerId="ADAL" clId="{C4CD5978-2643-4E14-BB26-37358CB1C7B2}" dt="2023-06-01T08:05:47.058" v="7608" actId="478"/>
          <ac:picMkLst>
            <pc:docMk/>
            <pc:sldMk cId="1328899717" sldId="533"/>
            <ac:picMk id="7" creationId="{FE420FDF-6CB5-A673-581C-6FF7830BE331}"/>
          </ac:picMkLst>
        </pc:picChg>
        <pc:picChg chg="add del mod">
          <ac:chgData name="Nikki Papenfus" userId="2a405823-0c8b-419b-afb6-8159926c2e17" providerId="ADAL" clId="{C4CD5978-2643-4E14-BB26-37358CB1C7B2}" dt="2023-06-02T07:42:09.449" v="12324" actId="478"/>
          <ac:picMkLst>
            <pc:docMk/>
            <pc:sldMk cId="1328899717" sldId="533"/>
            <ac:picMk id="9" creationId="{CF03D6B4-79EB-A6B5-4D30-A046F6A6E2C2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4:32:32.581" v="10211"/>
        <pc:sldMkLst>
          <pc:docMk/>
          <pc:sldMk cId="1932171373" sldId="534"/>
        </pc:sldMkLst>
        <pc:spChg chg="mod">
          <ac:chgData name="Nikki Papenfus" userId="2a405823-0c8b-419b-afb6-8159926c2e17" providerId="ADAL" clId="{C4CD5978-2643-4E14-BB26-37358CB1C7B2}" dt="2023-05-31T12:30:50.554" v="785" actId="20577"/>
          <ac:spMkLst>
            <pc:docMk/>
            <pc:sldMk cId="1932171373" sldId="534"/>
            <ac:spMk id="2" creationId="{73F060A0-A02A-C863-69B6-83C2C129863A}"/>
          </ac:spMkLst>
        </pc:spChg>
        <pc:picChg chg="add del mod ord">
          <ac:chgData name="Nikki Papenfus" userId="2a405823-0c8b-419b-afb6-8159926c2e17" providerId="ADAL" clId="{C4CD5978-2643-4E14-BB26-37358CB1C7B2}" dt="2023-06-01T08:54:06.493" v="8178" actId="478"/>
          <ac:picMkLst>
            <pc:docMk/>
            <pc:sldMk cId="1932171373" sldId="534"/>
            <ac:picMk id="4" creationId="{2063BC07-4911-534C-4F23-DF0292D12F67}"/>
          </ac:picMkLst>
        </pc:picChg>
        <pc:picChg chg="add mod">
          <ac:chgData name="Nikki Papenfus" userId="2a405823-0c8b-419b-afb6-8159926c2e17" providerId="ADAL" clId="{C4CD5978-2643-4E14-BB26-37358CB1C7B2}" dt="2023-06-01T08:56:16.803" v="8262" actId="1038"/>
          <ac:picMkLst>
            <pc:docMk/>
            <pc:sldMk cId="1932171373" sldId="534"/>
            <ac:picMk id="5" creationId="{60AED158-2C55-B831-28B6-AED35E99AD39}"/>
          </ac:picMkLst>
        </pc:picChg>
      </pc:sldChg>
      <pc:sldChg chg="addSp delSp modSp add mod">
        <pc:chgData name="Nikki Papenfus" userId="2a405823-0c8b-419b-afb6-8159926c2e17" providerId="ADAL" clId="{C4CD5978-2643-4E14-BB26-37358CB1C7B2}" dt="2023-06-01T10:42:16.224" v="9971" actId="1076"/>
        <pc:sldMkLst>
          <pc:docMk/>
          <pc:sldMk cId="3178771002" sldId="535"/>
        </pc:sldMkLst>
        <pc:spChg chg="mod ord">
          <ac:chgData name="Nikki Papenfus" userId="2a405823-0c8b-419b-afb6-8159926c2e17" providerId="ADAL" clId="{C4CD5978-2643-4E14-BB26-37358CB1C7B2}" dt="2023-05-31T12:26:12.707" v="708" actId="403"/>
          <ac:spMkLst>
            <pc:docMk/>
            <pc:sldMk cId="3178771002" sldId="535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5-31T12:22:25.593" v="560" actId="478"/>
          <ac:picMkLst>
            <pc:docMk/>
            <pc:sldMk cId="3178771002" sldId="535"/>
            <ac:picMk id="4" creationId="{48854400-6409-DA7C-11B2-0ED1B9B08626}"/>
          </ac:picMkLst>
        </pc:picChg>
        <pc:picChg chg="add del mod">
          <ac:chgData name="Nikki Papenfus" userId="2a405823-0c8b-419b-afb6-8159926c2e17" providerId="ADAL" clId="{C4CD5978-2643-4E14-BB26-37358CB1C7B2}" dt="2023-06-01T08:52:52.293" v="8136" actId="22"/>
          <ac:picMkLst>
            <pc:docMk/>
            <pc:sldMk cId="3178771002" sldId="535"/>
            <ac:picMk id="4" creationId="{4B9002B8-3A53-2B94-C11E-15E30540F9E0}"/>
          </ac:picMkLst>
        </pc:picChg>
        <pc:picChg chg="add del mod">
          <ac:chgData name="Nikki Papenfus" userId="2a405823-0c8b-419b-afb6-8159926c2e17" providerId="ADAL" clId="{C4CD5978-2643-4E14-BB26-37358CB1C7B2}" dt="2023-05-31T12:22:53.267" v="564" actId="478"/>
          <ac:picMkLst>
            <pc:docMk/>
            <pc:sldMk cId="3178771002" sldId="535"/>
            <ac:picMk id="6" creationId="{60AF5BC8-21AA-BFBA-6AD7-809BF764D141}"/>
          </ac:picMkLst>
        </pc:picChg>
        <pc:picChg chg="add del mod">
          <ac:chgData name="Nikki Papenfus" userId="2a405823-0c8b-419b-afb6-8159926c2e17" providerId="ADAL" clId="{C4CD5978-2643-4E14-BB26-37358CB1C7B2}" dt="2023-05-31T12:24:03.972" v="579" actId="478"/>
          <ac:picMkLst>
            <pc:docMk/>
            <pc:sldMk cId="3178771002" sldId="535"/>
            <ac:picMk id="8" creationId="{56B8890C-2B01-6D9F-5AB0-11F7183D9437}"/>
          </ac:picMkLst>
        </pc:picChg>
        <pc:picChg chg="add del mod modCrop">
          <ac:chgData name="Nikki Papenfus" userId="2a405823-0c8b-419b-afb6-8159926c2e17" providerId="ADAL" clId="{C4CD5978-2643-4E14-BB26-37358CB1C7B2}" dt="2023-06-01T10:42:16.224" v="9971" actId="1076"/>
          <ac:picMkLst>
            <pc:docMk/>
            <pc:sldMk cId="3178771002" sldId="535"/>
            <ac:picMk id="10" creationId="{A4CB8B72-2D5C-38FF-7662-C0268B290FAB}"/>
          </ac:picMkLst>
        </pc:picChg>
        <pc:picChg chg="add mod modCrop">
          <ac:chgData name="Nikki Papenfus" userId="2a405823-0c8b-419b-afb6-8159926c2e17" providerId="ADAL" clId="{C4CD5978-2643-4E14-BB26-37358CB1C7B2}" dt="2023-06-01T08:53:03.488" v="8152" actId="1038"/>
          <ac:picMkLst>
            <pc:docMk/>
            <pc:sldMk cId="3178771002" sldId="535"/>
            <ac:picMk id="11" creationId="{4D9BD804-806C-B457-4F93-E36B87EC97FC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5-31T12:31:28.885" v="789" actId="47"/>
        <pc:sldMkLst>
          <pc:docMk/>
          <pc:sldMk cId="1447388191" sldId="536"/>
        </pc:sldMkLst>
        <pc:picChg chg="del">
          <ac:chgData name="Nikki Papenfus" userId="2a405823-0c8b-419b-afb6-8159926c2e17" providerId="ADAL" clId="{C4CD5978-2643-4E14-BB26-37358CB1C7B2}" dt="2023-05-31T12:28:08.003" v="735" actId="478"/>
          <ac:picMkLst>
            <pc:docMk/>
            <pc:sldMk cId="1447388191" sldId="536"/>
            <ac:picMk id="4" creationId="{2063BC07-4911-534C-4F23-DF0292D12F67}"/>
          </ac:picMkLst>
        </pc:picChg>
        <pc:picChg chg="add mod">
          <ac:chgData name="Nikki Papenfus" userId="2a405823-0c8b-419b-afb6-8159926c2e17" providerId="ADAL" clId="{C4CD5978-2643-4E14-BB26-37358CB1C7B2}" dt="2023-05-31T12:31:18.162" v="788" actId="1076"/>
          <ac:picMkLst>
            <pc:docMk/>
            <pc:sldMk cId="1447388191" sldId="536"/>
            <ac:picMk id="5" creationId="{947CA72A-1658-756F-1BC2-FBFB381F7337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5-31T13:45:40.947" v="2968" actId="47"/>
        <pc:sldMkLst>
          <pc:docMk/>
          <pc:sldMk cId="720238949" sldId="537"/>
        </pc:sldMkLst>
        <pc:spChg chg="mod">
          <ac:chgData name="Nikki Papenfus" userId="2a405823-0c8b-419b-afb6-8159926c2e17" providerId="ADAL" clId="{C4CD5978-2643-4E14-BB26-37358CB1C7B2}" dt="2023-05-31T12:28:22.226" v="756" actId="20577"/>
          <ac:spMkLst>
            <pc:docMk/>
            <pc:sldMk cId="720238949" sldId="537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5-31T12:28:51.141" v="758" actId="478"/>
          <ac:picMkLst>
            <pc:docMk/>
            <pc:sldMk cId="720238949" sldId="537"/>
            <ac:picMk id="3" creationId="{7BB3497F-1C7F-35AA-CFBA-D592E84F7CB3}"/>
          </ac:picMkLst>
        </pc:picChg>
        <pc:picChg chg="add del">
          <ac:chgData name="Nikki Papenfus" userId="2a405823-0c8b-419b-afb6-8159926c2e17" providerId="ADAL" clId="{C4CD5978-2643-4E14-BB26-37358CB1C7B2}" dt="2023-05-31T12:28:55.878" v="760" actId="478"/>
          <ac:picMkLst>
            <pc:docMk/>
            <pc:sldMk cId="720238949" sldId="537"/>
            <ac:picMk id="5" creationId="{AE523E38-E674-C92C-A428-DBB1D70EB1C1}"/>
          </ac:picMkLst>
        </pc:picChg>
        <pc:picChg chg="add del mod">
          <ac:chgData name="Nikki Papenfus" userId="2a405823-0c8b-419b-afb6-8159926c2e17" providerId="ADAL" clId="{C4CD5978-2643-4E14-BB26-37358CB1C7B2}" dt="2023-05-31T12:30:01.185" v="765" actId="478"/>
          <ac:picMkLst>
            <pc:docMk/>
            <pc:sldMk cId="720238949" sldId="537"/>
            <ac:picMk id="7" creationId="{331AEE39-8796-3997-108F-8550878DCAAE}"/>
          </ac:picMkLst>
        </pc:picChg>
        <pc:picChg chg="add mod">
          <ac:chgData name="Nikki Papenfus" userId="2a405823-0c8b-419b-afb6-8159926c2e17" providerId="ADAL" clId="{C4CD5978-2643-4E14-BB26-37358CB1C7B2}" dt="2023-05-31T12:30:06.151" v="767" actId="1076"/>
          <ac:picMkLst>
            <pc:docMk/>
            <pc:sldMk cId="720238949" sldId="537"/>
            <ac:picMk id="9" creationId="{9AFF1D80-9B78-7004-AEB3-548DE0C604AE}"/>
          </ac:picMkLst>
        </pc:picChg>
      </pc:sldChg>
      <pc:sldChg chg="addSp delSp modSp add del mod ord">
        <pc:chgData name="Nikki Papenfus" userId="2a405823-0c8b-419b-afb6-8159926c2e17" providerId="ADAL" clId="{C4CD5978-2643-4E14-BB26-37358CB1C7B2}" dt="2023-05-31T13:41:41.247" v="2874" actId="47"/>
        <pc:sldMkLst>
          <pc:docMk/>
          <pc:sldMk cId="3801583315" sldId="538"/>
        </pc:sldMkLst>
        <pc:spChg chg="mod">
          <ac:chgData name="Nikki Papenfus" userId="2a405823-0c8b-419b-afb6-8159926c2e17" providerId="ADAL" clId="{C4CD5978-2643-4E14-BB26-37358CB1C7B2}" dt="2023-05-31T13:40:16.594" v="2845" actId="20577"/>
          <ac:spMkLst>
            <pc:docMk/>
            <pc:sldMk cId="3801583315" sldId="538"/>
            <ac:spMk id="2" creationId="{6B379C49-E761-45BA-84B7-AC2E88444F78}"/>
          </ac:spMkLst>
        </pc:spChg>
        <pc:spChg chg="del">
          <ac:chgData name="Nikki Papenfus" userId="2a405823-0c8b-419b-afb6-8159926c2e17" providerId="ADAL" clId="{C4CD5978-2643-4E14-BB26-37358CB1C7B2}" dt="2023-05-31T13:40:18.777" v="2846" actId="478"/>
          <ac:spMkLst>
            <pc:docMk/>
            <pc:sldMk cId="3801583315" sldId="538"/>
            <ac:spMk id="3" creationId="{6A4C8B68-D38B-4693-92B0-05A9FCDD4793}"/>
          </ac:spMkLst>
        </pc:spChg>
        <pc:picChg chg="add mod">
          <ac:chgData name="Nikki Papenfus" userId="2a405823-0c8b-419b-afb6-8159926c2e17" providerId="ADAL" clId="{C4CD5978-2643-4E14-BB26-37358CB1C7B2}" dt="2023-05-31T13:40:49.790" v="2859" actId="1076"/>
          <ac:picMkLst>
            <pc:docMk/>
            <pc:sldMk cId="3801583315" sldId="538"/>
            <ac:picMk id="4" creationId="{3E84D056-C3B4-6894-23D3-4AEBE81E8D01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07:25:12.498" v="6979" actId="404"/>
        <pc:sldMkLst>
          <pc:docMk/>
          <pc:sldMk cId="1884266530" sldId="539"/>
        </pc:sldMkLst>
        <pc:spChg chg="mod">
          <ac:chgData name="Nikki Papenfus" userId="2a405823-0c8b-419b-afb6-8159926c2e17" providerId="ADAL" clId="{C4CD5978-2643-4E14-BB26-37358CB1C7B2}" dt="2023-06-01T07:24:43.655" v="6970" actId="20577"/>
          <ac:spMkLst>
            <pc:docMk/>
            <pc:sldMk cId="1884266530" sldId="539"/>
            <ac:spMk id="2" creationId="{73F060A0-A02A-C863-69B6-83C2C129863A}"/>
          </ac:spMkLst>
        </pc:spChg>
        <pc:spChg chg="add del mod">
          <ac:chgData name="Nikki Papenfus" userId="2a405823-0c8b-419b-afb6-8159926c2e17" providerId="ADAL" clId="{C4CD5978-2643-4E14-BB26-37358CB1C7B2}" dt="2023-06-01T07:24:18.337" v="6965" actId="478"/>
          <ac:spMkLst>
            <pc:docMk/>
            <pc:sldMk cId="1884266530" sldId="539"/>
            <ac:spMk id="4" creationId="{FD0D788F-C123-B776-CB91-EA4AA0336F24}"/>
          </ac:spMkLst>
        </pc:spChg>
        <pc:spChg chg="mod">
          <ac:chgData name="Nikki Papenfus" userId="2a405823-0c8b-419b-afb6-8159926c2e17" providerId="ADAL" clId="{C4CD5978-2643-4E14-BB26-37358CB1C7B2}" dt="2023-06-01T07:25:12.498" v="6979" actId="404"/>
          <ac:spMkLst>
            <pc:docMk/>
            <pc:sldMk cId="1884266530" sldId="539"/>
            <ac:spMk id="8" creationId="{74B6D8BD-5889-7B2F-22EF-E2A7DB352D93}"/>
          </ac:spMkLst>
        </pc:spChg>
        <pc:picChg chg="add mod">
          <ac:chgData name="Nikki Papenfus" userId="2a405823-0c8b-419b-afb6-8159926c2e17" providerId="ADAL" clId="{C4CD5978-2643-4E14-BB26-37358CB1C7B2}" dt="2023-05-31T13:41:30.216" v="2872"/>
          <ac:picMkLst>
            <pc:docMk/>
            <pc:sldMk cId="1884266530" sldId="539"/>
            <ac:picMk id="3" creationId="{0D42F2C6-8DF3-5288-9116-22D8CE5D50A2}"/>
          </ac:picMkLst>
        </pc:picChg>
        <pc:picChg chg="del">
          <ac:chgData name="Nikki Papenfus" userId="2a405823-0c8b-419b-afb6-8159926c2e17" providerId="ADAL" clId="{C4CD5978-2643-4E14-BB26-37358CB1C7B2}" dt="2023-05-31T13:41:24.146" v="2867" actId="478"/>
          <ac:picMkLst>
            <pc:docMk/>
            <pc:sldMk cId="1884266530" sldId="539"/>
            <ac:picMk id="7" creationId="{FE420FDF-6CB5-A673-581C-6FF7830BE331}"/>
          </ac:picMkLst>
        </pc:picChg>
      </pc:sldChg>
      <pc:sldChg chg="delSp modSp add del mod">
        <pc:chgData name="Nikki Papenfus" userId="2a405823-0c8b-419b-afb6-8159926c2e17" providerId="ADAL" clId="{C4CD5978-2643-4E14-BB26-37358CB1C7B2}" dt="2023-05-31T13:41:14.067" v="2865" actId="47"/>
        <pc:sldMkLst>
          <pc:docMk/>
          <pc:sldMk cId="2531227013" sldId="539"/>
        </pc:sldMkLst>
        <pc:spChg chg="mod">
          <ac:chgData name="Nikki Papenfus" userId="2a405823-0c8b-419b-afb6-8159926c2e17" providerId="ADAL" clId="{C4CD5978-2643-4E14-BB26-37358CB1C7B2}" dt="2023-05-31T13:41:11.064" v="2864"/>
          <ac:spMkLst>
            <pc:docMk/>
            <pc:sldMk cId="2531227013" sldId="539"/>
            <ac:spMk id="2" creationId="{73F060A0-A02A-C863-69B6-83C2C129863A}"/>
          </ac:spMkLst>
        </pc:spChg>
        <pc:picChg chg="del">
          <ac:chgData name="Nikki Papenfus" userId="2a405823-0c8b-419b-afb6-8159926c2e17" providerId="ADAL" clId="{C4CD5978-2643-4E14-BB26-37358CB1C7B2}" dt="2023-05-31T13:41:06.330" v="2863" actId="478"/>
          <ac:picMkLst>
            <pc:docMk/>
            <pc:sldMk cId="2531227013" sldId="539"/>
            <ac:picMk id="7" creationId="{FE420FDF-6CB5-A673-581C-6FF7830BE331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6:08:47.524" v="12273" actId="14100"/>
        <pc:sldMkLst>
          <pc:docMk/>
          <pc:sldMk cId="3765263956" sldId="540"/>
        </pc:sldMkLst>
        <pc:spChg chg="mod">
          <ac:chgData name="Nikki Papenfus" userId="2a405823-0c8b-419b-afb6-8159926c2e17" providerId="ADAL" clId="{C4CD5978-2643-4E14-BB26-37358CB1C7B2}" dt="2023-06-01T07:31:22.850" v="7106" actId="20577"/>
          <ac:spMkLst>
            <pc:docMk/>
            <pc:sldMk cId="3765263956" sldId="540"/>
            <ac:spMk id="2" creationId="{73F060A0-A02A-C863-69B6-83C2C129863A}"/>
          </ac:spMkLst>
        </pc:spChg>
        <pc:spChg chg="del">
          <ac:chgData name="Nikki Papenfus" userId="2a405823-0c8b-419b-afb6-8159926c2e17" providerId="ADAL" clId="{C4CD5978-2643-4E14-BB26-37358CB1C7B2}" dt="2023-06-01T07:34:01.512" v="7120" actId="478"/>
          <ac:spMkLst>
            <pc:docMk/>
            <pc:sldMk cId="3765263956" sldId="540"/>
            <ac:spMk id="7" creationId="{CDB72FD9-9F1B-6D9D-0938-97FA70C41EC3}"/>
          </ac:spMkLst>
        </pc:spChg>
        <pc:spChg chg="del mod">
          <ac:chgData name="Nikki Papenfus" userId="2a405823-0c8b-419b-afb6-8159926c2e17" providerId="ADAL" clId="{C4CD5978-2643-4E14-BB26-37358CB1C7B2}" dt="2023-06-01T07:31:08.677" v="7101" actId="478"/>
          <ac:spMkLst>
            <pc:docMk/>
            <pc:sldMk cId="3765263956" sldId="540"/>
            <ac:spMk id="8" creationId="{97EA23F7-720C-0DC0-2C6A-938D330A8745}"/>
          </ac:spMkLst>
        </pc:spChg>
        <pc:spChg chg="add mod">
          <ac:chgData name="Nikki Papenfus" userId="2a405823-0c8b-419b-afb6-8159926c2e17" providerId="ADAL" clId="{C4CD5978-2643-4E14-BB26-37358CB1C7B2}" dt="2023-06-01T16:08:34.779" v="12272" actId="1035"/>
          <ac:spMkLst>
            <pc:docMk/>
            <pc:sldMk cId="3765263956" sldId="540"/>
            <ac:spMk id="9" creationId="{79F09585-065C-AC72-E100-8ABCFE397883}"/>
          </ac:spMkLst>
        </pc:spChg>
        <pc:spChg chg="add mod">
          <ac:chgData name="Nikki Papenfus" userId="2a405823-0c8b-419b-afb6-8159926c2e17" providerId="ADAL" clId="{C4CD5978-2643-4E14-BB26-37358CB1C7B2}" dt="2023-06-01T07:34:58.790" v="7149" actId="14100"/>
          <ac:spMkLst>
            <pc:docMk/>
            <pc:sldMk cId="3765263956" sldId="540"/>
            <ac:spMk id="10" creationId="{A35B0EB8-9E4E-F387-DCF7-2E3593366F70}"/>
          </ac:spMkLst>
        </pc:spChg>
        <pc:picChg chg="del">
          <ac:chgData name="Nikki Papenfus" userId="2a405823-0c8b-419b-afb6-8159926c2e17" providerId="ADAL" clId="{C4CD5978-2643-4E14-BB26-37358CB1C7B2}" dt="2023-05-31T13:41:51.876" v="2877" actId="478"/>
          <ac:picMkLst>
            <pc:docMk/>
            <pc:sldMk cId="3765263956" sldId="540"/>
            <ac:picMk id="3" creationId="{0D42F2C6-8DF3-5288-9116-22D8CE5D50A2}"/>
          </ac:picMkLst>
        </pc:picChg>
        <pc:picChg chg="mod modCrop">
          <ac:chgData name="Nikki Papenfus" userId="2a405823-0c8b-419b-afb6-8159926c2e17" providerId="ADAL" clId="{C4CD5978-2643-4E14-BB26-37358CB1C7B2}" dt="2023-06-01T16:08:47.524" v="12273" actId="14100"/>
          <ac:picMkLst>
            <pc:docMk/>
            <pc:sldMk cId="3765263956" sldId="540"/>
            <ac:picMk id="3" creationId="{8BCF0021-D7C0-1ECD-E5B4-A19202D4AF6A}"/>
          </ac:picMkLst>
        </pc:picChg>
        <pc:picChg chg="add mod">
          <ac:chgData name="Nikki Papenfus" userId="2a405823-0c8b-419b-afb6-8159926c2e17" providerId="ADAL" clId="{C4CD5978-2643-4E14-BB26-37358CB1C7B2}" dt="2023-06-01T07:34:38.815" v="7132" actId="14100"/>
          <ac:picMkLst>
            <pc:docMk/>
            <pc:sldMk cId="3765263956" sldId="540"/>
            <ac:picMk id="4" creationId="{11AECA08-4E01-9B2D-115B-77B531906F72}"/>
          </ac:picMkLst>
        </pc:picChg>
        <pc:picChg chg="mod">
          <ac:chgData name="Nikki Papenfus" userId="2a405823-0c8b-419b-afb6-8159926c2e17" providerId="ADAL" clId="{C4CD5978-2643-4E14-BB26-37358CB1C7B2}" dt="2023-06-01T16:08:34.779" v="12272" actId="1035"/>
          <ac:picMkLst>
            <pc:docMk/>
            <pc:sldMk cId="3765263956" sldId="540"/>
            <ac:picMk id="5" creationId="{484AF80B-5776-50E1-70B8-66DE401AFDA8}"/>
          </ac:picMkLst>
        </pc:picChg>
        <pc:picChg chg="mod">
          <ac:chgData name="Nikki Papenfus" userId="2a405823-0c8b-419b-afb6-8159926c2e17" providerId="ADAL" clId="{C4CD5978-2643-4E14-BB26-37358CB1C7B2}" dt="2023-06-01T16:08:34.779" v="12272" actId="1035"/>
          <ac:picMkLst>
            <pc:docMk/>
            <pc:sldMk cId="3765263956" sldId="540"/>
            <ac:picMk id="6" creationId="{18A16BB2-43CB-4796-9068-83397958ABD0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0:36:33.551" v="9916" actId="1035"/>
        <pc:sldMkLst>
          <pc:docMk/>
          <pc:sldMk cId="3990333599" sldId="541"/>
        </pc:sldMkLst>
        <pc:spChg chg="mod">
          <ac:chgData name="Nikki Papenfus" userId="2a405823-0c8b-419b-afb6-8159926c2e17" providerId="ADAL" clId="{C4CD5978-2643-4E14-BB26-37358CB1C7B2}" dt="2023-06-01T07:28:49.360" v="7037" actId="20577"/>
          <ac:spMkLst>
            <pc:docMk/>
            <pc:sldMk cId="3990333599" sldId="541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07:30:43.027" v="7061" actId="14100"/>
          <ac:spMkLst>
            <pc:docMk/>
            <pc:sldMk cId="3990333599" sldId="541"/>
            <ac:spMk id="5" creationId="{C167E958-29B0-57FE-FF39-6456D9522808}"/>
          </ac:spMkLst>
        </pc:spChg>
        <pc:spChg chg="del">
          <ac:chgData name="Nikki Papenfus" userId="2a405823-0c8b-419b-afb6-8159926c2e17" providerId="ADAL" clId="{C4CD5978-2643-4E14-BB26-37358CB1C7B2}" dt="2023-06-01T07:29:05.394" v="7041" actId="478"/>
          <ac:spMkLst>
            <pc:docMk/>
            <pc:sldMk cId="3990333599" sldId="541"/>
            <ac:spMk id="6" creationId="{8459CB2C-2D3B-6215-3331-5985456E8A79}"/>
          </ac:spMkLst>
        </pc:spChg>
        <pc:picChg chg="mod">
          <ac:chgData name="Nikki Papenfus" userId="2a405823-0c8b-419b-afb6-8159926c2e17" providerId="ADAL" clId="{C4CD5978-2643-4E14-BB26-37358CB1C7B2}" dt="2023-06-01T10:36:33.551" v="9916" actId="1035"/>
          <ac:picMkLst>
            <pc:docMk/>
            <pc:sldMk cId="3990333599" sldId="541"/>
            <ac:picMk id="4" creationId="{69C42D0B-3DBB-9AD7-3673-53E0554D5AF6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6:03:29.484" v="12178" actId="478"/>
        <pc:sldMkLst>
          <pc:docMk/>
          <pc:sldMk cId="2763594161" sldId="542"/>
        </pc:sldMkLst>
        <pc:spChg chg="mod">
          <ac:chgData name="Nikki Papenfus" userId="2a405823-0c8b-419b-afb6-8159926c2e17" providerId="ADAL" clId="{C4CD5978-2643-4E14-BB26-37358CB1C7B2}" dt="2023-06-01T14:30:30.278" v="10185" actId="20577"/>
          <ac:spMkLst>
            <pc:docMk/>
            <pc:sldMk cId="2763594161" sldId="542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6-01T16:03:29.484" v="12178" actId="478"/>
          <ac:picMkLst>
            <pc:docMk/>
            <pc:sldMk cId="2763594161" sldId="542"/>
            <ac:picMk id="4" creationId="{A138EF6D-A80F-54EE-C559-A2F678474D1D}"/>
          </ac:picMkLst>
        </pc:picChg>
        <pc:picChg chg="add del mod">
          <ac:chgData name="Nikki Papenfus" userId="2a405823-0c8b-419b-afb6-8159926c2e17" providerId="ADAL" clId="{C4CD5978-2643-4E14-BB26-37358CB1C7B2}" dt="2023-06-01T15:14:27.787" v="10958" actId="478"/>
          <ac:picMkLst>
            <pc:docMk/>
            <pc:sldMk cId="2763594161" sldId="542"/>
            <ac:picMk id="6" creationId="{AD1CB5BF-F27B-F52D-9992-02C516F8366F}"/>
          </ac:picMkLst>
        </pc:picChg>
        <pc:picChg chg="add mod">
          <ac:chgData name="Nikki Papenfus" userId="2a405823-0c8b-419b-afb6-8159926c2e17" providerId="ADAL" clId="{C4CD5978-2643-4E14-BB26-37358CB1C7B2}" dt="2023-06-01T15:14:38.749" v="10965" actId="1076"/>
          <ac:picMkLst>
            <pc:docMk/>
            <pc:sldMk cId="2763594161" sldId="542"/>
            <ac:picMk id="8" creationId="{E2404F33-4A98-7D0D-B014-74A94DD576F8}"/>
          </ac:picMkLst>
        </pc:picChg>
        <pc:picChg chg="del">
          <ac:chgData name="Nikki Papenfus" userId="2a405823-0c8b-419b-afb6-8159926c2e17" providerId="ADAL" clId="{C4CD5978-2643-4E14-BB26-37358CB1C7B2}" dt="2023-05-31T13:44:30.293" v="2894" actId="478"/>
          <ac:picMkLst>
            <pc:docMk/>
            <pc:sldMk cId="2763594161" sldId="542"/>
            <ac:picMk id="9" creationId="{9AFF1D80-9B78-7004-AEB3-548DE0C604AE}"/>
          </ac:picMkLst>
        </pc:picChg>
      </pc:sldChg>
      <pc:sldChg chg="addSp delSp modSp add mod ord delCm modCm">
        <pc:chgData name="Nikki Papenfus" userId="2a405823-0c8b-419b-afb6-8159926c2e17" providerId="ADAL" clId="{C4CD5978-2643-4E14-BB26-37358CB1C7B2}" dt="2023-06-02T07:24:09.977" v="12323"/>
        <pc:sldMkLst>
          <pc:docMk/>
          <pc:sldMk cId="1471194057" sldId="543"/>
        </pc:sldMkLst>
        <pc:picChg chg="add del mod">
          <ac:chgData name="Nikki Papenfus" userId="2a405823-0c8b-419b-afb6-8159926c2e17" providerId="ADAL" clId="{C4CD5978-2643-4E14-BB26-37358CB1C7B2}" dt="2023-06-02T07:20:45.503" v="12315" actId="478"/>
          <ac:picMkLst>
            <pc:docMk/>
            <pc:sldMk cId="1471194057" sldId="543"/>
            <ac:picMk id="4" creationId="{2CF77FC4-3AC1-CCCD-6E9F-48A46D3DBD7A}"/>
          </ac:picMkLst>
        </pc:picChg>
        <pc:picChg chg="add mod">
          <ac:chgData name="Nikki Papenfus" userId="2a405823-0c8b-419b-afb6-8159926c2e17" providerId="ADAL" clId="{C4CD5978-2643-4E14-BB26-37358CB1C7B2}" dt="2023-06-02T07:21:01.059" v="12321" actId="1036"/>
          <ac:picMkLst>
            <pc:docMk/>
            <pc:sldMk cId="1471194057" sldId="543"/>
            <ac:picMk id="6" creationId="{F34D7D12-4D97-92E7-6C0B-B263C2A13A7B}"/>
          </ac:picMkLst>
        </pc:picChg>
        <pc:picChg chg="del mod">
          <ac:chgData name="Nikki Papenfus" userId="2a405823-0c8b-419b-afb6-8159926c2e17" providerId="ADAL" clId="{C4CD5978-2643-4E14-BB26-37358CB1C7B2}" dt="2023-06-02T07:19:46.160" v="12310" actId="478"/>
          <ac:picMkLst>
            <pc:docMk/>
            <pc:sldMk cId="1471194057" sldId="543"/>
            <ac:picMk id="9" creationId="{9AFF1D80-9B78-7004-AEB3-548DE0C604AE}"/>
          </ac:picMkLst>
        </pc:picChg>
      </pc:sldChg>
      <pc:sldChg chg="addSp delSp modSp add del mod ord modShow">
        <pc:chgData name="Nikki Papenfus" userId="2a405823-0c8b-419b-afb6-8159926c2e17" providerId="ADAL" clId="{C4CD5978-2643-4E14-BB26-37358CB1C7B2}" dt="2023-06-01T07:38:04.261" v="7202" actId="47"/>
        <pc:sldMkLst>
          <pc:docMk/>
          <pc:sldMk cId="2278980403" sldId="544"/>
        </pc:sldMkLst>
        <pc:spChg chg="mod">
          <ac:chgData name="Nikki Papenfus" userId="2a405823-0c8b-419b-afb6-8159926c2e17" providerId="ADAL" clId="{C4CD5978-2643-4E14-BB26-37358CB1C7B2}" dt="2023-05-31T14:30:29.249" v="3984" actId="20577"/>
          <ac:spMkLst>
            <pc:docMk/>
            <pc:sldMk cId="2278980403" sldId="544"/>
            <ac:spMk id="11" creationId="{1A9C6600-6B78-439C-937D-D1772165D1D6}"/>
          </ac:spMkLst>
        </pc:spChg>
        <pc:spChg chg="mod topLvl">
          <ac:chgData name="Nikki Papenfus" userId="2a405823-0c8b-419b-afb6-8159926c2e17" providerId="ADAL" clId="{C4CD5978-2643-4E14-BB26-37358CB1C7B2}" dt="2023-05-31T14:31:05.437" v="4027" actId="164"/>
          <ac:spMkLst>
            <pc:docMk/>
            <pc:sldMk cId="2278980403" sldId="544"/>
            <ac:spMk id="49" creationId="{39A0BC96-9C61-4E65-A483-FC4E9F198BFD}"/>
          </ac:spMkLst>
        </pc:spChg>
        <pc:spChg chg="mod topLvl">
          <ac:chgData name="Nikki Papenfus" userId="2a405823-0c8b-419b-afb6-8159926c2e17" providerId="ADAL" clId="{C4CD5978-2643-4E14-BB26-37358CB1C7B2}" dt="2023-05-31T14:31:26.793" v="4062" actId="164"/>
          <ac:spMkLst>
            <pc:docMk/>
            <pc:sldMk cId="2278980403" sldId="544"/>
            <ac:spMk id="50" creationId="{3BFED656-E86F-4358-8139-C4372F876284}"/>
          </ac:spMkLst>
        </pc:spChg>
        <pc:spChg chg="mod topLvl">
          <ac:chgData name="Nikki Papenfus" userId="2a405823-0c8b-419b-afb6-8159926c2e17" providerId="ADAL" clId="{C4CD5978-2643-4E14-BB26-37358CB1C7B2}" dt="2023-05-31T14:31:36.469" v="4071" actId="164"/>
          <ac:spMkLst>
            <pc:docMk/>
            <pc:sldMk cId="2278980403" sldId="544"/>
            <ac:spMk id="51" creationId="{4E935B83-FDB8-4B94-B034-C5C319F79496}"/>
          </ac:spMkLst>
        </pc:spChg>
        <pc:spChg chg="mod topLvl">
          <ac:chgData name="Nikki Papenfus" userId="2a405823-0c8b-419b-afb6-8159926c2e17" providerId="ADAL" clId="{C4CD5978-2643-4E14-BB26-37358CB1C7B2}" dt="2023-05-31T14:31:14.112" v="4035" actId="164"/>
          <ac:spMkLst>
            <pc:docMk/>
            <pc:sldMk cId="2278980403" sldId="544"/>
            <ac:spMk id="52" creationId="{4C9F5C75-27D1-4B9B-B602-A5E156F36643}"/>
          </ac:spMkLst>
        </pc:spChg>
        <pc:spChg chg="mod topLvl">
          <ac:chgData name="Nikki Papenfus" userId="2a405823-0c8b-419b-afb6-8159926c2e17" providerId="ADAL" clId="{C4CD5978-2643-4E14-BB26-37358CB1C7B2}" dt="2023-05-31T14:30:43.104" v="3986" actId="165"/>
          <ac:spMkLst>
            <pc:docMk/>
            <pc:sldMk cId="2278980403" sldId="544"/>
            <ac:spMk id="55" creationId="{B6867568-1E98-4F83-8C00-DD429AA5FAF9}"/>
          </ac:spMkLst>
        </pc:spChg>
        <pc:spChg chg="mod topLvl">
          <ac:chgData name="Nikki Papenfus" userId="2a405823-0c8b-419b-afb6-8159926c2e17" providerId="ADAL" clId="{C4CD5978-2643-4E14-BB26-37358CB1C7B2}" dt="2023-05-31T14:31:45.835" v="4073" actId="207"/>
          <ac:spMkLst>
            <pc:docMk/>
            <pc:sldMk cId="2278980403" sldId="544"/>
            <ac:spMk id="57" creationId="{D225C485-E503-4732-AAEE-7EAC01F310AA}"/>
          </ac:spMkLst>
        </pc:spChg>
        <pc:spChg chg="mod topLvl">
          <ac:chgData name="Nikki Papenfus" userId="2a405823-0c8b-419b-afb6-8159926c2e17" providerId="ADAL" clId="{C4CD5978-2643-4E14-BB26-37358CB1C7B2}" dt="2023-05-31T14:31:14.112" v="4035" actId="164"/>
          <ac:spMkLst>
            <pc:docMk/>
            <pc:sldMk cId="2278980403" sldId="544"/>
            <ac:spMk id="58" creationId="{F25C0A0B-D5D2-441B-873F-BA5D46EA19FF}"/>
          </ac:spMkLst>
        </pc:spChg>
        <pc:spChg chg="mod topLvl">
          <ac:chgData name="Nikki Papenfus" userId="2a405823-0c8b-419b-afb6-8159926c2e17" providerId="ADAL" clId="{C4CD5978-2643-4E14-BB26-37358CB1C7B2}" dt="2023-05-31T14:31:36.469" v="4071" actId="164"/>
          <ac:spMkLst>
            <pc:docMk/>
            <pc:sldMk cId="2278980403" sldId="544"/>
            <ac:spMk id="59" creationId="{4BDCFCD6-C466-444B-AD1C-B4084782E0A1}"/>
          </ac:spMkLst>
        </pc:spChg>
        <pc:spChg chg="mod topLvl">
          <ac:chgData name="Nikki Papenfus" userId="2a405823-0c8b-419b-afb6-8159926c2e17" providerId="ADAL" clId="{C4CD5978-2643-4E14-BB26-37358CB1C7B2}" dt="2023-05-31T14:31:26.793" v="4062" actId="164"/>
          <ac:spMkLst>
            <pc:docMk/>
            <pc:sldMk cId="2278980403" sldId="544"/>
            <ac:spMk id="60" creationId="{18759CD1-EDE9-4355-87BA-E188050C088A}"/>
          </ac:spMkLst>
        </pc:spChg>
        <pc:spChg chg="mod topLvl">
          <ac:chgData name="Nikki Papenfus" userId="2a405823-0c8b-419b-afb6-8159926c2e17" providerId="ADAL" clId="{C4CD5978-2643-4E14-BB26-37358CB1C7B2}" dt="2023-05-31T14:31:05.437" v="4027" actId="164"/>
          <ac:spMkLst>
            <pc:docMk/>
            <pc:sldMk cId="2278980403" sldId="544"/>
            <ac:spMk id="61" creationId="{228459FD-FD06-4397-B140-4C5FDDF7C91E}"/>
          </ac:spMkLst>
        </pc:spChg>
        <pc:grpChg chg="mod">
          <ac:chgData name="Nikki Papenfus" userId="2a405823-0c8b-419b-afb6-8159926c2e17" providerId="ADAL" clId="{C4CD5978-2643-4E14-BB26-37358CB1C7B2}" dt="2023-05-31T14:41:23.787" v="4589" actId="1036"/>
          <ac:grpSpMkLst>
            <pc:docMk/>
            <pc:sldMk cId="2278980403" sldId="544"/>
            <ac:grpSpMk id="3" creationId="{A50B124B-1132-4477-BC9B-AE54CD212BBE}"/>
          </ac:grpSpMkLst>
        </pc:grpChg>
        <pc:grpChg chg="del">
          <ac:chgData name="Nikki Papenfus" userId="2a405823-0c8b-419b-afb6-8159926c2e17" providerId="ADAL" clId="{C4CD5978-2643-4E14-BB26-37358CB1C7B2}" dt="2023-05-31T14:30:43.104" v="3986" actId="165"/>
          <ac:grpSpMkLst>
            <pc:docMk/>
            <pc:sldMk cId="2278980403" sldId="544"/>
            <ac:grpSpMk id="48" creationId="{AFB41DFA-5BE4-4AC5-8841-5FD926D649CF}"/>
          </ac:grpSpMkLst>
        </pc:grpChg>
        <pc:grpChg chg="add mod">
          <ac:chgData name="Nikki Papenfus" userId="2a405823-0c8b-419b-afb6-8159926c2e17" providerId="ADAL" clId="{C4CD5978-2643-4E14-BB26-37358CB1C7B2}" dt="2023-05-31T14:32:31.014" v="4153" actId="1037"/>
          <ac:grpSpMkLst>
            <pc:docMk/>
            <pc:sldMk cId="2278980403" sldId="544"/>
            <ac:grpSpMk id="69" creationId="{09BF0A59-C990-5CC2-BAE3-2D19F654B73F}"/>
          </ac:grpSpMkLst>
        </pc:grpChg>
        <pc:grpChg chg="add mod">
          <ac:chgData name="Nikki Papenfus" userId="2a405823-0c8b-419b-afb6-8159926c2e17" providerId="ADAL" clId="{C4CD5978-2643-4E14-BB26-37358CB1C7B2}" dt="2023-05-31T14:32:16.281" v="4148" actId="1038"/>
          <ac:grpSpMkLst>
            <pc:docMk/>
            <pc:sldMk cId="2278980403" sldId="544"/>
            <ac:grpSpMk id="71" creationId="{F00D36E7-A58C-4DD7-6E59-A22D3BB9663C}"/>
          </ac:grpSpMkLst>
        </pc:grpChg>
        <pc:grpChg chg="add mod">
          <ac:chgData name="Nikki Papenfus" userId="2a405823-0c8b-419b-afb6-8159926c2e17" providerId="ADAL" clId="{C4CD5978-2643-4E14-BB26-37358CB1C7B2}" dt="2023-05-31T14:32:43.229" v="4157" actId="408"/>
          <ac:grpSpMkLst>
            <pc:docMk/>
            <pc:sldMk cId="2278980403" sldId="544"/>
            <ac:grpSpMk id="73" creationId="{DA13A810-F0C5-470A-CDA9-2D626C913F31}"/>
          </ac:grpSpMkLst>
        </pc:grpChg>
        <pc:grpChg chg="add mod">
          <ac:chgData name="Nikki Papenfus" userId="2a405823-0c8b-419b-afb6-8159926c2e17" providerId="ADAL" clId="{C4CD5978-2643-4E14-BB26-37358CB1C7B2}" dt="2023-05-31T14:32:43.229" v="4157" actId="408"/>
          <ac:grpSpMkLst>
            <pc:docMk/>
            <pc:sldMk cId="2278980403" sldId="544"/>
            <ac:grpSpMk id="75" creationId="{39F9A4C6-6B2F-A33F-133F-695698968B99}"/>
          </ac:grpSpMkLst>
        </pc:grpChg>
        <pc:picChg chg="add mod">
          <ac:chgData name="Nikki Papenfus" userId="2a405823-0c8b-419b-afb6-8159926c2e17" providerId="ADAL" clId="{C4CD5978-2643-4E14-BB26-37358CB1C7B2}" dt="2023-05-31T16:37:03.721" v="6887" actId="1076"/>
          <ac:picMkLst>
            <pc:docMk/>
            <pc:sldMk cId="2278980403" sldId="544"/>
            <ac:picMk id="82" creationId="{B2682640-CB75-E5AF-4677-A772AF6626CF}"/>
          </ac:picMkLst>
        </pc:picChg>
        <pc:cxnChg chg="mod topLvl">
          <ac:chgData name="Nikki Papenfus" userId="2a405823-0c8b-419b-afb6-8159926c2e17" providerId="ADAL" clId="{C4CD5978-2643-4E14-BB26-37358CB1C7B2}" dt="2023-05-31T14:31:26.793" v="4062" actId="164"/>
          <ac:cxnSpMkLst>
            <pc:docMk/>
            <pc:sldMk cId="2278980403" sldId="544"/>
            <ac:cxnSpMk id="53" creationId="{96BCD7DF-417C-40FC-A009-62F20E310579}"/>
          </ac:cxnSpMkLst>
        </pc:cxnChg>
        <pc:cxnChg chg="mod topLvl">
          <ac:chgData name="Nikki Papenfus" userId="2a405823-0c8b-419b-afb6-8159926c2e17" providerId="ADAL" clId="{C4CD5978-2643-4E14-BB26-37358CB1C7B2}" dt="2023-05-31T14:31:05.437" v="4027" actId="164"/>
          <ac:cxnSpMkLst>
            <pc:docMk/>
            <pc:sldMk cId="2278980403" sldId="544"/>
            <ac:cxnSpMk id="54" creationId="{5C35DC17-35CA-474B-A63A-097AF4B53683}"/>
          </ac:cxnSpMkLst>
        </pc:cxnChg>
        <pc:cxnChg chg="mod topLvl">
          <ac:chgData name="Nikki Papenfus" userId="2a405823-0c8b-419b-afb6-8159926c2e17" providerId="ADAL" clId="{C4CD5978-2643-4E14-BB26-37358CB1C7B2}" dt="2023-05-31T14:31:36.469" v="4071" actId="164"/>
          <ac:cxnSpMkLst>
            <pc:docMk/>
            <pc:sldMk cId="2278980403" sldId="544"/>
            <ac:cxnSpMk id="56" creationId="{B3161827-1C79-45D4-8A2A-7D4430AD5A82}"/>
          </ac:cxnSpMkLst>
        </pc:cxnChg>
        <pc:cxnChg chg="mod topLvl">
          <ac:chgData name="Nikki Papenfus" userId="2a405823-0c8b-419b-afb6-8159926c2e17" providerId="ADAL" clId="{C4CD5978-2643-4E14-BB26-37358CB1C7B2}" dt="2023-05-31T14:31:14.112" v="4035" actId="164"/>
          <ac:cxnSpMkLst>
            <pc:docMk/>
            <pc:sldMk cId="2278980403" sldId="544"/>
            <ac:cxnSpMk id="62" creationId="{D03824B4-4EF4-45B9-8576-E50018875612}"/>
          </ac:cxnSpMkLst>
        </pc:cxnChg>
      </pc:sldChg>
      <pc:sldChg chg="add del">
        <pc:chgData name="Nikki Papenfus" userId="2a405823-0c8b-419b-afb6-8159926c2e17" providerId="ADAL" clId="{C4CD5978-2643-4E14-BB26-37358CB1C7B2}" dt="2023-05-31T14:39:41.016" v="4420"/>
        <pc:sldMkLst>
          <pc:docMk/>
          <pc:sldMk cId="482115138" sldId="545"/>
        </pc:sldMkLst>
      </pc:sldChg>
      <pc:sldChg chg="add del">
        <pc:chgData name="Nikki Papenfus" userId="2a405823-0c8b-419b-afb6-8159926c2e17" providerId="ADAL" clId="{C4CD5978-2643-4E14-BB26-37358CB1C7B2}" dt="2023-05-31T14:39:45.010" v="4422"/>
        <pc:sldMkLst>
          <pc:docMk/>
          <pc:sldMk cId="942476877" sldId="545"/>
        </pc:sldMkLst>
      </pc:sldChg>
      <pc:sldChg chg="addSp delSp modSp add del mod ord modShow">
        <pc:chgData name="Nikki Papenfus" userId="2a405823-0c8b-419b-afb6-8159926c2e17" providerId="ADAL" clId="{C4CD5978-2643-4E14-BB26-37358CB1C7B2}" dt="2023-06-01T16:01:44.933" v="12159" actId="47"/>
        <pc:sldMkLst>
          <pc:docMk/>
          <pc:sldMk cId="3015967817" sldId="545"/>
        </pc:sldMkLst>
        <pc:spChg chg="mod">
          <ac:chgData name="Nikki Papenfus" userId="2a405823-0c8b-419b-afb6-8159926c2e17" providerId="ADAL" clId="{C4CD5978-2643-4E14-BB26-37358CB1C7B2}" dt="2023-06-01T10:22:17.590" v="9759" actId="20577"/>
          <ac:spMkLst>
            <pc:docMk/>
            <pc:sldMk cId="3015967817" sldId="545"/>
            <ac:spMk id="2" creationId="{73F060A0-A02A-C863-69B6-83C2C129863A}"/>
          </ac:spMkLst>
        </pc:spChg>
        <pc:spChg chg="add del mod">
          <ac:chgData name="Nikki Papenfus" userId="2a405823-0c8b-419b-afb6-8159926c2e17" providerId="ADAL" clId="{C4CD5978-2643-4E14-BB26-37358CB1C7B2}" dt="2023-06-01T09:18:56.592" v="8443" actId="478"/>
          <ac:spMkLst>
            <pc:docMk/>
            <pc:sldMk cId="3015967817" sldId="545"/>
            <ac:spMk id="3" creationId="{2020FCB5-F794-F009-11CE-A2E57787AF68}"/>
          </ac:spMkLst>
        </pc:spChg>
        <pc:spChg chg="add del mod">
          <ac:chgData name="Nikki Papenfus" userId="2a405823-0c8b-419b-afb6-8159926c2e17" providerId="ADAL" clId="{C4CD5978-2643-4E14-BB26-37358CB1C7B2}" dt="2023-05-31T14:40:20.922" v="4482" actId="478"/>
          <ac:spMkLst>
            <pc:docMk/>
            <pc:sldMk cId="3015967817" sldId="545"/>
            <ac:spMk id="4" creationId="{DA0AD69B-EE73-5C58-1B7F-BB3C20206069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5" creationId="{894744CC-3032-20A1-9941-822DB9523AAF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6" creationId="{82C262F9-0FE2-A430-7707-AF4F739EDA81}"/>
          </ac:spMkLst>
        </pc:spChg>
        <pc:spChg chg="add mod">
          <ac:chgData name="Nikki Papenfus" userId="2a405823-0c8b-419b-afb6-8159926c2e17" providerId="ADAL" clId="{C4CD5978-2643-4E14-BB26-37358CB1C7B2}" dt="2023-05-31T15:01:32.825" v="5001" actId="14100"/>
          <ac:spMkLst>
            <pc:docMk/>
            <pc:sldMk cId="3015967817" sldId="545"/>
            <ac:spMk id="7" creationId="{718D3215-D6BD-81CB-78E2-69DE158B2876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8" creationId="{156263D0-620E-4E73-2196-AD897E424051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9" creationId="{1CF6DCA2-EB34-E6A1-9D7C-B3AEB21CDD67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0" creationId="{F4409ADA-057A-AAC1-2DAB-2CBE76D77F08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1" creationId="{DAEF5AE6-1F57-6D65-0006-B9AF3969108F}"/>
          </ac:spMkLst>
        </pc:spChg>
        <pc:spChg chg="add mod">
          <ac:chgData name="Nikki Papenfus" userId="2a405823-0c8b-419b-afb6-8159926c2e17" providerId="ADAL" clId="{C4CD5978-2643-4E14-BB26-37358CB1C7B2}" dt="2023-06-01T08:16:18.560" v="7624" actId="1076"/>
          <ac:spMkLst>
            <pc:docMk/>
            <pc:sldMk cId="3015967817" sldId="545"/>
            <ac:spMk id="12" creationId="{E046CFAB-00DF-7DC6-9126-860E80EBDCA7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3" creationId="{12475015-17F5-95F3-163C-21DE4E4DD521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4" creationId="{E8D35FF9-F429-215E-5299-990E9230BBA7}"/>
          </ac:spMkLst>
        </pc:spChg>
        <pc:spChg chg="add del mod">
          <ac:chgData name="Nikki Papenfus" userId="2a405823-0c8b-419b-afb6-8159926c2e17" providerId="ADAL" clId="{C4CD5978-2643-4E14-BB26-37358CB1C7B2}" dt="2023-05-31T15:12:40.555" v="5387" actId="478"/>
          <ac:spMkLst>
            <pc:docMk/>
            <pc:sldMk cId="3015967817" sldId="545"/>
            <ac:spMk id="15" creationId="{09DE8C0E-7872-BFEC-40FB-85CCFB3F9569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16" creationId="{45AE3948-F3B5-0B08-2432-3B797380AFEA}"/>
          </ac:spMkLst>
        </pc:spChg>
        <pc:spChg chg="add del mod">
          <ac:chgData name="Nikki Papenfus" userId="2a405823-0c8b-419b-afb6-8159926c2e17" providerId="ADAL" clId="{C4CD5978-2643-4E14-BB26-37358CB1C7B2}" dt="2023-06-01T07:45:22.154" v="7504" actId="20577"/>
          <ac:spMkLst>
            <pc:docMk/>
            <pc:sldMk cId="3015967817" sldId="545"/>
            <ac:spMk id="17" creationId="{DB6BC475-499C-C01E-DDEE-36D97BD7C548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18" creationId="{74F69305-0A83-3986-CB66-6C21A7DE8C31}"/>
          </ac:spMkLst>
        </pc:spChg>
        <pc:spChg chg="add del mod">
          <ac:chgData name="Nikki Papenfus" userId="2a405823-0c8b-419b-afb6-8159926c2e17" providerId="ADAL" clId="{C4CD5978-2643-4E14-BB26-37358CB1C7B2}" dt="2023-06-01T07:45:55.688" v="7524" actId="6549"/>
          <ac:spMkLst>
            <pc:docMk/>
            <pc:sldMk cId="3015967817" sldId="545"/>
            <ac:spMk id="19" creationId="{DE2352DB-D650-D774-731E-1E12211FC8EA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20" creationId="{8617A52A-6C2A-0F95-03E2-3AC3094E6460}"/>
          </ac:spMkLst>
        </pc:spChg>
        <pc:spChg chg="add del mod">
          <ac:chgData name="Nikki Papenfus" userId="2a405823-0c8b-419b-afb6-8159926c2e17" providerId="ADAL" clId="{C4CD5978-2643-4E14-BB26-37358CB1C7B2}" dt="2023-06-01T07:44:36.498" v="7467" actId="14100"/>
          <ac:spMkLst>
            <pc:docMk/>
            <pc:sldMk cId="3015967817" sldId="545"/>
            <ac:spMk id="21" creationId="{F1BD943D-F3C8-A136-65F3-1FAA2C445D78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22" creationId="{47AA095D-8565-7FD7-79B7-47C83005ED9C}"/>
          </ac:spMkLst>
        </pc:spChg>
        <pc:spChg chg="add del mod">
          <ac:chgData name="Nikki Papenfus" userId="2a405823-0c8b-419b-afb6-8159926c2e17" providerId="ADAL" clId="{C4CD5978-2643-4E14-BB26-37358CB1C7B2}" dt="2023-06-01T07:46:09.636" v="7525"/>
          <ac:spMkLst>
            <pc:docMk/>
            <pc:sldMk cId="3015967817" sldId="545"/>
            <ac:spMk id="23" creationId="{4133AACA-51BA-A6AC-5332-08E79C469214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24" creationId="{E405A752-0E9D-05AB-35C6-22A3014FA897}"/>
          </ac:spMkLst>
        </pc:spChg>
        <pc:spChg chg="add del mod">
          <ac:chgData name="Nikki Papenfus" userId="2a405823-0c8b-419b-afb6-8159926c2e17" providerId="ADAL" clId="{C4CD5978-2643-4E14-BB26-37358CB1C7B2}" dt="2023-06-01T07:46:15.512" v="7529" actId="6549"/>
          <ac:spMkLst>
            <pc:docMk/>
            <pc:sldMk cId="3015967817" sldId="545"/>
            <ac:spMk id="25" creationId="{1106AA16-FA94-55BD-9EE1-18BFE5DE1907}"/>
          </ac:spMkLst>
        </pc:spChg>
        <pc:spChg chg="add del mod">
          <ac:chgData name="Nikki Papenfus" userId="2a405823-0c8b-419b-afb6-8159926c2e17" providerId="ADAL" clId="{C4CD5978-2643-4E14-BB26-37358CB1C7B2}" dt="2023-05-31T14:50:35.821" v="4845" actId="478"/>
          <ac:spMkLst>
            <pc:docMk/>
            <pc:sldMk cId="3015967817" sldId="545"/>
            <ac:spMk id="26" creationId="{543348F5-3EA6-CA15-152B-49CB5B7DED00}"/>
          </ac:spMkLst>
        </pc:spChg>
        <pc:spChg chg="add del mod">
          <ac:chgData name="Nikki Papenfus" userId="2a405823-0c8b-419b-afb6-8159926c2e17" providerId="ADAL" clId="{C4CD5978-2643-4E14-BB26-37358CB1C7B2}" dt="2023-05-31T14:50:38.352" v="4847" actId="478"/>
          <ac:spMkLst>
            <pc:docMk/>
            <pc:sldMk cId="3015967817" sldId="545"/>
            <ac:spMk id="27" creationId="{DE574FE8-70B8-9A74-35C8-A7CCDECFC9A8}"/>
          </ac:spMkLst>
        </pc:spChg>
        <pc:spChg chg="add del mod">
          <ac:chgData name="Nikki Papenfus" userId="2a405823-0c8b-419b-afb6-8159926c2e17" providerId="ADAL" clId="{C4CD5978-2643-4E14-BB26-37358CB1C7B2}" dt="2023-05-31T14:50:42.313" v="4848" actId="478"/>
          <ac:spMkLst>
            <pc:docMk/>
            <pc:sldMk cId="3015967817" sldId="545"/>
            <ac:spMk id="28" creationId="{7B492444-5E50-51F0-F165-1249A6B1B5FC}"/>
          </ac:spMkLst>
        </pc:spChg>
        <pc:spChg chg="add del mod">
          <ac:chgData name="Nikki Papenfus" userId="2a405823-0c8b-419b-afb6-8159926c2e17" providerId="ADAL" clId="{C4CD5978-2643-4E14-BB26-37358CB1C7B2}" dt="2023-05-31T14:50:32.401" v="4842" actId="478"/>
          <ac:spMkLst>
            <pc:docMk/>
            <pc:sldMk cId="3015967817" sldId="545"/>
            <ac:spMk id="29" creationId="{186A5F9A-2D45-5878-0CDD-666396C801E8}"/>
          </ac:spMkLst>
        </pc:spChg>
        <pc:spChg chg="add del mod">
          <ac:chgData name="Nikki Papenfus" userId="2a405823-0c8b-419b-afb6-8159926c2e17" providerId="ADAL" clId="{C4CD5978-2643-4E14-BB26-37358CB1C7B2}" dt="2023-05-31T14:50:32.019" v="4841" actId="478"/>
          <ac:spMkLst>
            <pc:docMk/>
            <pc:sldMk cId="3015967817" sldId="545"/>
            <ac:spMk id="30" creationId="{9E4ABB74-06DC-4B74-506D-33DE36CEE065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31" creationId="{4EDB992D-2BB1-0794-623F-1022E5511F5E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2" creationId="{FAC553A1-1C91-044B-2A96-1D9E99A6A188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3" creationId="{8A99231F-04D2-2755-AC62-ADAFB097BD46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4" creationId="{5A83E2A1-E643-2064-7BD7-97B9534F5841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5" creationId="{925CF48B-C97C-1800-549C-746F06186D10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6" creationId="{50B844B3-7E1C-F87D-5CEF-767DE6E17776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37" creationId="{5E15FE4E-C837-6DFA-A068-8B6B3149BC64}"/>
          </ac:spMkLst>
        </pc:spChg>
        <pc:spChg chg="add mod ord">
          <ac:chgData name="Nikki Papenfus" userId="2a405823-0c8b-419b-afb6-8159926c2e17" providerId="ADAL" clId="{C4CD5978-2643-4E14-BB26-37358CB1C7B2}" dt="2023-05-31T15:02:31.593" v="5012" actId="1035"/>
          <ac:spMkLst>
            <pc:docMk/>
            <pc:sldMk cId="3015967817" sldId="545"/>
            <ac:spMk id="38" creationId="{253704D0-4710-4704-7E8A-81B690F3430D}"/>
          </ac:spMkLst>
        </pc:spChg>
        <pc:spChg chg="add mod">
          <ac:chgData name="Nikki Papenfus" userId="2a405823-0c8b-419b-afb6-8159926c2e17" providerId="ADAL" clId="{C4CD5978-2643-4E14-BB26-37358CB1C7B2}" dt="2023-05-31T15:02:25.249" v="5008" actId="14100"/>
          <ac:spMkLst>
            <pc:docMk/>
            <pc:sldMk cId="3015967817" sldId="545"/>
            <ac:spMk id="39" creationId="{AA6AF43A-C2A7-5B65-63F0-E8EAFBEDDFCC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1" creationId="{31FD65C7-16C4-7FCF-30E9-E7C4357DDA47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3" creationId="{FBAE4AF7-9355-5309-A3AC-B1181A3575A6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5" creationId="{75759DC9-8266-AD86-9BB1-B85A21B6CA49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7" creationId="{033FAF69-8F51-789F-54D7-ABA4608DC42F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9" creationId="{71E70EBE-62F7-CFBA-513F-7334304EB916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51" creationId="{AF402361-57F6-133F-45BF-DD012463F7B5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52" creationId="{8F4FF332-2D4D-8EF2-411B-79679F3C7C91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53" creationId="{82214F03-05B5-0421-FF77-9770A434666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55" creationId="{47A9E843-0B90-F83A-D2A6-225C2DFD255F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57" creationId="{899AE746-95B5-4965-29B1-35DA8C41777B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59" creationId="{5392CB26-EF77-D462-2C91-720D68EB0243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61" creationId="{36268E7B-D5BC-0932-421E-84ABA439B901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63" creationId="{3540698F-6A3A-2E81-805A-1854AAF2067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65" creationId="{09B1D329-DFC3-0460-1CD9-5559B26CBA9F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67" creationId="{19C0872F-6CEA-D554-5552-F8350BB5FFA9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68" creationId="{D111EDE2-D9FC-A1A0-6C77-CC8EBD973D5B}"/>
          </ac:spMkLst>
        </pc:spChg>
        <pc:spChg chg="add del mod">
          <ac:chgData name="Nikki Papenfus" userId="2a405823-0c8b-419b-afb6-8159926c2e17" providerId="ADAL" clId="{C4CD5978-2643-4E14-BB26-37358CB1C7B2}" dt="2023-05-31T14:50:30.620" v="4840" actId="478"/>
          <ac:spMkLst>
            <pc:docMk/>
            <pc:sldMk cId="3015967817" sldId="545"/>
            <ac:spMk id="70" creationId="{6DE5E84E-1792-5614-D825-65EE19FBD6E3}"/>
          </ac:spMkLst>
        </pc:spChg>
        <pc:spChg chg="add mod">
          <ac:chgData name="Nikki Papenfus" userId="2a405823-0c8b-419b-afb6-8159926c2e17" providerId="ADAL" clId="{C4CD5978-2643-4E14-BB26-37358CB1C7B2}" dt="2023-05-31T15:02:25.249" v="5008" actId="14100"/>
          <ac:spMkLst>
            <pc:docMk/>
            <pc:sldMk cId="3015967817" sldId="545"/>
            <ac:spMk id="71" creationId="{5587F3D8-CEAC-990F-1E4D-2398D3954011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3" creationId="{0A142F8E-0C0B-6F75-2447-438A8BD39140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5" creationId="{380D4C29-3E9D-8836-54ED-3784312A42D8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7" creationId="{CC486BBD-646B-415F-68D1-87CBABCB64C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9" creationId="{D7165299-4B90-CA7A-05C0-62ABBF3C8D4B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1" creationId="{2CB29820-8DD0-1B4A-8152-BAFEA2538F13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3" creationId="{FCFD9746-66AF-8D35-D171-B6C14C531503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5" creationId="{29F9F237-6D8E-4169-551B-6A4794169ED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6" creationId="{9395C47D-7E15-6252-8458-8E013F27B6D3}"/>
          </ac:spMkLst>
        </pc:spChg>
        <pc:spChg chg="add mod">
          <ac:chgData name="Nikki Papenfus" userId="2a405823-0c8b-419b-afb6-8159926c2e17" providerId="ADAL" clId="{C4CD5978-2643-4E14-BB26-37358CB1C7B2}" dt="2023-05-31T15:02:38.846" v="5017" actId="1038"/>
          <ac:spMkLst>
            <pc:docMk/>
            <pc:sldMk cId="3015967817" sldId="545"/>
            <ac:spMk id="88" creationId="{67111972-316D-BA8A-BF6E-419DE688B91D}"/>
          </ac:spMkLst>
        </pc:spChg>
        <pc:spChg chg="add del mod">
          <ac:chgData name="Nikki Papenfus" userId="2a405823-0c8b-419b-afb6-8159926c2e17" providerId="ADAL" clId="{C4CD5978-2643-4E14-BB26-37358CB1C7B2}" dt="2023-05-31T15:13:17.880" v="5402" actId="478"/>
          <ac:spMkLst>
            <pc:docMk/>
            <pc:sldMk cId="3015967817" sldId="545"/>
            <ac:spMk id="89" creationId="{26FCDF2F-12F8-4E3C-4315-F4A557D2EDFF}"/>
          </ac:spMkLst>
        </pc:spChg>
        <pc:spChg chg="add del mod">
          <ac:chgData name="Nikki Papenfus" userId="2a405823-0c8b-419b-afb6-8159926c2e17" providerId="ADAL" clId="{C4CD5978-2643-4E14-BB26-37358CB1C7B2}" dt="2023-05-31T14:46:14.873" v="4816" actId="478"/>
          <ac:spMkLst>
            <pc:docMk/>
            <pc:sldMk cId="3015967817" sldId="545"/>
            <ac:spMk id="90" creationId="{0BBD1969-1506-6DC0-A388-308F7B9F5FB6}"/>
          </ac:spMkLst>
        </pc:spChg>
        <pc:spChg chg="add del mod">
          <ac:chgData name="Nikki Papenfus" userId="2a405823-0c8b-419b-afb6-8159926c2e17" providerId="ADAL" clId="{C4CD5978-2643-4E14-BB26-37358CB1C7B2}" dt="2023-05-31T14:46:14.873" v="4816" actId="478"/>
          <ac:spMkLst>
            <pc:docMk/>
            <pc:sldMk cId="3015967817" sldId="545"/>
            <ac:spMk id="91" creationId="{62A8F4B9-B614-EB70-1F40-E032693B2B3B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92" creationId="{5E88FEF1-3BD6-71B3-17AF-7FD8C5DC148D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93" creationId="{9C8ADD73-DEF5-6DAD-AD66-F28977525F43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94" creationId="{3D54A0D4-2015-2A14-EBBF-D3B190E528F4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96" creationId="{4943E225-0793-32D0-81E2-AB11C52D58AF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98" creationId="{9C518727-31F8-1198-6BF3-EF95FB6541E1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99" creationId="{8CC3AF6B-E132-5DBB-D3B4-ED5D44397F62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0" creationId="{C3203292-352C-94BE-BD2F-4D9FFABBE231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1" creationId="{B63FD9D8-3B20-0A3B-D811-54F335A02A9B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2" creationId="{4AF88CB6-D2E8-62BC-CCE6-16E629D2DB26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3" creationId="{4D22190A-A5D7-30BE-FF2F-0AE44CEAC1D4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05" creationId="{5AB67E99-9258-0AF6-89A9-5A28D75D7594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07" creationId="{A333CD22-A740-3B11-D719-471B90763FAE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09" creationId="{52F81FE2-0B01-5DFA-2DFE-12805C726497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11" creationId="{82AC19FB-AFA0-F5B5-FD3C-70C5940C6BE7}"/>
          </ac:spMkLst>
        </pc:s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40" creationId="{98956DCF-2158-238D-5E60-C429C2AC8DA6}"/>
          </ac:grpSpMkLst>
        </pc:gr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44" creationId="{7556E15D-5689-D5BA-AEFC-6AED366514ED}"/>
          </ac:grpSpMkLst>
        </pc:gr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48" creationId="{753B015A-E65B-BC0B-A56B-D70C328253C7}"/>
          </ac:grpSpMkLst>
        </pc:grpChg>
        <pc:grpChg chg="add del mod">
          <ac:chgData name="Nikki Papenfus" userId="2a405823-0c8b-419b-afb6-8159926c2e17" providerId="ADAL" clId="{C4CD5978-2643-4E14-BB26-37358CB1C7B2}" dt="2023-05-31T14:44:41.083" v="4795" actId="478"/>
          <ac:grpSpMkLst>
            <pc:docMk/>
            <pc:sldMk cId="3015967817" sldId="545"/>
            <ac:grpSpMk id="54" creationId="{3ABE5A7C-31F9-6106-DAB1-6A41FB29E2FC}"/>
          </ac:grpSpMkLst>
        </pc:grpChg>
        <pc:grpChg chg="add del mod">
          <ac:chgData name="Nikki Papenfus" userId="2a405823-0c8b-419b-afb6-8159926c2e17" providerId="ADAL" clId="{C4CD5978-2643-4E14-BB26-37358CB1C7B2}" dt="2023-05-31T14:44:41.083" v="4795" actId="478"/>
          <ac:grpSpMkLst>
            <pc:docMk/>
            <pc:sldMk cId="3015967817" sldId="545"/>
            <ac:grpSpMk id="58" creationId="{4632786D-CCB7-0891-D90D-0F9EFC3B035F}"/>
          </ac:grpSpMkLst>
        </pc:grpChg>
        <pc:grpChg chg="add del mod">
          <ac:chgData name="Nikki Papenfus" userId="2a405823-0c8b-419b-afb6-8159926c2e17" providerId="ADAL" clId="{C4CD5978-2643-4E14-BB26-37358CB1C7B2}" dt="2023-05-31T14:44:41.083" v="4795" actId="478"/>
          <ac:grpSpMkLst>
            <pc:docMk/>
            <pc:sldMk cId="3015967817" sldId="545"/>
            <ac:grpSpMk id="62" creationId="{46820F20-98B4-9D7A-2D8D-E3C650D1354E}"/>
          </ac:grpSpMkLst>
        </pc:gr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66" creationId="{E7FCFB6D-B1F1-6957-7C1E-DD3E5FF8B4B6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72" creationId="{0EF271E4-2532-66CF-FCCF-91456694928B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76" creationId="{EDA1E796-47A3-85E8-A091-5643E98E8A2C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80" creationId="{28488E23-9D05-ABCC-6AEA-A11F0312997F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84" creationId="{39FA4C9E-A222-15CA-8D81-89C02F14697B}"/>
          </ac:grpSpMkLst>
        </pc:grpChg>
        <pc:grpChg chg="add del mod">
          <ac:chgData name="Nikki Papenfus" userId="2a405823-0c8b-419b-afb6-8159926c2e17" providerId="ADAL" clId="{C4CD5978-2643-4E14-BB26-37358CB1C7B2}" dt="2023-05-31T14:53:35.115" v="4895" actId="478"/>
          <ac:grpSpMkLst>
            <pc:docMk/>
            <pc:sldMk cId="3015967817" sldId="545"/>
            <ac:grpSpMk id="95" creationId="{851FD8AD-7D93-5EE3-E197-6C512E09F68C}"/>
          </ac:grpSpMkLst>
        </pc:grpChg>
        <pc:grpChg chg="mod">
          <ac:chgData name="Nikki Papenfus" userId="2a405823-0c8b-419b-afb6-8159926c2e17" providerId="ADAL" clId="{C4CD5978-2643-4E14-BB26-37358CB1C7B2}" dt="2023-05-31T14:53:15.908" v="4893"/>
          <ac:grpSpMkLst>
            <pc:docMk/>
            <pc:sldMk cId="3015967817" sldId="545"/>
            <ac:grpSpMk id="97" creationId="{C7B898E4-4ADE-B939-750E-A824B4C78DC5}"/>
          </ac:grpSpMkLst>
        </pc:grpChg>
        <pc:grpChg chg="add mod">
          <ac:chgData name="Nikki Papenfus" userId="2a405823-0c8b-419b-afb6-8159926c2e17" providerId="ADAL" clId="{C4CD5978-2643-4E14-BB26-37358CB1C7B2}" dt="2023-05-31T15:01:19.244" v="4998" actId="1038"/>
          <ac:grpSpMkLst>
            <pc:docMk/>
            <pc:sldMk cId="3015967817" sldId="545"/>
            <ac:grpSpMk id="112" creationId="{714A3A45-E6AE-105B-A928-1E9BE4941ED2}"/>
          </ac:grpSpMkLst>
        </pc:grpChg>
        <pc:grpChg chg="add mod">
          <ac:chgData name="Nikki Papenfus" userId="2a405823-0c8b-419b-afb6-8159926c2e17" providerId="ADAL" clId="{C4CD5978-2643-4E14-BB26-37358CB1C7B2}" dt="2023-05-31T15:26:47.790" v="5435" actId="1036"/>
          <ac:grpSpMkLst>
            <pc:docMk/>
            <pc:sldMk cId="3015967817" sldId="545"/>
            <ac:grpSpMk id="113" creationId="{6A72083D-30C7-3C5D-18AA-C74C84F1F101}"/>
          </ac:grpSpMkLst>
        </pc:grpChg>
        <pc:picChg chg="del">
          <ac:chgData name="Nikki Papenfus" userId="2a405823-0c8b-419b-afb6-8159926c2e17" providerId="ADAL" clId="{C4CD5978-2643-4E14-BB26-37358CB1C7B2}" dt="2023-05-31T14:39:55.122" v="4427" actId="478"/>
          <ac:picMkLst>
            <pc:docMk/>
            <pc:sldMk cId="3015967817" sldId="545"/>
            <ac:picMk id="3" creationId="{0D42F2C6-8DF3-5288-9116-22D8CE5D50A2}"/>
          </ac:picMkLst>
        </pc:picChg>
        <pc:picChg chg="add del">
          <ac:chgData name="Nikki Papenfus" userId="2a405823-0c8b-419b-afb6-8159926c2e17" providerId="ADAL" clId="{C4CD5978-2643-4E14-BB26-37358CB1C7B2}" dt="2023-06-01T08:57:15.253" v="8266" actId="22"/>
          <ac:picMkLst>
            <pc:docMk/>
            <pc:sldMk cId="3015967817" sldId="545"/>
            <ac:picMk id="15" creationId="{1BE9CA06-6487-B83A-52A0-5CB86E8267D5}"/>
          </ac:picMkLst>
        </pc:picChg>
        <pc:picChg chg="add del">
          <ac:chgData name="Nikki Papenfus" userId="2a405823-0c8b-419b-afb6-8159926c2e17" providerId="ADAL" clId="{C4CD5978-2643-4E14-BB26-37358CB1C7B2}" dt="2023-06-01T08:57:13.275" v="8265" actId="22"/>
          <ac:picMkLst>
            <pc:docMk/>
            <pc:sldMk cId="3015967817" sldId="545"/>
            <ac:picMk id="27" creationId="{B970538B-CDBE-B0EC-33B0-741A9F66C447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04" creationId="{D1B57E4C-2801-874F-F816-36C9F239C83B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06" creationId="{5FA9EE86-680A-0BF0-E02C-7A4374F186ED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08" creationId="{3F89ED7E-55EC-5692-81F3-4CE2ACDB0CC6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10" creationId="{476934BB-C3D1-7838-C8E3-402108CFE8F8}"/>
          </ac:picMkLst>
        </pc:pic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42" creationId="{8E890C09-58D3-2A57-C65B-A55B04120205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46" creationId="{B6AF21F3-86EC-3DC9-0528-0F86AAE6A7B6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50" creationId="{7701FA06-0BB4-F90C-4971-8A14A5F47DC5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56" creationId="{9A805E43-B0D9-36CE-EB5A-118541673EE3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60" creationId="{0575C9A6-68EB-684B-1809-7D86F3F9C356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64" creationId="{E4947989-3A07-80C0-3AD7-1D515F8BA95E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69" creationId="{29A896E6-0641-43B9-FC6D-D40BD9FD8FF4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74" creationId="{175D3379-5148-C666-CEEA-E899B1264B74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78" creationId="{4DE16820-8D62-E3F1-DBB1-CDDCBAEC648D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82" creationId="{9E1EDE0A-991E-189B-43B5-A2920CF76F51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87" creationId="{B816D5DD-5A58-BE6B-29A6-790D37162C4C}"/>
          </ac:cxnSpMkLst>
        </pc:cxnChg>
      </pc:sldChg>
      <pc:sldChg chg="addSp delSp modSp add del mod ord">
        <pc:chgData name="Nikki Papenfus" userId="2a405823-0c8b-419b-afb6-8159926c2e17" providerId="ADAL" clId="{C4CD5978-2643-4E14-BB26-37358CB1C7B2}" dt="2023-05-31T15:58:32.562" v="6423" actId="47"/>
        <pc:sldMkLst>
          <pc:docMk/>
          <pc:sldMk cId="1119841580" sldId="546"/>
        </pc:sldMkLst>
        <pc:spChg chg="mod">
          <ac:chgData name="Nikki Papenfus" userId="2a405823-0c8b-419b-afb6-8159926c2e17" providerId="ADAL" clId="{C4CD5978-2643-4E14-BB26-37358CB1C7B2}" dt="2023-05-31T15:42:06.500" v="5831" actId="20577"/>
          <ac:spMkLst>
            <pc:docMk/>
            <pc:sldMk cId="1119841580" sldId="546"/>
            <ac:spMk id="2" creationId="{6B379C49-E761-45BA-84B7-AC2E88444F7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" creationId="{1B43405B-EBC5-EC51-A691-9E4DE62A32E6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" creationId="{DBF3313E-E92F-9827-0AF6-F11DA9064026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5" creationId="{A48A9123-8EF0-B95F-299E-9E8596199010}"/>
          </ac:spMkLst>
        </pc:spChg>
        <pc:spChg chg="del">
          <ac:chgData name="Nikki Papenfus" userId="2a405823-0c8b-419b-afb6-8159926c2e17" providerId="ADAL" clId="{C4CD5978-2643-4E14-BB26-37358CB1C7B2}" dt="2023-05-31T14:54:06.933" v="4899" actId="478"/>
          <ac:spMkLst>
            <pc:docMk/>
            <pc:sldMk cId="1119841580" sldId="546"/>
            <ac:spMk id="6" creationId="{B86AF3F7-41FF-A21A-08C7-008565A0689D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7" creationId="{1B50E644-45C7-7036-4C51-90E4F17446D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8" creationId="{CBCEADE4-CF67-6309-175A-86CF2AB4EA09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9" creationId="{83A1A709-0067-642C-16D1-0BB98986E6B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0" creationId="{50AE4EEB-BA19-BB0E-53A7-79598730F55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1" creationId="{7198EE2B-E093-C611-F94E-3100B66C5E05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3" creationId="{F16FC95D-18DE-EC5F-4CD6-5B9C3761772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4" creationId="{A1EA1AF9-BFF3-8F42-4814-B88DC81F14C1}"/>
          </ac:spMkLst>
        </pc:spChg>
        <pc:spChg chg="add del mod">
          <ac:chgData name="Nikki Papenfus" userId="2a405823-0c8b-419b-afb6-8159926c2e17" providerId="ADAL" clId="{C4CD5978-2643-4E14-BB26-37358CB1C7B2}" dt="2023-05-31T15:28:26.021" v="5439" actId="478"/>
          <ac:spMkLst>
            <pc:docMk/>
            <pc:sldMk cId="1119841580" sldId="546"/>
            <ac:spMk id="18" creationId="{9D23A338-0219-3050-EBE0-80D5D1945A6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0" creationId="{594AAD45-D507-ED6D-8D76-AE05590CE693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1" creationId="{665D9D2A-FCD4-2BAF-0D0F-CAFAEC36200D}"/>
          </ac:spMkLst>
        </pc:spChg>
        <pc:spChg chg="add del mod">
          <ac:chgData name="Nikki Papenfus" userId="2a405823-0c8b-419b-afb6-8159926c2e17" providerId="ADAL" clId="{C4CD5978-2643-4E14-BB26-37358CB1C7B2}" dt="2023-05-31T15:28:29.574" v="5442" actId="478"/>
          <ac:spMkLst>
            <pc:docMk/>
            <pc:sldMk cId="1119841580" sldId="546"/>
            <ac:spMk id="22" creationId="{4ABC047D-5635-CA01-A86C-3E640417F405}"/>
          </ac:spMkLst>
        </pc:spChg>
        <pc:spChg chg="add del mod">
          <ac:chgData name="Nikki Papenfus" userId="2a405823-0c8b-419b-afb6-8159926c2e17" providerId="ADAL" clId="{C4CD5978-2643-4E14-BB26-37358CB1C7B2}" dt="2023-05-31T15:28:33.840" v="5445" actId="478"/>
          <ac:spMkLst>
            <pc:docMk/>
            <pc:sldMk cId="1119841580" sldId="546"/>
            <ac:spMk id="24" creationId="{26F2A422-B870-ADCC-B9AE-4EB1E248E606}"/>
          </ac:spMkLst>
        </pc:spChg>
        <pc:spChg chg="add del mod">
          <ac:chgData name="Nikki Papenfus" userId="2a405823-0c8b-419b-afb6-8159926c2e17" providerId="ADAL" clId="{C4CD5978-2643-4E14-BB26-37358CB1C7B2}" dt="2023-05-31T15:28:32.381" v="5444" actId="478"/>
          <ac:spMkLst>
            <pc:docMk/>
            <pc:sldMk cId="1119841580" sldId="546"/>
            <ac:spMk id="25" creationId="{F36AF14C-DB95-D830-81F3-AACE9E6BDFD3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6" creationId="{05184DA8-0B31-A4D3-7DA9-0F4C9D6CB380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8" creationId="{1CCC3BB9-0B94-A729-B43A-8D7FBA4FBA11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1" creationId="{C0FD9D3B-CCA2-AED7-518E-9EBD9231E2A7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4" creationId="{D49DEC32-DE2D-F413-89D7-EC03D02E227E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6" creationId="{EC27229B-F3E3-83C2-2184-B8FE5430D40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7" creationId="{8749957F-E95E-7D33-3CA3-FE2611E71233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8" creationId="{1CE158A6-A78E-D07E-A350-3D9A9742BFD9}"/>
          </ac:spMkLst>
        </pc:spChg>
        <pc:spChg chg="add mod">
          <ac:chgData name="Nikki Papenfus" userId="2a405823-0c8b-419b-afb6-8159926c2e17" providerId="ADAL" clId="{C4CD5978-2643-4E14-BB26-37358CB1C7B2}" dt="2023-05-31T14:55:32.715" v="4925" actId="6549"/>
          <ac:spMkLst>
            <pc:docMk/>
            <pc:sldMk cId="1119841580" sldId="546"/>
            <ac:spMk id="39" creationId="{84C79CDB-B881-4D97-0335-67F7F67A54A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0" creationId="{7FC82ADE-BA89-72CA-F871-E892AC1F48E2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2" creationId="{DA87C398-A9E9-9D76-6131-885C5EF5EF92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4" creationId="{5B37AC39-D952-0C42-F389-FC159BA832B6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5" creationId="{140FDC3C-ED22-DBF7-F65A-3854BF497367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6" creationId="{74CFBFDE-3479-BE55-91B2-FBAC8B61E1C8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7" creationId="{37BB9965-3FD5-E12A-FE15-18E8A1FEE739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8" creationId="{9A192431-C2A4-2A17-041F-78F3405E0984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9" creationId="{6A63BD9E-3804-37D1-D2C0-3B12C0325ABB}"/>
          </ac:spMkLst>
        </pc:spChg>
        <pc:spChg chg="add mod">
          <ac:chgData name="Nikki Papenfus" userId="2a405823-0c8b-419b-afb6-8159926c2e17" providerId="ADAL" clId="{C4CD5978-2643-4E14-BB26-37358CB1C7B2}" dt="2023-05-31T14:54:25.602" v="4918" actId="14100"/>
          <ac:spMkLst>
            <pc:docMk/>
            <pc:sldMk cId="1119841580" sldId="546"/>
            <ac:spMk id="51" creationId="{05E21FFB-8C82-FA71-A8F6-0B948C722188}"/>
          </ac:spMkLst>
        </pc:spChg>
        <pc:spChg chg="add mod">
          <ac:chgData name="Nikki Papenfus" userId="2a405823-0c8b-419b-afb6-8159926c2e17" providerId="ADAL" clId="{C4CD5978-2643-4E14-BB26-37358CB1C7B2}" dt="2023-05-31T14:55:38.072" v="4926" actId="20577"/>
          <ac:spMkLst>
            <pc:docMk/>
            <pc:sldMk cId="1119841580" sldId="546"/>
            <ac:spMk id="53" creationId="{95914B24-0FF2-359D-7E62-6A9B197B316A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55" creationId="{226D46B0-B3BA-D8BB-4752-91744AA659F3}"/>
          </ac:spMkLst>
        </pc:spChg>
        <pc:spChg chg="add mod">
          <ac:chgData name="Nikki Papenfus" userId="2a405823-0c8b-419b-afb6-8159926c2e17" providerId="ADAL" clId="{C4CD5978-2643-4E14-BB26-37358CB1C7B2}" dt="2023-05-31T14:55:39.643" v="4927" actId="20577"/>
          <ac:spMkLst>
            <pc:docMk/>
            <pc:sldMk cId="1119841580" sldId="546"/>
            <ac:spMk id="57" creationId="{247EB4CC-6137-DA02-8CDF-C2090D057201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58" creationId="{D71B6A92-B634-FE01-1448-7A5C80B3A008}"/>
          </ac:spMkLst>
        </pc:spChg>
        <pc:spChg chg="add mod">
          <ac:chgData name="Nikki Papenfus" userId="2a405823-0c8b-419b-afb6-8159926c2e17" providerId="ADAL" clId="{C4CD5978-2643-4E14-BB26-37358CB1C7B2}" dt="2023-05-31T15:50:16.328" v="6016" actId="1076"/>
          <ac:spMkLst>
            <pc:docMk/>
            <pc:sldMk cId="1119841580" sldId="546"/>
            <ac:spMk id="59" creationId="{640F1991-D982-3199-F7D4-095907F5E5DB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0" creationId="{8C3DD970-6C94-5454-4080-5D2F9C128A5D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1" creationId="{F32925CC-DA27-8A48-CF38-F33A2793D005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63" creationId="{B28BB91B-C2E4-6847-3B75-370791B88D60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4" creationId="{C5E92C37-4556-4F0A-4F34-201D924386C8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66" creationId="{9E01AE91-8779-0E17-0F86-6A24B125DFBC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7" creationId="{2A382DFE-93EE-39F8-494F-E9D82DD187A1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68" creationId="{ED1FCCEA-8312-D715-9B88-3AC388680C2D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9" creationId="{388DB716-3D77-AA22-1AC6-6D28A4841C70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70" creationId="{A12A9006-BBAC-9B1C-E627-F49698C96A12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73" creationId="{F07C00A3-F488-8B74-1A73-F0955B3EF85E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74" creationId="{C32D3E03-0B92-1F6E-CE53-353F05F36FDB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5" creationId="{124584B3-DF50-508D-BEF6-E803859355B7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6" creationId="{0AC54A96-872E-0B5F-3ADA-0EFB48BA9E94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7" creationId="{5D1379C1-2182-E5D2-943D-26A91BA311E3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8" creationId="{398284A7-12B0-6FB7-BD82-F7AE23455A7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0" creationId="{A672C233-2573-1790-ED51-49946BC0E21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1" creationId="{2AB515A4-A247-D8D2-6622-F7DC439E638F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4" creationId="{DD269E73-5862-10B2-1EBB-663E918F0CDE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5" creationId="{DE96D0A5-5EB8-EBD6-437B-EEBD9269B59A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6" creationId="{63297898-C861-2AF3-FAB9-32F129CC5841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7" creationId="{3979E9FC-D9EB-3173-AB35-94D0DB131460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8" creationId="{34812628-1819-48BE-085C-2D696E52E52E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9" creationId="{E862FCB7-0B53-FFBE-1D35-570D3A9AE76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0" creationId="{033DB616-0BAF-50F6-E6DD-FAAD8B219BAE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1" creationId="{56C02355-FDA2-E0C6-E0A2-C35416035827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2" creationId="{2C76BA79-B1D5-EF29-6DF8-C9E8792FA9F1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4" creationId="{B601DE6E-A5C0-FBED-3C6A-4BF85159B0B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5" creationId="{CF6796B8-161A-33D6-637F-83C609FEF90D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7" creationId="{ACD4249A-2674-F2F5-70A3-C8F38D4DF322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8" creationId="{2DB82D73-4BB5-B7BF-6130-5160DF544963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9" creationId="{3CC5B579-3E54-224F-4ED4-C626F8DA7F5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0" creationId="{9ECBB774-90EB-9BB7-C51E-0A072CFE8917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1" creationId="{C7C69627-EA18-CB09-ECEF-E73B5E25BA5C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5" creationId="{9A354887-CAC1-CB40-8B89-9F86C086DAA2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6" creationId="{B00E95FD-A664-52F7-D7C5-2F6AA37F3A15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7" creationId="{3751CFB9-C56C-537F-B384-9F1466407DC8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8" creationId="{056AC9BF-F3E1-ABA4-15E1-4A5203D1F1E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09" creationId="{A4C8B3EB-3B02-4220-A814-7DAD3CF6505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0" creationId="{2E785E21-F44A-9403-1CB2-B43A8CA600B8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1" creationId="{C637CBE4-9DAF-D934-3E8A-F055C3458BD9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2" creationId="{6934B1E9-EA07-909C-B6B8-35B1019D182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4" creationId="{8CFF1549-006F-7357-DF3A-6312F4A8EEE7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5" creationId="{55DC7860-D26E-78AB-804C-AB1684025657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8" creationId="{0CF084CF-38C6-6CBE-96B8-BC971680EC1D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9" creationId="{DDA2778F-1609-4254-ACD7-4859F681FDB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0" creationId="{12033C38-5341-3467-3488-E4556A79E91C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1" creationId="{601B5F9B-C6FA-9843-145F-53518247A74C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2" creationId="{94D9EBBF-F6C3-3D2A-C0F7-9511B3E0DCE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3" creationId="{2D8E2EF2-81EC-2CCD-4584-A57F685AAB75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4" creationId="{B9686E6C-9927-6AC8-84ED-D932F7B48CF7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5" creationId="{6F139745-0DB7-47E0-FA97-36ECB16E12AB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6" creationId="{70A6EEE4-6DD8-D74D-742C-A3D3988515A4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8" creationId="{F999B274-ED1D-BFE1-057E-3580FAD2904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9" creationId="{1DDC847F-463F-1FC8-A8DB-0FFED9194DAB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1" creationId="{603E8733-5D31-EF96-3C22-8F0A03E33B98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2" creationId="{B01B0AAF-BD90-E8E1-BA69-516B5563FD14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3" creationId="{8576E52A-9337-EAFE-6A92-ED42353D73F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4" creationId="{0B6FD394-6279-A900-1F74-2730BD846C66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5" creationId="{E17C129C-200B-2ABB-E1B9-7694F8FADC1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9" creationId="{F8544478-7ED8-568C-C7B2-AB5B900B6224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40" creationId="{F0899047-967B-AB15-4789-1C051BD475D3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41" creationId="{467753CB-DDAC-2F88-0696-BECA5942FE76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42" creationId="{A0CCA09A-91AA-CE28-3248-5244A2A09E42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145" creationId="{7D4B121A-0942-3F86-A8C8-9F6859A66B27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146" creationId="{2159CD1F-722C-425F-64F9-8B7A31FBFBB0}"/>
          </ac:spMkLst>
        </pc:spChg>
        <pc:grpChg chg="add 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27" creationId="{3C7F00C5-56A7-DCCF-7C74-EDA389790BDC}"/>
          </ac:grpSpMkLst>
        </pc:grpChg>
        <pc:grpChg chg="add del mod">
          <ac:chgData name="Nikki Papenfus" userId="2a405823-0c8b-419b-afb6-8159926c2e17" providerId="ADAL" clId="{C4CD5978-2643-4E14-BB26-37358CB1C7B2}" dt="2023-05-31T15:58:30.257" v="6422" actId="21"/>
          <ac:grpSpMkLst>
            <pc:docMk/>
            <pc:sldMk cId="1119841580" sldId="546"/>
            <ac:grpSpMk id="30" creationId="{280F2D0F-D36C-DD14-19E8-160E1E7DCFB4}"/>
          </ac:grpSpMkLst>
        </pc:grpChg>
        <pc:grpChg chg="add 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33" creationId="{03C5FCBC-2C45-8922-8EC3-57537E39F4AF}"/>
          </ac:grpSpMkLst>
        </pc:grpChg>
        <pc:grpChg chg="add 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41" creationId="{5CE634AC-626E-8DE7-E72D-E0BCECD1417B}"/>
          </ac:grpSpMkLst>
        </pc:grpChg>
        <pc:grpChg chg="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43" creationId="{9E60BFC5-DD41-D27A-7F09-E93F574736B1}"/>
          </ac:grpSpMkLst>
        </pc:grp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12" creationId="{CDCD7B30-E034-BB78-B278-E9C27705B630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15" creationId="{FC737092-C887-C006-FF7B-4A491187BA59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16" creationId="{844C7F88-3DF0-611A-1A08-541B07A29B38}"/>
          </ac:picMkLst>
        </pc:picChg>
        <pc:picChg chg="add mod">
          <ac:chgData name="Nikki Papenfus" userId="2a405823-0c8b-419b-afb6-8159926c2e17" providerId="ADAL" clId="{C4CD5978-2643-4E14-BB26-37358CB1C7B2}" dt="2023-05-31T15:46:56.402" v="5969" actId="1076"/>
          <ac:picMkLst>
            <pc:docMk/>
            <pc:sldMk cId="1119841580" sldId="546"/>
            <ac:picMk id="17" creationId="{BC40E716-8B29-CDA3-4E8F-52E4D26C38CD}"/>
          </ac:picMkLst>
        </pc:picChg>
        <pc:picChg chg="add del mod">
          <ac:chgData name="Nikki Papenfus" userId="2a405823-0c8b-419b-afb6-8159926c2e17" providerId="ADAL" clId="{C4CD5978-2643-4E14-BB26-37358CB1C7B2}" dt="2023-05-31T15:28:27.363" v="5440" actId="478"/>
          <ac:picMkLst>
            <pc:docMk/>
            <pc:sldMk cId="1119841580" sldId="546"/>
            <ac:picMk id="19" creationId="{655FDE32-9845-9855-BCAE-D238405D97CC}"/>
          </ac:picMkLst>
        </pc:picChg>
        <pc:picChg chg="add del mod">
          <ac:chgData name="Nikki Papenfus" userId="2a405823-0c8b-419b-afb6-8159926c2e17" providerId="ADAL" clId="{C4CD5978-2643-4E14-BB26-37358CB1C7B2}" dt="2023-05-31T15:28:28.788" v="5441" actId="478"/>
          <ac:picMkLst>
            <pc:docMk/>
            <pc:sldMk cId="1119841580" sldId="546"/>
            <ac:picMk id="23" creationId="{5A5CBFDF-83A9-7FFD-FC77-57A230588333}"/>
          </ac:picMkLst>
        </pc:picChg>
        <pc:picChg chg="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29" creationId="{D2D7BBA9-721F-94AA-1FA3-989591B9B8CA}"/>
          </ac:picMkLst>
        </pc:picChg>
        <pc:picChg chg="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32" creationId="{5CEA490F-942F-DB25-B3D3-8B5D7B4F281C}"/>
          </ac:picMkLst>
        </pc:picChg>
        <pc:picChg chg="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35" creationId="{75D29559-4FFF-1839-A497-0BFE3234345B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0" creationId="{7F97D113-E15D-7FC9-7907-0CA0BC88B33D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2" creationId="{8A0C178A-D54A-C67C-8C5E-A18BC0B3B4B5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4" creationId="{18D3033A-735E-395A-0900-81D574BADEAE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6" creationId="{F333BA0E-52A7-AA27-5F7F-15262A7C88F5}"/>
          </ac:picMkLst>
        </pc:picChg>
        <pc:picChg chg="add del mod">
          <ac:chgData name="Nikki Papenfus" userId="2a405823-0c8b-419b-afb6-8159926c2e17" providerId="ADAL" clId="{C4CD5978-2643-4E14-BB26-37358CB1C7B2}" dt="2023-05-31T15:52:11.090" v="6095" actId="21"/>
          <ac:picMkLst>
            <pc:docMk/>
            <pc:sldMk cId="1119841580" sldId="546"/>
            <ac:picMk id="62" creationId="{CDCC241E-6453-37DD-BD24-C8E315FC21EF}"/>
          </ac:picMkLst>
        </pc:picChg>
        <pc:picChg chg="add mod">
          <ac:chgData name="Nikki Papenfus" userId="2a405823-0c8b-419b-afb6-8159926c2e17" providerId="ADAL" clId="{C4CD5978-2643-4E14-BB26-37358CB1C7B2}" dt="2023-05-31T15:50:15.168" v="6015" actId="1076"/>
          <ac:picMkLst>
            <pc:docMk/>
            <pc:sldMk cId="1119841580" sldId="546"/>
            <ac:picMk id="65" creationId="{49F44A3B-5CC0-907E-2E9A-40FD8C394095}"/>
          </ac:picMkLst>
        </pc:picChg>
        <pc:picChg chg="add del mod">
          <ac:chgData name="Nikki Papenfus" userId="2a405823-0c8b-419b-afb6-8159926c2e17" providerId="ADAL" clId="{C4CD5978-2643-4E14-BB26-37358CB1C7B2}" dt="2023-05-31T15:52:11.090" v="6095" actId="21"/>
          <ac:picMkLst>
            <pc:docMk/>
            <pc:sldMk cId="1119841580" sldId="546"/>
            <ac:picMk id="71" creationId="{148A52B0-127B-4CD2-C11C-27F88D27EEEF}"/>
          </ac:picMkLst>
        </pc:picChg>
        <pc:picChg chg="add del mod">
          <ac:chgData name="Nikki Papenfus" userId="2a405823-0c8b-419b-afb6-8159926c2e17" providerId="ADAL" clId="{C4CD5978-2643-4E14-BB26-37358CB1C7B2}" dt="2023-05-31T15:52:11.090" v="6095" actId="21"/>
          <ac:picMkLst>
            <pc:docMk/>
            <pc:sldMk cId="1119841580" sldId="546"/>
            <ac:picMk id="72" creationId="{403B2CE4-EBE7-325E-4A14-6F3E2138CA5F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79" creationId="{D8C58049-11A8-50FA-A9DE-6FE8FF7A5A16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82" creationId="{5289A9B1-80FD-A845-B11A-3B0C84066EF1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83" creationId="{931AAB00-3AD8-8FF4-F46D-308268EE842E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93" creationId="{07CFFBA2-F48B-240D-A1C0-996A8A891A74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96" creationId="{996D9876-6F08-E5AC-1102-C15455980E39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102" creationId="{10D4F203-2A40-4B4A-0D7A-03F0F313506A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103" creationId="{FB127B04-50E0-03B8-0FA7-DE21A5E4459E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104" creationId="{05212C96-DF27-BDA3-DD53-C2E667624F4A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13" creationId="{7AAD76A0-CA25-B21A-8FBA-65F2287F5C92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16" creationId="{78564011-0DEC-CFE4-D872-3049AD182F60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17" creationId="{78361DEB-A6F1-BF33-D259-40B08BD7CFF3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27" creationId="{6AE942B2-54CD-B5BF-F18F-F1D4E5394A13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0" creationId="{9C72BDB3-EFFB-D8CA-55CB-5F67AE695CF2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6" creationId="{4FEA5371-C433-ABAA-EBBE-59BE3FF944F6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7" creationId="{EE1CB1F0-3862-0899-806F-44198CB42051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8" creationId="{8DA5E2FF-1299-270F-4216-8678F20376EF}"/>
          </ac:picMkLst>
        </pc:picChg>
        <pc:picChg chg="add mod">
          <ac:chgData name="Nikki Papenfus" userId="2a405823-0c8b-419b-afb6-8159926c2e17" providerId="ADAL" clId="{C4CD5978-2643-4E14-BB26-37358CB1C7B2}" dt="2023-05-31T15:49:07.855" v="5981" actId="1076"/>
          <ac:picMkLst>
            <pc:docMk/>
            <pc:sldMk cId="1119841580" sldId="546"/>
            <ac:picMk id="144" creationId="{B4819143-F989-7E19-037B-5C17705C16D1}"/>
          </ac:picMkLst>
        </pc:picChg>
      </pc:sldChg>
      <pc:sldChg chg="addSp delSp modSp add mod ord delCm modCm modNotesTx">
        <pc:chgData name="Nikki Papenfus" userId="2a405823-0c8b-419b-afb6-8159926c2e17" providerId="ADAL" clId="{C4CD5978-2643-4E14-BB26-37358CB1C7B2}" dt="2023-06-02T07:10:56.667" v="12308"/>
        <pc:sldMkLst>
          <pc:docMk/>
          <pc:sldMk cId="1870263832" sldId="547"/>
        </pc:sldMkLst>
        <pc:spChg chg="mod">
          <ac:chgData name="Nikki Papenfus" userId="2a405823-0c8b-419b-afb6-8159926c2e17" providerId="ADAL" clId="{C4CD5978-2643-4E14-BB26-37358CB1C7B2}" dt="2023-06-01T07:33:10.398" v="7114" actId="207"/>
          <ac:spMkLst>
            <pc:docMk/>
            <pc:sldMk cId="1870263832" sldId="547"/>
            <ac:spMk id="2" creationId="{95790587-6989-46CB-8CB9-AAA58DEDB5B1}"/>
          </ac:spMkLst>
        </pc:spChg>
        <pc:spChg chg="mod">
          <ac:chgData name="Nikki Papenfus" userId="2a405823-0c8b-419b-afb6-8159926c2e17" providerId="ADAL" clId="{C4CD5978-2643-4E14-BB26-37358CB1C7B2}" dt="2023-06-01T12:41:06.201" v="10144" actId="20577"/>
          <ac:spMkLst>
            <pc:docMk/>
            <pc:sldMk cId="1870263832" sldId="547"/>
            <ac:spMk id="3" creationId="{1A94A419-D1D2-43CD-98AF-85762651A062}"/>
          </ac:spMkLst>
        </pc:spChg>
        <pc:spChg chg="add del mod">
          <ac:chgData name="Nikki Papenfus" userId="2a405823-0c8b-419b-afb6-8159926c2e17" providerId="ADAL" clId="{C4CD5978-2643-4E14-BB26-37358CB1C7B2}" dt="2023-06-01T08:41:17.148" v="7937" actId="21"/>
          <ac:spMkLst>
            <pc:docMk/>
            <pc:sldMk cId="1870263832" sldId="547"/>
            <ac:spMk id="5" creationId="{C4F98DEE-D593-FEBD-8DA8-3CE7E2364A8F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17" creationId="{ED6E9740-9518-4AB5-B888-14F3FAEA6880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19" creationId="{65A8AD60-32D0-4DDD-A28F-503A4429E4EC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20" creationId="{3E4B34F2-68D6-42EE-AEA0-453D7A40A0FF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22" creationId="{D524A69E-BCF4-4F1F-B9C3-76515BBD28B6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25" creationId="{DE81E5E6-F323-4627-8D46-9DA9215332BE}"/>
          </ac:spMkLst>
        </pc:spChg>
        <pc:spChg chg="mod">
          <ac:chgData name="Nikki Papenfus" userId="2a405823-0c8b-419b-afb6-8159926c2e17" providerId="ADAL" clId="{C4CD5978-2643-4E14-BB26-37358CB1C7B2}" dt="2023-05-31T15:37:38.297" v="5608" actId="6549"/>
          <ac:spMkLst>
            <pc:docMk/>
            <pc:sldMk cId="1870263832" sldId="547"/>
            <ac:spMk id="29" creationId="{D0D13029-7FCE-4659-9B86-CF1918B21B7D}"/>
          </ac:spMkLst>
        </pc:spChg>
        <pc:spChg chg="mod">
          <ac:chgData name="Nikki Papenfus" userId="2a405823-0c8b-419b-afb6-8159926c2e17" providerId="ADAL" clId="{C4CD5978-2643-4E14-BB26-37358CB1C7B2}" dt="2023-05-31T15:39:48.368" v="5724" actId="207"/>
          <ac:spMkLst>
            <pc:docMk/>
            <pc:sldMk cId="1870263832" sldId="547"/>
            <ac:spMk id="35" creationId="{F393811B-BF49-452D-ADAC-5EA305ADAAFF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36" creationId="{3AFCAE5F-808F-4A12-958B-5E40907C1789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39" creationId="{D4BA9FCA-B768-4488-BBD9-A5FDF12FBE27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0" creationId="{A6A7B1CE-674B-4322-ABC3-AEA4F422BFEA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5" creationId="{0CC90467-B3A7-41C5-8045-8839C0087B40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8" creationId="{830D1F3D-D634-40D5-8F72-81BF2FC49DA1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9" creationId="{D1778D04-2D06-4583-ABBF-ED976BBD461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0" creationId="{7D027D6F-5C6D-4E62-B7FE-94A41831FC06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1" creationId="{0C68ED23-3705-438D-A362-2D7C3EBB5837}"/>
          </ac:spMkLst>
        </pc:spChg>
        <pc:spChg chg="del mod">
          <ac:chgData name="Nikki Papenfus" userId="2a405823-0c8b-419b-afb6-8159926c2e17" providerId="ADAL" clId="{C4CD5978-2643-4E14-BB26-37358CB1C7B2}" dt="2023-05-31T15:38:09.314" v="5626" actId="478"/>
          <ac:spMkLst>
            <pc:docMk/>
            <pc:sldMk cId="1870263832" sldId="547"/>
            <ac:spMk id="52" creationId="{78C53321-B906-4288-9203-2CA6FBAC5A17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4" creationId="{3B5E817C-2B6E-4D8F-8EFF-9057FDDF98F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5" creationId="{21D27733-94DD-44DF-8696-229A1DCD1CC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6" creationId="{309888BD-7DF1-40B2-8133-22CBCCBF8137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7" creationId="{8F7763C0-0A4D-4FD9-87C6-0CA52327D256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8" creationId="{1478A1E9-85A4-4873-974B-B8029426C8FE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9" creationId="{AC37F25E-4E4B-4D4C-9673-5F8AAEB73D9F}"/>
          </ac:spMkLst>
        </pc:spChg>
        <pc:spChg chg="mod">
          <ac:chgData name="Nikki Papenfus" userId="2a405823-0c8b-419b-afb6-8159926c2e17" providerId="ADAL" clId="{C4CD5978-2643-4E14-BB26-37358CB1C7B2}" dt="2023-05-31T15:37:54.497" v="5621" actId="207"/>
          <ac:spMkLst>
            <pc:docMk/>
            <pc:sldMk cId="1870263832" sldId="547"/>
            <ac:spMk id="62" creationId="{954C1D1F-3B33-40BC-9DCC-88F812F6FABF}"/>
          </ac:spMkLst>
        </pc:spChg>
        <pc:spChg chg="mod">
          <ac:chgData name="Nikki Papenfus" userId="2a405823-0c8b-419b-afb6-8159926c2e17" providerId="ADAL" clId="{C4CD5978-2643-4E14-BB26-37358CB1C7B2}" dt="2023-05-31T15:37:47.634" v="5619" actId="14100"/>
          <ac:spMkLst>
            <pc:docMk/>
            <pc:sldMk cId="1870263832" sldId="547"/>
            <ac:spMk id="63" creationId="{FAF62AAA-FAFF-478D-84C5-7E5559983323}"/>
          </ac:spMkLst>
        </pc:spChg>
        <pc:spChg chg="mod">
          <ac:chgData name="Nikki Papenfus" userId="2a405823-0c8b-419b-afb6-8159926c2e17" providerId="ADAL" clId="{C4CD5978-2643-4E14-BB26-37358CB1C7B2}" dt="2023-05-31T15:37:59.294" v="5622" actId="207"/>
          <ac:spMkLst>
            <pc:docMk/>
            <pc:sldMk cId="1870263832" sldId="547"/>
            <ac:spMk id="64" creationId="{784674FE-A3E7-4043-B665-F25CA8D5E328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68" creationId="{72AE277F-ADCE-4C0F-BB83-D7274AD337BB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69" creationId="{7DB9F6F4-A969-4044-933D-1F202F4DE51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70" creationId="{065F97B9-366C-4BC9-924E-E59577D9261B}"/>
          </ac:spMkLst>
        </pc:spChg>
        <pc:grpChg chg="mod">
          <ac:chgData name="Nikki Papenfus" userId="2a405823-0c8b-419b-afb6-8159926c2e17" providerId="ADAL" clId="{C4CD5978-2643-4E14-BB26-37358CB1C7B2}" dt="2023-06-01T12:41:13.414" v="10153" actId="1036"/>
          <ac:grpSpMkLst>
            <pc:docMk/>
            <pc:sldMk cId="1870263832" sldId="547"/>
            <ac:grpSpMk id="4" creationId="{899E3FA0-D02A-4DCD-BFCC-F99016983206}"/>
          </ac:grpSpMkLst>
        </pc:grpChg>
        <pc:grpChg chg="mod">
          <ac:chgData name="Nikki Papenfus" userId="2a405823-0c8b-419b-afb6-8159926c2e17" providerId="ADAL" clId="{C4CD5978-2643-4E14-BB26-37358CB1C7B2}" dt="2023-06-01T12:41:13.414" v="10153" actId="1036"/>
          <ac:grpSpMkLst>
            <pc:docMk/>
            <pc:sldMk cId="1870263832" sldId="547"/>
            <ac:grpSpMk id="47" creationId="{76C58FC6-618C-4AE6-AF3B-8AC582905BA3}"/>
          </ac:grpSpMkLst>
        </pc:grpChg>
        <pc:picChg chg="del">
          <ac:chgData name="Nikki Papenfus" userId="2a405823-0c8b-419b-afb6-8159926c2e17" providerId="ADAL" clId="{C4CD5978-2643-4E14-BB26-37358CB1C7B2}" dt="2023-05-31T15:38:06.349" v="5625" actId="478"/>
          <ac:picMkLst>
            <pc:docMk/>
            <pc:sldMk cId="1870263832" sldId="547"/>
            <ac:picMk id="5" creationId="{97D8C327-7029-4D4E-8225-991BB49F8512}"/>
          </ac:picMkLst>
        </pc:picChg>
        <pc:picChg chg="mod">
          <ac:chgData name="Nikki Papenfus" userId="2a405823-0c8b-419b-afb6-8159926c2e17" providerId="ADAL" clId="{C4CD5978-2643-4E14-BB26-37358CB1C7B2}" dt="2023-06-01T12:41:13.414" v="10153" actId="1036"/>
          <ac:picMkLst>
            <pc:docMk/>
            <pc:sldMk cId="1870263832" sldId="547"/>
            <ac:picMk id="16" creationId="{5B5D439B-C459-4999-B045-39D9034C38CD}"/>
          </ac:picMkLst>
        </pc:picChg>
        <pc:picChg chg="mod">
          <ac:chgData name="Nikki Papenfus" userId="2a405823-0c8b-419b-afb6-8159926c2e17" providerId="ADAL" clId="{C4CD5978-2643-4E14-BB26-37358CB1C7B2}" dt="2023-06-01T12:41:13.414" v="10153" actId="1036"/>
          <ac:picMkLst>
            <pc:docMk/>
            <pc:sldMk cId="1870263832" sldId="547"/>
            <ac:picMk id="24" creationId="{119B55CE-E75D-4827-95CD-07A8A5730616}"/>
          </ac:picMkLst>
        </pc:picChg>
        <pc:picChg chg="mod">
          <ac:chgData name="Nikki Papenfus" userId="2a405823-0c8b-419b-afb6-8159926c2e17" providerId="ADAL" clId="{C4CD5978-2643-4E14-BB26-37358CB1C7B2}" dt="2023-06-01T12:41:13.414" v="10153" actId="1036"/>
          <ac:picMkLst>
            <pc:docMk/>
            <pc:sldMk cId="1870263832" sldId="547"/>
            <ac:picMk id="44" creationId="{D902B8A4-9445-447D-A491-775988250363}"/>
          </ac:picMkLst>
        </pc:picChg>
      </pc:sldChg>
      <pc:sldChg chg="addSp delSp modSp mod">
        <pc:chgData name="Nikki Papenfus" userId="2a405823-0c8b-419b-afb6-8159926c2e17" providerId="ADAL" clId="{C4CD5978-2643-4E14-BB26-37358CB1C7B2}" dt="2023-06-01T10:33:39.841" v="9865" actId="1038"/>
        <pc:sldMkLst>
          <pc:docMk/>
          <pc:sldMk cId="3029045207" sldId="548"/>
        </pc:sldMkLst>
        <pc:spChg chg="mod">
          <ac:chgData name="Nikki Papenfus" userId="2a405823-0c8b-419b-afb6-8159926c2e17" providerId="ADAL" clId="{C4CD5978-2643-4E14-BB26-37358CB1C7B2}" dt="2023-06-01T07:28:14.298" v="7020" actId="20577"/>
          <ac:spMkLst>
            <pc:docMk/>
            <pc:sldMk cId="3029045207" sldId="548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07:28:41.541" v="7035" actId="1037"/>
          <ac:spMkLst>
            <pc:docMk/>
            <pc:sldMk cId="3029045207" sldId="548"/>
            <ac:spMk id="4" creationId="{C180858B-3C17-64D1-5C95-03E1F220DB61}"/>
          </ac:spMkLst>
        </pc:spChg>
        <pc:spChg chg="del">
          <ac:chgData name="Nikki Papenfus" userId="2a405823-0c8b-419b-afb6-8159926c2e17" providerId="ADAL" clId="{C4CD5978-2643-4E14-BB26-37358CB1C7B2}" dt="2023-06-01T07:27:38.523" v="7010" actId="478"/>
          <ac:spMkLst>
            <pc:docMk/>
            <pc:sldMk cId="3029045207" sldId="548"/>
            <ac:spMk id="7" creationId="{3EE69141-1B42-6627-64B2-C1C3884968DE}"/>
          </ac:spMkLst>
        </pc:spChg>
        <pc:picChg chg="mod">
          <ac:chgData name="Nikki Papenfus" userId="2a405823-0c8b-419b-afb6-8159926c2e17" providerId="ADAL" clId="{C4CD5978-2643-4E14-BB26-37358CB1C7B2}" dt="2023-06-01T10:33:39.841" v="9865" actId="1038"/>
          <ac:picMkLst>
            <pc:docMk/>
            <pc:sldMk cId="3029045207" sldId="548"/>
            <ac:picMk id="5" creationId="{D252ADFF-A07F-FA50-4D7C-263658AA407A}"/>
          </ac:picMkLst>
        </pc:picChg>
      </pc:sldChg>
      <pc:sldChg chg="addSp delSp modSp mod">
        <pc:chgData name="Nikki Papenfus" userId="2a405823-0c8b-419b-afb6-8159926c2e17" providerId="ADAL" clId="{C4CD5978-2643-4E14-BB26-37358CB1C7B2}" dt="2023-06-01T10:36:19.362" v="9915" actId="1035"/>
        <pc:sldMkLst>
          <pc:docMk/>
          <pc:sldMk cId="1818151557" sldId="549"/>
        </pc:sldMkLst>
        <pc:spChg chg="mod">
          <ac:chgData name="Nikki Papenfus" userId="2a405823-0c8b-419b-afb6-8159926c2e17" providerId="ADAL" clId="{C4CD5978-2643-4E14-BB26-37358CB1C7B2}" dt="2023-06-01T07:27:00.512" v="7007" actId="20577"/>
          <ac:spMkLst>
            <pc:docMk/>
            <pc:sldMk cId="1818151557" sldId="549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10:35:58.859" v="9912" actId="6549"/>
          <ac:spMkLst>
            <pc:docMk/>
            <pc:sldMk cId="1818151557" sldId="549"/>
            <ac:spMk id="5" creationId="{C93AEE2D-35EA-0E5C-3AA6-6A842E767E71}"/>
          </ac:spMkLst>
        </pc:spChg>
        <pc:spChg chg="del">
          <ac:chgData name="Nikki Papenfus" userId="2a405823-0c8b-419b-afb6-8159926c2e17" providerId="ADAL" clId="{C4CD5978-2643-4E14-BB26-37358CB1C7B2}" dt="2023-06-01T07:25:33.040" v="6984" actId="478"/>
          <ac:spMkLst>
            <pc:docMk/>
            <pc:sldMk cId="1818151557" sldId="549"/>
            <ac:spMk id="6" creationId="{1EAA7861-2728-8C23-AC94-9527FBB4C22D}"/>
          </ac:spMkLst>
        </pc:spChg>
        <pc:spChg chg="del">
          <ac:chgData name="Nikki Papenfus" userId="2a405823-0c8b-419b-afb6-8159926c2e17" providerId="ADAL" clId="{C4CD5978-2643-4E14-BB26-37358CB1C7B2}" dt="2023-06-01T07:26:05.492" v="6992" actId="478"/>
          <ac:spMkLst>
            <pc:docMk/>
            <pc:sldMk cId="1818151557" sldId="549"/>
            <ac:spMk id="7" creationId="{625C1FD9-E12A-B437-6136-80B218D46CF7}"/>
          </ac:spMkLst>
        </pc:spChg>
        <pc:spChg chg="add mod">
          <ac:chgData name="Nikki Papenfus" userId="2a405823-0c8b-419b-afb6-8159926c2e17" providerId="ADAL" clId="{C4CD5978-2643-4E14-BB26-37358CB1C7B2}" dt="2023-06-01T07:26:57.243" v="7004" actId="14100"/>
          <ac:spMkLst>
            <pc:docMk/>
            <pc:sldMk cId="1818151557" sldId="549"/>
            <ac:spMk id="8" creationId="{5BFEF408-6425-F487-37FC-4EFAEB37104E}"/>
          </ac:spMkLst>
        </pc:spChg>
        <pc:picChg chg="mod">
          <ac:chgData name="Nikki Papenfus" userId="2a405823-0c8b-419b-afb6-8159926c2e17" providerId="ADAL" clId="{C4CD5978-2643-4E14-BB26-37358CB1C7B2}" dt="2023-06-01T07:26:19.117" v="6996" actId="1076"/>
          <ac:picMkLst>
            <pc:docMk/>
            <pc:sldMk cId="1818151557" sldId="549"/>
            <ac:picMk id="3" creationId="{0D42F2C6-8DF3-5288-9116-22D8CE5D50A2}"/>
          </ac:picMkLst>
        </pc:picChg>
        <pc:picChg chg="mod">
          <ac:chgData name="Nikki Papenfus" userId="2a405823-0c8b-419b-afb6-8159926c2e17" providerId="ADAL" clId="{C4CD5978-2643-4E14-BB26-37358CB1C7B2}" dt="2023-06-01T10:36:19.362" v="9915" actId="1035"/>
          <ac:picMkLst>
            <pc:docMk/>
            <pc:sldMk cId="1818151557" sldId="549"/>
            <ac:picMk id="4" creationId="{67EFEDAA-A384-745F-85D1-8F1C0DB3D34B}"/>
          </ac:picMkLst>
        </pc:picChg>
      </pc:sldChg>
      <pc:sldChg chg="addSp delSp modSp mod">
        <pc:chgData name="Nikki Papenfus" userId="2a405823-0c8b-419b-afb6-8159926c2e17" providerId="ADAL" clId="{C4CD5978-2643-4E14-BB26-37358CB1C7B2}" dt="2023-06-01T10:36:49.836" v="9917" actId="1035"/>
        <pc:sldMkLst>
          <pc:docMk/>
          <pc:sldMk cId="1911653905" sldId="550"/>
        </pc:sldMkLst>
        <pc:spChg chg="mod">
          <ac:chgData name="Nikki Papenfus" userId="2a405823-0c8b-419b-afb6-8159926c2e17" providerId="ADAL" clId="{C4CD5978-2643-4E14-BB26-37358CB1C7B2}" dt="2023-06-01T07:29:37.944" v="7048" actId="20577"/>
          <ac:spMkLst>
            <pc:docMk/>
            <pc:sldMk cId="1911653905" sldId="550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07:30:34.023" v="7060" actId="1076"/>
          <ac:spMkLst>
            <pc:docMk/>
            <pc:sldMk cId="1911653905" sldId="550"/>
            <ac:spMk id="4" creationId="{88C6807A-D2D2-D0CF-2C48-755CC6E62164}"/>
          </ac:spMkLst>
        </pc:spChg>
        <pc:spChg chg="del">
          <ac:chgData name="Nikki Papenfus" userId="2a405823-0c8b-419b-afb6-8159926c2e17" providerId="ADAL" clId="{C4CD5978-2643-4E14-BB26-37358CB1C7B2}" dt="2023-06-01T07:29:50.189" v="7051" actId="478"/>
          <ac:spMkLst>
            <pc:docMk/>
            <pc:sldMk cId="1911653905" sldId="550"/>
            <ac:spMk id="6" creationId="{8459CB2C-2D3B-6215-3331-5985456E8A79}"/>
          </ac:spMkLst>
        </pc:spChg>
        <pc:picChg chg="mod">
          <ac:chgData name="Nikki Papenfus" userId="2a405823-0c8b-419b-afb6-8159926c2e17" providerId="ADAL" clId="{C4CD5978-2643-4E14-BB26-37358CB1C7B2}" dt="2023-06-01T10:36:49.836" v="9917" actId="1035"/>
          <ac:picMkLst>
            <pc:docMk/>
            <pc:sldMk cId="1911653905" sldId="550"/>
            <ac:picMk id="5" creationId="{9711DBF7-D99F-24DB-66A9-C7213FE6B227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6-01T08:48:39.304" v="8115" actId="47"/>
        <pc:sldMkLst>
          <pc:docMk/>
          <pc:sldMk cId="1903660503" sldId="551"/>
        </pc:sldMkLst>
        <pc:spChg chg="del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2" creationId="{AC1EA79A-CD1D-4EF2-AB6E-983B37543AE0}"/>
          </ac:spMkLst>
        </pc:spChg>
        <pc:spChg chg="add del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4" creationId="{C5E75200-79C1-3FDE-CD44-C84DF426B0A3}"/>
          </ac:spMkLst>
        </pc:spChg>
        <pc:spChg chg="del">
          <ac:chgData name="Nikki Papenfus" userId="2a405823-0c8b-419b-afb6-8159926c2e17" providerId="ADAL" clId="{C4CD5978-2643-4E14-BB26-37358CB1C7B2}" dt="2023-06-01T08:41:13.283" v="7936" actId="478"/>
          <ac:spMkLst>
            <pc:docMk/>
            <pc:sldMk cId="1903660503" sldId="551"/>
            <ac:spMk id="5" creationId="{71639B46-AD3B-44EA-8945-6181C1436929}"/>
          </ac:spMkLst>
        </pc:spChg>
        <pc:spChg chg="add del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7" creationId="{7A9298DF-880E-F7FC-5A73-10CE61E81DCF}"/>
          </ac:spMkLst>
        </pc:spChg>
        <pc:spChg chg="add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9" creationId="{49A8E398-07F5-FD83-28FB-476020322A08}"/>
          </ac:spMkLst>
        </pc:spChg>
        <pc:picChg chg="del">
          <ac:chgData name="Nikki Papenfus" userId="2a405823-0c8b-419b-afb6-8159926c2e17" providerId="ADAL" clId="{C4CD5978-2643-4E14-BB26-37358CB1C7B2}" dt="2023-06-01T08:41:10.956" v="7935" actId="478"/>
          <ac:picMkLst>
            <pc:docMk/>
            <pc:sldMk cId="1903660503" sldId="551"/>
            <ac:picMk id="3" creationId="{959C438F-01FF-430E-8229-3C1636FF58FC}"/>
          </ac:picMkLst>
        </pc:picChg>
        <pc:picChg chg="del mod">
          <ac:chgData name="Nikki Papenfus" userId="2a405823-0c8b-419b-afb6-8159926c2e17" providerId="ADAL" clId="{C4CD5978-2643-4E14-BB26-37358CB1C7B2}" dt="2023-06-01T08:47:56.116" v="8054" actId="21"/>
          <ac:picMkLst>
            <pc:docMk/>
            <pc:sldMk cId="1903660503" sldId="551"/>
            <ac:picMk id="6" creationId="{20B5699D-0C76-C964-53B8-75AA03DE6A0F}"/>
          </ac:picMkLst>
        </pc:picChg>
      </pc:sldChg>
      <pc:sldChg chg="addSp delSp modSp add del mod ord modShow modCm">
        <pc:chgData name="Nikki Papenfus" userId="2a405823-0c8b-419b-afb6-8159926c2e17" providerId="ADAL" clId="{C4CD5978-2643-4E14-BB26-37358CB1C7B2}" dt="2023-06-01T14:43:22.138" v="10393" actId="47"/>
        <pc:sldMkLst>
          <pc:docMk/>
          <pc:sldMk cId="3517824075" sldId="552"/>
        </pc:sldMkLst>
        <pc:spChg chg="del">
          <ac:chgData name="Nikki Papenfus" userId="2a405823-0c8b-419b-afb6-8159926c2e17" providerId="ADAL" clId="{C4CD5978-2643-4E14-BB26-37358CB1C7B2}" dt="2023-06-01T08:47:51.845" v="8053" actId="478"/>
          <ac:spMkLst>
            <pc:docMk/>
            <pc:sldMk cId="3517824075" sldId="552"/>
            <ac:spMk id="2" creationId="{73F060A0-A02A-C863-69B6-83C2C129863A}"/>
          </ac:spMkLst>
        </pc:spChg>
        <pc:spChg chg="add del mod">
          <ac:chgData name="Nikki Papenfus" userId="2a405823-0c8b-419b-afb6-8159926c2e17" providerId="ADAL" clId="{C4CD5978-2643-4E14-BB26-37358CB1C7B2}" dt="2023-06-01T08:48:02.602" v="8057" actId="478"/>
          <ac:spMkLst>
            <pc:docMk/>
            <pc:sldMk cId="3517824075" sldId="552"/>
            <ac:spMk id="8" creationId="{17ADDD54-9ED6-6A28-B565-FE6FAE6386E2}"/>
          </ac:spMkLst>
        </pc:spChg>
        <pc:spChg chg="del">
          <ac:chgData name="Nikki Papenfus" userId="2a405823-0c8b-419b-afb6-8159926c2e17" providerId="ADAL" clId="{C4CD5978-2643-4E14-BB26-37358CB1C7B2}" dt="2023-06-01T08:47:51.845" v="8053" actId="478"/>
          <ac:spMkLst>
            <pc:docMk/>
            <pc:sldMk cId="3517824075" sldId="552"/>
            <ac:spMk id="9" creationId="{79F09585-065C-AC72-E100-8ABCFE397883}"/>
          </ac:spMkLst>
        </pc:spChg>
        <pc:spChg chg="del">
          <ac:chgData name="Nikki Papenfus" userId="2a405823-0c8b-419b-afb6-8159926c2e17" providerId="ADAL" clId="{C4CD5978-2643-4E14-BB26-37358CB1C7B2}" dt="2023-06-01T08:47:51.845" v="8053" actId="478"/>
          <ac:spMkLst>
            <pc:docMk/>
            <pc:sldMk cId="3517824075" sldId="552"/>
            <ac:spMk id="10" creationId="{A35B0EB8-9E4E-F387-DCF7-2E3593366F70}"/>
          </ac:spMkLst>
        </pc:spChg>
        <pc:spChg chg="add mod">
          <ac:chgData name="Nikki Papenfus" userId="2a405823-0c8b-419b-afb6-8159926c2e17" providerId="ADAL" clId="{C4CD5978-2643-4E14-BB26-37358CB1C7B2}" dt="2023-06-01T08:47:57.090" v="8055"/>
          <ac:spMkLst>
            <pc:docMk/>
            <pc:sldMk cId="3517824075" sldId="552"/>
            <ac:spMk id="11" creationId="{A62AACAA-441A-CA61-D6DB-A8CC500BFF1D}"/>
          </ac:spMkLst>
        </pc:spChg>
        <pc:spChg chg="add mod">
          <ac:chgData name="Nikki Papenfus" userId="2a405823-0c8b-419b-afb6-8159926c2e17" providerId="ADAL" clId="{C4CD5978-2643-4E14-BB26-37358CB1C7B2}" dt="2023-06-01T10:45:39.580" v="9995" actId="1035"/>
          <ac:spMkLst>
            <pc:docMk/>
            <pc:sldMk cId="3517824075" sldId="552"/>
            <ac:spMk id="13" creationId="{26574C03-3046-AB48-DE85-2E182ABBFE36}"/>
          </ac:spMkLst>
        </pc:spChg>
        <pc:spChg chg="add mod">
          <ac:chgData name="Nikki Papenfus" userId="2a405823-0c8b-419b-afb6-8159926c2e17" providerId="ADAL" clId="{C4CD5978-2643-4E14-BB26-37358CB1C7B2}" dt="2023-06-01T10:38:16.078" v="9922" actId="20577"/>
          <ac:spMkLst>
            <pc:docMk/>
            <pc:sldMk cId="3517824075" sldId="552"/>
            <ac:spMk id="14" creationId="{0C2336AA-3D53-A1CF-E17A-6578811F594A}"/>
          </ac:spMkLst>
        </pc:sp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3" creationId="{8BCF0021-D7C0-1ECD-E5B4-A19202D4AF6A}"/>
          </ac:picMkLst>
        </pc:pic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4" creationId="{11AECA08-4E01-9B2D-115B-77B531906F72}"/>
          </ac:picMkLst>
        </pc:pic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5" creationId="{484AF80B-5776-50E1-70B8-66DE401AFDA8}"/>
          </ac:picMkLst>
        </pc:pic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6" creationId="{18A16BB2-43CB-4796-9068-83397958ABD0}"/>
          </ac:picMkLst>
        </pc:picChg>
        <pc:picChg chg="add mod">
          <ac:chgData name="Nikki Papenfus" userId="2a405823-0c8b-419b-afb6-8159926c2e17" providerId="ADAL" clId="{C4CD5978-2643-4E14-BB26-37358CB1C7B2}" dt="2023-06-01T10:24:22.348" v="9777" actId="1035"/>
          <ac:picMkLst>
            <pc:docMk/>
            <pc:sldMk cId="3517824075" sldId="552"/>
            <ac:picMk id="12" creationId="{8F363DDD-27D9-CAE7-DF1B-14C7C367CE16}"/>
          </ac:picMkLst>
        </pc:picChg>
      </pc:sldChg>
      <pc:sldChg chg="addSp delSp modSp add mod">
        <pc:chgData name="Nikki Papenfus" userId="2a405823-0c8b-419b-afb6-8159926c2e17" providerId="ADAL" clId="{C4CD5978-2643-4E14-BB26-37358CB1C7B2}" dt="2023-06-02T08:04:28.765" v="12507" actId="14100"/>
        <pc:sldMkLst>
          <pc:docMk/>
          <pc:sldMk cId="397898859" sldId="553"/>
        </pc:sldMkLst>
        <pc:spChg chg="mod">
          <ac:chgData name="Nikki Papenfus" userId="2a405823-0c8b-419b-afb6-8159926c2e17" providerId="ADAL" clId="{C4CD5978-2643-4E14-BB26-37358CB1C7B2}" dt="2023-06-01T16:01:51.054" v="12175" actId="20577"/>
          <ac:spMkLst>
            <pc:docMk/>
            <pc:sldMk cId="397898859" sldId="553"/>
            <ac:spMk id="2" creationId="{73F060A0-A02A-C863-69B6-83C2C129863A}"/>
          </ac:spMkLst>
        </pc:spChg>
        <pc:spChg chg="del mod">
          <ac:chgData name="Nikki Papenfus" userId="2a405823-0c8b-419b-afb6-8159926c2e17" providerId="ADAL" clId="{C4CD5978-2643-4E14-BB26-37358CB1C7B2}" dt="2023-06-01T09:36:44.374" v="8818" actId="478"/>
          <ac:spMkLst>
            <pc:docMk/>
            <pc:sldMk cId="397898859" sldId="553"/>
            <ac:spMk id="3" creationId="{2020FCB5-F794-F009-11CE-A2E57787AF68}"/>
          </ac:spMkLst>
        </pc:spChg>
        <pc:spChg chg="mod">
          <ac:chgData name="Nikki Papenfus" userId="2a405823-0c8b-419b-afb6-8159926c2e17" providerId="ADAL" clId="{C4CD5978-2643-4E14-BB26-37358CB1C7B2}" dt="2023-06-02T07:53:32.973" v="12445" actId="1076"/>
          <ac:spMkLst>
            <pc:docMk/>
            <pc:sldMk cId="397898859" sldId="553"/>
            <ac:spMk id="3" creationId="{9AE4A42D-D2C4-C66C-7AAB-9E6E6AB278B5}"/>
          </ac:spMkLst>
        </pc:spChg>
        <pc:spChg chg="add del mod">
          <ac:chgData name="Nikki Papenfus" userId="2a405823-0c8b-419b-afb6-8159926c2e17" providerId="ADAL" clId="{C4CD5978-2643-4E14-BB26-37358CB1C7B2}" dt="2023-06-01T16:02:18.880" v="12176" actId="478"/>
          <ac:spMkLst>
            <pc:docMk/>
            <pc:sldMk cId="397898859" sldId="553"/>
            <ac:spMk id="4" creationId="{944BAFB5-AB2C-8115-C858-7CF038E8D7E6}"/>
          </ac:spMkLst>
        </pc:spChg>
        <pc:spChg chg="del mod">
          <ac:chgData name="Nikki Papenfus" userId="2a405823-0c8b-419b-afb6-8159926c2e17" providerId="ADAL" clId="{C4CD5978-2643-4E14-BB26-37358CB1C7B2}" dt="2023-06-02T07:56:00.584" v="12454" actId="478"/>
          <ac:spMkLst>
            <pc:docMk/>
            <pc:sldMk cId="397898859" sldId="553"/>
            <ac:spMk id="4" creationId="{CF61D82D-5D72-BA32-44B8-D696EB5F4FD7}"/>
          </ac:spMkLst>
        </pc:spChg>
        <pc:spChg chg="del mod ord">
          <ac:chgData name="Nikki Papenfus" userId="2a405823-0c8b-419b-afb6-8159926c2e17" providerId="ADAL" clId="{C4CD5978-2643-4E14-BB26-37358CB1C7B2}" dt="2023-06-01T09:36:43.394" v="8817" actId="478"/>
          <ac:spMkLst>
            <pc:docMk/>
            <pc:sldMk cId="397898859" sldId="553"/>
            <ac:spMk id="5" creationId="{894744CC-3032-20A1-9941-822DB9523AAF}"/>
          </ac:spMkLst>
        </pc:spChg>
        <pc:spChg chg="del mod">
          <ac:chgData name="Nikki Papenfus" userId="2a405823-0c8b-419b-afb6-8159926c2e17" providerId="ADAL" clId="{C4CD5978-2643-4E14-BB26-37358CB1C7B2}" dt="2023-06-01T09:36:43.394" v="8817" actId="478"/>
          <ac:spMkLst>
            <pc:docMk/>
            <pc:sldMk cId="397898859" sldId="553"/>
            <ac:spMk id="6" creationId="{82C262F9-0FE2-A430-7707-AF4F739EDA81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7" creationId="{718D3215-D6BD-81CB-78E2-69DE158B2876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8" creationId="{156263D0-620E-4E73-2196-AD897E424051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9" creationId="{1CF6DCA2-EB34-E6A1-9D7C-B3AEB21CDD67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10" creationId="{F4409ADA-057A-AAC1-2DAB-2CBE76D77F08}"/>
          </ac:spMkLst>
        </pc:spChg>
        <pc:spChg chg="del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1" creationId="{DAEF5AE6-1F57-6D65-0006-B9AF3969108F}"/>
          </ac:spMkLst>
        </pc:spChg>
        <pc:spChg chg="del mod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2" creationId="{E046CFAB-00DF-7DC6-9126-860E80EBDCA7}"/>
          </ac:spMkLst>
        </pc:spChg>
        <pc:spChg chg="del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3" creationId="{12475015-17F5-95F3-163C-21DE4E4DD521}"/>
          </ac:spMkLst>
        </pc:spChg>
        <pc:spChg chg="del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4" creationId="{E8D35FF9-F429-215E-5299-990E9230BBA7}"/>
          </ac:spMkLst>
        </pc:spChg>
        <pc:spChg chg="add del mod">
          <ac:chgData name="Nikki Papenfus" userId="2a405823-0c8b-419b-afb6-8159926c2e17" providerId="ADAL" clId="{C4CD5978-2643-4E14-BB26-37358CB1C7B2}" dt="2023-06-01T09:37:03.446" v="8824" actId="478"/>
          <ac:spMkLst>
            <pc:docMk/>
            <pc:sldMk cId="397898859" sldId="553"/>
            <ac:spMk id="15" creationId="{C97B238F-0275-B4A2-F310-8D132DEEE438}"/>
          </ac:spMkLst>
        </pc:spChg>
        <pc:spChg chg="mod topLvl">
          <ac:chgData name="Nikki Papenfus" userId="2a405823-0c8b-419b-afb6-8159926c2e17" providerId="ADAL" clId="{C4CD5978-2643-4E14-BB26-37358CB1C7B2}" dt="2023-06-02T08:04:15.767" v="12505" actId="14100"/>
          <ac:spMkLst>
            <pc:docMk/>
            <pc:sldMk cId="397898859" sldId="553"/>
            <ac:spMk id="16" creationId="{45AE3948-F3B5-0B08-2432-3B797380AFEA}"/>
          </ac:spMkLst>
        </pc:spChg>
        <pc:spChg chg="mod topLvl">
          <ac:chgData name="Nikki Papenfus" userId="2a405823-0c8b-419b-afb6-8159926c2e17" providerId="ADAL" clId="{C4CD5978-2643-4E14-BB26-37358CB1C7B2}" dt="2023-06-02T07:59:04.678" v="12456" actId="14100"/>
          <ac:spMkLst>
            <pc:docMk/>
            <pc:sldMk cId="397898859" sldId="553"/>
            <ac:spMk id="17" creationId="{DB6BC475-499C-C01E-DDEE-36D97BD7C548}"/>
          </ac:spMkLst>
        </pc:spChg>
        <pc:spChg chg="del mod topLvl">
          <ac:chgData name="Nikki Papenfus" userId="2a405823-0c8b-419b-afb6-8159926c2e17" providerId="ADAL" clId="{C4CD5978-2643-4E14-BB26-37358CB1C7B2}" dt="2023-06-01T09:18:51.099" v="8442" actId="478"/>
          <ac:spMkLst>
            <pc:docMk/>
            <pc:sldMk cId="397898859" sldId="553"/>
            <ac:spMk id="18" creationId="{74F69305-0A83-3986-CB66-6C21A7DE8C31}"/>
          </ac:spMkLst>
        </pc:spChg>
        <pc:spChg chg="del mod topLvl">
          <ac:chgData name="Nikki Papenfus" userId="2a405823-0c8b-419b-afb6-8159926c2e17" providerId="ADAL" clId="{C4CD5978-2643-4E14-BB26-37358CB1C7B2}" dt="2023-06-01T09:18:14.218" v="8434" actId="478"/>
          <ac:spMkLst>
            <pc:docMk/>
            <pc:sldMk cId="397898859" sldId="553"/>
            <ac:spMk id="19" creationId="{DE2352DB-D650-D774-731E-1E12211FC8EA}"/>
          </ac:spMkLst>
        </pc:spChg>
        <pc:spChg chg="mod topLvl">
          <ac:chgData name="Nikki Papenfus" userId="2a405823-0c8b-419b-afb6-8159926c2e17" providerId="ADAL" clId="{C4CD5978-2643-4E14-BB26-37358CB1C7B2}" dt="2023-06-02T08:04:28.765" v="12507" actId="14100"/>
          <ac:spMkLst>
            <pc:docMk/>
            <pc:sldMk cId="397898859" sldId="553"/>
            <ac:spMk id="20" creationId="{8617A52A-6C2A-0F95-03E2-3AC3094E6460}"/>
          </ac:spMkLst>
        </pc:spChg>
        <pc:spChg chg="del mod topLvl">
          <ac:chgData name="Nikki Papenfus" userId="2a405823-0c8b-419b-afb6-8159926c2e17" providerId="ADAL" clId="{C4CD5978-2643-4E14-BB26-37358CB1C7B2}" dt="2023-06-01T10:13:45.540" v="9598" actId="478"/>
          <ac:spMkLst>
            <pc:docMk/>
            <pc:sldMk cId="397898859" sldId="553"/>
            <ac:spMk id="21" creationId="{F1BD943D-F3C8-A136-65F3-1FAA2C445D78}"/>
          </ac:spMkLst>
        </pc:spChg>
        <pc:spChg chg="del">
          <ac:chgData name="Nikki Papenfus" userId="2a405823-0c8b-419b-afb6-8159926c2e17" providerId="ADAL" clId="{C4CD5978-2643-4E14-BB26-37358CB1C7B2}" dt="2023-06-01T09:17:33.041" v="8429" actId="478"/>
          <ac:spMkLst>
            <pc:docMk/>
            <pc:sldMk cId="397898859" sldId="553"/>
            <ac:spMk id="22" creationId="{47AA095D-8565-7FD7-79B7-47C83005ED9C}"/>
          </ac:spMkLst>
        </pc:spChg>
        <pc:spChg chg="del mod topLvl">
          <ac:chgData name="Nikki Papenfus" userId="2a405823-0c8b-419b-afb6-8159926c2e17" providerId="ADAL" clId="{C4CD5978-2643-4E14-BB26-37358CB1C7B2}" dt="2023-06-01T10:13:48.191" v="9600" actId="478"/>
          <ac:spMkLst>
            <pc:docMk/>
            <pc:sldMk cId="397898859" sldId="553"/>
            <ac:spMk id="23" creationId="{4133AACA-51BA-A6AC-5332-08E79C469214}"/>
          </ac:spMkLst>
        </pc:spChg>
        <pc:spChg chg="del">
          <ac:chgData name="Nikki Papenfus" userId="2a405823-0c8b-419b-afb6-8159926c2e17" providerId="ADAL" clId="{C4CD5978-2643-4E14-BB26-37358CB1C7B2}" dt="2023-06-01T09:17:34.555" v="8430" actId="478"/>
          <ac:spMkLst>
            <pc:docMk/>
            <pc:sldMk cId="397898859" sldId="553"/>
            <ac:spMk id="24" creationId="{E405A752-0E9D-05AB-35C6-22A3014FA897}"/>
          </ac:spMkLst>
        </pc:spChg>
        <pc:spChg chg="del mod topLvl">
          <ac:chgData name="Nikki Papenfus" userId="2a405823-0c8b-419b-afb6-8159926c2e17" providerId="ADAL" clId="{C4CD5978-2643-4E14-BB26-37358CB1C7B2}" dt="2023-06-01T10:13:46.816" v="9599" actId="478"/>
          <ac:spMkLst>
            <pc:docMk/>
            <pc:sldMk cId="397898859" sldId="553"/>
            <ac:spMk id="25" creationId="{1106AA16-FA94-55BD-9EE1-18BFE5DE1907}"/>
          </ac:spMkLst>
        </pc:spChg>
        <pc:spChg chg="add mod">
          <ac:chgData name="Nikki Papenfus" userId="2a405823-0c8b-419b-afb6-8159926c2e17" providerId="ADAL" clId="{C4CD5978-2643-4E14-BB26-37358CB1C7B2}" dt="2023-06-02T08:00:13.102" v="12484" actId="1076"/>
          <ac:spMkLst>
            <pc:docMk/>
            <pc:sldMk cId="397898859" sldId="553"/>
            <ac:spMk id="27" creationId="{DDAC5046-AF3A-B498-26B0-9C820AC21D36}"/>
          </ac:spMkLst>
        </pc:spChg>
        <pc:spChg chg="add mod">
          <ac:chgData name="Nikki Papenfus" userId="2a405823-0c8b-419b-afb6-8159926c2e17" providerId="ADAL" clId="{C4CD5978-2643-4E14-BB26-37358CB1C7B2}" dt="2023-06-01T10:39:50.737" v="9938" actId="1035"/>
          <ac:spMkLst>
            <pc:docMk/>
            <pc:sldMk cId="397898859" sldId="553"/>
            <ac:spMk id="28" creationId="{AD75713B-AC68-34F5-26E3-165AF1C5C8B8}"/>
          </ac:spMkLst>
        </pc:spChg>
        <pc:spChg chg="add mod">
          <ac:chgData name="Nikki Papenfus" userId="2a405823-0c8b-419b-afb6-8159926c2e17" providerId="ADAL" clId="{C4CD5978-2643-4E14-BB26-37358CB1C7B2}" dt="2023-06-01T10:39:50.737" v="9938" actId="1035"/>
          <ac:spMkLst>
            <pc:docMk/>
            <pc:sldMk cId="397898859" sldId="553"/>
            <ac:spMk id="29" creationId="{E6328F3D-79A9-107A-E933-E6D6493D21C9}"/>
          </ac:spMkLst>
        </pc:spChg>
        <pc:spChg chg="add mod">
          <ac:chgData name="Nikki Papenfus" userId="2a405823-0c8b-419b-afb6-8159926c2e17" providerId="ADAL" clId="{C4CD5978-2643-4E14-BB26-37358CB1C7B2}" dt="2023-06-01T10:39:50.737" v="9938" actId="1035"/>
          <ac:spMkLst>
            <pc:docMk/>
            <pc:sldMk cId="397898859" sldId="553"/>
            <ac:spMk id="30" creationId="{7E4FC7BA-C918-1818-4AD2-D96CE5DAE04D}"/>
          </ac:spMkLst>
        </pc:spChg>
        <pc:spChg chg="add mod">
          <ac:chgData name="Nikki Papenfus" userId="2a405823-0c8b-419b-afb6-8159926c2e17" providerId="ADAL" clId="{C4CD5978-2643-4E14-BB26-37358CB1C7B2}" dt="2023-06-02T08:00:02.893" v="12481" actId="1076"/>
          <ac:spMkLst>
            <pc:docMk/>
            <pc:sldMk cId="397898859" sldId="553"/>
            <ac:spMk id="31" creationId="{A041720D-D1CF-CC9C-EA29-B28418AEC325}"/>
          </ac:spMkLst>
        </pc:spChg>
        <pc:spChg chg="add mod">
          <ac:chgData name="Nikki Papenfus" userId="2a405823-0c8b-419b-afb6-8159926c2e17" providerId="ADAL" clId="{C4CD5978-2643-4E14-BB26-37358CB1C7B2}" dt="2023-06-02T08:02:39.317" v="12498" actId="1076"/>
          <ac:spMkLst>
            <pc:docMk/>
            <pc:sldMk cId="397898859" sldId="553"/>
            <ac:spMk id="32" creationId="{670AAF48-8307-2248-B9C3-2D5880E81A3E}"/>
          </ac:spMkLst>
        </pc:spChg>
        <pc:spChg chg="add del mod">
          <ac:chgData name="Nikki Papenfus" userId="2a405823-0c8b-419b-afb6-8159926c2e17" providerId="ADAL" clId="{C4CD5978-2643-4E14-BB26-37358CB1C7B2}" dt="2023-06-01T10:01:18.805" v="9188" actId="22"/>
          <ac:spMkLst>
            <pc:docMk/>
            <pc:sldMk cId="397898859" sldId="553"/>
            <ac:spMk id="34" creationId="{9ACF698C-6A15-449A-2C58-2EF4A75ECE70}"/>
          </ac:spMkLst>
        </pc:spChg>
        <pc:spChg chg="add mod">
          <ac:chgData name="Nikki Papenfus" userId="2a405823-0c8b-419b-afb6-8159926c2e17" providerId="ADAL" clId="{C4CD5978-2643-4E14-BB26-37358CB1C7B2}" dt="2023-06-02T08:00:19.562" v="12485" actId="1076"/>
          <ac:spMkLst>
            <pc:docMk/>
            <pc:sldMk cId="397898859" sldId="553"/>
            <ac:spMk id="35" creationId="{4EB4B1AB-FE42-B2F8-DED9-274295773230}"/>
          </ac:spMkLst>
        </pc:spChg>
        <pc:spChg chg="add mod">
          <ac:chgData name="Nikki Papenfus" userId="2a405823-0c8b-419b-afb6-8159926c2e17" providerId="ADAL" clId="{C4CD5978-2643-4E14-BB26-37358CB1C7B2}" dt="2023-06-02T08:02:35.585" v="12497" actId="1076"/>
          <ac:spMkLst>
            <pc:docMk/>
            <pc:sldMk cId="397898859" sldId="553"/>
            <ac:spMk id="36" creationId="{23DEB2E8-8B1F-5017-734F-2D156CE8E9AC}"/>
          </ac:spMkLst>
        </pc:spChg>
        <pc:spChg chg="add mod">
          <ac:chgData name="Nikki Papenfus" userId="2a405823-0c8b-419b-afb6-8159926c2e17" providerId="ADAL" clId="{C4CD5978-2643-4E14-BB26-37358CB1C7B2}" dt="2023-06-02T07:53:30.812" v="12444" actId="1076"/>
          <ac:spMkLst>
            <pc:docMk/>
            <pc:sldMk cId="397898859" sldId="553"/>
            <ac:spMk id="37" creationId="{A0A58607-7298-CDD5-CEB4-F02BF30DB6BC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38" creationId="{253704D0-4710-4704-7E8A-81B690F3430D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39" creationId="{AA6AF43A-C2A7-5B65-63F0-E8EAFBEDDFCC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1" creationId="{31FD65C7-16C4-7FCF-30E9-E7C4357DDA47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3" creationId="{FBAE4AF7-9355-5309-A3AC-B1181A3575A6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5" creationId="{75759DC9-8266-AD86-9BB1-B85A21B6CA49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7" creationId="{033FAF69-8F51-789F-54D7-ABA4608DC42F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49" creationId="{71E70EBE-62F7-CFBA-513F-7334304EB916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51" creationId="{AF402361-57F6-133F-45BF-DD012463F7B5}"/>
          </ac:spMkLst>
        </pc:spChg>
        <pc:spChg chg="add mod">
          <ac:chgData name="Nikki Papenfus" userId="2a405823-0c8b-419b-afb6-8159926c2e17" providerId="ADAL" clId="{C4CD5978-2643-4E14-BB26-37358CB1C7B2}" dt="2023-06-02T07:52:55.281" v="12436" actId="1076"/>
          <ac:spMkLst>
            <pc:docMk/>
            <pc:sldMk cId="397898859" sldId="553"/>
            <ac:spMk id="52" creationId="{8C21CCE3-D27D-AA22-6F67-3923FA62B391}"/>
          </ac:spMkLst>
        </pc:spChg>
        <pc:spChg chg="add mod">
          <ac:chgData name="Nikki Papenfus" userId="2a405823-0c8b-419b-afb6-8159926c2e17" providerId="ADAL" clId="{C4CD5978-2643-4E14-BB26-37358CB1C7B2}" dt="2023-06-02T08:00:47.076" v="12490" actId="20577"/>
          <ac:spMkLst>
            <pc:docMk/>
            <pc:sldMk cId="397898859" sldId="553"/>
            <ac:spMk id="53" creationId="{C043370A-ED14-0F55-3CAC-502635B9B8B5}"/>
          </ac:spMkLst>
        </pc:spChg>
        <pc:spChg chg="add del mod">
          <ac:chgData name="Nikki Papenfus" userId="2a405823-0c8b-419b-afb6-8159926c2e17" providerId="ADAL" clId="{C4CD5978-2643-4E14-BB26-37358CB1C7B2}" dt="2023-06-01T10:13:38.907" v="9597" actId="478"/>
          <ac:spMkLst>
            <pc:docMk/>
            <pc:sldMk cId="397898859" sldId="553"/>
            <ac:spMk id="54" creationId="{6DA77BD4-AC5D-A55B-B03B-E891B0CE6D67}"/>
          </ac:spMkLst>
        </pc:spChg>
        <pc:spChg chg="add mod">
          <ac:chgData name="Nikki Papenfus" userId="2a405823-0c8b-419b-afb6-8159926c2e17" providerId="ADAL" clId="{C4CD5978-2643-4E14-BB26-37358CB1C7B2}" dt="2023-06-02T08:00:10.574" v="12483" actId="14100"/>
          <ac:spMkLst>
            <pc:docMk/>
            <pc:sldMk cId="397898859" sldId="553"/>
            <ac:spMk id="55" creationId="{6F2B6CED-DE1C-969A-F9C7-5D24A242A53F}"/>
          </ac:spMkLst>
        </pc:spChg>
        <pc:spChg chg="add mod">
          <ac:chgData name="Nikki Papenfus" userId="2a405823-0c8b-419b-afb6-8159926c2e17" providerId="ADAL" clId="{C4CD5978-2643-4E14-BB26-37358CB1C7B2}" dt="2023-06-02T08:01:38.680" v="12491" actId="14100"/>
          <ac:spMkLst>
            <pc:docMk/>
            <pc:sldMk cId="397898859" sldId="553"/>
            <ac:spMk id="56" creationId="{D713C29B-8DE4-4D63-0D33-76BEA45A9001}"/>
          </ac:spMkLst>
        </pc:spChg>
        <pc:spChg chg="add mod">
          <ac:chgData name="Nikki Papenfus" userId="2a405823-0c8b-419b-afb6-8159926c2e17" providerId="ADAL" clId="{C4CD5978-2643-4E14-BB26-37358CB1C7B2}" dt="2023-06-02T07:53:39.422" v="12448" actId="1076"/>
          <ac:spMkLst>
            <pc:docMk/>
            <pc:sldMk cId="397898859" sldId="553"/>
            <ac:spMk id="57" creationId="{E089C718-875F-3462-5E26-D86A2E48BA53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67" creationId="{19C0872F-6CEA-D554-5552-F8350BB5FFA9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68" creationId="{D111EDE2-D9FC-A1A0-6C77-CC8EBD973D5B}"/>
          </ac:spMkLst>
        </pc:spChg>
        <pc:spChg chg="del mod topLvl">
          <ac:chgData name="Nikki Papenfus" userId="2a405823-0c8b-419b-afb6-8159926c2e17" providerId="ADAL" clId="{C4CD5978-2643-4E14-BB26-37358CB1C7B2}" dt="2023-06-01T09:36:45.457" v="8820" actId="478"/>
          <ac:spMkLst>
            <pc:docMk/>
            <pc:sldMk cId="397898859" sldId="553"/>
            <ac:spMk id="71" creationId="{5587F3D8-CEAC-990F-1E4D-2398D3954011}"/>
          </ac:spMkLst>
        </pc:spChg>
        <pc:spChg chg="del mod topLvl">
          <ac:chgData name="Nikki Papenfus" userId="2a405823-0c8b-419b-afb6-8159926c2e17" providerId="ADAL" clId="{C4CD5978-2643-4E14-BB26-37358CB1C7B2}" dt="2023-06-01T09:36:47.910" v="8821" actId="478"/>
          <ac:spMkLst>
            <pc:docMk/>
            <pc:sldMk cId="397898859" sldId="553"/>
            <ac:spMk id="88" creationId="{67111972-316D-BA8A-BF6E-419DE688B91D}"/>
          </ac:spMkLst>
        </pc:spChg>
        <pc:grpChg chg="add mod">
          <ac:chgData name="Nikki Papenfus" userId="2a405823-0c8b-419b-afb6-8159926c2e17" providerId="ADAL" clId="{C4CD5978-2643-4E14-BB26-37358CB1C7B2}" dt="2023-06-02T07:52:51.287" v="12435" actId="1035"/>
          <ac:grpSpMkLst>
            <pc:docMk/>
            <pc:sldMk cId="397898859" sldId="553"/>
            <ac:grpSpMk id="26" creationId="{A5428702-4D44-52DF-E5E3-25F40AAB0B66}"/>
          </ac:grpSpMkLst>
        </pc:grpChg>
        <pc:grpChg chg="del mod topLvl">
          <ac:chgData name="Nikki Papenfus" userId="2a405823-0c8b-419b-afb6-8159926c2e17" providerId="ADAL" clId="{C4CD5978-2643-4E14-BB26-37358CB1C7B2}" dt="2023-06-01T09:23:38.052" v="8605" actId="165"/>
          <ac:grpSpMkLst>
            <pc:docMk/>
            <pc:sldMk cId="397898859" sldId="553"/>
            <ac:grpSpMk id="40" creationId="{98956DCF-2158-238D-5E60-C429C2AC8DA6}"/>
          </ac:grpSpMkLst>
        </pc:grpChg>
        <pc:grpChg chg="del mod topLvl">
          <ac:chgData name="Nikki Papenfus" userId="2a405823-0c8b-419b-afb6-8159926c2e17" providerId="ADAL" clId="{C4CD5978-2643-4E14-BB26-37358CB1C7B2}" dt="2023-06-01T09:23:26.733" v="8604" actId="165"/>
          <ac:grpSpMkLst>
            <pc:docMk/>
            <pc:sldMk cId="397898859" sldId="553"/>
            <ac:grpSpMk id="44" creationId="{7556E15D-5689-D5BA-AEFC-6AED366514ED}"/>
          </ac:grpSpMkLst>
        </pc:grpChg>
        <pc:grpChg chg="del mod topLvl">
          <ac:chgData name="Nikki Papenfus" userId="2a405823-0c8b-419b-afb6-8159926c2e17" providerId="ADAL" clId="{C4CD5978-2643-4E14-BB26-37358CB1C7B2}" dt="2023-06-01T09:36:47.910" v="8821" actId="478"/>
          <ac:grpSpMkLst>
            <pc:docMk/>
            <pc:sldMk cId="397898859" sldId="553"/>
            <ac:grpSpMk id="48" creationId="{753B015A-E65B-BC0B-A56B-D70C328253C7}"/>
          </ac:grpSpMkLst>
        </pc:grpChg>
        <pc:grpChg chg="del mod topLvl">
          <ac:chgData name="Nikki Papenfus" userId="2a405823-0c8b-419b-afb6-8159926c2e17" providerId="ADAL" clId="{C4CD5978-2643-4E14-BB26-37358CB1C7B2}" dt="2023-06-01T09:36:47.910" v="8821" actId="478"/>
          <ac:grpSpMkLst>
            <pc:docMk/>
            <pc:sldMk cId="397898859" sldId="553"/>
            <ac:grpSpMk id="66" creationId="{E7FCFB6D-B1F1-6957-7C1E-DD3E5FF8B4B6}"/>
          </ac:grpSpMkLst>
        </pc:grpChg>
        <pc:grpChg chg="del mod">
          <ac:chgData name="Nikki Papenfus" userId="2a405823-0c8b-419b-afb6-8159926c2e17" providerId="ADAL" clId="{C4CD5978-2643-4E14-BB26-37358CB1C7B2}" dt="2023-06-01T09:18:09.368" v="8433" actId="165"/>
          <ac:grpSpMkLst>
            <pc:docMk/>
            <pc:sldMk cId="397898859" sldId="553"/>
            <ac:grpSpMk id="112" creationId="{714A3A45-E6AE-105B-A928-1E9BE4941ED2}"/>
          </ac:grpSpMkLst>
        </pc:grpChg>
        <pc:grpChg chg="del mod">
          <ac:chgData name="Nikki Papenfus" userId="2a405823-0c8b-419b-afb6-8159926c2e17" providerId="ADAL" clId="{C4CD5978-2643-4E14-BB26-37358CB1C7B2}" dt="2023-06-01T09:19:56.495" v="8463" actId="165"/>
          <ac:grpSpMkLst>
            <pc:docMk/>
            <pc:sldMk cId="397898859" sldId="553"/>
            <ac:grpSpMk id="113" creationId="{6A72083D-30C7-3C5D-18AA-C74C84F1F101}"/>
          </ac:grpSpMkLst>
        </pc:grpChg>
        <pc:cxnChg chg="mod ord topLvl">
          <ac:chgData name="Nikki Papenfus" userId="2a405823-0c8b-419b-afb6-8159926c2e17" providerId="ADAL" clId="{C4CD5978-2643-4E14-BB26-37358CB1C7B2}" dt="2023-06-01T09:36:38.722" v="8816" actId="164"/>
          <ac:cxnSpMkLst>
            <pc:docMk/>
            <pc:sldMk cId="397898859" sldId="553"/>
            <ac:cxnSpMk id="42" creationId="{8E890C09-58D3-2A57-C65B-A55B04120205}"/>
          </ac:cxnSpMkLst>
        </pc:cxnChg>
        <pc:cxnChg chg="mod ord topLvl">
          <ac:chgData name="Nikki Papenfus" userId="2a405823-0c8b-419b-afb6-8159926c2e17" providerId="ADAL" clId="{C4CD5978-2643-4E14-BB26-37358CB1C7B2}" dt="2023-06-01T09:36:38.722" v="8816" actId="164"/>
          <ac:cxnSpMkLst>
            <pc:docMk/>
            <pc:sldMk cId="397898859" sldId="553"/>
            <ac:cxnSpMk id="46" creationId="{B6AF21F3-86EC-3DC9-0528-0F86AAE6A7B6}"/>
          </ac:cxnSpMkLst>
        </pc:cxnChg>
        <pc:cxnChg chg="mod">
          <ac:chgData name="Nikki Papenfus" userId="2a405823-0c8b-419b-afb6-8159926c2e17" providerId="ADAL" clId="{C4CD5978-2643-4E14-BB26-37358CB1C7B2}" dt="2023-06-01T09:19:56.495" v="8463" actId="165"/>
          <ac:cxnSpMkLst>
            <pc:docMk/>
            <pc:sldMk cId="397898859" sldId="553"/>
            <ac:cxnSpMk id="50" creationId="{7701FA06-0BB4-F90C-4971-8A14A5F47DC5}"/>
          </ac:cxnSpMkLst>
        </pc:cxnChg>
        <pc:cxnChg chg="mod">
          <ac:chgData name="Nikki Papenfus" userId="2a405823-0c8b-419b-afb6-8159926c2e17" providerId="ADAL" clId="{C4CD5978-2643-4E14-BB26-37358CB1C7B2}" dt="2023-06-01T09:19:56.495" v="8463" actId="165"/>
          <ac:cxnSpMkLst>
            <pc:docMk/>
            <pc:sldMk cId="397898859" sldId="553"/>
            <ac:cxnSpMk id="69" creationId="{29A896E6-0641-43B9-FC6D-D40BD9FD8FF4}"/>
          </ac:cxnSpMkLst>
        </pc:cxnChg>
      </pc:sldChg>
      <pc:sldChg chg="addSp delSp modSp add mod">
        <pc:chgData name="Nikki Papenfus" userId="2a405823-0c8b-419b-afb6-8159926c2e17" providerId="ADAL" clId="{C4CD5978-2643-4E14-BB26-37358CB1C7B2}" dt="2023-06-01T14:42:12.907" v="10377" actId="14100"/>
        <pc:sldMkLst>
          <pc:docMk/>
          <pc:sldMk cId="817280985" sldId="554"/>
        </pc:sldMkLst>
        <pc:spChg chg="mod">
          <ac:chgData name="Nikki Papenfus" userId="2a405823-0c8b-419b-afb6-8159926c2e17" providerId="ADAL" clId="{C4CD5978-2643-4E14-BB26-37358CB1C7B2}" dt="2023-06-01T14:30:56.451" v="10191" actId="20577"/>
          <ac:spMkLst>
            <pc:docMk/>
            <pc:sldMk cId="817280985" sldId="554"/>
            <ac:spMk id="2" creationId="{73F060A0-A02A-C863-69B6-83C2C129863A}"/>
          </ac:spMkLst>
        </pc:spChg>
        <pc:grpChg chg="add mod">
          <ac:chgData name="Nikki Papenfus" userId="2a405823-0c8b-419b-afb6-8159926c2e17" providerId="ADAL" clId="{C4CD5978-2643-4E14-BB26-37358CB1C7B2}" dt="2023-06-01T14:39:48.056" v="10367" actId="1038"/>
          <ac:grpSpMkLst>
            <pc:docMk/>
            <pc:sldMk cId="817280985" sldId="554"/>
            <ac:grpSpMk id="14" creationId="{6796A218-685B-A3DE-8DEB-552DB1F8D52B}"/>
          </ac:grpSpMkLst>
        </pc:grpChg>
        <pc:grpChg chg="add mod">
          <ac:chgData name="Nikki Papenfus" userId="2a405823-0c8b-419b-afb6-8159926c2e17" providerId="ADAL" clId="{C4CD5978-2643-4E14-BB26-37358CB1C7B2}" dt="2023-06-01T14:38:52.501" v="10304" actId="164"/>
          <ac:grpSpMkLst>
            <pc:docMk/>
            <pc:sldMk cId="817280985" sldId="554"/>
            <ac:grpSpMk id="17" creationId="{1084545A-1220-A05F-A046-C59F40A12934}"/>
          </ac:grpSpMkLst>
        </pc:grpChg>
        <pc:grpChg chg="add mod">
          <ac:chgData name="Nikki Papenfus" userId="2a405823-0c8b-419b-afb6-8159926c2e17" providerId="ADAL" clId="{C4CD5978-2643-4E14-BB26-37358CB1C7B2}" dt="2023-06-01T14:39:49.350" v="10371" actId="1038"/>
          <ac:grpSpMkLst>
            <pc:docMk/>
            <pc:sldMk cId="817280985" sldId="554"/>
            <ac:grpSpMk id="20" creationId="{5F86BB09-E7C2-8146-2B71-5F5FFA51819C}"/>
          </ac:grpSpMkLst>
        </pc:grpChg>
        <pc:grpChg chg="add mod">
          <ac:chgData name="Nikki Papenfus" userId="2a405823-0c8b-419b-afb6-8159926c2e17" providerId="ADAL" clId="{C4CD5978-2643-4E14-BB26-37358CB1C7B2}" dt="2023-06-01T14:39:38.076" v="10356" actId="164"/>
          <ac:grpSpMkLst>
            <pc:docMk/>
            <pc:sldMk cId="817280985" sldId="554"/>
            <ac:grpSpMk id="21" creationId="{C4902CFC-7B31-CAC1-E802-DA30D476FDE5}"/>
          </ac:grpSpMkLst>
        </pc:grpChg>
        <pc:picChg chg="del">
          <ac:chgData name="Nikki Papenfus" userId="2a405823-0c8b-419b-afb6-8159926c2e17" providerId="ADAL" clId="{C4CD5978-2643-4E14-BB26-37358CB1C7B2}" dt="2023-06-01T14:30:27.461" v="10181" actId="478"/>
          <ac:picMkLst>
            <pc:docMk/>
            <pc:sldMk cId="817280985" sldId="554"/>
            <ac:picMk id="4" creationId="{A138EF6D-A80F-54EE-C559-A2F678474D1D}"/>
          </ac:picMkLst>
        </pc:picChg>
        <pc:picChg chg="add mod ord modCrop">
          <ac:chgData name="Nikki Papenfus" userId="2a405823-0c8b-419b-afb6-8159926c2e17" providerId="ADAL" clId="{C4CD5978-2643-4E14-BB26-37358CB1C7B2}" dt="2023-06-01T14:42:12.907" v="10377" actId="14100"/>
          <ac:picMkLst>
            <pc:docMk/>
            <pc:sldMk cId="817280985" sldId="554"/>
            <ac:picMk id="5" creationId="{4B25AEEF-8212-FE18-D0E3-7BA9840E8DAA}"/>
          </ac:picMkLst>
        </pc:picChg>
        <pc:picChg chg="add mod ord modCrop">
          <ac:chgData name="Nikki Papenfus" userId="2a405823-0c8b-419b-afb6-8159926c2e17" providerId="ADAL" clId="{C4CD5978-2643-4E14-BB26-37358CB1C7B2}" dt="2023-06-01T14:38:34.590" v="10296" actId="732"/>
          <ac:picMkLst>
            <pc:docMk/>
            <pc:sldMk cId="817280985" sldId="554"/>
            <ac:picMk id="7" creationId="{18B3804E-8D6F-22DC-ABEB-D22A6A442863}"/>
          </ac:picMkLst>
        </pc:picChg>
        <pc:picChg chg="add mod modCrop">
          <ac:chgData name="Nikki Papenfus" userId="2a405823-0c8b-419b-afb6-8159926c2e17" providerId="ADAL" clId="{C4CD5978-2643-4E14-BB26-37358CB1C7B2}" dt="2023-06-01T14:39:21.365" v="10329" actId="732"/>
          <ac:picMkLst>
            <pc:docMk/>
            <pc:sldMk cId="817280985" sldId="554"/>
            <ac:picMk id="9" creationId="{E74F5200-6393-FBB0-567F-1308534E61F7}"/>
          </ac:picMkLst>
        </pc:picChg>
        <pc:picChg chg="add del mod modCrop">
          <ac:chgData name="Nikki Papenfus" userId="2a405823-0c8b-419b-afb6-8159926c2e17" providerId="ADAL" clId="{C4CD5978-2643-4E14-BB26-37358CB1C7B2}" dt="2023-06-01T14:34:05.481" v="10233" actId="478"/>
          <ac:picMkLst>
            <pc:docMk/>
            <pc:sldMk cId="817280985" sldId="554"/>
            <ac:picMk id="11" creationId="{DF0A4B65-54EF-3939-1BBB-0CD6C6EFDF80}"/>
          </ac:picMkLst>
        </pc:picChg>
        <pc:picChg chg="add mod modCrop">
          <ac:chgData name="Nikki Papenfus" userId="2a405823-0c8b-419b-afb6-8159926c2e17" providerId="ADAL" clId="{C4CD5978-2643-4E14-BB26-37358CB1C7B2}" dt="2023-06-01T14:39:26.829" v="10330" actId="732"/>
          <ac:picMkLst>
            <pc:docMk/>
            <pc:sldMk cId="817280985" sldId="554"/>
            <ac:picMk id="13" creationId="{B99D490E-0F54-4507-56F7-4B749BFB56FC}"/>
          </ac:picMkLst>
        </pc:picChg>
        <pc:picChg chg="add mod modCrop">
          <ac:chgData name="Nikki Papenfus" userId="2a405823-0c8b-419b-afb6-8159926c2e17" providerId="ADAL" clId="{C4CD5978-2643-4E14-BB26-37358CB1C7B2}" dt="2023-06-01T14:39:38.076" v="10356" actId="164"/>
          <ac:picMkLst>
            <pc:docMk/>
            <pc:sldMk cId="817280985" sldId="554"/>
            <ac:picMk id="16" creationId="{5608802A-DD26-80F6-53F9-5BC655A17544}"/>
          </ac:picMkLst>
        </pc:picChg>
        <pc:picChg chg="add mod modCrop">
          <ac:chgData name="Nikki Papenfus" userId="2a405823-0c8b-419b-afb6-8159926c2e17" providerId="ADAL" clId="{C4CD5978-2643-4E14-BB26-37358CB1C7B2}" dt="2023-06-01T14:39:38.076" v="10356" actId="164"/>
          <ac:picMkLst>
            <pc:docMk/>
            <pc:sldMk cId="817280985" sldId="554"/>
            <ac:picMk id="18" creationId="{82757819-FC1B-B6F4-5C26-81580B9CA65D}"/>
          </ac:picMkLst>
        </pc:picChg>
        <pc:picChg chg="add mod modCrop">
          <ac:chgData name="Nikki Papenfus" userId="2a405823-0c8b-419b-afb6-8159926c2e17" providerId="ADAL" clId="{C4CD5978-2643-4E14-BB26-37358CB1C7B2}" dt="2023-06-01T14:38:52.501" v="10304" actId="164"/>
          <ac:picMkLst>
            <pc:docMk/>
            <pc:sldMk cId="817280985" sldId="554"/>
            <ac:picMk id="19" creationId="{0F727515-9DDF-A42D-2B0D-F5051C6E471F}"/>
          </ac:picMkLst>
        </pc:picChg>
      </pc:sldChg>
      <pc:sldChg chg="mod modShow">
        <pc:chgData name="Nikki Papenfus" userId="2a405823-0c8b-419b-afb6-8159926c2e17" providerId="ADAL" clId="{C4CD5978-2643-4E14-BB26-37358CB1C7B2}" dt="2023-06-01T16:02:50.112" v="12177" actId="729"/>
        <pc:sldMkLst>
          <pc:docMk/>
          <pc:sldMk cId="1409108105" sldId="555"/>
        </pc:sldMkLst>
      </pc:sldChg>
      <pc:sldMasterChg chg="addSldLayout delSldLayout">
        <pc:chgData name="Nikki Papenfus" userId="2a405823-0c8b-419b-afb6-8159926c2e17" providerId="ADAL" clId="{C4CD5978-2643-4E14-BB26-37358CB1C7B2}" dt="2023-05-31T15:37:28.098" v="5603" actId="47"/>
        <pc:sldMasterMkLst>
          <pc:docMk/>
          <pc:sldMasterMk cId="454776559" sldId="2147483669"/>
        </pc:sldMasterMkLst>
        <pc:sldLayoutChg chg="del">
          <pc:chgData name="Nikki Papenfus" userId="2a405823-0c8b-419b-afb6-8159926c2e17" providerId="ADAL" clId="{C4CD5978-2643-4E14-BB26-37358CB1C7B2}" dt="2023-05-31T14:39:53.545" v="4426" actId="47"/>
          <pc:sldLayoutMkLst>
            <pc:docMk/>
            <pc:sldMasterMk cId="454776559" sldId="2147483669"/>
            <pc:sldLayoutMk cId="687369747" sldId="2147483674"/>
          </pc:sldLayoutMkLst>
        </pc:sldLayoutChg>
        <pc:sldLayoutChg chg="add del">
          <pc:chgData name="Nikki Papenfus" userId="2a405823-0c8b-419b-afb6-8159926c2e17" providerId="ADAL" clId="{C4CD5978-2643-4E14-BB26-37358CB1C7B2}" dt="2023-05-31T13:41:14.067" v="2865" actId="47"/>
          <pc:sldLayoutMkLst>
            <pc:docMk/>
            <pc:sldMasterMk cId="454776559" sldId="2147483669"/>
            <pc:sldLayoutMk cId="2061306947" sldId="2147483674"/>
          </pc:sldLayoutMkLst>
        </pc:sldLayoutChg>
        <pc:sldLayoutChg chg="del">
          <pc:chgData name="Nikki Papenfus" userId="2a405823-0c8b-419b-afb6-8159926c2e17" providerId="ADAL" clId="{C4CD5978-2643-4E14-BB26-37358CB1C7B2}" dt="2023-05-31T15:37:28.098" v="5603" actId="47"/>
          <pc:sldLayoutMkLst>
            <pc:docMk/>
            <pc:sldMasterMk cId="454776559" sldId="2147483669"/>
            <pc:sldLayoutMk cId="3355239170" sldId="2147483675"/>
          </pc:sldLayoutMkLst>
        </pc:sldLayoutChg>
        <pc:sldLayoutChg chg="del">
          <pc:chgData name="Nikki Papenfus" userId="2a405823-0c8b-419b-afb6-8159926c2e17" providerId="ADAL" clId="{C4CD5978-2643-4E14-BB26-37358CB1C7B2}" dt="2023-05-31T14:04:39.673" v="3116" actId="47"/>
          <pc:sldLayoutMkLst>
            <pc:docMk/>
            <pc:sldMasterMk cId="454776559" sldId="2147483669"/>
            <pc:sldLayoutMk cId="4169080059" sldId="2147483675"/>
          </pc:sldLayoutMkLst>
        </pc:sldLayoutChg>
      </pc:sldMasterChg>
    </pc:docChg>
  </pc:docChgLst>
  <pc:docChgLst>
    <pc:chgData name="Sam Duncan" userId="S::sduncan@openboxsoftware.com::c1d0992b-0ec5-443a-8c6c-87e1361e2b1d" providerId="AD" clId="Web-{893C83BB-6C1A-951F-D6CD-EB545E791565}"/>
    <pc:docChg chg="addSld delSld modSld">
      <pc:chgData name="Sam Duncan" userId="S::sduncan@openboxsoftware.com::c1d0992b-0ec5-443a-8c6c-87e1361e2b1d" providerId="AD" clId="Web-{893C83BB-6C1A-951F-D6CD-EB545E791565}" dt="2023-06-02T05:15:49.953" v="174"/>
      <pc:docMkLst>
        <pc:docMk/>
      </pc:docMkLst>
      <pc:sldChg chg="modSp modCm">
        <pc:chgData name="Sam Duncan" userId="S::sduncan@openboxsoftware.com::c1d0992b-0ec5-443a-8c6c-87e1361e2b1d" providerId="AD" clId="Web-{893C83BB-6C1A-951F-D6CD-EB545E791565}" dt="2023-06-01T22:17:31.314" v="173" actId="20577"/>
        <pc:sldMkLst>
          <pc:docMk/>
          <pc:sldMk cId="2318602496" sldId="476"/>
        </pc:sldMkLst>
        <pc:spChg chg="mod">
          <ac:chgData name="Sam Duncan" userId="S::sduncan@openboxsoftware.com::c1d0992b-0ec5-443a-8c6c-87e1361e2b1d" providerId="AD" clId="Web-{893C83BB-6C1A-951F-D6CD-EB545E791565}" dt="2023-06-01T22:17:31.314" v="173" actId="20577"/>
          <ac:spMkLst>
            <pc:docMk/>
            <pc:sldMk cId="2318602496" sldId="476"/>
            <ac:spMk id="3" creationId="{3B054777-B34E-4D95-879B-E6E4AA81F951}"/>
          </ac:spMkLst>
        </pc:spChg>
      </pc:sldChg>
      <pc:sldChg chg="addSp delSp modSp">
        <pc:chgData name="Sam Duncan" userId="S::sduncan@openboxsoftware.com::c1d0992b-0ec5-443a-8c6c-87e1361e2b1d" providerId="AD" clId="Web-{893C83BB-6C1A-951F-D6CD-EB545E791565}" dt="2023-06-01T22:06:41.262" v="124" actId="20577"/>
        <pc:sldMkLst>
          <pc:docMk/>
          <pc:sldMk cId="2946320377" sldId="519"/>
        </pc:sldMkLst>
        <pc:spChg chg="mod">
          <ac:chgData name="Sam Duncan" userId="S::sduncan@openboxsoftware.com::c1d0992b-0ec5-443a-8c6c-87e1361e2b1d" providerId="AD" clId="Web-{893C83BB-6C1A-951F-D6CD-EB545E791565}" dt="2023-06-01T22:06:41.262" v="124" actId="20577"/>
          <ac:spMkLst>
            <pc:docMk/>
            <pc:sldMk cId="2946320377" sldId="519"/>
            <ac:spMk id="2" creationId="{2821447D-088F-46A4-8BB0-1AFA0CC45434}"/>
          </ac:spMkLst>
        </pc:spChg>
        <pc:picChg chg="add mod">
          <ac:chgData name="Sam Duncan" userId="S::sduncan@openboxsoftware.com::c1d0992b-0ec5-443a-8c6c-87e1361e2b1d" providerId="AD" clId="Web-{893C83BB-6C1A-951F-D6CD-EB545E791565}" dt="2023-06-01T22:06:22.371" v="123" actId="14100"/>
          <ac:picMkLst>
            <pc:docMk/>
            <pc:sldMk cId="2946320377" sldId="519"/>
            <ac:picMk id="3" creationId="{BE48C304-FEA3-D44B-962E-A4AFC4033EB7}"/>
          </ac:picMkLst>
        </pc:picChg>
        <pc:picChg chg="del">
          <ac:chgData name="Sam Duncan" userId="S::sduncan@openboxsoftware.com::c1d0992b-0ec5-443a-8c6c-87e1361e2b1d" providerId="AD" clId="Web-{893C83BB-6C1A-951F-D6CD-EB545E791565}" dt="2023-06-01T22:06:13.418" v="120"/>
          <ac:picMkLst>
            <pc:docMk/>
            <pc:sldMk cId="2946320377" sldId="519"/>
            <ac:picMk id="6" creationId="{1517208B-4639-45C1-B652-7F2938ED876D}"/>
          </ac:picMkLst>
        </pc:picChg>
      </pc:sldChg>
      <pc:sldChg chg="del">
        <pc:chgData name="Sam Duncan" userId="S::sduncan@openboxsoftware.com::c1d0992b-0ec5-443a-8c6c-87e1361e2b1d" providerId="AD" clId="Web-{893C83BB-6C1A-951F-D6CD-EB545E791565}" dt="2023-06-01T15:53:36.317" v="89"/>
        <pc:sldMkLst>
          <pc:docMk/>
          <pc:sldMk cId="3718470958" sldId="528"/>
        </pc:sldMkLst>
      </pc:sldChg>
      <pc:sldChg chg="addCm">
        <pc:chgData name="Sam Duncan" userId="S::sduncan@openboxsoftware.com::c1d0992b-0ec5-443a-8c6c-87e1361e2b1d" providerId="AD" clId="Web-{893C83BB-6C1A-951F-D6CD-EB545E791565}" dt="2023-06-02T05:15:49.953" v="174"/>
        <pc:sldMkLst>
          <pc:docMk/>
          <pc:sldMk cId="1471194057" sldId="543"/>
        </pc:sldMkLst>
      </pc:sldChg>
      <pc:sldChg chg="addSp delSp modSp">
        <pc:chgData name="Sam Duncan" userId="S::sduncan@openboxsoftware.com::c1d0992b-0ec5-443a-8c6c-87e1361e2b1d" providerId="AD" clId="Web-{893C83BB-6C1A-951F-D6CD-EB545E791565}" dt="2023-06-01T22:14:00.135" v="164" actId="1076"/>
        <pc:sldMkLst>
          <pc:docMk/>
          <pc:sldMk cId="397898859" sldId="553"/>
        </pc:sldMkLst>
        <pc:spChg chg="add mod">
          <ac:chgData name="Sam Duncan" userId="S::sduncan@openboxsoftware.com::c1d0992b-0ec5-443a-8c6c-87e1361e2b1d" providerId="AD" clId="Web-{893C83BB-6C1A-951F-D6CD-EB545E791565}" dt="2023-06-01T22:12:50.368" v="163" actId="1076"/>
          <ac:spMkLst>
            <pc:docMk/>
            <pc:sldMk cId="397898859" sldId="553"/>
            <ac:spMk id="3" creationId="{9AE4A42D-D2C4-C66C-7AAB-9E6E6AB278B5}"/>
          </ac:spMkLst>
        </pc:spChg>
        <pc:spChg chg="add mod">
          <ac:chgData name="Sam Duncan" userId="S::sduncan@openboxsoftware.com::c1d0992b-0ec5-443a-8c6c-87e1361e2b1d" providerId="AD" clId="Web-{893C83BB-6C1A-951F-D6CD-EB545E791565}" dt="2023-06-01T22:12:41.883" v="162" actId="1076"/>
          <ac:spMkLst>
            <pc:docMk/>
            <pc:sldMk cId="397898859" sldId="553"/>
            <ac:spMk id="4" creationId="{CF61D82D-5D72-BA32-44B8-D696EB5F4FD7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33.158" v="127" actId="14100"/>
          <ac:spMkLst>
            <pc:docMk/>
            <pc:sldMk cId="397898859" sldId="553"/>
            <ac:spMk id="9" creationId="{1CF6DCA2-EB34-E6A1-9D7C-B3AEB21CDD67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20.505" v="148" actId="20577"/>
          <ac:spMkLst>
            <pc:docMk/>
            <pc:sldMk cId="397898859" sldId="553"/>
            <ac:spMk id="17" creationId="{DB6BC475-499C-C01E-DDEE-36D97BD7C548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38.111" v="128" actId="14100"/>
          <ac:spMkLst>
            <pc:docMk/>
            <pc:sldMk cId="397898859" sldId="553"/>
            <ac:spMk id="20" creationId="{8617A52A-6C2A-0F95-03E2-3AC3094E6460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0:24.129" v="138" actId="1076"/>
          <ac:spMkLst>
            <pc:docMk/>
            <pc:sldMk cId="397898859" sldId="553"/>
            <ac:spMk id="27" creationId="{DDAC5046-AF3A-B498-26B0-9C820AC21D36}"/>
          </ac:spMkLst>
        </pc:spChg>
        <pc:spChg chg="mod">
          <ac:chgData name="Sam Duncan" userId="S::sduncan@openboxsoftware.com::c1d0992b-0ec5-443a-8c6c-87e1361e2b1d" providerId="AD" clId="Web-{893C83BB-6C1A-951F-D6CD-EB545E791565}" dt="2023-06-01T21:30:21.708" v="111" actId="1076"/>
          <ac:spMkLst>
            <pc:docMk/>
            <pc:sldMk cId="397898859" sldId="553"/>
            <ac:spMk id="28" creationId="{AD75713B-AC68-34F5-26E3-165AF1C5C8B8}"/>
          </ac:spMkLst>
        </pc:spChg>
        <pc:spChg chg="del">
          <ac:chgData name="Sam Duncan" userId="S::sduncan@openboxsoftware.com::c1d0992b-0ec5-443a-8c6c-87e1361e2b1d" providerId="AD" clId="Web-{893C83BB-6C1A-951F-D6CD-EB545E791565}" dt="2023-06-01T22:11:22.130" v="149"/>
          <ac:spMkLst>
            <pc:docMk/>
            <pc:sldMk cId="397898859" sldId="553"/>
            <ac:spMk id="29" creationId="{E6328F3D-79A9-107A-E933-E6D6493D21C9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50.362" v="130" actId="1076"/>
          <ac:spMkLst>
            <pc:docMk/>
            <pc:sldMk cId="397898859" sldId="553"/>
            <ac:spMk id="30" creationId="{7E4FC7BA-C918-1818-4AD2-D96CE5DAE04D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53.831" v="131" actId="1076"/>
          <ac:spMkLst>
            <pc:docMk/>
            <pc:sldMk cId="397898859" sldId="553"/>
            <ac:spMk id="31" creationId="{A041720D-D1CF-CC9C-EA29-B28418AEC325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45.053" v="152" actId="1076"/>
          <ac:spMkLst>
            <pc:docMk/>
            <pc:sldMk cId="397898859" sldId="553"/>
            <ac:spMk id="32" creationId="{670AAF48-8307-2248-B9C3-2D5880E81A3E}"/>
          </ac:spMkLst>
        </pc:spChg>
        <pc:spChg chg="mod">
          <ac:chgData name="Sam Duncan" userId="S::sduncan@openboxsoftware.com::c1d0992b-0ec5-443a-8c6c-87e1361e2b1d" providerId="AD" clId="Web-{893C83BB-6C1A-951F-D6CD-EB545E791565}" dt="2023-06-01T21:30:27.958" v="112" actId="1076"/>
          <ac:spMkLst>
            <pc:docMk/>
            <pc:sldMk cId="397898859" sldId="553"/>
            <ac:spMk id="35" creationId="{4EB4B1AB-FE42-B2F8-DED9-274295773230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40.740" v="151" actId="1076"/>
          <ac:spMkLst>
            <pc:docMk/>
            <pc:sldMk cId="397898859" sldId="553"/>
            <ac:spMk id="36" creationId="{23DEB2E8-8B1F-5017-734F-2D156CE8E9AC}"/>
          </ac:spMkLst>
        </pc:spChg>
        <pc:spChg chg="mod">
          <ac:chgData name="Sam Duncan" userId="S::sduncan@openboxsoftware.com::c1d0992b-0ec5-443a-8c6c-87e1361e2b1d" providerId="AD" clId="Web-{893C83BB-6C1A-951F-D6CD-EB545E791565}" dt="2023-06-01T21:30:52.037" v="118" actId="1076"/>
          <ac:spMkLst>
            <pc:docMk/>
            <pc:sldMk cId="397898859" sldId="553"/>
            <ac:spMk id="37" creationId="{A0A58607-7298-CDD5-CEB4-F02BF30DB6BC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4:00.135" v="164" actId="1076"/>
          <ac:spMkLst>
            <pc:docMk/>
            <pc:sldMk cId="397898859" sldId="553"/>
            <ac:spMk id="52" creationId="{8C21CCE3-D27D-AA22-6F67-3923FA62B391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2:32.195" v="159" actId="1076"/>
          <ac:spMkLst>
            <pc:docMk/>
            <pc:sldMk cId="397898859" sldId="553"/>
            <ac:spMk id="53" creationId="{C043370A-ED14-0F55-3CAC-502635B9B8B5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2:26.820" v="158" actId="1076"/>
          <ac:spMkLst>
            <pc:docMk/>
            <pc:sldMk cId="397898859" sldId="553"/>
            <ac:spMk id="55" creationId="{6F2B6CED-DE1C-969A-F9C7-5D24A242A53F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2:23.226" v="157" actId="1076"/>
          <ac:spMkLst>
            <pc:docMk/>
            <pc:sldMk cId="397898859" sldId="553"/>
            <ac:spMk id="56" creationId="{D713C29B-8DE4-4D63-0D33-76BEA45A9001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49.522" v="153" actId="1076"/>
          <ac:spMkLst>
            <pc:docMk/>
            <pc:sldMk cId="397898859" sldId="553"/>
            <ac:spMk id="57" creationId="{E089C718-875F-3462-5E26-D86A2E48BA53}"/>
          </ac:spMkLst>
        </pc:spChg>
      </pc:sldChg>
      <pc:sldChg chg="addSp delSp modSp add del replId">
        <pc:chgData name="Sam Duncan" userId="S::sduncan@openboxsoftware.com::c1d0992b-0ec5-443a-8c6c-87e1361e2b1d" providerId="AD" clId="Web-{893C83BB-6C1A-951F-D6CD-EB545E791565}" dt="2023-06-01T19:17:03.714" v="92"/>
        <pc:sldMkLst>
          <pc:docMk/>
          <pc:sldMk cId="1409108105" sldId="555"/>
        </pc:sldMkLst>
        <pc:spChg chg="add mod">
          <ac:chgData name="Sam Duncan" userId="S::sduncan@openboxsoftware.com::c1d0992b-0ec5-443a-8c6c-87e1361e2b1d" providerId="AD" clId="Web-{893C83BB-6C1A-951F-D6CD-EB545E791565}" dt="2023-06-01T15:23:22.372" v="32" actId="14100"/>
          <ac:spMkLst>
            <pc:docMk/>
            <pc:sldMk cId="1409108105" sldId="555"/>
            <ac:spMk id="2" creationId="{F26FF360-EBB3-E615-F903-DB13075F0A66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21:43.041" v="16" actId="20577"/>
          <ac:spMkLst>
            <pc:docMk/>
            <pc:sldMk cId="1409108105" sldId="555"/>
            <ac:spMk id="3" creationId="{C3855533-CC1A-4D2B-9878-FC0D6C53A67A}"/>
          </ac:spMkLst>
        </pc:spChg>
        <pc:spChg chg="add mod">
          <ac:chgData name="Sam Duncan" userId="S::sduncan@openboxsoftware.com::c1d0992b-0ec5-443a-8c6c-87e1361e2b1d" providerId="AD" clId="Web-{893C83BB-6C1A-951F-D6CD-EB545E791565}" dt="2023-06-01T15:23:57.967" v="41" actId="14100"/>
          <ac:spMkLst>
            <pc:docMk/>
            <pc:sldMk cId="1409108105" sldId="555"/>
            <ac:spMk id="4" creationId="{C040712A-540A-A21E-A849-6CB1AFFB3886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9"/>
          <ac:spMkLst>
            <pc:docMk/>
            <pc:sldMk cId="1409108105" sldId="555"/>
            <ac:spMk id="12" creationId="{2EB7780C-0256-6704-FFAC-33AD558AC5CE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8"/>
          <ac:spMkLst>
            <pc:docMk/>
            <pc:sldMk cId="1409108105" sldId="555"/>
            <ac:spMk id="13" creationId="{B455EB5F-165E-3027-69FE-4F84DC3F8AF1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7"/>
          <ac:spMkLst>
            <pc:docMk/>
            <pc:sldMk cId="1409108105" sldId="555"/>
            <ac:spMk id="14" creationId="{95D59647-705D-B9AC-D297-E13BC4C51DB7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5"/>
          <ac:spMkLst>
            <pc:docMk/>
            <pc:sldMk cId="1409108105" sldId="555"/>
            <ac:spMk id="18" creationId="{D9B47A07-F401-9482-58A8-9680B9E8B16B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4"/>
          <ac:spMkLst>
            <pc:docMk/>
            <pc:sldMk cId="1409108105" sldId="555"/>
            <ac:spMk id="19" creationId="{1E85399F-2F1E-B337-93C2-7865A24F41C0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3"/>
          <ac:spMkLst>
            <pc:docMk/>
            <pc:sldMk cId="1409108105" sldId="555"/>
            <ac:spMk id="20" creationId="{91BC4F5C-B14D-0011-B5C6-BFBF269D84D9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20"/>
          <ac:spMkLst>
            <pc:docMk/>
            <pc:sldMk cId="1409108105" sldId="555"/>
            <ac:spMk id="23" creationId="{F92A9EBF-09EB-9F32-1B1E-EBE9B6738CA9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19"/>
          <ac:spMkLst>
            <pc:docMk/>
            <pc:sldMk cId="1409108105" sldId="555"/>
            <ac:spMk id="28" creationId="{87D1CE84-016D-34F8-A1EC-85D00E6FE765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18"/>
          <ac:spMkLst>
            <pc:docMk/>
            <pc:sldMk cId="1409108105" sldId="555"/>
            <ac:spMk id="29" creationId="{9A70F75C-B220-5A8B-4BAE-28EC46DB917C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17"/>
          <ac:spMkLst>
            <pc:docMk/>
            <pc:sldMk cId="1409108105" sldId="555"/>
            <ac:spMk id="32" creationId="{2A4F39AF-CCF1-C622-A3D6-BB7320535619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55:13.054" v="91" actId="20577"/>
          <ac:spMkLst>
            <pc:docMk/>
            <pc:sldMk cId="1409108105" sldId="555"/>
            <ac:spMk id="34" creationId="{CE6BDE70-8B29-4198-837D-0523A3A7ABFC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42:51.908" v="80" actId="20577"/>
          <ac:spMkLst>
            <pc:docMk/>
            <pc:sldMk cId="1409108105" sldId="555"/>
            <ac:spMk id="55" creationId="{8243D717-A6BD-4DF8-B015-A0E2FF43F29A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48:46.652" v="88" actId="20577"/>
          <ac:spMkLst>
            <pc:docMk/>
            <pc:sldMk cId="1409108105" sldId="555"/>
            <ac:spMk id="72" creationId="{B4E33628-6F48-2092-9ACF-A67D69DAFC2B}"/>
          </ac:spMkLst>
        </pc:spChg>
        <pc:picChg chg="del">
          <ac:chgData name="Sam Duncan" userId="S::sduncan@openboxsoftware.com::c1d0992b-0ec5-443a-8c6c-87e1361e2b1d" providerId="AD" clId="Web-{893C83BB-6C1A-951F-D6CD-EB545E791565}" dt="2023-06-01T15:21:47.229" v="26"/>
          <ac:picMkLst>
            <pc:docMk/>
            <pc:sldMk cId="1409108105" sldId="555"/>
            <ac:picMk id="17" creationId="{D186A352-4B5A-A88C-C7D5-792A12AAB194}"/>
          </ac:picMkLst>
        </pc:picChg>
        <pc:picChg chg="del">
          <ac:chgData name="Sam Duncan" userId="S::sduncan@openboxsoftware.com::c1d0992b-0ec5-443a-8c6c-87e1361e2b1d" providerId="AD" clId="Web-{893C83BB-6C1A-951F-D6CD-EB545E791565}" dt="2023-06-01T15:21:47.229" v="22"/>
          <ac:picMkLst>
            <pc:docMk/>
            <pc:sldMk cId="1409108105" sldId="555"/>
            <ac:picMk id="21" creationId="{2334BAB8-91A0-B396-8AA6-A2F82E01157E}"/>
          </ac:picMkLst>
        </pc:picChg>
        <pc:picChg chg="del">
          <ac:chgData name="Sam Duncan" userId="S::sduncan@openboxsoftware.com::c1d0992b-0ec5-443a-8c6c-87e1361e2b1d" providerId="AD" clId="Web-{893C83BB-6C1A-951F-D6CD-EB545E791565}" dt="2023-06-01T15:21:47.213" v="21"/>
          <ac:picMkLst>
            <pc:docMk/>
            <pc:sldMk cId="1409108105" sldId="555"/>
            <ac:picMk id="22" creationId="{16981510-8D22-FC8B-40C8-64DDF75A3C26}"/>
          </ac:picMkLst>
        </pc:picChg>
      </pc:sldChg>
    </pc:docChg>
  </pc:docChgLst>
  <pc:docChgLst>
    <pc:chgData name="Sam Duncan" userId="S::sduncan@openboxsoftware.com::c1d0992b-0ec5-443a-8c6c-87e1361e2b1d" providerId="AD" clId="Web-{E17B8402-DF49-5A71-04A8-1F095A44877F}"/>
    <pc:docChg chg="mod">
      <pc:chgData name="Sam Duncan" userId="S::sduncan@openboxsoftware.com::c1d0992b-0ec5-443a-8c6c-87e1361e2b1d" providerId="AD" clId="Web-{E17B8402-DF49-5A71-04A8-1F095A44877F}" dt="2023-06-01T14:21:23.063" v="2"/>
      <pc:docMkLst>
        <pc:docMk/>
      </pc:docMkLst>
      <pc:sldChg chg="addCm">
        <pc:chgData name="Sam Duncan" userId="S::sduncan@openboxsoftware.com::c1d0992b-0ec5-443a-8c6c-87e1361e2b1d" providerId="AD" clId="Web-{E17B8402-DF49-5A71-04A8-1F095A44877F}" dt="2023-06-01T14:21:23.063" v="2"/>
        <pc:sldMkLst>
          <pc:docMk/>
          <pc:sldMk cId="2318602496" sldId="476"/>
        </pc:sldMkLst>
      </pc:sldChg>
      <pc:sldChg chg="addCm">
        <pc:chgData name="Sam Duncan" userId="S::sduncan@openboxsoftware.com::c1d0992b-0ec5-443a-8c6c-87e1361e2b1d" providerId="AD" clId="Web-{E17B8402-DF49-5A71-04A8-1F095A44877F}" dt="2023-06-01T14:18:24.714" v="1"/>
        <pc:sldMkLst>
          <pc:docMk/>
          <pc:sldMk cId="1870263832" sldId="547"/>
        </pc:sldMkLst>
      </pc:sldChg>
    </pc:docChg>
  </pc:docChgLst>
  <pc:docChgLst>
    <pc:chgData name="Shaun Barrett" userId="2e21295b-21c9-4734-b4c8-23b29a1a1ba3" providerId="ADAL" clId="{7F1B5D45-4692-46CB-A2A1-5E2B8EF0FBE8}"/>
    <pc:docChg chg="undo custSel modSld">
      <pc:chgData name="Shaun Barrett" userId="2e21295b-21c9-4734-b4c8-23b29a1a1ba3" providerId="ADAL" clId="{7F1B5D45-4692-46CB-A2A1-5E2B8EF0FBE8}" dt="2023-06-02T06:50:39.223" v="67" actId="6549"/>
      <pc:docMkLst>
        <pc:docMk/>
      </pc:docMkLst>
      <pc:sldChg chg="modSp mod">
        <pc:chgData name="Shaun Barrett" userId="2e21295b-21c9-4734-b4c8-23b29a1a1ba3" providerId="ADAL" clId="{7F1B5D45-4692-46CB-A2A1-5E2B8EF0FBE8}" dt="2023-06-02T06:50:39.223" v="67" actId="6549"/>
        <pc:sldMkLst>
          <pc:docMk/>
          <pc:sldMk cId="131517736" sldId="381"/>
        </pc:sldMkLst>
        <pc:spChg chg="mod">
          <ac:chgData name="Shaun Barrett" userId="2e21295b-21c9-4734-b4c8-23b29a1a1ba3" providerId="ADAL" clId="{7F1B5D45-4692-46CB-A2A1-5E2B8EF0FBE8}" dt="2023-06-02T06:50:39.223" v="67" actId="6549"/>
          <ac:spMkLst>
            <pc:docMk/>
            <pc:sldMk cId="131517736" sldId="381"/>
            <ac:spMk id="7" creationId="{1C87C501-E33B-4C79-9659-C4B32C2525B6}"/>
          </ac:spMkLst>
        </pc:spChg>
      </pc:sldChg>
      <pc:sldChg chg="addSp delSp modSp mod addCm">
        <pc:chgData name="Shaun Barrett" userId="2e21295b-21c9-4734-b4c8-23b29a1a1ba3" providerId="ADAL" clId="{7F1B5D45-4692-46CB-A2A1-5E2B8EF0FBE8}" dt="2023-06-02T06:47:42.431" v="39" actId="14100"/>
        <pc:sldMkLst>
          <pc:docMk/>
          <pc:sldMk cId="3075885343" sldId="468"/>
        </pc:sldMkLst>
        <pc:spChg chg="add del mod">
          <ac:chgData name="Shaun Barrett" userId="2e21295b-21c9-4734-b4c8-23b29a1a1ba3" providerId="ADAL" clId="{7F1B5D45-4692-46CB-A2A1-5E2B8EF0FBE8}" dt="2023-06-01T15:24:03.687" v="31" actId="478"/>
          <ac:spMkLst>
            <pc:docMk/>
            <pc:sldMk cId="3075885343" sldId="468"/>
            <ac:spMk id="2" creationId="{B77B360F-4401-ADC0-8F19-AACBD85B209D}"/>
          </ac:spMkLst>
        </pc:spChg>
        <pc:spChg chg="mod">
          <ac:chgData name="Shaun Barrett" userId="2e21295b-21c9-4734-b4c8-23b29a1a1ba3" providerId="ADAL" clId="{7F1B5D45-4692-46CB-A2A1-5E2B8EF0FBE8}" dt="2023-06-02T06:47:42.431" v="39" actId="14100"/>
          <ac:spMkLst>
            <pc:docMk/>
            <pc:sldMk cId="3075885343" sldId="468"/>
            <ac:spMk id="23" creationId="{F92A9EBF-09EB-9F32-1B1E-EBE9B6738CA9}"/>
          </ac:spMkLst>
        </pc:spChg>
        <pc:spChg chg="mod">
          <ac:chgData name="Shaun Barrett" userId="2e21295b-21c9-4734-b4c8-23b29a1a1ba3" providerId="ADAL" clId="{7F1B5D45-4692-46CB-A2A1-5E2B8EF0FBE8}" dt="2023-06-01T15:01:57.298" v="8" actId="20577"/>
          <ac:spMkLst>
            <pc:docMk/>
            <pc:sldMk cId="3075885343" sldId="468"/>
            <ac:spMk id="53" creationId="{693D04F3-B70C-4B4E-9A0B-ABCD147D57BA}"/>
          </ac:spMkLst>
        </pc:spChg>
        <pc:spChg chg="mod">
          <ac:chgData name="Shaun Barrett" userId="2e21295b-21c9-4734-b4c8-23b29a1a1ba3" providerId="ADAL" clId="{7F1B5D45-4692-46CB-A2A1-5E2B8EF0FBE8}" dt="2023-06-01T15:10:03.915" v="27" actId="20577"/>
          <ac:spMkLst>
            <pc:docMk/>
            <pc:sldMk cId="3075885343" sldId="468"/>
            <ac:spMk id="55" creationId="{8243D717-A6BD-4DF8-B015-A0E2FF43F29A}"/>
          </ac:spMkLst>
        </pc:spChg>
      </pc:sldChg>
      <pc:sldChg chg="addCm delCm">
        <pc:chgData name="Shaun Barrett" userId="2e21295b-21c9-4734-b4c8-23b29a1a1ba3" providerId="ADAL" clId="{7F1B5D45-4692-46CB-A2A1-5E2B8EF0FBE8}" dt="2023-06-01T12:20:26.875" v="1"/>
        <pc:sldMkLst>
          <pc:docMk/>
          <pc:sldMk cId="2318602496" sldId="476"/>
        </pc:sldMkLst>
      </pc:sldChg>
      <pc:sldChg chg="addCm">
        <pc:chgData name="Shaun Barrett" userId="2e21295b-21c9-4734-b4c8-23b29a1a1ba3" providerId="ADAL" clId="{7F1B5D45-4692-46CB-A2A1-5E2B8EF0FBE8}" dt="2023-06-01T12:22:42.105" v="2"/>
        <pc:sldMkLst>
          <pc:docMk/>
          <pc:sldMk cId="419252725" sldId="510"/>
        </pc:sldMkLst>
      </pc:sldChg>
      <pc:sldChg chg="addCm modCm">
        <pc:chgData name="Shaun Barrett" userId="2e21295b-21c9-4734-b4c8-23b29a1a1ba3" providerId="ADAL" clId="{7F1B5D45-4692-46CB-A2A1-5E2B8EF0FBE8}" dt="2023-06-01T12:27:18.732" v="4"/>
        <pc:sldMkLst>
          <pc:docMk/>
          <pc:sldMk cId="3517824075" sldId="552"/>
        </pc:sldMkLst>
      </pc:sldChg>
    </pc:docChg>
  </pc:docChgLst>
  <pc:docChgLst>
    <pc:chgData name="Sam Duncan" userId="S::sduncan@openboxsoftware.com::c1d0992b-0ec5-443a-8c6c-87e1361e2b1d" providerId="AD" clId="Web-{7E1C64A3-4C68-448D-6A32-89C5C3F6C0CA}"/>
    <pc:docChg chg="addSld modSld sldOrd">
      <pc:chgData name="Sam Duncan" userId="S::sduncan@openboxsoftware.com::c1d0992b-0ec5-443a-8c6c-87e1361e2b1d" providerId="AD" clId="Web-{7E1C64A3-4C68-448D-6A32-89C5C3F6C0CA}" dt="2023-06-01T04:36:27.171" v="984" actId="20577"/>
      <pc:docMkLst>
        <pc:docMk/>
      </pc:docMkLst>
      <pc:sldChg chg="modSp">
        <pc:chgData name="Sam Duncan" userId="S::sduncan@openboxsoftware.com::c1d0992b-0ec5-443a-8c6c-87e1361e2b1d" providerId="AD" clId="Web-{7E1C64A3-4C68-448D-6A32-89C5C3F6C0CA}" dt="2023-06-01T04:36:27.171" v="984" actId="20577"/>
        <pc:sldMkLst>
          <pc:docMk/>
          <pc:sldMk cId="2318602496" sldId="476"/>
        </pc:sldMkLst>
        <pc:spChg chg="mod">
          <ac:chgData name="Sam Duncan" userId="S::sduncan@openboxsoftware.com::c1d0992b-0ec5-443a-8c6c-87e1361e2b1d" providerId="AD" clId="Web-{7E1C64A3-4C68-448D-6A32-89C5C3F6C0CA}" dt="2023-06-01T04:36:27.171" v="984" actId="20577"/>
          <ac:spMkLst>
            <pc:docMk/>
            <pc:sldMk cId="2318602496" sldId="476"/>
            <ac:spMk id="3" creationId="{3B054777-B34E-4D95-879B-E6E4AA81F951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16" v="943" actId="1076"/>
          <ac:spMkLst>
            <pc:docMk/>
            <pc:sldMk cId="2318602496" sldId="476"/>
            <ac:spMk id="9" creationId="{4FB42231-749F-2D2A-EE77-5CDA80203C59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31" v="944" actId="1076"/>
          <ac:spMkLst>
            <pc:docMk/>
            <pc:sldMk cId="2318602496" sldId="476"/>
            <ac:spMk id="10" creationId="{C1B2C729-80E3-D407-B643-7405582FEC0B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47" v="945" actId="1076"/>
          <ac:spMkLst>
            <pc:docMk/>
            <pc:sldMk cId="2318602496" sldId="476"/>
            <ac:spMk id="11" creationId="{C4448468-7C05-FF41-5A96-4AE0B424E0C0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62" v="946" actId="1076"/>
          <ac:spMkLst>
            <pc:docMk/>
            <pc:sldMk cId="2318602496" sldId="476"/>
            <ac:spMk id="12" creationId="{D375E772-2950-7C56-6363-C79B467D1DDE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62" v="947" actId="1076"/>
          <ac:spMkLst>
            <pc:docMk/>
            <pc:sldMk cId="2318602496" sldId="476"/>
            <ac:spMk id="13" creationId="{57482CB0-42FE-A6D3-6772-665314FE1356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78" v="948" actId="1076"/>
          <ac:spMkLst>
            <pc:docMk/>
            <pc:sldMk cId="2318602496" sldId="476"/>
            <ac:spMk id="14" creationId="{02D4AD81-E5B7-7AE2-1E74-5E614B93D91A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94" v="949" actId="1076"/>
          <ac:spMkLst>
            <pc:docMk/>
            <pc:sldMk cId="2318602496" sldId="476"/>
            <ac:spMk id="15" creationId="{08BADEA8-64FE-4F62-C373-3AB5D342435C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709" v="950" actId="1076"/>
          <ac:spMkLst>
            <pc:docMk/>
            <pc:sldMk cId="2318602496" sldId="476"/>
            <ac:spMk id="17" creationId="{D10DCDE9-DAB5-462B-2D80-CD9D3C6EDDE7}"/>
          </ac:spMkLst>
        </pc:spChg>
      </pc:sldChg>
      <pc:sldChg chg="addSp delSp modSp">
        <pc:chgData name="Sam Duncan" userId="S::sduncan@openboxsoftware.com::c1d0992b-0ec5-443a-8c6c-87e1361e2b1d" providerId="AD" clId="Web-{7E1C64A3-4C68-448D-6A32-89C5C3F6C0CA}" dt="2023-06-01T03:59:36.070" v="363" actId="20577"/>
        <pc:sldMkLst>
          <pc:docMk/>
          <pc:sldMk cId="1884266530" sldId="539"/>
        </pc:sldMkLst>
        <pc:spChg chg="add del mod">
          <ac:chgData name="Sam Duncan" userId="S::sduncan@openboxsoftware.com::c1d0992b-0ec5-443a-8c6c-87e1361e2b1d" providerId="AD" clId="Web-{7E1C64A3-4C68-448D-6A32-89C5C3F6C0CA}" dt="2023-06-01T03:40:58.894" v="36"/>
          <ac:spMkLst>
            <pc:docMk/>
            <pc:sldMk cId="1884266530" sldId="539"/>
            <ac:spMk id="5" creationId="{3FD587F8-A8A5-EAAE-1095-D439B85781BA}"/>
          </ac:spMkLst>
        </pc:spChg>
        <pc:spChg chg="add mod">
          <ac:chgData name="Sam Duncan" userId="S::sduncan@openboxsoftware.com::c1d0992b-0ec5-443a-8c6c-87e1361e2b1d" providerId="AD" clId="Web-{7E1C64A3-4C68-448D-6A32-89C5C3F6C0CA}" dt="2023-06-01T03:59:36.070" v="363" actId="20577"/>
          <ac:spMkLst>
            <pc:docMk/>
            <pc:sldMk cId="1884266530" sldId="539"/>
            <ac:spMk id="8" creationId="{74B6D8BD-5889-7B2F-22EF-E2A7DB352D93}"/>
          </ac:spMkLst>
        </pc:spChg>
        <pc:picChg chg="add del mod">
          <ac:chgData name="Sam Duncan" userId="S::sduncan@openboxsoftware.com::c1d0992b-0ec5-443a-8c6c-87e1361e2b1d" providerId="AD" clId="Web-{7E1C64A3-4C68-448D-6A32-89C5C3F6C0CA}" dt="2023-06-01T03:43:14.398" v="38"/>
          <ac:picMkLst>
            <pc:docMk/>
            <pc:sldMk cId="1884266530" sldId="539"/>
            <ac:picMk id="4" creationId="{67EFEDAA-A384-745F-85D1-8F1C0DB3D34B}"/>
          </ac:picMkLst>
        </pc:picChg>
        <pc:picChg chg="add mod">
          <ac:chgData name="Sam Duncan" userId="S::sduncan@openboxsoftware.com::c1d0992b-0ec5-443a-8c6c-87e1361e2b1d" providerId="AD" clId="Web-{7E1C64A3-4C68-448D-6A32-89C5C3F6C0CA}" dt="2023-06-01T03:43:26.039" v="42" actId="14100"/>
          <ac:picMkLst>
            <pc:docMk/>
            <pc:sldMk cId="1884266530" sldId="539"/>
            <ac:picMk id="6" creationId="{C4A91876-A80E-B968-BBD4-AA9D1FAE06E4}"/>
          </ac:picMkLst>
        </pc:picChg>
      </pc:sldChg>
      <pc:sldChg chg="addSp modSp">
        <pc:chgData name="Sam Duncan" userId="S::sduncan@openboxsoftware.com::c1d0992b-0ec5-443a-8c6c-87e1361e2b1d" providerId="AD" clId="Web-{7E1C64A3-4C68-448D-6A32-89C5C3F6C0CA}" dt="2023-06-01T04:05:44.659" v="481" actId="20577"/>
        <pc:sldMkLst>
          <pc:docMk/>
          <pc:sldMk cId="3765263956" sldId="540"/>
        </pc:sldMkLst>
        <pc:spChg chg="add mod">
          <ac:chgData name="Sam Duncan" userId="S::sduncan@openboxsoftware.com::c1d0992b-0ec5-443a-8c6c-87e1361e2b1d" providerId="AD" clId="Web-{7E1C64A3-4C68-448D-6A32-89C5C3F6C0CA}" dt="2023-06-01T04:05:44.659" v="481" actId="20577"/>
          <ac:spMkLst>
            <pc:docMk/>
            <pc:sldMk cId="3765263956" sldId="540"/>
            <ac:spMk id="7" creationId="{CDB72FD9-9F1B-6D9D-0938-97FA70C41EC3}"/>
          </ac:spMkLst>
        </pc:spChg>
        <pc:spChg chg="add mod">
          <ac:chgData name="Sam Duncan" userId="S::sduncan@openboxsoftware.com::c1d0992b-0ec5-443a-8c6c-87e1361e2b1d" providerId="AD" clId="Web-{7E1C64A3-4C68-448D-6A32-89C5C3F6C0CA}" dt="2023-06-01T03:59:54.914" v="372" actId="20577"/>
          <ac:spMkLst>
            <pc:docMk/>
            <pc:sldMk cId="3765263956" sldId="540"/>
            <ac:spMk id="8" creationId="{97EA23F7-720C-0DC0-2C6A-938D330A8745}"/>
          </ac:spMkLst>
        </pc:spChg>
        <pc:picChg chg="add mod">
          <ac:chgData name="Sam Duncan" userId="S::sduncan@openboxsoftware.com::c1d0992b-0ec5-443a-8c6c-87e1361e2b1d" providerId="AD" clId="Web-{7E1C64A3-4C68-448D-6A32-89C5C3F6C0CA}" dt="2023-06-01T03:54:47.154" v="65" actId="1076"/>
          <ac:picMkLst>
            <pc:docMk/>
            <pc:sldMk cId="3765263956" sldId="540"/>
            <ac:picMk id="3" creationId="{8BCF0021-D7C0-1ECD-E5B4-A19202D4AF6A}"/>
          </ac:picMkLst>
        </pc:picChg>
        <pc:picChg chg="mod">
          <ac:chgData name="Sam Duncan" userId="S::sduncan@openboxsoftware.com::c1d0992b-0ec5-443a-8c6c-87e1361e2b1d" providerId="AD" clId="Web-{7E1C64A3-4C68-448D-6A32-89C5C3F6C0CA}" dt="2023-06-01T03:54:26.919" v="58" actId="1076"/>
          <ac:picMkLst>
            <pc:docMk/>
            <pc:sldMk cId="3765263956" sldId="540"/>
            <ac:picMk id="4" creationId="{11AECA08-4E01-9B2D-115B-77B531906F72}"/>
          </ac:picMkLst>
        </pc:picChg>
        <pc:picChg chg="add mod">
          <ac:chgData name="Sam Duncan" userId="S::sduncan@openboxsoftware.com::c1d0992b-0ec5-443a-8c6c-87e1361e2b1d" providerId="AD" clId="Web-{7E1C64A3-4C68-448D-6A32-89C5C3F6C0CA}" dt="2023-06-01T03:54:42.873" v="64" actId="1076"/>
          <ac:picMkLst>
            <pc:docMk/>
            <pc:sldMk cId="3765263956" sldId="540"/>
            <ac:picMk id="5" creationId="{484AF80B-5776-50E1-70B8-66DE401AFDA8}"/>
          </ac:picMkLst>
        </pc:picChg>
        <pc:picChg chg="add mod ord">
          <ac:chgData name="Sam Duncan" userId="S::sduncan@openboxsoftware.com::c1d0992b-0ec5-443a-8c6c-87e1361e2b1d" providerId="AD" clId="Web-{7E1C64A3-4C68-448D-6A32-89C5C3F6C0CA}" dt="2023-06-01T03:54:33.341" v="61"/>
          <ac:picMkLst>
            <pc:docMk/>
            <pc:sldMk cId="3765263956" sldId="540"/>
            <ac:picMk id="6" creationId="{18A16BB2-43CB-4796-9068-83397958ABD0}"/>
          </ac:picMkLst>
        </pc:picChg>
      </pc:sldChg>
      <pc:sldChg chg="addSp modSp">
        <pc:chgData name="Sam Duncan" userId="S::sduncan@openboxsoftware.com::c1d0992b-0ec5-443a-8c6c-87e1361e2b1d" providerId="AD" clId="Web-{7E1C64A3-4C68-448D-6A32-89C5C3F6C0CA}" dt="2023-06-01T03:56:51.799" v="174" actId="1076"/>
        <pc:sldMkLst>
          <pc:docMk/>
          <pc:sldMk cId="3990333599" sldId="541"/>
        </pc:sldMkLst>
        <pc:spChg chg="add mod">
          <ac:chgData name="Sam Duncan" userId="S::sduncan@openboxsoftware.com::c1d0992b-0ec5-443a-8c6c-87e1361e2b1d" providerId="AD" clId="Web-{7E1C64A3-4C68-448D-6A32-89C5C3F6C0CA}" dt="2023-06-01T03:56:51.799" v="174" actId="1076"/>
          <ac:spMkLst>
            <pc:docMk/>
            <pc:sldMk cId="3990333599" sldId="541"/>
            <ac:spMk id="6" creationId="{8459CB2C-2D3B-6215-3331-5985456E8A79}"/>
          </ac:spMkLst>
        </pc:spChg>
        <pc:picChg chg="add mod">
          <ac:chgData name="Sam Duncan" userId="S::sduncan@openboxsoftware.com::c1d0992b-0ec5-443a-8c6c-87e1361e2b1d" providerId="AD" clId="Web-{7E1C64A3-4C68-448D-6A32-89C5C3F6C0CA}" dt="2023-06-01T03:43:55.509" v="44" actId="14100"/>
          <ac:picMkLst>
            <pc:docMk/>
            <pc:sldMk cId="3990333599" sldId="541"/>
            <ac:picMk id="4" creationId="{69C42D0B-3DBB-9AD7-3673-53E0554D5AF6}"/>
          </ac:picMkLst>
        </pc:picChg>
      </pc:sldChg>
      <pc:sldChg chg="addSp delSp modSp add ord replId">
        <pc:chgData name="Sam Duncan" userId="S::sduncan@openboxsoftware.com::c1d0992b-0ec5-443a-8c6c-87e1361e2b1d" providerId="AD" clId="Web-{7E1C64A3-4C68-448D-6A32-89C5C3F6C0CA}" dt="2023-06-01T03:57:23.097" v="206" actId="14100"/>
        <pc:sldMkLst>
          <pc:docMk/>
          <pc:sldMk cId="3029045207" sldId="548"/>
        </pc:sldMkLst>
        <pc:spChg chg="add mod">
          <ac:chgData name="Sam Duncan" userId="S::sduncan@openboxsoftware.com::c1d0992b-0ec5-443a-8c6c-87e1361e2b1d" providerId="AD" clId="Web-{7E1C64A3-4C68-448D-6A32-89C5C3F6C0CA}" dt="2023-06-01T03:57:23.097" v="206" actId="14100"/>
          <ac:spMkLst>
            <pc:docMk/>
            <pc:sldMk cId="3029045207" sldId="548"/>
            <ac:spMk id="7" creationId="{3EE69141-1B42-6627-64B2-C1C3884968DE}"/>
          </ac:spMkLst>
        </pc:spChg>
        <pc:picChg chg="del">
          <ac:chgData name="Sam Duncan" userId="S::sduncan@openboxsoftware.com::c1d0992b-0ec5-443a-8c6c-87e1361e2b1d" providerId="AD" clId="Web-{7E1C64A3-4C68-448D-6A32-89C5C3F6C0CA}" dt="2023-06-01T03:39:10.156" v="11"/>
          <ac:picMkLst>
            <pc:docMk/>
            <pc:sldMk cId="3029045207" sldId="548"/>
            <ac:picMk id="4" creationId="{69C42D0B-3DBB-9AD7-3673-53E0554D5AF6}"/>
          </ac:picMkLst>
        </pc:picChg>
        <pc:picChg chg="add mod">
          <ac:chgData name="Sam Duncan" userId="S::sduncan@openboxsoftware.com::c1d0992b-0ec5-443a-8c6c-87e1361e2b1d" providerId="AD" clId="Web-{7E1C64A3-4C68-448D-6A32-89C5C3F6C0CA}" dt="2023-06-01T03:39:22.375" v="15" actId="14100"/>
          <ac:picMkLst>
            <pc:docMk/>
            <pc:sldMk cId="3029045207" sldId="548"/>
            <ac:picMk id="5" creationId="{D252ADFF-A07F-FA50-4D7C-263658AA407A}"/>
          </ac:picMkLst>
        </pc:picChg>
      </pc:sldChg>
      <pc:sldChg chg="addSp modSp add replId">
        <pc:chgData name="Sam Duncan" userId="S::sduncan@openboxsoftware.com::c1d0992b-0ec5-443a-8c6c-87e1361e2b1d" providerId="AD" clId="Web-{7E1C64A3-4C68-448D-6A32-89C5C3F6C0CA}" dt="2023-06-01T03:59:14.335" v="328" actId="14100"/>
        <pc:sldMkLst>
          <pc:docMk/>
          <pc:sldMk cId="1818151557" sldId="549"/>
        </pc:sldMkLst>
        <pc:spChg chg="add mod">
          <ac:chgData name="Sam Duncan" userId="S::sduncan@openboxsoftware.com::c1d0992b-0ec5-443a-8c6c-87e1361e2b1d" providerId="AD" clId="Web-{7E1C64A3-4C68-448D-6A32-89C5C3F6C0CA}" dt="2023-06-01T03:58:23.489" v="260" actId="20577"/>
          <ac:spMkLst>
            <pc:docMk/>
            <pc:sldMk cId="1818151557" sldId="549"/>
            <ac:spMk id="6" creationId="{1EAA7861-2728-8C23-AC94-9527FBB4C22D}"/>
          </ac:spMkLst>
        </pc:spChg>
        <pc:spChg chg="add mod">
          <ac:chgData name="Sam Duncan" userId="S::sduncan@openboxsoftware.com::c1d0992b-0ec5-443a-8c6c-87e1361e2b1d" providerId="AD" clId="Web-{7E1C64A3-4C68-448D-6A32-89C5C3F6C0CA}" dt="2023-06-01T03:59:14.335" v="328" actId="14100"/>
          <ac:spMkLst>
            <pc:docMk/>
            <pc:sldMk cId="1818151557" sldId="549"/>
            <ac:spMk id="7" creationId="{625C1FD9-E12A-B437-6136-80B218D46CF7}"/>
          </ac:spMkLst>
        </pc:spChg>
      </pc:sldChg>
      <pc:sldChg chg="addSp delSp modSp add replId">
        <pc:chgData name="Sam Duncan" userId="S::sduncan@openboxsoftware.com::c1d0992b-0ec5-443a-8c6c-87e1361e2b1d" providerId="AD" clId="Web-{7E1C64A3-4C68-448D-6A32-89C5C3F6C0CA}" dt="2023-06-01T04:03:55.172" v="466" actId="20577"/>
        <pc:sldMkLst>
          <pc:docMk/>
          <pc:sldMk cId="1911653905" sldId="550"/>
        </pc:sldMkLst>
        <pc:spChg chg="mod">
          <ac:chgData name="Sam Duncan" userId="S::sduncan@openboxsoftware.com::c1d0992b-0ec5-443a-8c6c-87e1361e2b1d" providerId="AD" clId="Web-{7E1C64A3-4C68-448D-6A32-89C5C3F6C0CA}" dt="2023-06-01T04:03:55.172" v="466" actId="20577"/>
          <ac:spMkLst>
            <pc:docMk/>
            <pc:sldMk cId="1911653905" sldId="550"/>
            <ac:spMk id="6" creationId="{8459CB2C-2D3B-6215-3331-5985456E8A79}"/>
          </ac:spMkLst>
        </pc:spChg>
        <pc:picChg chg="del">
          <ac:chgData name="Sam Duncan" userId="S::sduncan@openboxsoftware.com::c1d0992b-0ec5-443a-8c6c-87e1361e2b1d" providerId="AD" clId="Web-{7E1C64A3-4C68-448D-6A32-89C5C3F6C0CA}" dt="2023-06-01T04:01:45.199" v="382"/>
          <ac:picMkLst>
            <pc:docMk/>
            <pc:sldMk cId="1911653905" sldId="550"/>
            <ac:picMk id="4" creationId="{69C42D0B-3DBB-9AD7-3673-53E0554D5AF6}"/>
          </ac:picMkLst>
        </pc:picChg>
        <pc:picChg chg="add mod ord">
          <ac:chgData name="Sam Duncan" userId="S::sduncan@openboxsoftware.com::c1d0992b-0ec5-443a-8c6c-87e1361e2b1d" providerId="AD" clId="Web-{7E1C64A3-4C68-448D-6A32-89C5C3F6C0CA}" dt="2023-06-01T04:02:07.543" v="388"/>
          <ac:picMkLst>
            <pc:docMk/>
            <pc:sldMk cId="1911653905" sldId="550"/>
            <ac:picMk id="5" creationId="{9711DBF7-D99F-24DB-66A9-C7213FE6B227}"/>
          </ac:picMkLst>
        </pc:picChg>
      </pc:sldChg>
    </pc:docChg>
  </pc:docChgLst>
  <pc:docChgLst>
    <pc:chgData name="Nikki Papenfus" userId="2a405823-0c8b-419b-afb6-8159926c2e17" providerId="ADAL" clId="{7097C2CA-5EBA-4681-902C-FB53FDE30C9D}"/>
    <pc:docChg chg="undo custSel modSld">
      <pc:chgData name="Nikki Papenfus" userId="2a405823-0c8b-419b-afb6-8159926c2e17" providerId="ADAL" clId="{7097C2CA-5EBA-4681-902C-FB53FDE30C9D}" dt="2023-08-22T14:35:59.447" v="10" actId="207"/>
      <pc:docMkLst>
        <pc:docMk/>
      </pc:docMkLst>
      <pc:sldChg chg="modSp mod">
        <pc:chgData name="Nikki Papenfus" userId="2a405823-0c8b-419b-afb6-8159926c2e17" providerId="ADAL" clId="{7097C2CA-5EBA-4681-902C-FB53FDE30C9D}" dt="2023-08-22T14:35:59.447" v="10" actId="207"/>
        <pc:sldMkLst>
          <pc:docMk/>
          <pc:sldMk cId="1870263832" sldId="547"/>
        </pc:sldMkLst>
        <pc:spChg chg="mod">
          <ac:chgData name="Nikki Papenfus" userId="2a405823-0c8b-419b-afb6-8159926c2e17" providerId="ADAL" clId="{7097C2CA-5EBA-4681-902C-FB53FDE30C9D}" dt="2023-08-22T12:52:31.579" v="8" actId="20577"/>
          <ac:spMkLst>
            <pc:docMk/>
            <pc:sldMk cId="1870263832" sldId="547"/>
            <ac:spMk id="29" creationId="{D0D13029-7FCE-4659-9B86-CF1918B21B7D}"/>
          </ac:spMkLst>
        </pc:spChg>
        <pc:spChg chg="mod">
          <ac:chgData name="Nikki Papenfus" userId="2a405823-0c8b-419b-afb6-8159926c2e17" providerId="ADAL" clId="{7097C2CA-5EBA-4681-902C-FB53FDE30C9D}" dt="2023-08-22T14:35:59.447" v="10" actId="207"/>
          <ac:spMkLst>
            <pc:docMk/>
            <pc:sldMk cId="1870263832" sldId="547"/>
            <ac:spMk id="35" creationId="{F393811B-BF49-452D-ADAC-5EA305ADAAFF}"/>
          </ac:spMkLst>
        </pc:spChg>
        <pc:spChg chg="mod">
          <ac:chgData name="Nikki Papenfus" userId="2a405823-0c8b-419b-afb6-8159926c2e17" providerId="ADAL" clId="{7097C2CA-5EBA-4681-902C-FB53FDE30C9D}" dt="2023-08-22T12:54:16.952" v="9" actId="20577"/>
          <ac:spMkLst>
            <pc:docMk/>
            <pc:sldMk cId="1870263832" sldId="547"/>
            <ac:spMk id="63" creationId="{FAF62AAA-FAFF-478D-84C5-7E5559983323}"/>
          </ac:spMkLst>
        </pc:spChg>
      </pc:sldChg>
      <pc:sldChg chg="modSp mod">
        <pc:chgData name="Nikki Papenfus" userId="2a405823-0c8b-419b-afb6-8159926c2e17" providerId="ADAL" clId="{7097C2CA-5EBA-4681-902C-FB53FDE30C9D}" dt="2023-08-22T11:58:52.684" v="0" actId="1038"/>
        <pc:sldMkLst>
          <pc:docMk/>
          <pc:sldMk cId="397898859" sldId="553"/>
        </pc:sldMkLst>
        <pc:grpChg chg="mod">
          <ac:chgData name="Nikki Papenfus" userId="2a405823-0c8b-419b-afb6-8159926c2e17" providerId="ADAL" clId="{7097C2CA-5EBA-4681-902C-FB53FDE30C9D}" dt="2023-08-22T11:58:52.684" v="0" actId="1038"/>
          <ac:grpSpMkLst>
            <pc:docMk/>
            <pc:sldMk cId="397898859" sldId="553"/>
            <ac:grpSpMk id="26" creationId="{A5428702-4D44-52DF-E5E3-25F40AAB0B66}"/>
          </ac:grpSpMkLst>
        </pc:grpChg>
      </pc:sldChg>
    </pc:docChg>
  </pc:docChgLst>
  <pc:docChgLst>
    <pc:chgData name="Nikki Papenfus" userId="S::npapenfus@openboxsoftware.com::2a405823-0c8b-419b-afb6-8159926c2e17" providerId="AD" clId="Web-{6485D394-5FBD-B060-1905-BA8C35A14C95}"/>
    <pc:docChg chg="modSld">
      <pc:chgData name="Nikki Papenfus" userId="S::npapenfus@openboxsoftware.com::2a405823-0c8b-419b-afb6-8159926c2e17" providerId="AD" clId="Web-{6485D394-5FBD-B060-1905-BA8C35A14C95}" dt="2023-05-31T09:37:25.943" v="14" actId="20577"/>
      <pc:docMkLst>
        <pc:docMk/>
      </pc:docMkLst>
      <pc:sldChg chg="modSp">
        <pc:chgData name="Nikki Papenfus" userId="S::npapenfus@openboxsoftware.com::2a405823-0c8b-419b-afb6-8159926c2e17" providerId="AD" clId="Web-{6485D394-5FBD-B060-1905-BA8C35A14C95}" dt="2023-05-31T09:37:25.943" v="14" actId="20577"/>
        <pc:sldMkLst>
          <pc:docMk/>
          <pc:sldMk cId="1372506682" sldId="478"/>
        </pc:sldMkLst>
        <pc:spChg chg="mod">
          <ac:chgData name="Nikki Papenfus" userId="S::npapenfus@openboxsoftware.com::2a405823-0c8b-419b-afb6-8159926c2e17" providerId="AD" clId="Web-{6485D394-5FBD-B060-1905-BA8C35A14C95}" dt="2023-05-31T09:37:19.786" v="7" actId="20577"/>
          <ac:spMkLst>
            <pc:docMk/>
            <pc:sldMk cId="1372506682" sldId="478"/>
            <ac:spMk id="2" creationId="{926268CD-6A91-46D5-9F2E-D63140C574C1}"/>
          </ac:spMkLst>
        </pc:spChg>
        <pc:spChg chg="mod">
          <ac:chgData name="Nikki Papenfus" userId="S::npapenfus@openboxsoftware.com::2a405823-0c8b-419b-afb6-8159926c2e17" providerId="AD" clId="Web-{6485D394-5FBD-B060-1905-BA8C35A14C95}" dt="2023-05-31T09:37:25.943" v="14" actId="20577"/>
          <ac:spMkLst>
            <pc:docMk/>
            <pc:sldMk cId="1372506682" sldId="478"/>
            <ac:spMk id="3" creationId="{CCE055E0-7725-4859-9475-AA12EAB230DD}"/>
          </ac:spMkLst>
        </pc:spChg>
      </pc:sldChg>
    </pc:docChg>
  </pc:docChgLst>
  <pc:docChgLst>
    <pc:chgData name="Sam Duncan" userId="c1d0992b-0ec5-443a-8c6c-87e1361e2b1d" providerId="ADAL" clId="{256B50B0-9A10-0B40-A0FD-C03A1003BF8E}"/>
    <pc:docChg chg="undo custSel addSld modSld sldOrd">
      <pc:chgData name="Sam Duncan" userId="c1d0992b-0ec5-443a-8c6c-87e1361e2b1d" providerId="ADAL" clId="{256B50B0-9A10-0B40-A0FD-C03A1003BF8E}" dt="2023-06-05T15:00:36.849" v="1491" actId="20577"/>
      <pc:docMkLst>
        <pc:docMk/>
      </pc:docMkLst>
      <pc:sldChg chg="modSp mod ord">
        <pc:chgData name="Sam Duncan" userId="c1d0992b-0ec5-443a-8c6c-87e1361e2b1d" providerId="ADAL" clId="{256B50B0-9A10-0B40-A0FD-C03A1003BF8E}" dt="2023-06-05T12:17:28.335" v="306" actId="20577"/>
        <pc:sldMkLst>
          <pc:docMk/>
          <pc:sldMk cId="131517736" sldId="381"/>
        </pc:sldMkLst>
        <pc:spChg chg="mod">
          <ac:chgData name="Sam Duncan" userId="c1d0992b-0ec5-443a-8c6c-87e1361e2b1d" providerId="ADAL" clId="{256B50B0-9A10-0B40-A0FD-C03A1003BF8E}" dt="2023-06-05T12:17:28.335" v="306" actId="20577"/>
          <ac:spMkLst>
            <pc:docMk/>
            <pc:sldMk cId="131517736" sldId="381"/>
            <ac:spMk id="7" creationId="{1C87C501-E33B-4C79-9659-C4B32C2525B6}"/>
          </ac:spMkLst>
        </pc:spChg>
      </pc:sldChg>
      <pc:sldChg chg="modSp mod modNotesTx">
        <pc:chgData name="Sam Duncan" userId="c1d0992b-0ec5-443a-8c6c-87e1361e2b1d" providerId="ADAL" clId="{256B50B0-9A10-0B40-A0FD-C03A1003BF8E}" dt="2023-06-05T13:08:56.368" v="756" actId="20577"/>
        <pc:sldMkLst>
          <pc:docMk/>
          <pc:sldMk cId="3075885343" sldId="468"/>
        </pc:sldMkLst>
        <pc:spChg chg="mod">
          <ac:chgData name="Sam Duncan" userId="c1d0992b-0ec5-443a-8c6c-87e1361e2b1d" providerId="ADAL" clId="{256B50B0-9A10-0B40-A0FD-C03A1003BF8E}" dt="2023-06-05T13:07:53.557" v="686" actId="20577"/>
          <ac:spMkLst>
            <pc:docMk/>
            <pc:sldMk cId="3075885343" sldId="468"/>
            <ac:spMk id="3" creationId="{C3855533-CC1A-4D2B-9878-FC0D6C53A67A}"/>
          </ac:spMkLst>
        </pc:spChg>
        <pc:spChg chg="mod">
          <ac:chgData name="Sam Duncan" userId="c1d0992b-0ec5-443a-8c6c-87e1361e2b1d" providerId="ADAL" clId="{256B50B0-9A10-0B40-A0FD-C03A1003BF8E}" dt="2023-06-05T13:08:41.364" v="689" actId="20577"/>
          <ac:spMkLst>
            <pc:docMk/>
            <pc:sldMk cId="3075885343" sldId="468"/>
            <ac:spMk id="53" creationId="{693D04F3-B70C-4B4E-9A0B-ABCD147D57BA}"/>
          </ac:spMkLst>
        </pc:spChg>
      </pc:sldChg>
      <pc:sldChg chg="modNotesTx">
        <pc:chgData name="Sam Duncan" userId="c1d0992b-0ec5-443a-8c6c-87e1361e2b1d" providerId="ADAL" clId="{256B50B0-9A10-0B40-A0FD-C03A1003BF8E}" dt="2023-06-05T12:41:17.755" v="675" actId="20577"/>
        <pc:sldMkLst>
          <pc:docMk/>
          <pc:sldMk cId="1884266530" sldId="539"/>
        </pc:sldMkLst>
      </pc:sldChg>
      <pc:sldChg chg="delSp modSp mod modNotesTx">
        <pc:chgData name="Sam Duncan" userId="c1d0992b-0ec5-443a-8c6c-87e1361e2b1d" providerId="ADAL" clId="{256B50B0-9A10-0B40-A0FD-C03A1003BF8E}" dt="2023-06-05T15:00:36.849" v="1491" actId="20577"/>
        <pc:sldMkLst>
          <pc:docMk/>
          <pc:sldMk cId="397898859" sldId="553"/>
        </pc:sldMkLst>
        <pc:spChg chg="mod">
          <ac:chgData name="Sam Duncan" userId="c1d0992b-0ec5-443a-8c6c-87e1361e2b1d" providerId="ADAL" clId="{256B50B0-9A10-0B40-A0FD-C03A1003BF8E}" dt="2023-06-05T12:10:19.537" v="1" actId="1076"/>
          <ac:spMkLst>
            <pc:docMk/>
            <pc:sldMk cId="397898859" sldId="553"/>
            <ac:spMk id="20" creationId="{8617A52A-6C2A-0F95-03E2-3AC3094E6460}"/>
          </ac:spMkLst>
        </pc:spChg>
        <pc:spChg chg="del">
          <ac:chgData name="Sam Duncan" userId="c1d0992b-0ec5-443a-8c6c-87e1361e2b1d" providerId="ADAL" clId="{256B50B0-9A10-0B40-A0FD-C03A1003BF8E}" dt="2023-06-05T12:26:53.330" v="307" actId="478"/>
          <ac:spMkLst>
            <pc:docMk/>
            <pc:sldMk cId="397898859" sldId="553"/>
            <ac:spMk id="27" creationId="{DDAC5046-AF3A-B498-26B0-9C820AC21D36}"/>
          </ac:spMkLst>
        </pc:spChg>
        <pc:spChg chg="mod">
          <ac:chgData name="Sam Duncan" userId="c1d0992b-0ec5-443a-8c6c-87e1361e2b1d" providerId="ADAL" clId="{256B50B0-9A10-0B40-A0FD-C03A1003BF8E}" dt="2023-06-05T12:28:29.624" v="316" actId="20577"/>
          <ac:spMkLst>
            <pc:docMk/>
            <pc:sldMk cId="397898859" sldId="553"/>
            <ac:spMk id="53" creationId="{C043370A-ED14-0F55-3CAC-502635B9B8B5}"/>
          </ac:spMkLst>
        </pc:spChg>
        <pc:spChg chg="mod">
          <ac:chgData name="Sam Duncan" userId="c1d0992b-0ec5-443a-8c6c-87e1361e2b1d" providerId="ADAL" clId="{256B50B0-9A10-0B40-A0FD-C03A1003BF8E}" dt="2023-06-05T12:28:41.320" v="317" actId="1076"/>
          <ac:spMkLst>
            <pc:docMk/>
            <pc:sldMk cId="397898859" sldId="553"/>
            <ac:spMk id="55" creationId="{6F2B6CED-DE1C-969A-F9C7-5D24A242A53F}"/>
          </ac:spMkLst>
        </pc:spChg>
      </pc:sldChg>
      <pc:sldChg chg="modSp new mod">
        <pc:chgData name="Sam Duncan" userId="c1d0992b-0ec5-443a-8c6c-87e1361e2b1d" providerId="ADAL" clId="{256B50B0-9A10-0B40-A0FD-C03A1003BF8E}" dt="2023-06-05T12:16:35.621" v="238" actId="20577"/>
        <pc:sldMkLst>
          <pc:docMk/>
          <pc:sldMk cId="390204888" sldId="555"/>
        </pc:sldMkLst>
        <pc:spChg chg="mod">
          <ac:chgData name="Sam Duncan" userId="c1d0992b-0ec5-443a-8c6c-87e1361e2b1d" providerId="ADAL" clId="{256B50B0-9A10-0B40-A0FD-C03A1003BF8E}" dt="2023-06-05T12:16:35.621" v="238" actId="20577"/>
          <ac:spMkLst>
            <pc:docMk/>
            <pc:sldMk cId="390204888" sldId="555"/>
            <ac:spMk id="2" creationId="{BAB015C4-96AB-6576-A084-DCB3616BD203}"/>
          </ac:spMkLst>
        </pc:spChg>
      </pc:sldChg>
    </pc:docChg>
  </pc:docChgLst>
  <pc:docChgLst>
    <pc:chgData name="Sam Duncan" userId="c1d0992b-0ec5-443a-8c6c-87e1361e2b1d" providerId="ADAL" clId="{8F35C7B2-E227-D74A-9D54-02881A2B3258}"/>
    <pc:docChg chg="undo custSel addSld delSld modSld sldOrd">
      <pc:chgData name="Sam Duncan" userId="c1d0992b-0ec5-443a-8c6c-87e1361e2b1d" providerId="ADAL" clId="{8F35C7B2-E227-D74A-9D54-02881A2B3258}" dt="2023-09-05T12:07:10.676" v="802" actId="20577"/>
      <pc:docMkLst>
        <pc:docMk/>
      </pc:docMkLst>
      <pc:sldChg chg="addSp delSp modSp mod ord addCm modCm">
        <pc:chgData name="Sam Duncan" userId="c1d0992b-0ec5-443a-8c6c-87e1361e2b1d" providerId="ADAL" clId="{8F35C7B2-E227-D74A-9D54-02881A2B3258}" dt="2023-09-05T11:49:53.014" v="783" actId="20578"/>
        <pc:sldMkLst>
          <pc:docMk/>
          <pc:sldMk cId="3075885343" sldId="468"/>
        </pc:sldMkLst>
        <pc:spChg chg="mod">
          <ac:chgData name="Sam Duncan" userId="c1d0992b-0ec5-443a-8c6c-87e1361e2b1d" providerId="ADAL" clId="{8F35C7B2-E227-D74A-9D54-02881A2B3258}" dt="2023-09-05T09:11:34.941" v="64" actId="20577"/>
          <ac:spMkLst>
            <pc:docMk/>
            <pc:sldMk cId="3075885343" sldId="468"/>
            <ac:spMk id="34" creationId="{CE6BDE70-8B29-4198-837D-0523A3A7ABFC}"/>
          </ac:spMkLst>
        </pc:spChg>
        <pc:picChg chg="add del mod">
          <ac:chgData name="Sam Duncan" userId="c1d0992b-0ec5-443a-8c6c-87e1361e2b1d" providerId="ADAL" clId="{8F35C7B2-E227-D74A-9D54-02881A2B3258}" dt="2023-09-05T11:32:41.297" v="625"/>
          <ac:picMkLst>
            <pc:docMk/>
            <pc:sldMk cId="3075885343" sldId="468"/>
            <ac:picMk id="20" creationId="{E3BB712C-0483-B8BE-FF4B-0547A557925B}"/>
          </ac:picMkLst>
        </pc:picChg>
        <pc:picChg chg="add del mod">
          <ac:chgData name="Sam Duncan" userId="c1d0992b-0ec5-443a-8c6c-87e1361e2b1d" providerId="ADAL" clId="{8F35C7B2-E227-D74A-9D54-02881A2B3258}" dt="2023-09-05T11:32:46.767" v="627"/>
          <ac:picMkLst>
            <pc:docMk/>
            <pc:sldMk cId="3075885343" sldId="468"/>
            <ac:picMk id="21" creationId="{FD4BDC40-7999-24BC-B8DD-B8A5CFCD712B}"/>
          </ac:picMkLst>
        </pc:picChg>
      </pc:sldChg>
      <pc:sldChg chg="modSp mod">
        <pc:chgData name="Sam Duncan" userId="c1d0992b-0ec5-443a-8c6c-87e1361e2b1d" providerId="ADAL" clId="{8F35C7B2-E227-D74A-9D54-02881A2B3258}" dt="2023-09-05T09:12:06.457" v="107" actId="20577"/>
        <pc:sldMkLst>
          <pc:docMk/>
          <pc:sldMk cId="1372506682" sldId="478"/>
        </pc:sldMkLst>
        <pc:spChg chg="mod">
          <ac:chgData name="Sam Duncan" userId="c1d0992b-0ec5-443a-8c6c-87e1361e2b1d" providerId="ADAL" clId="{8F35C7B2-E227-D74A-9D54-02881A2B3258}" dt="2023-09-05T09:12:06.457" v="107" actId="20577"/>
          <ac:spMkLst>
            <pc:docMk/>
            <pc:sldMk cId="1372506682" sldId="478"/>
            <ac:spMk id="3" creationId="{CCE055E0-7725-4859-9475-AA12EAB230DD}"/>
          </ac:spMkLst>
        </pc:spChg>
      </pc:sldChg>
      <pc:sldChg chg="add">
        <pc:chgData name="Sam Duncan" userId="c1d0992b-0ec5-443a-8c6c-87e1361e2b1d" providerId="ADAL" clId="{8F35C7B2-E227-D74A-9D54-02881A2B3258}" dt="2023-09-05T11:07:38.298" v="346"/>
        <pc:sldMkLst>
          <pc:docMk/>
          <pc:sldMk cId="419252725" sldId="510"/>
        </pc:sldMkLst>
      </pc:sldChg>
      <pc:sldChg chg="add">
        <pc:chgData name="Sam Duncan" userId="c1d0992b-0ec5-443a-8c6c-87e1361e2b1d" providerId="ADAL" clId="{8F35C7B2-E227-D74A-9D54-02881A2B3258}" dt="2023-09-05T11:32:55.431" v="628"/>
        <pc:sldMkLst>
          <pc:docMk/>
          <pc:sldMk cId="2946320377" sldId="519"/>
        </pc:sldMkLst>
      </pc:sldChg>
      <pc:sldChg chg="ord">
        <pc:chgData name="Sam Duncan" userId="c1d0992b-0ec5-443a-8c6c-87e1361e2b1d" providerId="ADAL" clId="{8F35C7B2-E227-D74A-9D54-02881A2B3258}" dt="2023-09-05T11:33:09.011" v="629" actId="20578"/>
        <pc:sldMkLst>
          <pc:docMk/>
          <pc:sldMk cId="1870263832" sldId="547"/>
        </pc:sldMkLst>
      </pc:sldChg>
      <pc:sldChg chg="add">
        <pc:chgData name="Sam Duncan" userId="c1d0992b-0ec5-443a-8c6c-87e1361e2b1d" providerId="ADAL" clId="{8F35C7B2-E227-D74A-9D54-02881A2B3258}" dt="2023-09-05T11:48:13.786" v="782"/>
        <pc:sldMkLst>
          <pc:docMk/>
          <pc:sldMk cId="3628161767" sldId="548"/>
        </pc:sldMkLst>
      </pc:sldChg>
      <pc:sldChg chg="modSp mod addCm delCm">
        <pc:chgData name="Sam Duncan" userId="c1d0992b-0ec5-443a-8c6c-87e1361e2b1d" providerId="ADAL" clId="{8F35C7B2-E227-D74A-9D54-02881A2B3258}" dt="2023-09-05T08:56:18.826" v="50"/>
        <pc:sldMkLst>
          <pc:docMk/>
          <pc:sldMk cId="3614896099" sldId="556"/>
        </pc:sldMkLst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5" creationId="{F3B1DD67-D3EC-4B02-D519-B9CDAFFE173C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6" creationId="{897C5BC9-FB35-423D-A095-CD86A364CE65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7" creationId="{63BFB540-2979-833D-47B9-7AFE2913FFFF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8" creationId="{895DE33D-83BA-B7E4-F4AA-895E924E54A1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0" creationId="{A6BF02EC-2EC6-D458-2E7F-0C3997DC81BF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1" creationId="{1059C6AD-C812-85D9-2A11-01DEB7F0894A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2" creationId="{19D7A3CC-E8CD-6207-A878-912959E5EF61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3" creationId="{6F0EC83A-2995-18E7-045C-D3F7B45D1B8B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4" creationId="{E0E4A561-A521-AD1C-18C3-CBD0A270DFC2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15" creationId="{ED83E17E-F9B1-26F1-25FA-3C79A7124019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37" creationId="{94094AFA-2559-156F-2E9D-97DA1DA71A5F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48" creationId="{BD7AB968-0C5F-BF5C-A538-E592F56C54B3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58" creationId="{E4E5C346-6F70-D8D9-3D37-CA4DEC767981}"/>
          </ac:spMkLst>
        </pc:spChg>
        <pc:spChg chg="mod">
          <ac:chgData name="Sam Duncan" userId="c1d0992b-0ec5-443a-8c6c-87e1361e2b1d" providerId="ADAL" clId="{8F35C7B2-E227-D74A-9D54-02881A2B3258}" dt="2023-09-05T08:54:50.443" v="47" actId="1076"/>
          <ac:spMkLst>
            <pc:docMk/>
            <pc:sldMk cId="3614896099" sldId="556"/>
            <ac:spMk id="62" creationId="{377A4F28-4925-04E0-3257-87EE552EAC1A}"/>
          </ac:spMkLst>
        </pc:spChg>
        <pc:picChg chg="mod">
          <ac:chgData name="Sam Duncan" userId="c1d0992b-0ec5-443a-8c6c-87e1361e2b1d" providerId="ADAL" clId="{8F35C7B2-E227-D74A-9D54-02881A2B3258}" dt="2023-09-05T08:54:50.443" v="47" actId="1076"/>
          <ac:picMkLst>
            <pc:docMk/>
            <pc:sldMk cId="3614896099" sldId="556"/>
            <ac:picMk id="2" creationId="{4BD68AD4-A542-D46E-5B30-BE23E9CB72D1}"/>
          </ac:picMkLst>
        </pc:picChg>
        <pc:picChg chg="mod">
          <ac:chgData name="Sam Duncan" userId="c1d0992b-0ec5-443a-8c6c-87e1361e2b1d" providerId="ADAL" clId="{8F35C7B2-E227-D74A-9D54-02881A2B3258}" dt="2023-09-05T08:54:50.443" v="47" actId="1076"/>
          <ac:picMkLst>
            <pc:docMk/>
            <pc:sldMk cId="3614896099" sldId="556"/>
            <ac:picMk id="4" creationId="{AD363514-07F6-7315-242D-ADC276F1F0D5}"/>
          </ac:picMkLst>
        </pc:picChg>
        <pc:picChg chg="mod">
          <ac:chgData name="Sam Duncan" userId="c1d0992b-0ec5-443a-8c6c-87e1361e2b1d" providerId="ADAL" clId="{8F35C7B2-E227-D74A-9D54-02881A2B3258}" dt="2023-09-05T08:54:50.443" v="47" actId="1076"/>
          <ac:picMkLst>
            <pc:docMk/>
            <pc:sldMk cId="3614896099" sldId="556"/>
            <ac:picMk id="9" creationId="{080A1182-2963-0F4F-A83C-E3F4593F836E}"/>
          </ac:picMkLst>
        </pc:picChg>
        <pc:picChg chg="mod">
          <ac:chgData name="Sam Duncan" userId="c1d0992b-0ec5-443a-8c6c-87e1361e2b1d" providerId="ADAL" clId="{8F35C7B2-E227-D74A-9D54-02881A2B3258}" dt="2023-09-05T08:54:50.443" v="47" actId="1076"/>
          <ac:picMkLst>
            <pc:docMk/>
            <pc:sldMk cId="3614896099" sldId="556"/>
            <ac:picMk id="56" creationId="{A6CA9D04-90BE-3A0E-227A-978D4EC92D45}"/>
          </ac:picMkLst>
        </pc:picChg>
      </pc:sldChg>
      <pc:sldChg chg="addSp modSp mod addCm modCm">
        <pc:chgData name="Sam Duncan" userId="c1d0992b-0ec5-443a-8c6c-87e1361e2b1d" providerId="ADAL" clId="{8F35C7B2-E227-D74A-9D54-02881A2B3258}" dt="2023-09-05T11:36:59.642" v="752" actId="20577"/>
        <pc:sldMkLst>
          <pc:docMk/>
          <pc:sldMk cId="3221306660" sldId="557"/>
        </pc:sldMkLst>
        <pc:spChg chg="mod">
          <ac:chgData name="Sam Duncan" userId="c1d0992b-0ec5-443a-8c6c-87e1361e2b1d" providerId="ADAL" clId="{8F35C7B2-E227-D74A-9D54-02881A2B3258}" dt="2023-09-05T11:34:07.269" v="656" actId="20577"/>
          <ac:spMkLst>
            <pc:docMk/>
            <pc:sldMk cId="3221306660" sldId="557"/>
            <ac:spMk id="3" creationId="{C3855533-CC1A-4D2B-9878-FC0D6C53A67A}"/>
          </ac:spMkLst>
        </pc:spChg>
        <pc:spChg chg="add mod">
          <ac:chgData name="Sam Duncan" userId="c1d0992b-0ec5-443a-8c6c-87e1361e2b1d" providerId="ADAL" clId="{8F35C7B2-E227-D74A-9D54-02881A2B3258}" dt="2023-09-05T11:35:18.978" v="658" actId="1076"/>
          <ac:spMkLst>
            <pc:docMk/>
            <pc:sldMk cId="3221306660" sldId="557"/>
            <ac:spMk id="11" creationId="{F14A6CD7-140C-0F15-D32E-1BA2BAD0448D}"/>
          </ac:spMkLst>
        </pc:spChg>
        <pc:spChg chg="add mod">
          <ac:chgData name="Sam Duncan" userId="c1d0992b-0ec5-443a-8c6c-87e1361e2b1d" providerId="ADAL" clId="{8F35C7B2-E227-D74A-9D54-02881A2B3258}" dt="2023-09-05T11:35:37.370" v="669" actId="20577"/>
          <ac:spMkLst>
            <pc:docMk/>
            <pc:sldMk cId="3221306660" sldId="557"/>
            <ac:spMk id="12" creationId="{2BAE79AA-AEA0-9152-9B75-12CA0CF61EA5}"/>
          </ac:spMkLst>
        </pc:spChg>
        <pc:spChg chg="add mod">
          <ac:chgData name="Sam Duncan" userId="c1d0992b-0ec5-443a-8c6c-87e1361e2b1d" providerId="ADAL" clId="{8F35C7B2-E227-D74A-9D54-02881A2B3258}" dt="2023-09-05T11:36:59.642" v="752" actId="20577"/>
          <ac:spMkLst>
            <pc:docMk/>
            <pc:sldMk cId="3221306660" sldId="557"/>
            <ac:spMk id="14" creationId="{F15E834D-2C60-DC39-9A74-012DE31AA434}"/>
          </ac:spMkLst>
        </pc:spChg>
        <pc:picChg chg="add mod">
          <ac:chgData name="Sam Duncan" userId="c1d0992b-0ec5-443a-8c6c-87e1361e2b1d" providerId="ADAL" clId="{8F35C7B2-E227-D74A-9D54-02881A2B3258}" dt="2023-09-05T11:35:18.978" v="658" actId="1076"/>
          <ac:picMkLst>
            <pc:docMk/>
            <pc:sldMk cId="3221306660" sldId="557"/>
            <ac:picMk id="13" creationId="{B23F48B9-825D-9559-92A2-A02E3B540176}"/>
          </ac:picMkLst>
        </pc:picChg>
      </pc:sldChg>
      <pc:sldChg chg="addSp delSp modSp add mod">
        <pc:chgData name="Sam Duncan" userId="c1d0992b-0ec5-443a-8c6c-87e1361e2b1d" providerId="ADAL" clId="{8F35C7B2-E227-D74A-9D54-02881A2B3258}" dt="2023-09-05T11:43:56.923" v="781" actId="20577"/>
        <pc:sldMkLst>
          <pc:docMk/>
          <pc:sldMk cId="2142315409" sldId="558"/>
        </pc:sldMkLst>
        <pc:spChg chg="mod">
          <ac:chgData name="Sam Duncan" userId="c1d0992b-0ec5-443a-8c6c-87e1361e2b1d" providerId="ADAL" clId="{8F35C7B2-E227-D74A-9D54-02881A2B3258}" dt="2023-09-05T11:02:44.135" v="121" actId="20577"/>
          <ac:spMkLst>
            <pc:docMk/>
            <pc:sldMk cId="2142315409" sldId="558"/>
            <ac:spMk id="3" creationId="{C3855533-CC1A-4D2B-9878-FC0D6C53A67A}"/>
          </ac:spMkLst>
        </pc:spChg>
        <pc:spChg chg="add mod">
          <ac:chgData name="Sam Duncan" userId="c1d0992b-0ec5-443a-8c6c-87e1361e2b1d" providerId="ADAL" clId="{8F35C7B2-E227-D74A-9D54-02881A2B3258}" dt="2023-09-05T11:43:56.923" v="781" actId="20577"/>
          <ac:spMkLst>
            <pc:docMk/>
            <pc:sldMk cId="2142315409" sldId="558"/>
            <ac:spMk id="11" creationId="{FE53902E-A918-44A9-8B48-AA1E15E1DE29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16" creationId="{A4331EF2-0125-C0ED-BCED-E5EF2822B975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17" creationId="{ACCFCB9B-AEC4-ABB0-FAFA-4518EEA4145D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19" creationId="{97084366-F75E-84B5-31A9-70560B1ACC23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20" creationId="{C2ED2E69-C6B3-2412-C822-AAB830F35989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21" creationId="{4521EC59-66EC-0E37-AEF6-09D20EAEE720}"/>
          </ac:spMkLst>
        </pc:spChg>
        <pc:spChg chg="del">
          <ac:chgData name="Sam Duncan" userId="c1d0992b-0ec5-443a-8c6c-87e1361e2b1d" providerId="ADAL" clId="{8F35C7B2-E227-D74A-9D54-02881A2B3258}" dt="2023-09-05T11:02:52.338" v="122" actId="478"/>
          <ac:spMkLst>
            <pc:docMk/>
            <pc:sldMk cId="2142315409" sldId="558"/>
            <ac:spMk id="23" creationId="{0FF65C43-81B0-15BF-7A2E-E1EF7CFAD032}"/>
          </ac:spMkLst>
        </pc:spChg>
        <pc:picChg chg="del">
          <ac:chgData name="Sam Duncan" userId="c1d0992b-0ec5-443a-8c6c-87e1361e2b1d" providerId="ADAL" clId="{8F35C7B2-E227-D74A-9D54-02881A2B3258}" dt="2023-09-05T11:02:52.338" v="122" actId="478"/>
          <ac:picMkLst>
            <pc:docMk/>
            <pc:sldMk cId="2142315409" sldId="558"/>
            <ac:picMk id="18" creationId="{EABFB2F5-BF7E-85E4-1114-08EF63A4D485}"/>
          </ac:picMkLst>
        </pc:picChg>
        <pc:picChg chg="del">
          <ac:chgData name="Sam Duncan" userId="c1d0992b-0ec5-443a-8c6c-87e1361e2b1d" providerId="ADAL" clId="{8F35C7B2-E227-D74A-9D54-02881A2B3258}" dt="2023-09-05T11:02:52.338" v="122" actId="478"/>
          <ac:picMkLst>
            <pc:docMk/>
            <pc:sldMk cId="2142315409" sldId="558"/>
            <ac:picMk id="22" creationId="{2F566474-8299-CC8C-0301-1BDA36B57480}"/>
          </ac:picMkLst>
        </pc:picChg>
      </pc:sldChg>
      <pc:sldChg chg="addSp delSp modSp add mod">
        <pc:chgData name="Sam Duncan" userId="c1d0992b-0ec5-443a-8c6c-87e1361e2b1d" providerId="ADAL" clId="{8F35C7B2-E227-D74A-9D54-02881A2B3258}" dt="2023-09-05T12:07:10.676" v="802" actId="20577"/>
        <pc:sldMkLst>
          <pc:docMk/>
          <pc:sldMk cId="1815764764" sldId="559"/>
        </pc:sldMkLst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2" creationId="{407A71B3-13B5-1029-449B-0CCE72FC0F7D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3" creationId="{39469DCF-EE36-6081-95B9-ABA1A0B01417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4" creationId="{AC15D726-90FB-41D6-7E83-F515FD131D5D}"/>
          </ac:spMkLst>
        </pc:spChg>
        <pc:spChg chg="mod">
          <ac:chgData name="Sam Duncan" userId="c1d0992b-0ec5-443a-8c6c-87e1361e2b1d" providerId="ADAL" clId="{8F35C7B2-E227-D74A-9D54-02881A2B3258}" dt="2023-09-05T11:29:51.554" v="623" actId="20577"/>
          <ac:spMkLst>
            <pc:docMk/>
            <pc:sldMk cId="1815764764" sldId="559"/>
            <ac:spMk id="5" creationId="{025DD5A3-E906-487B-ACF4-459BA0EB9764}"/>
          </ac:spMkLst>
        </pc:spChg>
        <pc:spChg chg="add del mod">
          <ac:chgData name="Sam Duncan" userId="c1d0992b-0ec5-443a-8c6c-87e1361e2b1d" providerId="ADAL" clId="{8F35C7B2-E227-D74A-9D54-02881A2B3258}" dt="2023-09-05T11:16:51.511" v="377" actId="478"/>
          <ac:spMkLst>
            <pc:docMk/>
            <pc:sldMk cId="1815764764" sldId="559"/>
            <ac:spMk id="13" creationId="{99E3F7A8-7F34-041E-C373-43B376EE7334}"/>
          </ac:spMkLst>
        </pc:spChg>
        <pc:spChg chg="add del mod">
          <ac:chgData name="Sam Duncan" userId="c1d0992b-0ec5-443a-8c6c-87e1361e2b1d" providerId="ADAL" clId="{8F35C7B2-E227-D74A-9D54-02881A2B3258}" dt="2023-09-05T11:16:51.511" v="377" actId="478"/>
          <ac:spMkLst>
            <pc:docMk/>
            <pc:sldMk cId="1815764764" sldId="559"/>
            <ac:spMk id="14" creationId="{432F1F9D-DB6F-9508-463A-FD7B6DEACAB1}"/>
          </ac:spMkLst>
        </pc:spChg>
        <pc:spChg chg="add del mod">
          <ac:chgData name="Sam Duncan" userId="c1d0992b-0ec5-443a-8c6c-87e1361e2b1d" providerId="ADAL" clId="{8F35C7B2-E227-D74A-9D54-02881A2B3258}" dt="2023-09-05T11:16:48.250" v="376" actId="478"/>
          <ac:spMkLst>
            <pc:docMk/>
            <pc:sldMk cId="1815764764" sldId="559"/>
            <ac:spMk id="16" creationId="{B50F29BD-2C7B-0603-7666-B5030BF16DE4}"/>
          </ac:spMkLst>
        </pc:spChg>
        <pc:spChg chg="add del mod">
          <ac:chgData name="Sam Duncan" userId="c1d0992b-0ec5-443a-8c6c-87e1361e2b1d" providerId="ADAL" clId="{8F35C7B2-E227-D74A-9D54-02881A2B3258}" dt="2023-09-05T11:16:48.250" v="376" actId="478"/>
          <ac:spMkLst>
            <pc:docMk/>
            <pc:sldMk cId="1815764764" sldId="559"/>
            <ac:spMk id="17" creationId="{CDC5F13D-C8E0-2B4B-1D76-822B9337BA7A}"/>
          </ac:spMkLst>
        </pc:spChg>
        <pc:spChg chg="mod">
          <ac:chgData name="Sam Duncan" userId="c1d0992b-0ec5-443a-8c6c-87e1361e2b1d" providerId="ADAL" clId="{8F35C7B2-E227-D74A-9D54-02881A2B3258}" dt="2023-09-05T11:16:16.332" v="374"/>
          <ac:spMkLst>
            <pc:docMk/>
            <pc:sldMk cId="1815764764" sldId="559"/>
            <ac:spMk id="20" creationId="{12566B50-972E-A1FD-10A6-447F14465C1D}"/>
          </ac:spMkLst>
        </pc:spChg>
        <pc:spChg chg="add del mod">
          <ac:chgData name="Sam Duncan" userId="c1d0992b-0ec5-443a-8c6c-87e1361e2b1d" providerId="ADAL" clId="{8F35C7B2-E227-D74A-9D54-02881A2B3258}" dt="2023-09-05T11:16:48.250" v="376" actId="478"/>
          <ac:spMkLst>
            <pc:docMk/>
            <pc:sldMk cId="1815764764" sldId="559"/>
            <ac:spMk id="22" creationId="{39A31378-A276-DA64-00C6-6D8F9FE2191B}"/>
          </ac:spMkLst>
        </pc:spChg>
        <pc:spChg chg="add del mod">
          <ac:chgData name="Sam Duncan" userId="c1d0992b-0ec5-443a-8c6c-87e1361e2b1d" providerId="ADAL" clId="{8F35C7B2-E227-D74A-9D54-02881A2B3258}" dt="2023-09-05T11:25:39.024" v="604" actId="478"/>
          <ac:spMkLst>
            <pc:docMk/>
            <pc:sldMk cId="1815764764" sldId="559"/>
            <ac:spMk id="23" creationId="{7D0A5513-962A-2050-4DFF-F1E111FD93B1}"/>
          </ac:spMkLst>
        </pc:spChg>
        <pc:spChg chg="add del mod">
          <ac:chgData name="Sam Duncan" userId="c1d0992b-0ec5-443a-8c6c-87e1361e2b1d" providerId="ADAL" clId="{8F35C7B2-E227-D74A-9D54-02881A2B3258}" dt="2023-09-05T11:25:39.024" v="604" actId="478"/>
          <ac:spMkLst>
            <pc:docMk/>
            <pc:sldMk cId="1815764764" sldId="559"/>
            <ac:spMk id="24" creationId="{72AF8C04-1D43-A9E1-24A8-E3533334E4B0}"/>
          </ac:spMkLst>
        </pc:spChg>
        <pc:spChg chg="add del mod">
          <ac:chgData name="Sam Duncan" userId="c1d0992b-0ec5-443a-8c6c-87e1361e2b1d" providerId="ADAL" clId="{8F35C7B2-E227-D74A-9D54-02881A2B3258}" dt="2023-09-05T11:25:39.024" v="604" actId="478"/>
          <ac:spMkLst>
            <pc:docMk/>
            <pc:sldMk cId="1815764764" sldId="559"/>
            <ac:spMk id="25" creationId="{D14352FC-BB5D-32BF-C25C-D2DFC4A0025B}"/>
          </ac:spMkLst>
        </pc:spChg>
        <pc:spChg chg="add mod">
          <ac:chgData name="Sam Duncan" userId="c1d0992b-0ec5-443a-8c6c-87e1361e2b1d" providerId="ADAL" clId="{8F35C7B2-E227-D74A-9D54-02881A2B3258}" dt="2023-09-05T11:38:05.093" v="755" actId="1076"/>
          <ac:spMkLst>
            <pc:docMk/>
            <pc:sldMk cId="1815764764" sldId="559"/>
            <ac:spMk id="26" creationId="{B20636B9-AC1C-DEAF-3B03-8570FE70B59B}"/>
          </ac:spMkLst>
        </pc:spChg>
        <pc:spChg chg="add mod">
          <ac:chgData name="Sam Duncan" userId="c1d0992b-0ec5-443a-8c6c-87e1361e2b1d" providerId="ADAL" clId="{8F35C7B2-E227-D74A-9D54-02881A2B3258}" dt="2023-09-05T12:07:10.676" v="802" actId="20577"/>
          <ac:spMkLst>
            <pc:docMk/>
            <pc:sldMk cId="1815764764" sldId="559"/>
            <ac:spMk id="28" creationId="{E5F1360D-B74B-007A-3ACE-DECF2C03CA44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30" creationId="{89C0F108-7514-4D42-A17E-BA2EADD56C7C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31" creationId="{3AF94861-60E5-4EEB-9D82-034AF301D936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32" creationId="{C7708346-8824-40A2-A2EA-C3576E08B61B}"/>
          </ac:spMkLst>
        </pc:spChg>
        <pc:spChg chg="del">
          <ac:chgData name="Sam Duncan" userId="c1d0992b-0ec5-443a-8c6c-87e1361e2b1d" providerId="ADAL" clId="{8F35C7B2-E227-D74A-9D54-02881A2B3258}" dt="2023-09-05T11:15:41.708" v="372" actId="478"/>
          <ac:spMkLst>
            <pc:docMk/>
            <pc:sldMk cId="1815764764" sldId="559"/>
            <ac:spMk id="33" creationId="{EBD0486B-1B71-4E7C-B7FE-3C3B4B7F06C9}"/>
          </ac:spMkLst>
        </pc:spChg>
        <pc:spChg chg="del mod">
          <ac:chgData name="Sam Duncan" userId="c1d0992b-0ec5-443a-8c6c-87e1361e2b1d" providerId="ADAL" clId="{8F35C7B2-E227-D74A-9D54-02881A2B3258}" dt="2023-09-05T11:25:39.024" v="604" actId="478"/>
          <ac:spMkLst>
            <pc:docMk/>
            <pc:sldMk cId="1815764764" sldId="559"/>
            <ac:spMk id="34" creationId="{E3E4FAEC-5C16-4612-9ABC-043630BFFCCE}"/>
          </ac:spMkLst>
        </pc:spChg>
        <pc:spChg chg="del">
          <ac:chgData name="Sam Duncan" userId="c1d0992b-0ec5-443a-8c6c-87e1361e2b1d" providerId="ADAL" clId="{8F35C7B2-E227-D74A-9D54-02881A2B3258}" dt="2023-09-05T11:25:07.943" v="602" actId="478"/>
          <ac:spMkLst>
            <pc:docMk/>
            <pc:sldMk cId="1815764764" sldId="559"/>
            <ac:spMk id="36" creationId="{BE8B4CEC-8EFE-472A-973D-A215A8C46158}"/>
          </ac:spMkLst>
        </pc:spChg>
        <pc:spChg chg="del mod">
          <ac:chgData name="Sam Duncan" userId="c1d0992b-0ec5-443a-8c6c-87e1361e2b1d" providerId="ADAL" clId="{8F35C7B2-E227-D74A-9D54-02881A2B3258}" dt="2023-09-05T11:26:32.214" v="614" actId="478"/>
          <ac:spMkLst>
            <pc:docMk/>
            <pc:sldMk cId="1815764764" sldId="559"/>
            <ac:spMk id="73" creationId="{8C7B80B6-F8E0-40E3-ABF8-8318C79424FE}"/>
          </ac:spMkLst>
        </pc:spChg>
        <pc:grpChg chg="add del mod">
          <ac:chgData name="Sam Duncan" userId="c1d0992b-0ec5-443a-8c6c-87e1361e2b1d" providerId="ADAL" clId="{8F35C7B2-E227-D74A-9D54-02881A2B3258}" dt="2023-09-05T11:16:48.250" v="376" actId="478"/>
          <ac:grpSpMkLst>
            <pc:docMk/>
            <pc:sldMk cId="1815764764" sldId="559"/>
            <ac:grpSpMk id="19" creationId="{0926659B-17AB-E2E5-E535-51082C9CD4B8}"/>
          </ac:grpSpMkLst>
        </pc:grpChg>
        <pc:picChg chg="add del mod">
          <ac:chgData name="Sam Duncan" userId="c1d0992b-0ec5-443a-8c6c-87e1361e2b1d" providerId="ADAL" clId="{8F35C7B2-E227-D74A-9D54-02881A2B3258}" dt="2023-09-05T11:16:48.250" v="376" actId="478"/>
          <ac:picMkLst>
            <pc:docMk/>
            <pc:sldMk cId="1815764764" sldId="559"/>
            <ac:picMk id="15" creationId="{226FFC77-2F8D-DF29-D2A0-E94D070CD6DA}"/>
          </ac:picMkLst>
        </pc:picChg>
        <pc:picChg chg="mod">
          <ac:chgData name="Sam Duncan" userId="c1d0992b-0ec5-443a-8c6c-87e1361e2b1d" providerId="ADAL" clId="{8F35C7B2-E227-D74A-9D54-02881A2B3258}" dt="2023-09-05T11:16:16.332" v="374"/>
          <ac:picMkLst>
            <pc:docMk/>
            <pc:sldMk cId="1815764764" sldId="559"/>
            <ac:picMk id="21" creationId="{C9D62510-A716-00A3-F956-910BB9A087A7}"/>
          </ac:picMkLst>
        </pc:picChg>
        <pc:picChg chg="add mod">
          <ac:chgData name="Sam Duncan" userId="c1d0992b-0ec5-443a-8c6c-87e1361e2b1d" providerId="ADAL" clId="{8F35C7B2-E227-D74A-9D54-02881A2B3258}" dt="2023-09-05T11:38:05.093" v="755" actId="1076"/>
          <ac:picMkLst>
            <pc:docMk/>
            <pc:sldMk cId="1815764764" sldId="559"/>
            <ac:picMk id="27" creationId="{FCCCB9BB-9E68-F123-12D0-D98ED3B74F46}"/>
          </ac:picMkLst>
        </pc:picChg>
        <pc:cxnChg chg="add mod">
          <ac:chgData name="Sam Duncan" userId="c1d0992b-0ec5-443a-8c6c-87e1361e2b1d" providerId="ADAL" clId="{8F35C7B2-E227-D74A-9D54-02881A2B3258}" dt="2023-09-05T11:16:25.075" v="375" actId="1076"/>
          <ac:cxnSpMkLst>
            <pc:docMk/>
            <pc:sldMk cId="1815764764" sldId="559"/>
            <ac:cxnSpMk id="18" creationId="{80FE028D-ABA2-9068-F948-71BC8089A2DD}"/>
          </ac:cxnSpMkLst>
        </pc:cxnChg>
      </pc:sldChg>
      <pc:sldChg chg="modSp add del mod ord">
        <pc:chgData name="Sam Duncan" userId="c1d0992b-0ec5-443a-8c6c-87e1361e2b1d" providerId="ADAL" clId="{8F35C7B2-E227-D74A-9D54-02881A2B3258}" dt="2023-09-05T11:08:02.408" v="347" actId="2696"/>
        <pc:sldMkLst>
          <pc:docMk/>
          <pc:sldMk cId="2434857598" sldId="559"/>
        </pc:sldMkLst>
        <pc:spChg chg="mod">
          <ac:chgData name="Sam Duncan" userId="c1d0992b-0ec5-443a-8c6c-87e1361e2b1d" providerId="ADAL" clId="{8F35C7B2-E227-D74A-9D54-02881A2B3258}" dt="2023-09-05T11:06:23.924" v="345" actId="20577"/>
          <ac:spMkLst>
            <pc:docMk/>
            <pc:sldMk cId="2434857598" sldId="559"/>
            <ac:spMk id="3" creationId="{C3855533-CC1A-4D2B-9878-FC0D6C53A67A}"/>
          </ac:spMkLst>
        </pc:spChg>
      </pc:sldChg>
    </pc:docChg>
  </pc:docChgLst>
  <pc:docChgLst>
    <pc:chgData name="Shaun Barrett" userId="2e21295b-21c9-4734-b4c8-23b29a1a1ba3" providerId="ADAL" clId="{E4F82F89-233F-4258-88A8-5C8A648B9399}"/>
    <pc:docChg chg="undo redo custSel addSld delSld modSld sldOrd">
      <pc:chgData name="Shaun Barrett" userId="2e21295b-21c9-4734-b4c8-23b29a1a1ba3" providerId="ADAL" clId="{E4F82F89-233F-4258-88A8-5C8A648B9399}" dt="2023-09-05T11:31:53.182" v="1615" actId="478"/>
      <pc:docMkLst>
        <pc:docMk/>
      </pc:docMkLst>
      <pc:sldChg chg="modSp add mod">
        <pc:chgData name="Shaun Barrett" userId="2e21295b-21c9-4734-b4c8-23b29a1a1ba3" providerId="ADAL" clId="{E4F82F89-233F-4258-88A8-5C8A648B9399}" dt="2023-09-05T09:49:47.311" v="1613" actId="20577"/>
        <pc:sldMkLst>
          <pc:docMk/>
          <pc:sldMk cId="2898931480" sldId="318"/>
        </pc:sldMkLst>
        <pc:spChg chg="mod">
          <ac:chgData name="Shaun Barrett" userId="2e21295b-21c9-4734-b4c8-23b29a1a1ba3" providerId="ADAL" clId="{E4F82F89-233F-4258-88A8-5C8A648B9399}" dt="2023-09-05T09:49:47.311" v="1613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del">
        <pc:chgData name="Shaun Barrett" userId="2e21295b-21c9-4734-b4c8-23b29a1a1ba3" providerId="ADAL" clId="{E4F82F89-233F-4258-88A8-5C8A648B9399}" dt="2023-09-04T18:39:48.829" v="1357" actId="47"/>
        <pc:sldMkLst>
          <pc:docMk/>
          <pc:sldMk cId="131517736" sldId="381"/>
        </pc:sldMkLst>
      </pc:sldChg>
      <pc:sldChg chg="modSp add mod">
        <pc:chgData name="Shaun Barrett" userId="2e21295b-21c9-4734-b4c8-23b29a1a1ba3" providerId="ADAL" clId="{E4F82F89-233F-4258-88A8-5C8A648B9399}" dt="2023-09-04T18:40:46.874" v="1372" actId="20577"/>
        <pc:sldMkLst>
          <pc:docMk/>
          <pc:sldMk cId="1299222041" sldId="438"/>
        </pc:sldMkLst>
        <pc:spChg chg="mod">
          <ac:chgData name="Shaun Barrett" userId="2e21295b-21c9-4734-b4c8-23b29a1a1ba3" providerId="ADAL" clId="{E4F82F89-233F-4258-88A8-5C8A648B9399}" dt="2023-09-04T18:40:46.874" v="1372" actId="20577"/>
          <ac:spMkLst>
            <pc:docMk/>
            <pc:sldMk cId="1299222041" sldId="438"/>
            <ac:spMk id="3" creationId="{451A8919-5D47-4CA7-8B69-F840DE9F84A0}"/>
          </ac:spMkLst>
        </pc:spChg>
      </pc:sldChg>
      <pc:sldChg chg="addSp delSp modSp mod ord modCm modNotesTx">
        <pc:chgData name="Shaun Barrett" userId="2e21295b-21c9-4734-b4c8-23b29a1a1ba3" providerId="ADAL" clId="{E4F82F89-233F-4258-88A8-5C8A648B9399}" dt="2023-09-05T09:09:59.997" v="1540"/>
        <pc:sldMkLst>
          <pc:docMk/>
          <pc:sldMk cId="3075885343" sldId="468"/>
        </pc:sldMkLst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2" creationId="{AEFB7BD2-0199-A885-D5CE-1D77CCB9D647}"/>
          </ac:spMkLst>
        </pc:spChg>
        <pc:spChg chg="mod">
          <ac:chgData name="Shaun Barrett" userId="2e21295b-21c9-4734-b4c8-23b29a1a1ba3" providerId="ADAL" clId="{E4F82F89-233F-4258-88A8-5C8A648B9399}" dt="2023-09-04T18:27:10.966" v="648" actId="1076"/>
          <ac:spMkLst>
            <pc:docMk/>
            <pc:sldMk cId="3075885343" sldId="468"/>
            <ac:spMk id="3" creationId="{C3855533-CC1A-4D2B-9878-FC0D6C53A67A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8" creationId="{895DE33D-83BA-B7E4-F4AA-895E924E54A1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10" creationId="{A6BF02EC-2EC6-D458-2E7F-0C3997DC81BF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11" creationId="{1059C6AD-C812-85D9-2A11-01DEB7F0894A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12" creationId="{2EB7780C-0256-6704-FFAC-33AD558AC5CE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15" creationId="{ED83E17E-F9B1-26F1-25FA-3C79A7124019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18" creationId="{D9B47A07-F401-9482-58A8-9680B9E8B16B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23" creationId="{F92A9EBF-09EB-9F32-1B1E-EBE9B6738CA9}"/>
          </ac:spMkLst>
        </pc:spChg>
        <pc:spChg chg="mod">
          <ac:chgData name="Shaun Barrett" userId="2e21295b-21c9-4734-b4c8-23b29a1a1ba3" providerId="ADAL" clId="{E4F82F89-233F-4258-88A8-5C8A648B9399}" dt="2023-09-04T18:26:55.226" v="646" actId="20577"/>
          <ac:spMkLst>
            <pc:docMk/>
            <pc:sldMk cId="3075885343" sldId="468"/>
            <ac:spMk id="24" creationId="{9DB6902C-A3E2-452F-9D3C-87060177A9BE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28" creationId="{87D1CE84-016D-34F8-A1EC-85D00E6FE765}"/>
          </ac:spMkLst>
        </pc:spChg>
        <pc:spChg chg="mod">
          <ac:chgData name="Shaun Barrett" userId="2e21295b-21c9-4734-b4c8-23b29a1a1ba3" providerId="ADAL" clId="{E4F82F89-233F-4258-88A8-5C8A648B9399}" dt="2023-09-04T18:28:22.916" v="653" actId="1076"/>
          <ac:spMkLst>
            <pc:docMk/>
            <pc:sldMk cId="3075885343" sldId="468"/>
            <ac:spMk id="30" creationId="{6323B6EE-FEE9-4276-AA71-41F27C374F85}"/>
          </ac:spMkLst>
        </pc:spChg>
        <pc:spChg chg="mod">
          <ac:chgData name="Shaun Barrett" userId="2e21295b-21c9-4734-b4c8-23b29a1a1ba3" providerId="ADAL" clId="{E4F82F89-233F-4258-88A8-5C8A648B9399}" dt="2023-09-04T13:19:38.241" v="216" actId="14100"/>
          <ac:spMkLst>
            <pc:docMk/>
            <pc:sldMk cId="3075885343" sldId="468"/>
            <ac:spMk id="33" creationId="{D486188C-5D6B-0BE6-FD99-6362215BA5D9}"/>
          </ac:spMkLst>
        </pc:spChg>
        <pc:spChg chg="mod">
          <ac:chgData name="Shaun Barrett" userId="2e21295b-21c9-4734-b4c8-23b29a1a1ba3" providerId="ADAL" clId="{E4F82F89-233F-4258-88A8-5C8A648B9399}" dt="2023-09-04T18:43:26.939" v="1440" actId="14100"/>
          <ac:spMkLst>
            <pc:docMk/>
            <pc:sldMk cId="3075885343" sldId="468"/>
            <ac:spMk id="34" creationId="{CE6BDE70-8B29-4198-837D-0523A3A7ABFC}"/>
          </ac:spMkLst>
        </pc:spChg>
        <pc:spChg chg="del mod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37" creationId="{94094AFA-2559-156F-2E9D-97DA1DA71A5F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40" creationId="{1A193BC2-27B6-4AE5-8F91-CC26A69104E7}"/>
          </ac:spMkLst>
        </pc:spChg>
        <pc:spChg chg="mod">
          <ac:chgData name="Shaun Barrett" userId="2e21295b-21c9-4734-b4c8-23b29a1a1ba3" providerId="ADAL" clId="{E4F82F89-233F-4258-88A8-5C8A648B9399}" dt="2023-09-04T18:43:32.277" v="1441" actId="14100"/>
          <ac:spMkLst>
            <pc:docMk/>
            <pc:sldMk cId="3075885343" sldId="468"/>
            <ac:spMk id="42" creationId="{A5BE81CA-F9DF-4924-8A50-73936BC872E7}"/>
          </ac:spMkLst>
        </pc:spChg>
        <pc:spChg chg="mod">
          <ac:chgData name="Shaun Barrett" userId="2e21295b-21c9-4734-b4c8-23b29a1a1ba3" providerId="ADAL" clId="{E4F82F89-233F-4258-88A8-5C8A648B9399}" dt="2023-09-04T18:27:34.543" v="650" actId="1076"/>
          <ac:spMkLst>
            <pc:docMk/>
            <pc:sldMk cId="3075885343" sldId="468"/>
            <ac:spMk id="43" creationId="{37DDABF1-AEEA-419D-9155-AC064EACA051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48" creationId="{BD7AB968-0C5F-BF5C-A538-E592F56C54B3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53" creationId="{693D04F3-B70C-4B4E-9A0B-ABCD147D57BA}"/>
          </ac:spMkLst>
        </pc:spChg>
        <pc:spChg chg="del">
          <ac:chgData name="Shaun Barrett" userId="2e21295b-21c9-4734-b4c8-23b29a1a1ba3" providerId="ADAL" clId="{E4F82F89-233F-4258-88A8-5C8A648B9399}" dt="2023-08-29T14:56:41.981" v="70" actId="478"/>
          <ac:spMkLst>
            <pc:docMk/>
            <pc:sldMk cId="3075885343" sldId="468"/>
            <ac:spMk id="55" creationId="{8243D717-A6BD-4DF8-B015-A0E2FF43F29A}"/>
          </ac:spMkLst>
        </pc:spChg>
        <pc:spChg chg="del">
          <ac:chgData name="Shaun Barrett" userId="2e21295b-21c9-4734-b4c8-23b29a1a1ba3" providerId="ADAL" clId="{E4F82F89-233F-4258-88A8-5C8A648B9399}" dt="2023-08-29T14:56:20.802" v="62" actId="478"/>
          <ac:spMkLst>
            <pc:docMk/>
            <pc:sldMk cId="3075885343" sldId="468"/>
            <ac:spMk id="57" creationId="{73D8ED19-737E-7E80-2F35-6F123337C2F1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58" creationId="{E4E5C346-6F70-D8D9-3D37-CA4DEC767981}"/>
          </ac:spMkLst>
        </pc:spChg>
        <pc:spChg chg="del">
          <ac:chgData name="Shaun Barrett" userId="2e21295b-21c9-4734-b4c8-23b29a1a1ba3" providerId="ADAL" clId="{E4F82F89-233F-4258-88A8-5C8A648B9399}" dt="2023-09-04T13:12:18.279" v="78" actId="478"/>
          <ac:spMkLst>
            <pc:docMk/>
            <pc:sldMk cId="3075885343" sldId="468"/>
            <ac:spMk id="62" creationId="{377A4F28-4925-04E0-3257-87EE552EAC1A}"/>
          </ac:spMkLst>
        </pc:spChg>
        <pc:spChg chg="del mod">
          <ac:chgData name="Shaun Barrett" userId="2e21295b-21c9-4734-b4c8-23b29a1a1ba3" providerId="ADAL" clId="{E4F82F89-233F-4258-88A8-5C8A648B9399}" dt="2023-08-29T14:56:26.545" v="66" actId="478"/>
          <ac:spMkLst>
            <pc:docMk/>
            <pc:sldMk cId="3075885343" sldId="468"/>
            <ac:spMk id="71" creationId="{9DEF793B-4E81-348D-001E-B8CAE06E3219}"/>
          </ac:spMkLst>
        </pc:spChg>
        <pc:spChg chg="del mod">
          <ac:chgData name="Shaun Barrett" userId="2e21295b-21c9-4734-b4c8-23b29a1a1ba3" providerId="ADAL" clId="{E4F82F89-233F-4258-88A8-5C8A648B9399}" dt="2023-08-29T14:56:27.790" v="67" actId="478"/>
          <ac:spMkLst>
            <pc:docMk/>
            <pc:sldMk cId="3075885343" sldId="468"/>
            <ac:spMk id="72" creationId="{B4E33628-6F48-2092-9ACF-A67D69DAFC2B}"/>
          </ac:spMkLst>
        </pc:spChg>
        <pc:picChg chg="add mod">
          <ac:chgData name="Shaun Barrett" userId="2e21295b-21c9-4734-b4c8-23b29a1a1ba3" providerId="ADAL" clId="{E4F82F89-233F-4258-88A8-5C8A648B9399}" dt="2023-09-04T13:19:15.979" v="211" actId="1076"/>
          <ac:picMkLst>
            <pc:docMk/>
            <pc:sldMk cId="3075885343" sldId="468"/>
            <ac:picMk id="2" creationId="{3AFDED4A-39ED-26FF-F14B-C74DD5D69F9D}"/>
          </ac:picMkLst>
        </pc:picChg>
        <pc:picChg chg="add mod">
          <ac:chgData name="Shaun Barrett" userId="2e21295b-21c9-4734-b4c8-23b29a1a1ba3" providerId="ADAL" clId="{E4F82F89-233F-4258-88A8-5C8A648B9399}" dt="2023-09-04T13:19:13.626" v="210" actId="1076"/>
          <ac:picMkLst>
            <pc:docMk/>
            <pc:sldMk cId="3075885343" sldId="468"/>
            <ac:picMk id="4" creationId="{58AD1B9F-4B7E-5116-CB92-45199DECA053}"/>
          </ac:picMkLst>
        </pc:picChg>
        <pc:picChg chg="add mod">
          <ac:chgData name="Shaun Barrett" userId="2e21295b-21c9-4734-b4c8-23b29a1a1ba3" providerId="ADAL" clId="{E4F82F89-233F-4258-88A8-5C8A648B9399}" dt="2023-09-04T13:19:24.376" v="213" actId="1076"/>
          <ac:picMkLst>
            <pc:docMk/>
            <pc:sldMk cId="3075885343" sldId="468"/>
            <ac:picMk id="5" creationId="{9DF691CB-70FA-E8D5-2D8B-6E1E840A872A}"/>
          </ac:picMkLst>
        </pc:picChg>
        <pc:picChg chg="add mod">
          <ac:chgData name="Shaun Barrett" userId="2e21295b-21c9-4734-b4c8-23b29a1a1ba3" providerId="ADAL" clId="{E4F82F89-233F-4258-88A8-5C8A648B9399}" dt="2023-09-04T13:19:28.757" v="215" actId="1076"/>
          <ac:picMkLst>
            <pc:docMk/>
            <pc:sldMk cId="3075885343" sldId="468"/>
            <ac:picMk id="6" creationId="{65F2139A-C41B-A857-CA58-237C953D7CBE}"/>
          </ac:picMkLst>
        </pc:picChg>
        <pc:picChg chg="add mod">
          <ac:chgData name="Shaun Barrett" userId="2e21295b-21c9-4734-b4c8-23b29a1a1ba3" providerId="ADAL" clId="{E4F82F89-233F-4258-88A8-5C8A648B9399}" dt="2023-09-04T18:28:37.808" v="655" actId="1076"/>
          <ac:picMkLst>
            <pc:docMk/>
            <pc:sldMk cId="3075885343" sldId="468"/>
            <ac:picMk id="7" creationId="{826375A9-AD0A-23FB-BB50-1B35C5C5CDC6}"/>
          </ac:picMkLst>
        </pc:picChg>
        <pc:picChg chg="del">
          <ac:chgData name="Shaun Barrett" userId="2e21295b-21c9-4734-b4c8-23b29a1a1ba3" providerId="ADAL" clId="{E4F82F89-233F-4258-88A8-5C8A648B9399}" dt="2023-09-04T13:12:18.279" v="78" actId="478"/>
          <ac:picMkLst>
            <pc:docMk/>
            <pc:sldMk cId="3075885343" sldId="468"/>
            <ac:picMk id="9" creationId="{080A1182-2963-0F4F-A83C-E3F4593F836E}"/>
          </ac:picMkLst>
        </pc:picChg>
        <pc:picChg chg="add mod">
          <ac:chgData name="Shaun Barrett" userId="2e21295b-21c9-4734-b4c8-23b29a1a1ba3" providerId="ADAL" clId="{E4F82F89-233F-4258-88A8-5C8A648B9399}" dt="2023-09-04T18:28:40.208" v="656" actId="1076"/>
          <ac:picMkLst>
            <pc:docMk/>
            <pc:sldMk cId="3075885343" sldId="468"/>
            <ac:picMk id="12" creationId="{35E64C76-9F48-A0B5-AD08-442FBB844D3F}"/>
          </ac:picMkLst>
        </pc:picChg>
        <pc:picChg chg="del">
          <ac:chgData name="Shaun Barrett" userId="2e21295b-21c9-4734-b4c8-23b29a1a1ba3" providerId="ADAL" clId="{E4F82F89-233F-4258-88A8-5C8A648B9399}" dt="2023-08-29T14:56:41.981" v="70" actId="478"/>
          <ac:picMkLst>
            <pc:docMk/>
            <pc:sldMk cId="3075885343" sldId="468"/>
            <ac:picMk id="22" creationId="{16981510-8D22-FC8B-40C8-64DDF75A3C26}"/>
          </ac:picMkLst>
        </pc:picChg>
        <pc:picChg chg="mod">
          <ac:chgData name="Shaun Barrett" userId="2e21295b-21c9-4734-b4c8-23b29a1a1ba3" providerId="ADAL" clId="{E4F82F89-233F-4258-88A8-5C8A648B9399}" dt="2023-09-04T18:28:28.414" v="654" actId="1076"/>
          <ac:picMkLst>
            <pc:docMk/>
            <pc:sldMk cId="3075885343" sldId="468"/>
            <ac:picMk id="31" creationId="{29BA2FFC-A92B-4156-8BA3-529C3C9460E7}"/>
          </ac:picMkLst>
        </pc:picChg>
        <pc:picChg chg="mod">
          <ac:chgData name="Shaun Barrett" userId="2e21295b-21c9-4734-b4c8-23b29a1a1ba3" providerId="ADAL" clId="{E4F82F89-233F-4258-88A8-5C8A648B9399}" dt="2023-09-04T18:27:34.543" v="650" actId="1076"/>
          <ac:picMkLst>
            <pc:docMk/>
            <pc:sldMk cId="3075885343" sldId="468"/>
            <ac:picMk id="35" creationId="{37AA1FBD-E128-46CC-811B-2BDA988EBB27}"/>
          </ac:picMkLst>
        </pc:picChg>
        <pc:picChg chg="mod">
          <ac:chgData name="Shaun Barrett" userId="2e21295b-21c9-4734-b4c8-23b29a1a1ba3" providerId="ADAL" clId="{E4F82F89-233F-4258-88A8-5C8A648B9399}" dt="2023-09-04T13:19:11.760" v="209" actId="1076"/>
          <ac:picMkLst>
            <pc:docMk/>
            <pc:sldMk cId="3075885343" sldId="468"/>
            <ac:picMk id="36" creationId="{201B6CBD-3D38-40F2-F647-73E8B08C1C21}"/>
          </ac:picMkLst>
        </pc:picChg>
        <pc:picChg chg="del">
          <ac:chgData name="Shaun Barrett" userId="2e21295b-21c9-4734-b4c8-23b29a1a1ba3" providerId="ADAL" clId="{E4F82F89-233F-4258-88A8-5C8A648B9399}" dt="2023-08-29T14:56:41.981" v="70" actId="478"/>
          <ac:picMkLst>
            <pc:docMk/>
            <pc:sldMk cId="3075885343" sldId="468"/>
            <ac:picMk id="44" creationId="{AFF46319-6E2D-6008-2BB0-874525342401}"/>
          </ac:picMkLst>
        </pc:picChg>
        <pc:picChg chg="mod">
          <ac:chgData name="Shaun Barrett" userId="2e21295b-21c9-4734-b4c8-23b29a1a1ba3" providerId="ADAL" clId="{E4F82F89-233F-4258-88A8-5C8A648B9399}" dt="2023-09-04T18:27:34.543" v="650" actId="1076"/>
          <ac:picMkLst>
            <pc:docMk/>
            <pc:sldMk cId="3075885343" sldId="468"/>
            <ac:picMk id="45" creationId="{DF6E112B-66E0-D9CF-4350-DA3ACEEFD110}"/>
          </ac:picMkLst>
        </pc:picChg>
        <pc:picChg chg="del">
          <ac:chgData name="Shaun Barrett" userId="2e21295b-21c9-4734-b4c8-23b29a1a1ba3" providerId="ADAL" clId="{E4F82F89-233F-4258-88A8-5C8A648B9399}" dt="2023-09-04T13:12:18.279" v="78" actId="478"/>
          <ac:picMkLst>
            <pc:docMk/>
            <pc:sldMk cId="3075885343" sldId="468"/>
            <ac:picMk id="56" creationId="{A6CA9D04-90BE-3A0E-227A-978D4EC92D45}"/>
          </ac:picMkLst>
        </pc:picChg>
        <pc:picChg chg="del">
          <ac:chgData name="Shaun Barrett" userId="2e21295b-21c9-4734-b4c8-23b29a1a1ba3" providerId="ADAL" clId="{E4F82F89-233F-4258-88A8-5C8A648B9399}" dt="2023-08-29T14:56:24.280" v="63" actId="478"/>
          <ac:picMkLst>
            <pc:docMk/>
            <pc:sldMk cId="3075885343" sldId="468"/>
            <ac:picMk id="70" creationId="{B7BC510E-F3BE-047C-7873-3D2A2A03A899}"/>
          </ac:picMkLst>
        </pc:picChg>
      </pc:sldChg>
      <pc:sldChg chg="del">
        <pc:chgData name="Shaun Barrett" userId="2e21295b-21c9-4734-b4c8-23b29a1a1ba3" providerId="ADAL" clId="{E4F82F89-233F-4258-88A8-5C8A648B9399}" dt="2023-08-29T14:55:21.374" v="47" actId="47"/>
        <pc:sldMkLst>
          <pc:docMk/>
          <pc:sldMk cId="2184076965" sldId="475"/>
        </pc:sldMkLst>
      </pc:sldChg>
      <pc:sldChg chg="del">
        <pc:chgData name="Shaun Barrett" userId="2e21295b-21c9-4734-b4c8-23b29a1a1ba3" providerId="ADAL" clId="{E4F82F89-233F-4258-88A8-5C8A648B9399}" dt="2023-08-29T14:55:23.020" v="48" actId="47"/>
        <pc:sldMkLst>
          <pc:docMk/>
          <pc:sldMk cId="2318602496" sldId="476"/>
        </pc:sldMkLst>
      </pc:sldChg>
      <pc:sldChg chg="modSp mod">
        <pc:chgData name="Shaun Barrett" userId="2e21295b-21c9-4734-b4c8-23b29a1a1ba3" providerId="ADAL" clId="{E4F82F89-233F-4258-88A8-5C8A648B9399}" dt="2023-09-04T18:16:16.274" v="586" actId="1076"/>
        <pc:sldMkLst>
          <pc:docMk/>
          <pc:sldMk cId="1372506682" sldId="478"/>
        </pc:sldMkLst>
        <pc:spChg chg="mod">
          <ac:chgData name="Shaun Barrett" userId="2e21295b-21c9-4734-b4c8-23b29a1a1ba3" providerId="ADAL" clId="{E4F82F89-233F-4258-88A8-5C8A648B9399}" dt="2023-09-04T18:16:12.489" v="585" actId="1076"/>
          <ac:spMkLst>
            <pc:docMk/>
            <pc:sldMk cId="1372506682" sldId="478"/>
            <ac:spMk id="2" creationId="{926268CD-6A91-46D5-9F2E-D63140C574C1}"/>
          </ac:spMkLst>
        </pc:spChg>
        <pc:spChg chg="mod">
          <ac:chgData name="Shaun Barrett" userId="2e21295b-21c9-4734-b4c8-23b29a1a1ba3" providerId="ADAL" clId="{E4F82F89-233F-4258-88A8-5C8A648B9399}" dt="2023-09-04T18:16:16.274" v="586" actId="1076"/>
          <ac:spMkLst>
            <pc:docMk/>
            <pc:sldMk cId="1372506682" sldId="478"/>
            <ac:spMk id="3" creationId="{CCE055E0-7725-4859-9475-AA12EAB230DD}"/>
          </ac:spMkLst>
        </pc:spChg>
      </pc:sldChg>
      <pc:sldChg chg="del">
        <pc:chgData name="Shaun Barrett" userId="2e21295b-21c9-4734-b4c8-23b29a1a1ba3" providerId="ADAL" clId="{E4F82F89-233F-4258-88A8-5C8A648B9399}" dt="2023-08-29T14:55:25.945" v="49" actId="47"/>
        <pc:sldMkLst>
          <pc:docMk/>
          <pc:sldMk cId="419252725" sldId="510"/>
        </pc:sldMkLst>
      </pc:sldChg>
      <pc:sldChg chg="del">
        <pc:chgData name="Shaun Barrett" userId="2e21295b-21c9-4734-b4c8-23b29a1a1ba3" providerId="ADAL" clId="{E4F82F89-233F-4258-88A8-5C8A648B9399}" dt="2023-08-29T15:14:42.881" v="73" actId="47"/>
        <pc:sldMkLst>
          <pc:docMk/>
          <pc:sldMk cId="2946320377" sldId="519"/>
        </pc:sldMkLst>
      </pc:sldChg>
      <pc:sldChg chg="del">
        <pc:chgData name="Shaun Barrett" userId="2e21295b-21c9-4734-b4c8-23b29a1a1ba3" providerId="ADAL" clId="{E4F82F89-233F-4258-88A8-5C8A648B9399}" dt="2023-09-04T18:39:40.963" v="1355" actId="47"/>
        <pc:sldMkLst>
          <pc:docMk/>
          <pc:sldMk cId="1328899717" sldId="533"/>
        </pc:sldMkLst>
      </pc:sldChg>
      <pc:sldChg chg="del">
        <pc:chgData name="Shaun Barrett" userId="2e21295b-21c9-4734-b4c8-23b29a1a1ba3" providerId="ADAL" clId="{E4F82F89-233F-4258-88A8-5C8A648B9399}" dt="2023-08-29T15:14:49.599" v="75" actId="47"/>
        <pc:sldMkLst>
          <pc:docMk/>
          <pc:sldMk cId="1932171373" sldId="534"/>
        </pc:sldMkLst>
      </pc:sldChg>
      <pc:sldChg chg="del">
        <pc:chgData name="Shaun Barrett" userId="2e21295b-21c9-4734-b4c8-23b29a1a1ba3" providerId="ADAL" clId="{E4F82F89-233F-4258-88A8-5C8A648B9399}" dt="2023-08-29T15:14:47.760" v="74" actId="47"/>
        <pc:sldMkLst>
          <pc:docMk/>
          <pc:sldMk cId="3178771002" sldId="535"/>
        </pc:sldMkLst>
      </pc:sldChg>
      <pc:sldChg chg="del">
        <pc:chgData name="Shaun Barrett" userId="2e21295b-21c9-4734-b4c8-23b29a1a1ba3" providerId="ADAL" clId="{E4F82F89-233F-4258-88A8-5C8A648B9399}" dt="2023-08-29T14:55:29.280" v="50" actId="47"/>
        <pc:sldMkLst>
          <pc:docMk/>
          <pc:sldMk cId="1884266530" sldId="539"/>
        </pc:sldMkLst>
      </pc:sldChg>
      <pc:sldChg chg="del">
        <pc:chgData name="Shaun Barrett" userId="2e21295b-21c9-4734-b4c8-23b29a1a1ba3" providerId="ADAL" clId="{E4F82F89-233F-4258-88A8-5C8A648B9399}" dt="2023-08-29T14:55:37.320" v="55" actId="47"/>
        <pc:sldMkLst>
          <pc:docMk/>
          <pc:sldMk cId="3765263956" sldId="540"/>
        </pc:sldMkLst>
      </pc:sldChg>
      <pc:sldChg chg="del">
        <pc:chgData name="Shaun Barrett" userId="2e21295b-21c9-4734-b4c8-23b29a1a1ba3" providerId="ADAL" clId="{E4F82F89-233F-4258-88A8-5C8A648B9399}" dt="2023-08-29T14:55:33.795" v="53" actId="47"/>
        <pc:sldMkLst>
          <pc:docMk/>
          <pc:sldMk cId="3990333599" sldId="541"/>
        </pc:sldMkLst>
      </pc:sldChg>
      <pc:sldChg chg="del">
        <pc:chgData name="Shaun Barrett" userId="2e21295b-21c9-4734-b4c8-23b29a1a1ba3" providerId="ADAL" clId="{E4F82F89-233F-4258-88A8-5C8A648B9399}" dt="2023-09-04T18:39:51.342" v="1359" actId="47"/>
        <pc:sldMkLst>
          <pc:docMk/>
          <pc:sldMk cId="2763594161" sldId="542"/>
        </pc:sldMkLst>
      </pc:sldChg>
      <pc:sldChg chg="del">
        <pc:chgData name="Shaun Barrett" userId="2e21295b-21c9-4734-b4c8-23b29a1a1ba3" providerId="ADAL" clId="{E4F82F89-233F-4258-88A8-5C8A648B9399}" dt="2023-08-29T15:14:57.540" v="76" actId="47"/>
        <pc:sldMkLst>
          <pc:docMk/>
          <pc:sldMk cId="1471194057" sldId="543"/>
        </pc:sldMkLst>
      </pc:sldChg>
      <pc:sldChg chg="ord modNotesTx">
        <pc:chgData name="Shaun Barrett" userId="2e21295b-21c9-4734-b4c8-23b29a1a1ba3" providerId="ADAL" clId="{E4F82F89-233F-4258-88A8-5C8A648B9399}" dt="2023-09-04T18:32:37.132" v="979" actId="6549"/>
        <pc:sldMkLst>
          <pc:docMk/>
          <pc:sldMk cId="1870263832" sldId="547"/>
        </pc:sldMkLst>
      </pc:sldChg>
      <pc:sldChg chg="del">
        <pc:chgData name="Shaun Barrett" userId="2e21295b-21c9-4734-b4c8-23b29a1a1ba3" providerId="ADAL" clId="{E4F82F89-233F-4258-88A8-5C8A648B9399}" dt="2023-08-29T14:55:32.650" v="52" actId="47"/>
        <pc:sldMkLst>
          <pc:docMk/>
          <pc:sldMk cId="3029045207" sldId="548"/>
        </pc:sldMkLst>
      </pc:sldChg>
      <pc:sldChg chg="del">
        <pc:chgData name="Shaun Barrett" userId="2e21295b-21c9-4734-b4c8-23b29a1a1ba3" providerId="ADAL" clId="{E4F82F89-233F-4258-88A8-5C8A648B9399}" dt="2023-08-29T14:55:31.570" v="51" actId="47"/>
        <pc:sldMkLst>
          <pc:docMk/>
          <pc:sldMk cId="1818151557" sldId="549"/>
        </pc:sldMkLst>
      </pc:sldChg>
      <pc:sldChg chg="del">
        <pc:chgData name="Shaun Barrett" userId="2e21295b-21c9-4734-b4c8-23b29a1a1ba3" providerId="ADAL" clId="{E4F82F89-233F-4258-88A8-5C8A648B9399}" dt="2023-08-29T14:55:36.145" v="54" actId="47"/>
        <pc:sldMkLst>
          <pc:docMk/>
          <pc:sldMk cId="1911653905" sldId="550"/>
        </pc:sldMkLst>
      </pc:sldChg>
      <pc:sldChg chg="del">
        <pc:chgData name="Shaun Barrett" userId="2e21295b-21c9-4734-b4c8-23b29a1a1ba3" providerId="ADAL" clId="{E4F82F89-233F-4258-88A8-5C8A648B9399}" dt="2023-09-04T18:39:45.501" v="1356" actId="47"/>
        <pc:sldMkLst>
          <pc:docMk/>
          <pc:sldMk cId="397898859" sldId="553"/>
        </pc:sldMkLst>
      </pc:sldChg>
      <pc:sldChg chg="del">
        <pc:chgData name="Shaun Barrett" userId="2e21295b-21c9-4734-b4c8-23b29a1a1ba3" providerId="ADAL" clId="{E4F82F89-233F-4258-88A8-5C8A648B9399}" dt="2023-09-04T18:39:53.566" v="1360" actId="47"/>
        <pc:sldMkLst>
          <pc:docMk/>
          <pc:sldMk cId="817280985" sldId="554"/>
        </pc:sldMkLst>
      </pc:sldChg>
      <pc:sldChg chg="del">
        <pc:chgData name="Shaun Barrett" userId="2e21295b-21c9-4734-b4c8-23b29a1a1ba3" providerId="ADAL" clId="{E4F82F89-233F-4258-88A8-5C8A648B9399}" dt="2023-09-04T18:39:50.227" v="1358" actId="47"/>
        <pc:sldMkLst>
          <pc:docMk/>
          <pc:sldMk cId="390204888" sldId="555"/>
        </pc:sldMkLst>
      </pc:sldChg>
      <pc:sldChg chg="addSp delSp modSp add mod modNotesTx">
        <pc:chgData name="Shaun Barrett" userId="2e21295b-21c9-4734-b4c8-23b29a1a1ba3" providerId="ADAL" clId="{E4F82F89-233F-4258-88A8-5C8A648B9399}" dt="2023-09-05T09:49:40.494" v="1592" actId="20577"/>
        <pc:sldMkLst>
          <pc:docMk/>
          <pc:sldMk cId="3614896099" sldId="556"/>
        </pc:sldMkLst>
        <pc:spChg chg="add del mod">
          <ac:chgData name="Shaun Barrett" userId="2e21295b-21c9-4734-b4c8-23b29a1a1ba3" providerId="ADAL" clId="{E4F82F89-233F-4258-88A8-5C8A648B9399}" dt="2023-09-04T15:23:47.271" v="553" actId="478"/>
          <ac:spMkLst>
            <pc:docMk/>
            <pc:sldMk cId="3614896099" sldId="556"/>
            <ac:spMk id="2" creationId="{5BD049AE-992B-810B-D7DE-E1F1E97B4A0C}"/>
          </ac:spMkLst>
        </pc:spChg>
        <pc:spChg chg="mod">
          <ac:chgData name="Shaun Barrett" userId="2e21295b-21c9-4734-b4c8-23b29a1a1ba3" providerId="ADAL" clId="{E4F82F89-233F-4258-88A8-5C8A648B9399}" dt="2023-09-05T09:49:40.494" v="1592" actId="20577"/>
          <ac:spMkLst>
            <pc:docMk/>
            <pc:sldMk cId="3614896099" sldId="556"/>
            <ac:spMk id="3" creationId="{C3855533-CC1A-4D2B-9878-FC0D6C53A67A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5" creationId="{F3B1DD67-D3EC-4B02-D519-B9CDAFFE173C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6" creationId="{897C5BC9-FB35-423D-A095-CD86A364CE65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7" creationId="{63BFB540-2979-833D-47B9-7AFE2913FFFF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8" creationId="{895DE33D-83BA-B7E4-F4AA-895E924E54A1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0" creationId="{A6BF02EC-2EC6-D458-2E7F-0C3997DC81BF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1" creationId="{1059C6AD-C812-85D9-2A11-01DEB7F0894A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2" creationId="{19D7A3CC-E8CD-6207-A878-912959E5EF61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3" creationId="{6F0EC83A-2995-18E7-045C-D3F7B45D1B8B}"/>
          </ac:spMkLst>
        </pc:spChg>
        <pc:spChg chg="add 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4" creationId="{E0E4A561-A521-AD1C-18C3-CBD0A270DFC2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15" creationId="{ED83E17E-F9B1-26F1-25FA-3C79A7124019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24" creationId="{9DB6902C-A3E2-452F-9D3C-87060177A9BE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30" creationId="{6323B6EE-FEE9-4276-AA71-41F27C374F85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33" creationId="{D486188C-5D6B-0BE6-FD99-6362215BA5D9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34" creationId="{CE6BDE70-8B29-4198-837D-0523A3A7ABFC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37" creationId="{94094AFA-2559-156F-2E9D-97DA1DA71A5F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41" creationId="{E6646699-D72F-4385-B08F-78ADC17CA36A}"/>
          </ac:spMkLst>
        </pc:spChg>
        <pc:spChg chg="del mod">
          <ac:chgData name="Shaun Barrett" userId="2e21295b-21c9-4734-b4c8-23b29a1a1ba3" providerId="ADAL" clId="{E4F82F89-233F-4258-88A8-5C8A648B9399}" dt="2023-09-04T15:21:21.446" v="528" actId="478"/>
          <ac:spMkLst>
            <pc:docMk/>
            <pc:sldMk cId="3614896099" sldId="556"/>
            <ac:spMk id="42" creationId="{A5BE81CA-F9DF-4924-8A50-73936BC872E7}"/>
          </ac:spMkLst>
        </pc:spChg>
        <pc:spChg chg="del">
          <ac:chgData name="Shaun Barrett" userId="2e21295b-21c9-4734-b4c8-23b29a1a1ba3" providerId="ADAL" clId="{E4F82F89-233F-4258-88A8-5C8A648B9399}" dt="2023-09-04T15:21:20.083" v="527" actId="478"/>
          <ac:spMkLst>
            <pc:docMk/>
            <pc:sldMk cId="3614896099" sldId="556"/>
            <ac:spMk id="43" creationId="{37DDABF1-AEEA-419D-9155-AC064EACA051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48" creationId="{BD7AB968-0C5F-BF5C-A538-E592F56C54B3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58" creationId="{E4E5C346-6F70-D8D9-3D37-CA4DEC767981}"/>
          </ac:spMkLst>
        </pc:spChg>
        <pc:spChg chg="mod">
          <ac:chgData name="Shaun Barrett" userId="2e21295b-21c9-4734-b4c8-23b29a1a1ba3" providerId="ADAL" clId="{E4F82F89-233F-4258-88A8-5C8A648B9399}" dt="2023-09-05T09:37:33.413" v="1551" actId="1076"/>
          <ac:spMkLst>
            <pc:docMk/>
            <pc:sldMk cId="3614896099" sldId="556"/>
            <ac:spMk id="62" creationId="{377A4F28-4925-04E0-3257-87EE552EAC1A}"/>
          </ac:spMkLst>
        </pc:spChg>
        <pc:picChg chg="add mod ord">
          <ac:chgData name="Shaun Barrett" userId="2e21295b-21c9-4734-b4c8-23b29a1a1ba3" providerId="ADAL" clId="{E4F82F89-233F-4258-88A8-5C8A648B9399}" dt="2023-09-05T09:37:33.413" v="1551" actId="1076"/>
          <ac:picMkLst>
            <pc:docMk/>
            <pc:sldMk cId="3614896099" sldId="556"/>
            <ac:picMk id="2" creationId="{4BD68AD4-A542-D46E-5B30-BE23E9CB72D1}"/>
          </ac:picMkLst>
        </pc:picChg>
        <pc:picChg chg="add del mod ord">
          <ac:chgData name="Shaun Barrett" userId="2e21295b-21c9-4734-b4c8-23b29a1a1ba3" providerId="ADAL" clId="{E4F82F89-233F-4258-88A8-5C8A648B9399}" dt="2023-09-05T09:37:33.413" v="1551" actId="1076"/>
          <ac:picMkLst>
            <pc:docMk/>
            <pc:sldMk cId="3614896099" sldId="556"/>
            <ac:picMk id="4" creationId="{AD363514-07F6-7315-242D-ADC276F1F0D5}"/>
          </ac:picMkLst>
        </pc:picChg>
        <pc:picChg chg="mod">
          <ac:chgData name="Shaun Barrett" userId="2e21295b-21c9-4734-b4c8-23b29a1a1ba3" providerId="ADAL" clId="{E4F82F89-233F-4258-88A8-5C8A648B9399}" dt="2023-09-05T09:37:33.413" v="1551" actId="1076"/>
          <ac:picMkLst>
            <pc:docMk/>
            <pc:sldMk cId="3614896099" sldId="556"/>
            <ac:picMk id="9" creationId="{080A1182-2963-0F4F-A83C-E3F4593F836E}"/>
          </ac:picMkLst>
        </pc:picChg>
        <pc:picChg chg="add del mod">
          <ac:chgData name="Shaun Barrett" userId="2e21295b-21c9-4734-b4c8-23b29a1a1ba3" providerId="ADAL" clId="{E4F82F89-233F-4258-88A8-5C8A648B9399}" dt="2023-09-05T09:37:56.592" v="1552" actId="478"/>
          <ac:picMkLst>
            <pc:docMk/>
            <pc:sldMk cId="3614896099" sldId="556"/>
            <ac:picMk id="17" creationId="{E15F2396-6D7C-63F7-B986-07174168C114}"/>
          </ac:picMkLst>
        </pc:picChg>
        <pc:picChg chg="add del mod">
          <ac:chgData name="Shaun Barrett" userId="2e21295b-21c9-4734-b4c8-23b29a1a1ba3" providerId="ADAL" clId="{E4F82F89-233F-4258-88A8-5C8A648B9399}" dt="2023-09-05T09:49:21.147" v="1555" actId="478"/>
          <ac:picMkLst>
            <pc:docMk/>
            <pc:sldMk cId="3614896099" sldId="556"/>
            <ac:picMk id="19" creationId="{4321200F-6329-B74B-9C29-77B843ABECFB}"/>
          </ac:picMkLst>
        </pc:picChg>
        <pc:picChg chg="add mod">
          <ac:chgData name="Shaun Barrett" userId="2e21295b-21c9-4734-b4c8-23b29a1a1ba3" providerId="ADAL" clId="{E4F82F89-233F-4258-88A8-5C8A648B9399}" dt="2023-09-05T09:49:30.990" v="1559" actId="1076"/>
          <ac:picMkLst>
            <pc:docMk/>
            <pc:sldMk cId="3614896099" sldId="556"/>
            <ac:picMk id="21" creationId="{94425A02-DC3C-E27C-E0B7-1890A5929B85}"/>
          </ac:picMkLst>
        </pc:picChg>
        <pc:picChg chg="del">
          <ac:chgData name="Shaun Barrett" userId="2e21295b-21c9-4734-b4c8-23b29a1a1ba3" providerId="ADAL" clId="{E4F82F89-233F-4258-88A8-5C8A648B9399}" dt="2023-09-04T15:21:20.083" v="527" actId="478"/>
          <ac:picMkLst>
            <pc:docMk/>
            <pc:sldMk cId="3614896099" sldId="556"/>
            <ac:picMk id="31" creationId="{29BA2FFC-A92B-4156-8BA3-529C3C9460E7}"/>
          </ac:picMkLst>
        </pc:picChg>
        <pc:picChg chg="del">
          <ac:chgData name="Shaun Barrett" userId="2e21295b-21c9-4734-b4c8-23b29a1a1ba3" providerId="ADAL" clId="{E4F82F89-233F-4258-88A8-5C8A648B9399}" dt="2023-09-04T15:21:20.083" v="527" actId="478"/>
          <ac:picMkLst>
            <pc:docMk/>
            <pc:sldMk cId="3614896099" sldId="556"/>
            <ac:picMk id="35" creationId="{37AA1FBD-E128-46CC-811B-2BDA988EBB27}"/>
          </ac:picMkLst>
        </pc:picChg>
        <pc:picChg chg="del">
          <ac:chgData name="Shaun Barrett" userId="2e21295b-21c9-4734-b4c8-23b29a1a1ba3" providerId="ADAL" clId="{E4F82F89-233F-4258-88A8-5C8A648B9399}" dt="2023-09-04T15:21:20.083" v="527" actId="478"/>
          <ac:picMkLst>
            <pc:docMk/>
            <pc:sldMk cId="3614896099" sldId="556"/>
            <ac:picMk id="36" creationId="{201B6CBD-3D38-40F2-F647-73E8B08C1C21}"/>
          </ac:picMkLst>
        </pc:picChg>
        <pc:picChg chg="del">
          <ac:chgData name="Shaun Barrett" userId="2e21295b-21c9-4734-b4c8-23b29a1a1ba3" providerId="ADAL" clId="{E4F82F89-233F-4258-88A8-5C8A648B9399}" dt="2023-09-04T15:21:20.083" v="527" actId="478"/>
          <ac:picMkLst>
            <pc:docMk/>
            <pc:sldMk cId="3614896099" sldId="556"/>
            <ac:picMk id="45" creationId="{DF6E112B-66E0-D9CF-4350-DA3ACEEFD110}"/>
          </ac:picMkLst>
        </pc:picChg>
        <pc:picChg chg="mod">
          <ac:chgData name="Shaun Barrett" userId="2e21295b-21c9-4734-b4c8-23b29a1a1ba3" providerId="ADAL" clId="{E4F82F89-233F-4258-88A8-5C8A648B9399}" dt="2023-09-05T09:37:33.413" v="1551" actId="1076"/>
          <ac:picMkLst>
            <pc:docMk/>
            <pc:sldMk cId="3614896099" sldId="556"/>
            <ac:picMk id="56" creationId="{A6CA9D04-90BE-3A0E-227A-978D4EC92D45}"/>
          </ac:picMkLst>
        </pc:picChg>
      </pc:sldChg>
      <pc:sldChg chg="addSp delSp modSp add mod ord modCm modNotesTx">
        <pc:chgData name="Shaun Barrett" userId="2e21295b-21c9-4734-b4c8-23b29a1a1ba3" providerId="ADAL" clId="{E4F82F89-233F-4258-88A8-5C8A648B9399}" dt="2023-09-05T09:50:40.691" v="1614"/>
        <pc:sldMkLst>
          <pc:docMk/>
          <pc:sldMk cId="3221306660" sldId="557"/>
        </pc:sldMkLst>
        <pc:spChg chg="mod">
          <ac:chgData name="Shaun Barrett" userId="2e21295b-21c9-4734-b4c8-23b29a1a1ba3" providerId="ADAL" clId="{E4F82F89-233F-4258-88A8-5C8A648B9399}" dt="2023-09-04T18:46:57.606" v="1471" actId="20577"/>
          <ac:spMkLst>
            <pc:docMk/>
            <pc:sldMk cId="3221306660" sldId="557"/>
            <ac:spMk id="3" creationId="{C3855533-CC1A-4D2B-9878-FC0D6C53A67A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5" creationId="{F3B1DD67-D3EC-4B02-D519-B9CDAFFE173C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6" creationId="{897C5BC9-FB35-423D-A095-CD86A364CE65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7" creationId="{63BFB540-2979-833D-47B9-7AFE2913FFFF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8" creationId="{895DE33D-83BA-B7E4-F4AA-895E924E54A1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0" creationId="{A6BF02EC-2EC6-D458-2E7F-0C3997DC81BF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1" creationId="{1059C6AD-C812-85D9-2A11-01DEB7F0894A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2" creationId="{19D7A3CC-E8CD-6207-A878-912959E5EF61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3" creationId="{6F0EC83A-2995-18E7-045C-D3F7B45D1B8B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4" creationId="{E0E4A561-A521-AD1C-18C3-CBD0A270DFC2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15" creationId="{ED83E17E-F9B1-26F1-25FA-3C79A7124019}"/>
          </ac:spMkLst>
        </pc:spChg>
        <pc:spChg chg="add mod">
          <ac:chgData name="Shaun Barrett" userId="2e21295b-21c9-4734-b4c8-23b29a1a1ba3" providerId="ADAL" clId="{E4F82F89-233F-4258-88A8-5C8A648B9399}" dt="2023-09-04T18:33:40.245" v="985" actId="1076"/>
          <ac:spMkLst>
            <pc:docMk/>
            <pc:sldMk cId="3221306660" sldId="557"/>
            <ac:spMk id="16" creationId="{A4331EF2-0125-C0ED-BCED-E5EF2822B975}"/>
          </ac:spMkLst>
        </pc:spChg>
        <pc:spChg chg="add mod">
          <ac:chgData name="Shaun Barrett" userId="2e21295b-21c9-4734-b4c8-23b29a1a1ba3" providerId="ADAL" clId="{E4F82F89-233F-4258-88A8-5C8A648B9399}" dt="2023-09-04T18:34:07.656" v="1034" actId="20577"/>
          <ac:spMkLst>
            <pc:docMk/>
            <pc:sldMk cId="3221306660" sldId="557"/>
            <ac:spMk id="17" creationId="{ACCFCB9B-AEC4-ABB0-FAFA-4518EEA4145D}"/>
          </ac:spMkLst>
        </pc:spChg>
        <pc:spChg chg="add mod">
          <ac:chgData name="Shaun Barrett" userId="2e21295b-21c9-4734-b4c8-23b29a1a1ba3" providerId="ADAL" clId="{E4F82F89-233F-4258-88A8-5C8A648B9399}" dt="2023-09-04T18:35:06.088" v="1181" actId="20577"/>
          <ac:spMkLst>
            <pc:docMk/>
            <pc:sldMk cId="3221306660" sldId="557"/>
            <ac:spMk id="19" creationId="{97084366-F75E-84B5-31A9-70560B1ACC23}"/>
          </ac:spMkLst>
        </pc:spChg>
        <pc:spChg chg="add mod">
          <ac:chgData name="Shaun Barrett" userId="2e21295b-21c9-4734-b4c8-23b29a1a1ba3" providerId="ADAL" clId="{E4F82F89-233F-4258-88A8-5C8A648B9399}" dt="2023-09-04T18:44:19.817" v="1460" actId="14100"/>
          <ac:spMkLst>
            <pc:docMk/>
            <pc:sldMk cId="3221306660" sldId="557"/>
            <ac:spMk id="20" creationId="{C2ED2E69-C6B3-2412-C822-AAB830F35989}"/>
          </ac:spMkLst>
        </pc:spChg>
        <pc:spChg chg="add mod">
          <ac:chgData name="Shaun Barrett" userId="2e21295b-21c9-4734-b4c8-23b29a1a1ba3" providerId="ADAL" clId="{E4F82F89-233F-4258-88A8-5C8A648B9399}" dt="2023-09-04T18:36:28.678" v="1203" actId="20577"/>
          <ac:spMkLst>
            <pc:docMk/>
            <pc:sldMk cId="3221306660" sldId="557"/>
            <ac:spMk id="21" creationId="{4521EC59-66EC-0E37-AEF6-09D20EAEE720}"/>
          </ac:spMkLst>
        </pc:spChg>
        <pc:spChg chg="add mod">
          <ac:chgData name="Shaun Barrett" userId="2e21295b-21c9-4734-b4c8-23b29a1a1ba3" providerId="ADAL" clId="{E4F82F89-233F-4258-88A8-5C8A648B9399}" dt="2023-09-04T18:44:14.248" v="1459" actId="20577"/>
          <ac:spMkLst>
            <pc:docMk/>
            <pc:sldMk cId="3221306660" sldId="557"/>
            <ac:spMk id="23" creationId="{0FF65C43-81B0-15BF-7A2E-E1EF7CFAD032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37" creationId="{94094AFA-2559-156F-2E9D-97DA1DA71A5F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48" creationId="{BD7AB968-0C5F-BF5C-A538-E592F56C54B3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58" creationId="{E4E5C346-6F70-D8D9-3D37-CA4DEC767981}"/>
          </ac:spMkLst>
        </pc:spChg>
        <pc:spChg chg="del">
          <ac:chgData name="Shaun Barrett" userId="2e21295b-21c9-4734-b4c8-23b29a1a1ba3" providerId="ADAL" clId="{E4F82F89-233F-4258-88A8-5C8A648B9399}" dt="2023-09-04T18:33:34.430" v="983" actId="478"/>
          <ac:spMkLst>
            <pc:docMk/>
            <pc:sldMk cId="3221306660" sldId="557"/>
            <ac:spMk id="62" creationId="{377A4F28-4925-04E0-3257-87EE552EAC1A}"/>
          </ac:spMkLst>
        </pc:spChg>
        <pc:picChg chg="del">
          <ac:chgData name="Shaun Barrett" userId="2e21295b-21c9-4734-b4c8-23b29a1a1ba3" providerId="ADAL" clId="{E4F82F89-233F-4258-88A8-5C8A648B9399}" dt="2023-09-04T18:33:34.430" v="983" actId="478"/>
          <ac:picMkLst>
            <pc:docMk/>
            <pc:sldMk cId="3221306660" sldId="557"/>
            <ac:picMk id="2" creationId="{4BD68AD4-A542-D46E-5B30-BE23E9CB72D1}"/>
          </ac:picMkLst>
        </pc:picChg>
        <pc:picChg chg="del">
          <ac:chgData name="Shaun Barrett" userId="2e21295b-21c9-4734-b4c8-23b29a1a1ba3" providerId="ADAL" clId="{E4F82F89-233F-4258-88A8-5C8A648B9399}" dt="2023-09-04T18:33:34.430" v="983" actId="478"/>
          <ac:picMkLst>
            <pc:docMk/>
            <pc:sldMk cId="3221306660" sldId="557"/>
            <ac:picMk id="4" creationId="{AD363514-07F6-7315-242D-ADC276F1F0D5}"/>
          </ac:picMkLst>
        </pc:picChg>
        <pc:picChg chg="del">
          <ac:chgData name="Shaun Barrett" userId="2e21295b-21c9-4734-b4c8-23b29a1a1ba3" providerId="ADAL" clId="{E4F82F89-233F-4258-88A8-5C8A648B9399}" dt="2023-09-04T18:33:34.430" v="983" actId="478"/>
          <ac:picMkLst>
            <pc:docMk/>
            <pc:sldMk cId="3221306660" sldId="557"/>
            <ac:picMk id="9" creationId="{080A1182-2963-0F4F-A83C-E3F4593F836E}"/>
          </ac:picMkLst>
        </pc:picChg>
        <pc:picChg chg="add mod">
          <ac:chgData name="Shaun Barrett" userId="2e21295b-21c9-4734-b4c8-23b29a1a1ba3" providerId="ADAL" clId="{E4F82F89-233F-4258-88A8-5C8A648B9399}" dt="2023-09-04T18:33:40.245" v="985" actId="1076"/>
          <ac:picMkLst>
            <pc:docMk/>
            <pc:sldMk cId="3221306660" sldId="557"/>
            <ac:picMk id="18" creationId="{EABFB2F5-BF7E-85E4-1114-08EF63A4D485}"/>
          </ac:picMkLst>
        </pc:picChg>
        <pc:picChg chg="add mod">
          <ac:chgData name="Shaun Barrett" userId="2e21295b-21c9-4734-b4c8-23b29a1a1ba3" providerId="ADAL" clId="{E4F82F89-233F-4258-88A8-5C8A648B9399}" dt="2023-09-04T18:36:18.346" v="1190" actId="1076"/>
          <ac:picMkLst>
            <pc:docMk/>
            <pc:sldMk cId="3221306660" sldId="557"/>
            <ac:picMk id="22" creationId="{2F566474-8299-CC8C-0301-1BDA36B57480}"/>
          </ac:picMkLst>
        </pc:picChg>
        <pc:picChg chg="del">
          <ac:chgData name="Shaun Barrett" userId="2e21295b-21c9-4734-b4c8-23b29a1a1ba3" providerId="ADAL" clId="{E4F82F89-233F-4258-88A8-5C8A648B9399}" dt="2023-09-04T18:33:34.430" v="983" actId="478"/>
          <ac:picMkLst>
            <pc:docMk/>
            <pc:sldMk cId="3221306660" sldId="557"/>
            <ac:picMk id="56" creationId="{A6CA9D04-90BE-3A0E-227A-978D4EC92D45}"/>
          </ac:picMkLst>
        </pc:picChg>
      </pc:sldChg>
      <pc:sldChg chg="add del">
        <pc:chgData name="Shaun Barrett" userId="2e21295b-21c9-4734-b4c8-23b29a1a1ba3" providerId="ADAL" clId="{E4F82F89-233F-4258-88A8-5C8A648B9399}" dt="2023-09-04T18:40:42.004" v="1363" actId="2696"/>
        <pc:sldMkLst>
          <pc:docMk/>
          <pc:sldMk cId="736001924" sldId="558"/>
        </pc:sldMkLst>
      </pc:sldChg>
      <pc:sldChg chg="delSp mod">
        <pc:chgData name="Shaun Barrett" userId="2e21295b-21c9-4734-b4c8-23b29a1a1ba3" providerId="ADAL" clId="{E4F82F89-233F-4258-88A8-5C8A648B9399}" dt="2023-09-05T11:31:53.182" v="1615" actId="478"/>
        <pc:sldMkLst>
          <pc:docMk/>
          <pc:sldMk cId="1815764764" sldId="559"/>
        </pc:sldMkLst>
        <pc:cxnChg chg="del">
          <ac:chgData name="Shaun Barrett" userId="2e21295b-21c9-4734-b4c8-23b29a1a1ba3" providerId="ADAL" clId="{E4F82F89-233F-4258-88A8-5C8A648B9399}" dt="2023-09-05T11:31:53.182" v="1615" actId="478"/>
          <ac:cxnSpMkLst>
            <pc:docMk/>
            <pc:sldMk cId="1815764764" sldId="559"/>
            <ac:cxnSpMk id="18" creationId="{80FE028D-ABA2-9068-F948-71BC8089A2DD}"/>
          </ac:cxnSpMkLst>
        </pc:cxnChg>
      </pc:sldChg>
    </pc:docChg>
  </pc:docChgLst>
</pc:chgInfo>
</file>

<file path=ppt/comments/modernComment_1D4_B756491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4B0EA2-27A3-6C4F-9E6C-A6D2C59FE640}" authorId="{411D59CB-E194-D74B-FCF5-28A77AEB51E7}" created="2023-09-05T08:36:40.9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75885343" sldId="468"/>
      <ac:spMk id="34" creationId="{CE6BDE70-8B29-4198-837D-0523A3A7ABFC}"/>
      <ac:txMk cp="23">
        <ac:context len="171" hash="2111073474"/>
      </ac:txMk>
    </ac:txMkLst>
    <p188:pos x="500447" y="882202"/>
    <p188:replyLst>
      <p188:reply id="{3086B02F-D6A5-4D02-B11D-0D9BCD7019D1}" authorId="{B27D6C62-A87E-9EA8-949E-BE3DB87D866D}" created="2023-09-05T09:09:59.823">
        <p188:txBody>
          <a:bodyPr/>
          <a:lstStyle/>
          <a:p>
            <a:r>
              <a:rPr lang="en-ZA"/>
              <a:t>Roles provided by Jon sent in teams chat
</a:t>
            </a:r>
          </a:p>
        </p188:txBody>
      </p188:reply>
    </p188:replyLst>
    <p188:txBody>
      <a:bodyPr/>
      <a:lstStyle/>
      <a:p>
        <a:r>
          <a:rPr lang="en-US"/>
          <a:t>[@Shaun Barrett] Product Owner rather than SME?</a:t>
        </a:r>
      </a:p>
    </p188:txBody>
  </p188:cm>
</p188:cmLst>
</file>

<file path=ppt/comments/modernComment_22C_D776EF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5F8315-9CBE-3547-A085-285E5C2957BE}" authorId="{411D59CB-E194-D74B-FCF5-28A77AEB51E7}" created="2023-09-05T08:56:18.792">
    <pc:sldMkLst xmlns:pc="http://schemas.microsoft.com/office/powerpoint/2013/main/command">
      <pc:docMk/>
      <pc:sldMk cId="3614896099" sldId="556"/>
    </pc:sldMkLst>
    <p188:txBody>
      <a:bodyPr/>
      <a:lstStyle/>
      <a:p>
        <a:r>
          <a:rPr lang="en-US"/>
          <a:t>Maybe a timeline showing the sprints, UAT sessions etc, go-live and hypercard?</a:t>
        </a:r>
      </a:p>
    </p188:txBody>
  </p188:cm>
</p188:cmLst>
</file>

<file path=ppt/comments/modernComment_22D_C0013D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C51B11-9B5B-084A-9161-3FB45D3F797B}" authorId="{411D59CB-E194-D74B-FCF5-28A77AEB51E7}" created="2023-09-05T08:57:47.102">
    <pc:sldMkLst xmlns:pc="http://schemas.microsoft.com/office/powerpoint/2013/main/command">
      <pc:docMk/>
      <pc:sldMk cId="3221306660" sldId="557"/>
    </pc:sldMkLst>
    <p188:replyLst>
      <p188:reply id="{5D653FF2-6D62-4B2B-91E1-B08138C0B398}" authorId="{B27D6C62-A87E-9EA8-949E-BE3DB87D866D}" created="2023-09-05T09:50:40.549">
        <p188:txBody>
          <a:bodyPr/>
          <a:lstStyle/>
          <a:p>
            <a:r>
              <a:rPr lang="en-ZA"/>
              <a:t>[@Sam Duncan]  added to the timeline. Thought it would look good to align billing with the plan
If updates are needed - here is a link to the sreadhseet
https://openboxsoftwareweb.sharepoint.com/:x:/r/sites/GraingerPLC/_layouts/15/Doc.aspx?sourcedoc=%7BDD5730B8-4F88-43F2-9AC8-0AFDA4663406%7D&amp;file=Grainger%20-%20Timeline.xlsx&amp;action=default&amp;mobileredirect=true</a:t>
            </a:r>
          </a:p>
        </p188:txBody>
      </p188:reply>
      <p188:reply id="{BF99F2EC-A85D-F043-BDA9-28FF7426AB5D}" authorId="{411D59CB-E194-D74B-FCF5-28A77AEB51E7}" created="2023-09-05T10:04:41.154">
        <p188:txBody>
          <a:bodyPr/>
          <a:lstStyle/>
          <a:p>
            <a:r>
              <a:rPr lang="en-US"/>
              <a:t>Love it!</a:t>
            </a:r>
          </a:p>
        </p188:txBody>
      </p188:reply>
    </p188:replyLst>
    <p188:txBody>
      <a:bodyPr/>
      <a:lstStyle/>
      <a:p>
        <a:r>
          <a:rPr lang="en-US"/>
          <a:t>Do we want to put the billing schedule here? i.e. billing after each sprint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D264CFB-D406-4BF8-864F-084ED09EF3D7}" type="datetimeFigureOut">
              <a:rPr lang="en-ZA" smtClean="0"/>
              <a:t>2023/09/05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15D45E1-659B-485D-B959-27B168964D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0091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D45E1-659B-485D-B959-27B168964D11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49966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94135-D45E-499E-939E-01F4B64301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82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94135-D45E-499E-939E-01F4B64301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89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err="1"/>
              <a:t>CanDO</a:t>
            </a:r>
            <a:r>
              <a:rPr lang="en-GB"/>
              <a:t>!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- October is a little later than anticipated.</a:t>
            </a:r>
          </a:p>
          <a:p>
            <a:pPr marL="171450" indent="-171450">
              <a:buFontTx/>
              <a:buChar char="-"/>
            </a:pPr>
            <a:r>
              <a:rPr lang="en-GB"/>
              <a:t>Something to bear in mind when assessing project milestones and impact on go-live</a:t>
            </a:r>
          </a:p>
          <a:p>
            <a:pPr marL="0" indent="0">
              <a:buFontTx/>
              <a:buNone/>
            </a:pPr>
            <a:r>
              <a:rPr lang="en-GB"/>
              <a:t>Go-Live early next year. December is our summer break so a lot of the team will be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94135-D45E-499E-939E-01F4B64301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99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Sprint ceremonies – include core project team?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Jira – document and update details on the </a:t>
            </a:r>
            <a:r>
              <a:rPr lang="en-GB" err="1"/>
              <a:t>jira</a:t>
            </a:r>
            <a:r>
              <a:rPr lang="en-GB"/>
              <a:t> user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94135-D45E-499E-939E-01F4B64301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24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Sprint ceremonies – include core project team?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Jira – document and update details on the </a:t>
            </a:r>
            <a:r>
              <a:rPr lang="en-GB" err="1"/>
              <a:t>jira</a:t>
            </a:r>
            <a:r>
              <a:rPr lang="en-GB"/>
              <a:t> user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94135-D45E-499E-939E-01F4B64301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67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ky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4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kylin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3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3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22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xtern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rgbClr val="ADADAD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99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907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954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xtern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rgbClr val="ADADAD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1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3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96726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4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89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1940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3289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85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e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6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73" r:id="rId4"/>
    <p:sldLayoutId id="214748367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45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9DD86-B84C-42A5-8D81-9D0A1C1F941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5568AF-2C93-464D-B6A5-A6987190E1DF}"/>
              </a:ext>
            </a:extLst>
          </p:cNvPr>
          <p:cNvSpPr/>
          <p:nvPr userDrawn="1"/>
        </p:nvSpPr>
        <p:spPr>
          <a:xfrm>
            <a:off x="0" y="831272"/>
            <a:ext cx="12192000" cy="6026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FFFFFF"/>
              </a:gs>
              <a:gs pos="83000">
                <a:srgbClr val="FFFFFF">
                  <a:alpha val="82000"/>
                </a:srgbClr>
              </a:gs>
              <a:gs pos="100000">
                <a:srgbClr val="C7D5ED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776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9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2F76AFB7-1003-4470-A486-9F16A6B0B005}"/>
              </a:ext>
            </a:extLst>
          </p:cNvPr>
          <p:cNvSpPr/>
          <p:nvPr userDrawn="1"/>
        </p:nvSpPr>
        <p:spPr>
          <a:xfrm>
            <a:off x="1310140" y="5533090"/>
            <a:ext cx="286164" cy="29565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A3F5E3-7A1A-4052-9CA3-E02DE8D7065B}"/>
              </a:ext>
            </a:extLst>
          </p:cNvPr>
          <p:cNvSpPr/>
          <p:nvPr userDrawn="1"/>
        </p:nvSpPr>
        <p:spPr>
          <a:xfrm>
            <a:off x="348921" y="3395313"/>
            <a:ext cx="221860" cy="229214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109550-75F1-4AF1-8BE0-73B319B04DE9}"/>
              </a:ext>
            </a:extLst>
          </p:cNvPr>
          <p:cNvSpPr/>
          <p:nvPr userDrawn="1"/>
        </p:nvSpPr>
        <p:spPr>
          <a:xfrm>
            <a:off x="2073244" y="5868434"/>
            <a:ext cx="183439" cy="18952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407E0E1-7C84-44F8-84CD-928527462235}"/>
              </a:ext>
            </a:extLst>
          </p:cNvPr>
          <p:cNvSpPr/>
          <p:nvPr userDrawn="1"/>
        </p:nvSpPr>
        <p:spPr>
          <a:xfrm>
            <a:off x="1269783" y="4274682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DE90955-8311-47A8-81B7-FFBE56AC216A}"/>
              </a:ext>
            </a:extLst>
          </p:cNvPr>
          <p:cNvSpPr/>
          <p:nvPr userDrawn="1"/>
        </p:nvSpPr>
        <p:spPr>
          <a:xfrm>
            <a:off x="348921" y="6251747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21F102-C3FC-43DF-B0CD-D09171469D32}"/>
              </a:ext>
            </a:extLst>
          </p:cNvPr>
          <p:cNvSpPr/>
          <p:nvPr userDrawn="1"/>
        </p:nvSpPr>
        <p:spPr>
          <a:xfrm>
            <a:off x="712863" y="5245021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7F1074A-ABA7-4C76-A743-3636552CF302}"/>
              </a:ext>
            </a:extLst>
          </p:cNvPr>
          <p:cNvSpPr/>
          <p:nvPr userDrawn="1"/>
        </p:nvSpPr>
        <p:spPr>
          <a:xfrm>
            <a:off x="3964862" y="6194444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978C4DE-8EF1-43E3-8107-58EEA77969A2}"/>
              </a:ext>
            </a:extLst>
          </p:cNvPr>
          <p:cNvSpPr/>
          <p:nvPr userDrawn="1"/>
        </p:nvSpPr>
        <p:spPr>
          <a:xfrm>
            <a:off x="2784985" y="6503739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45853-5F6C-4373-A49F-3170CD94818E}"/>
              </a:ext>
            </a:extLst>
          </p:cNvPr>
          <p:cNvCxnSpPr>
            <a:cxnSpLocks/>
            <a:endCxn id="8" idx="5"/>
          </p:cNvCxnSpPr>
          <p:nvPr userDrawn="1"/>
        </p:nvCxnSpPr>
        <p:spPr>
          <a:xfrm>
            <a:off x="459851" y="3509920"/>
            <a:ext cx="904616" cy="86258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67996C-5080-45B2-8D61-8B31A565D2F5}"/>
              </a:ext>
            </a:extLst>
          </p:cNvPr>
          <p:cNvCxnSpPr>
            <a:cxnSpLocks/>
          </p:cNvCxnSpPr>
          <p:nvPr userDrawn="1"/>
        </p:nvCxnSpPr>
        <p:spPr>
          <a:xfrm>
            <a:off x="10111" y="2017340"/>
            <a:ext cx="449740" cy="149258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2C77DD-91B1-4ED2-AA52-6C8C9954B5D4}"/>
              </a:ext>
            </a:extLst>
          </p:cNvPr>
          <p:cNvCxnSpPr>
            <a:cxnSpLocks/>
            <a:endCxn id="10" idx="4"/>
          </p:cNvCxnSpPr>
          <p:nvPr userDrawn="1"/>
        </p:nvCxnSpPr>
        <p:spPr>
          <a:xfrm>
            <a:off x="459851" y="3509920"/>
            <a:ext cx="308477" cy="1849708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E5930D-6A19-4036-9D4C-D258CF5625A0}"/>
              </a:ext>
            </a:extLst>
          </p:cNvPr>
          <p:cNvCxnSpPr>
            <a:cxnSpLocks/>
            <a:endCxn id="6" idx="5"/>
          </p:cNvCxnSpPr>
          <p:nvPr userDrawn="1"/>
        </p:nvCxnSpPr>
        <p:spPr>
          <a:xfrm>
            <a:off x="1310140" y="4320978"/>
            <a:ext cx="919679" cy="170922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C82D16-5DA9-4042-A21A-CF15A8791763}"/>
              </a:ext>
            </a:extLst>
          </p:cNvPr>
          <p:cNvCxnSpPr>
            <a:cxnSpLocks/>
            <a:stCxn id="6" idx="6"/>
            <a:endCxn id="11" idx="6"/>
          </p:cNvCxnSpPr>
          <p:nvPr userDrawn="1"/>
        </p:nvCxnSpPr>
        <p:spPr>
          <a:xfrm>
            <a:off x="2256683" y="5963194"/>
            <a:ext cx="1819109" cy="28855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4AC98E-9171-4C0D-8CCD-4697EE1E60DA}"/>
              </a:ext>
            </a:extLst>
          </p:cNvPr>
          <p:cNvCxnSpPr>
            <a:cxnSpLocks/>
          </p:cNvCxnSpPr>
          <p:nvPr userDrawn="1"/>
        </p:nvCxnSpPr>
        <p:spPr>
          <a:xfrm>
            <a:off x="4030752" y="6257930"/>
            <a:ext cx="1645226" cy="5819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8514B0-DA65-4698-AA65-F8FD3E2DD54F}"/>
              </a:ext>
            </a:extLst>
          </p:cNvPr>
          <p:cNvCxnSpPr>
            <a:cxnSpLocks/>
            <a:stCxn id="6" idx="5"/>
            <a:endCxn id="12" idx="5"/>
          </p:cNvCxnSpPr>
          <p:nvPr userDrawn="1"/>
        </p:nvCxnSpPr>
        <p:spPr>
          <a:xfrm>
            <a:off x="2229819" y="6030199"/>
            <a:ext cx="649851" cy="57136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6BFC29-6506-4A19-B7FC-E4D7B504DF92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2784985" y="6561043"/>
            <a:ext cx="738647" cy="2788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A5394-C8F8-416B-955F-23D0B7CE2DCB}"/>
              </a:ext>
            </a:extLst>
          </p:cNvPr>
          <p:cNvCxnSpPr>
            <a:cxnSpLocks/>
            <a:endCxn id="11" idx="6"/>
          </p:cNvCxnSpPr>
          <p:nvPr userDrawn="1"/>
        </p:nvCxnSpPr>
        <p:spPr>
          <a:xfrm flipV="1">
            <a:off x="2784985" y="6251747"/>
            <a:ext cx="1290807" cy="3211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7A2802-863D-4280-87D6-C2BC3ECB4C86}"/>
              </a:ext>
            </a:extLst>
          </p:cNvPr>
          <p:cNvCxnSpPr>
            <a:cxnSpLocks/>
            <a:stCxn id="8" idx="7"/>
            <a:endCxn id="10" idx="4"/>
          </p:cNvCxnSpPr>
          <p:nvPr userDrawn="1"/>
        </p:nvCxnSpPr>
        <p:spPr>
          <a:xfrm flipH="1">
            <a:off x="768328" y="4291465"/>
            <a:ext cx="596139" cy="106816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79BBAB-4A06-47BB-A0F6-D2C4AE9DC31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11" y="4645600"/>
            <a:ext cx="757434" cy="649059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86BE85-506F-42E8-9B51-3F21D8AE86E2}"/>
              </a:ext>
            </a:extLst>
          </p:cNvPr>
          <p:cNvCxnSpPr>
            <a:cxnSpLocks/>
            <a:stCxn id="2" idx="5"/>
          </p:cNvCxnSpPr>
          <p:nvPr userDrawn="1"/>
        </p:nvCxnSpPr>
        <p:spPr>
          <a:xfrm flipH="1" flipV="1">
            <a:off x="768479" y="5303220"/>
            <a:ext cx="785917" cy="48222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BC2169-009E-42C7-AC15-EA947E762538}"/>
              </a:ext>
            </a:extLst>
          </p:cNvPr>
          <p:cNvCxnSpPr>
            <a:cxnSpLocks/>
            <a:stCxn id="6" idx="6"/>
          </p:cNvCxnSpPr>
          <p:nvPr userDrawn="1"/>
        </p:nvCxnSpPr>
        <p:spPr>
          <a:xfrm flipH="1" flipV="1">
            <a:off x="1326982" y="5641678"/>
            <a:ext cx="929701" cy="32151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3504F00-A334-44C2-80B4-A028B3640367}"/>
              </a:ext>
            </a:extLst>
          </p:cNvPr>
          <p:cNvCxnSpPr>
            <a:cxnSpLocks/>
            <a:stCxn id="2" idx="7"/>
            <a:endCxn id="9" idx="7"/>
          </p:cNvCxnSpPr>
          <p:nvPr userDrawn="1"/>
        </p:nvCxnSpPr>
        <p:spPr>
          <a:xfrm flipH="1">
            <a:off x="443606" y="5576387"/>
            <a:ext cx="1110791" cy="69214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5A8164-4D7D-4944-B2B6-B1EB90B3C236}"/>
              </a:ext>
            </a:extLst>
          </p:cNvPr>
          <p:cNvCxnSpPr>
            <a:cxnSpLocks/>
            <a:stCxn id="6" idx="6"/>
            <a:endCxn id="9" idx="2"/>
          </p:cNvCxnSpPr>
          <p:nvPr userDrawn="1"/>
        </p:nvCxnSpPr>
        <p:spPr>
          <a:xfrm flipH="1">
            <a:off x="348921" y="5963194"/>
            <a:ext cx="1907762" cy="34585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619A60-2C30-4672-9C9A-43DEFB15B38F}"/>
              </a:ext>
            </a:extLst>
          </p:cNvPr>
          <p:cNvCxnSpPr>
            <a:cxnSpLocks/>
            <a:stCxn id="10" idx="0"/>
            <a:endCxn id="9" idx="3"/>
          </p:cNvCxnSpPr>
          <p:nvPr userDrawn="1"/>
        </p:nvCxnSpPr>
        <p:spPr>
          <a:xfrm flipH="1">
            <a:off x="365166" y="5245021"/>
            <a:ext cx="403162" cy="110455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6BE020-595A-4B89-9834-F8B9DD384458}"/>
              </a:ext>
            </a:extLst>
          </p:cNvPr>
          <p:cNvCxnSpPr>
            <a:cxnSpLocks/>
            <a:stCxn id="12" idx="6"/>
            <a:endCxn id="9" idx="2"/>
          </p:cNvCxnSpPr>
          <p:nvPr userDrawn="1"/>
        </p:nvCxnSpPr>
        <p:spPr>
          <a:xfrm flipH="1" flipV="1">
            <a:off x="348921" y="6309051"/>
            <a:ext cx="2546994" cy="2519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FC03B2-FEA4-4E25-A088-8EBA5A308E82}"/>
              </a:ext>
            </a:extLst>
          </p:cNvPr>
          <p:cNvCxnSpPr>
            <a:cxnSpLocks/>
            <a:endCxn id="12" idx="3"/>
          </p:cNvCxnSpPr>
          <p:nvPr userDrawn="1"/>
        </p:nvCxnSpPr>
        <p:spPr>
          <a:xfrm flipV="1">
            <a:off x="2229819" y="6601562"/>
            <a:ext cx="571412" cy="23833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56C630-6A73-48B0-84CF-2283B07B4E75}"/>
              </a:ext>
            </a:extLst>
          </p:cNvPr>
          <p:cNvCxnSpPr>
            <a:cxnSpLocks/>
            <a:stCxn id="9" idx="1"/>
          </p:cNvCxnSpPr>
          <p:nvPr userDrawn="1"/>
        </p:nvCxnSpPr>
        <p:spPr>
          <a:xfrm flipH="1" flipV="1">
            <a:off x="24501" y="5785443"/>
            <a:ext cx="340665" cy="48308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ACA2B0-6BE0-4462-9C37-2633A2A395A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8867" y="6362102"/>
            <a:ext cx="336744" cy="4777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D48B3F-0FCA-4EEB-8190-A6B3D62DDC71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11" y="6356253"/>
            <a:ext cx="354904" cy="28187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C1C4A6-0D79-445C-9C24-D75B843E6C29}"/>
              </a:ext>
            </a:extLst>
          </p:cNvPr>
          <p:cNvCxnSpPr>
            <a:cxnSpLocks/>
            <a:stCxn id="8" idx="4"/>
            <a:endCxn id="2" idx="4"/>
          </p:cNvCxnSpPr>
          <p:nvPr userDrawn="1"/>
        </p:nvCxnSpPr>
        <p:spPr>
          <a:xfrm>
            <a:off x="1325248" y="4389289"/>
            <a:ext cx="127974" cy="14394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74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18/10/relationships/comments" Target="../comments/modernComment_1D4_B756491F.xml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18/10/relationships/comments" Target="../comments/modernComment_22C_D776EFE3.xml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2D_C0013D2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285589"/>
            <a:ext cx="10424160" cy="1032770"/>
          </a:xfrm>
        </p:spPr>
        <p:txBody>
          <a:bodyPr lIns="91440" tIns="45720" rIns="91440" bIns="45720" anchor="b"/>
          <a:lstStyle/>
          <a:p>
            <a:r>
              <a:rPr lang="en-US" sz="5400">
                <a:latin typeface="Proxima Nova Lt"/>
              </a:rPr>
              <a:t>Grainger</a:t>
            </a:r>
            <a:endParaRPr lang="en-US" sz="5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055E0-7725-4859-9475-AA12EAB2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37540"/>
            <a:ext cx="9144000" cy="604203"/>
          </a:xfrm>
        </p:spPr>
        <p:txBody>
          <a:bodyPr lIns="91440" tIns="45720" rIns="91440" bIns="45720" anchor="t"/>
          <a:lstStyle/>
          <a:p>
            <a:r>
              <a:rPr lang="en-ZA" sz="2800">
                <a:latin typeface="Proxima Nova Lt"/>
              </a:rPr>
              <a:t>Future Vacant and Void Process</a:t>
            </a:r>
          </a:p>
          <a:p>
            <a:r>
              <a:rPr lang="en-ZA" sz="2800">
                <a:latin typeface="Proxima Nova Lt"/>
              </a:rPr>
              <a:t>Project Kick-Off Meeting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37250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755BA2-B953-4F06-9DC7-ACF1326894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ZA"/>
              <a:t>Project Teams</a:t>
            </a:r>
          </a:p>
          <a:p>
            <a:r>
              <a:rPr lang="en-GB"/>
              <a:t>Timelines &amp; Billing Milestones</a:t>
            </a:r>
          </a:p>
          <a:p>
            <a:r>
              <a:rPr lang="en-GB"/>
              <a:t>Agile Delivery Approach</a:t>
            </a:r>
          </a:p>
          <a:p>
            <a:r>
              <a:rPr lang="en-GB"/>
              <a:t>Project Processes</a:t>
            </a:r>
          </a:p>
        </p:txBody>
      </p:sp>
    </p:spTree>
    <p:extLst>
      <p:ext uri="{BB962C8B-B14F-4D97-AF65-F5344CB8AC3E}">
        <p14:creationId xmlns:p14="http://schemas.microsoft.com/office/powerpoint/2010/main" val="289893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DD5A3-E906-487B-ACF4-459BA0EB97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Vision and Objectives</a:t>
            </a:r>
            <a:endParaRPr lang="en-ZA"/>
          </a:p>
        </p:txBody>
      </p:sp>
      <p:sp>
        <p:nvSpPr>
          <p:cNvPr id="73" name="Text Placeholder 1">
            <a:extLst>
              <a:ext uri="{FF2B5EF4-FFF2-40B4-BE49-F238E27FC236}">
                <a16:creationId xmlns:a16="http://schemas.microsoft.com/office/drawing/2014/main" id="{8C7B80B6-F8E0-40E3-ABF8-8318C79424FE}"/>
              </a:ext>
            </a:extLst>
          </p:cNvPr>
          <p:cNvSpPr txBox="1">
            <a:spLocks/>
          </p:cNvSpPr>
          <p:nvPr/>
        </p:nvSpPr>
        <p:spPr>
          <a:xfrm>
            <a:off x="940445" y="1352743"/>
            <a:ext cx="10442902" cy="1830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BCD727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rPr>
              <a:t>Project Vision : 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A centralized, standardized void workflow that tracks the end-to-end void progress, minimizes delays, and provides visibility into upcoming work, expected timelines &amp; responsibilities.</a:t>
            </a:r>
            <a:r>
              <a:rPr lang="en-ZA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ZA" sz="2000">
                <a:solidFill>
                  <a:schemeClr val="tx1">
                    <a:lumMod val="65000"/>
                    <a:lumOff val="35000"/>
                  </a:schemeClr>
                </a:solidFill>
              </a:rPr>
              <a:t>The solution will be delivered in increments, providing tangible business value on a regular basis.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89C0F108-7514-4D42-A17E-BA2EADD56C7C}"/>
              </a:ext>
            </a:extLst>
          </p:cNvPr>
          <p:cNvSpPr/>
          <p:nvPr/>
        </p:nvSpPr>
        <p:spPr>
          <a:xfrm>
            <a:off x="739446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Measure Targets, Timeframes &amp; KPIs</a:t>
            </a:r>
            <a:endParaRPr lang="en-ZA" sz="140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3AF94861-60E5-4EEB-9D82-034AF301D936}"/>
              </a:ext>
            </a:extLst>
          </p:cNvPr>
          <p:cNvSpPr/>
          <p:nvPr/>
        </p:nvSpPr>
        <p:spPr>
          <a:xfrm>
            <a:off x="2307230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Visibility into Progress, Delays &amp; Forecasted Completion</a:t>
            </a: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C7708346-8824-40A2-A2EA-C3576E08B61B}"/>
              </a:ext>
            </a:extLst>
          </p:cNvPr>
          <p:cNvSpPr/>
          <p:nvPr/>
        </p:nvSpPr>
        <p:spPr>
          <a:xfrm>
            <a:off x="3875014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Visibility into Team Workload</a:t>
            </a:r>
            <a:endParaRPr lang="en-ZA" sz="1400"/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BE8B4CEC-8EFE-472A-973D-A215A8C46158}"/>
              </a:ext>
            </a:extLst>
          </p:cNvPr>
          <p:cNvSpPr txBox="1">
            <a:spLocks/>
          </p:cNvSpPr>
          <p:nvPr/>
        </p:nvSpPr>
        <p:spPr>
          <a:xfrm>
            <a:off x="940444" y="3353685"/>
            <a:ext cx="10943745" cy="4518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BCD727"/>
                </a:solidFill>
                <a:effectLst/>
                <a:uLnTx/>
                <a:uFillTx/>
                <a:latin typeface="Proxima Nova Lt" panose="02000506030000020004" pitchFamily="50" charset="0"/>
                <a:ea typeface="+mn-ea"/>
                <a:cs typeface="+mn-cs"/>
              </a:rPr>
              <a:t>Key Objectives : 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39469DCF-EE36-6081-95B9-ABA1A0B01417}"/>
              </a:ext>
            </a:extLst>
          </p:cNvPr>
          <p:cNvSpPr/>
          <p:nvPr/>
        </p:nvSpPr>
        <p:spPr>
          <a:xfrm>
            <a:off x="5442798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35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EBD0486B-1B71-4E7C-B7FE-3C3B4B7F06C9}"/>
              </a:ext>
            </a:extLst>
          </p:cNvPr>
          <p:cNvSpPr/>
          <p:nvPr/>
        </p:nvSpPr>
        <p:spPr>
          <a:xfrm>
            <a:off x="7010582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/>
              <a:t>Standardise Process while Allowing for Flexibility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07A71B3-13B5-1029-449B-0CCE72FC0F7D}"/>
              </a:ext>
            </a:extLst>
          </p:cNvPr>
          <p:cNvSpPr/>
          <p:nvPr/>
        </p:nvSpPr>
        <p:spPr>
          <a:xfrm>
            <a:off x="8578366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/>
              <a:t>Automate Notifications to Internal Teams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E3E4FAEC-5C16-4612-9ABC-043630BFFCCE}"/>
              </a:ext>
            </a:extLst>
          </p:cNvPr>
          <p:cNvSpPr/>
          <p:nvPr/>
        </p:nvSpPr>
        <p:spPr>
          <a:xfrm>
            <a:off x="10146150" y="3969630"/>
            <a:ext cx="1671559" cy="1586789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Move Towards Single View of Customer &amp; Property</a:t>
            </a:r>
            <a:endParaRPr lang="en-ZA" sz="14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5D726-90FB-41D6-7E83-F515FD131D5D}"/>
              </a:ext>
            </a:extLst>
          </p:cNvPr>
          <p:cNvSpPr txBox="1"/>
          <p:nvPr/>
        </p:nvSpPr>
        <p:spPr>
          <a:xfrm>
            <a:off x="5442798" y="4519671"/>
            <a:ext cx="1671559" cy="475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>
                <a:solidFill>
                  <a:schemeClr val="bg1"/>
                </a:solidFill>
              </a:rPr>
              <a:t>Clear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41925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DD5A3-E906-487B-ACF4-459BA0EB97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Proposed Success Criteria</a:t>
            </a:r>
            <a:endParaRPr lang="en-ZA"/>
          </a:p>
        </p:txBody>
      </p:sp>
      <p:sp>
        <p:nvSpPr>
          <p:cNvPr id="26" name="Rectangle: Rounded Corners 15">
            <a:extLst>
              <a:ext uri="{FF2B5EF4-FFF2-40B4-BE49-F238E27FC236}">
                <a16:creationId xmlns:a16="http://schemas.microsoft.com/office/drawing/2014/main" id="{B20636B9-AC1C-DEAF-3B03-8570FE70B59B}"/>
              </a:ext>
            </a:extLst>
          </p:cNvPr>
          <p:cNvSpPr/>
          <p:nvPr/>
        </p:nvSpPr>
        <p:spPr>
          <a:xfrm>
            <a:off x="1606651" y="2141919"/>
            <a:ext cx="7641771" cy="2150492"/>
          </a:xfrm>
          <a:prstGeom prst="roundRect">
            <a:avLst>
              <a:gd name="adj" fmla="val 4130"/>
            </a:avLst>
          </a:prstGeom>
          <a:solidFill>
            <a:srgbClr val="65BCAC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Graphic 26" descr="Bullseye outline">
            <a:extLst>
              <a:ext uri="{FF2B5EF4-FFF2-40B4-BE49-F238E27FC236}">
                <a16:creationId xmlns:a16="http://schemas.microsoft.com/office/drawing/2014/main" id="{FCCCB9BB-9E68-F123-12D0-D98ED3B74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4704" y="2633429"/>
            <a:ext cx="914400" cy="914400"/>
          </a:xfrm>
          <a:prstGeom prst="rect">
            <a:avLst/>
          </a:prstGeom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5F1360D-B74B-007A-3ACE-DECF2C03CA44}"/>
              </a:ext>
            </a:extLst>
          </p:cNvPr>
          <p:cNvSpPr txBox="1">
            <a:spLocks/>
          </p:cNvSpPr>
          <p:nvPr/>
        </p:nvSpPr>
        <p:spPr>
          <a:xfrm>
            <a:off x="3357157" y="2312126"/>
            <a:ext cx="7641771" cy="1980285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ZA" sz="1800" b="1">
                <a:solidFill>
                  <a:srgbClr val="65BCAC"/>
                </a:solidFill>
                <a:latin typeface="Proxima Nova Lt" panose="02000506030000020004" pitchFamily="50" charset="0"/>
              </a:rPr>
              <a:t>User adoption of single process within Salesforce</a:t>
            </a:r>
          </a:p>
          <a:p>
            <a:pPr marL="0" indent="0">
              <a:spcBef>
                <a:spcPts val="0"/>
              </a:spcBef>
              <a:buNone/>
            </a:pPr>
            <a:endParaRPr lang="en-ZA" sz="1800" b="1">
              <a:solidFill>
                <a:srgbClr val="65BCAC"/>
              </a:solidFill>
              <a:latin typeface="Proxima Nova Lt" panose="02000506030000020004" pitchFamily="50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ZA" sz="1800" b="1">
                <a:solidFill>
                  <a:srgbClr val="65BCAC"/>
                </a:solidFill>
                <a:latin typeface="Proxima Nova Lt" panose="02000506030000020004" pitchFamily="50" charset="0"/>
              </a:rPr>
              <a:t>Reduced turnaround time per void</a:t>
            </a:r>
          </a:p>
          <a:p>
            <a:pPr marL="0" indent="0">
              <a:spcBef>
                <a:spcPts val="0"/>
              </a:spcBef>
              <a:buNone/>
            </a:pPr>
            <a:endParaRPr lang="en-ZA" sz="1800" b="1">
              <a:solidFill>
                <a:srgbClr val="65BCAC"/>
              </a:solidFill>
              <a:latin typeface="Proxima Nova Lt" panose="02000506030000020004" pitchFamily="50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ZA" sz="1800" b="1">
                <a:solidFill>
                  <a:srgbClr val="65BCAC"/>
                </a:solidFill>
                <a:latin typeface="Proxima Nova Lt" panose="02000506030000020004" pitchFamily="50" charset="0"/>
              </a:rPr>
              <a:t>Visibility into number of voids per employee</a:t>
            </a:r>
          </a:p>
          <a:p>
            <a:pPr marL="0" indent="0">
              <a:spcBef>
                <a:spcPts val="0"/>
              </a:spcBef>
              <a:buNone/>
            </a:pPr>
            <a:endParaRPr lang="en-ZA" sz="1800" b="1">
              <a:solidFill>
                <a:srgbClr val="65BCAC"/>
              </a:solidFill>
              <a:latin typeface="Proxima Nova Lt" panose="02000506030000020004" pitchFamily="50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ZA" sz="1800" b="1">
                <a:solidFill>
                  <a:srgbClr val="65BCAC"/>
                </a:solidFill>
                <a:latin typeface="Proxima Nova Lt" panose="02000506030000020004" pitchFamily="50" charset="0"/>
              </a:rPr>
              <a:t>Reduced number of onsite visits per void</a:t>
            </a:r>
          </a:p>
          <a:p>
            <a:pPr marL="0" indent="0">
              <a:spcBef>
                <a:spcPts val="0"/>
              </a:spcBef>
              <a:buNone/>
            </a:pPr>
            <a:endParaRPr lang="en-ZA" sz="1800" b="1">
              <a:solidFill>
                <a:srgbClr val="65BCAC"/>
              </a:solidFill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764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E2A914-54B1-CFBA-F7D2-F22E4A6D62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Our Agile Manifesto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433C9-B9F8-4FBA-DC94-78FE1441A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33" y="939911"/>
            <a:ext cx="5754617" cy="266721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C466EA-2E9E-5F43-7ACE-D5A5996E9A46}"/>
              </a:ext>
            </a:extLst>
          </p:cNvPr>
          <p:cNvSpPr txBox="1">
            <a:spLocks/>
          </p:cNvSpPr>
          <p:nvPr/>
        </p:nvSpPr>
        <p:spPr>
          <a:xfrm>
            <a:off x="940445" y="3701639"/>
            <a:ext cx="10109994" cy="200042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rgbClr val="6E7878"/>
                </a:solidFill>
              </a:rPr>
              <a:t>We follow an agile methodology, continuously uncovering better ways of developing software by doing it and helping others do it. Through this work we have come to value:</a:t>
            </a:r>
            <a:br>
              <a:rPr lang="en-US" sz="1600">
                <a:solidFill>
                  <a:srgbClr val="6E7878"/>
                </a:solidFill>
              </a:rPr>
            </a:br>
            <a:endParaRPr lang="en-US" sz="1600">
              <a:solidFill>
                <a:srgbClr val="6E7878"/>
              </a:solidFill>
            </a:endParaRPr>
          </a:p>
          <a:p>
            <a:pPr marL="0" indent="0">
              <a:lnSpc>
                <a:spcPct val="20000"/>
              </a:lnSpc>
            </a:pPr>
            <a:r>
              <a:rPr lang="en-US" sz="1600" b="1">
                <a:solidFill>
                  <a:srgbClr val="6E7878"/>
                </a:solidFill>
              </a:rPr>
              <a:t>Individuals and interactions</a:t>
            </a:r>
            <a:r>
              <a:rPr lang="en-US" sz="1600">
                <a:solidFill>
                  <a:srgbClr val="6E7878"/>
                </a:solidFill>
              </a:rPr>
              <a:t> over processes and tools</a:t>
            </a:r>
          </a:p>
          <a:p>
            <a:pPr marL="0" indent="0">
              <a:lnSpc>
                <a:spcPct val="20000"/>
              </a:lnSpc>
            </a:pPr>
            <a:r>
              <a:rPr lang="en-US" sz="1600" b="1">
                <a:solidFill>
                  <a:srgbClr val="6E7878"/>
                </a:solidFill>
              </a:rPr>
              <a:t>Working software</a:t>
            </a:r>
            <a:r>
              <a:rPr lang="en-US" sz="1600">
                <a:solidFill>
                  <a:srgbClr val="6E7878"/>
                </a:solidFill>
              </a:rPr>
              <a:t> over comprehensive documentation</a:t>
            </a:r>
          </a:p>
          <a:p>
            <a:pPr marL="0" indent="0">
              <a:lnSpc>
                <a:spcPct val="20000"/>
              </a:lnSpc>
            </a:pPr>
            <a:r>
              <a:rPr lang="en-US" sz="1600" b="1">
                <a:solidFill>
                  <a:srgbClr val="6E7878"/>
                </a:solidFill>
              </a:rPr>
              <a:t>Customer collaboration</a:t>
            </a:r>
            <a:r>
              <a:rPr lang="en-US" sz="1600">
                <a:solidFill>
                  <a:srgbClr val="6E7878"/>
                </a:solidFill>
              </a:rPr>
              <a:t> over contract negotiation</a:t>
            </a:r>
          </a:p>
          <a:p>
            <a:pPr marL="0" indent="0">
              <a:lnSpc>
                <a:spcPct val="20000"/>
              </a:lnSpc>
            </a:pPr>
            <a:r>
              <a:rPr lang="en-US" sz="1600" b="1">
                <a:solidFill>
                  <a:srgbClr val="6E7878"/>
                </a:solidFill>
              </a:rPr>
              <a:t>Responding to change</a:t>
            </a:r>
            <a:r>
              <a:rPr lang="en-US" sz="1600">
                <a:solidFill>
                  <a:srgbClr val="6E7878"/>
                </a:solidFill>
              </a:rPr>
              <a:t> over following a plan</a:t>
            </a:r>
            <a:br>
              <a:rPr lang="en-US" sz="1600">
                <a:solidFill>
                  <a:srgbClr val="6E7878"/>
                </a:solidFill>
              </a:rPr>
            </a:br>
            <a:endParaRPr lang="en-US" sz="1600">
              <a:solidFill>
                <a:srgbClr val="6E7878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rgbClr val="6E7878"/>
                </a:solidFill>
              </a:rPr>
              <a:t>In simple terms, while there is value in the items on the right, we value the items on the left more.</a:t>
            </a:r>
          </a:p>
          <a:p>
            <a:endParaRPr lang="en-ZA" sz="1600">
              <a:solidFill>
                <a:srgbClr val="6E78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161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21447D-088F-46A4-8BB0-1AFA0CC454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Release 1 Forecast 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2318EA-30EC-419A-B76B-52E2A98112E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940445" y="1084005"/>
            <a:ext cx="10872787" cy="395288"/>
          </a:xfrm>
          <a:prstGeom prst="rect">
            <a:avLst/>
          </a:prstGeom>
        </p:spPr>
        <p:txBody>
          <a:bodyPr/>
          <a:lstStyle/>
          <a:p>
            <a:r>
              <a:rPr lang="en-US" sz="2000"/>
              <a:t>Likely: 4 sprints = 12 weeks</a:t>
            </a:r>
            <a:endParaRPr lang="en-ZA" sz="2000"/>
          </a:p>
        </p:txBody>
      </p:sp>
      <p:pic>
        <p:nvPicPr>
          <p:cNvPr id="3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BE48C304-FEA3-D44B-962E-A4AFC4033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196" y="1621653"/>
            <a:ext cx="8023538" cy="463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2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790587-6989-46CB-8CB9-AAA58DEDB5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</p:spPr>
        <p:txBody>
          <a:bodyPr/>
          <a:lstStyle/>
          <a:p>
            <a:r>
              <a:rPr lang="en-GB">
                <a:solidFill>
                  <a:schemeClr val="bg2"/>
                </a:solidFill>
              </a:rPr>
              <a:t>Iterative delivery is achieved through a series of 3-week sprints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4A419-D1D2-43CD-98AF-85762651A0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latin typeface="Proxima Nova Lt"/>
              </a:rPr>
              <a:t>Agile Delivery Approach</a:t>
            </a:r>
            <a:r>
              <a:rPr lang="en-US">
                <a:highlight>
                  <a:srgbClr val="00FF00"/>
                </a:highlight>
              </a:rPr>
              <a:t> </a:t>
            </a:r>
            <a:endParaRPr lang="en-ZA">
              <a:solidFill>
                <a:schemeClr val="bg2"/>
              </a:solidFill>
              <a:latin typeface="Proxima Nova 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5D439B-C459-4999-B045-39D9034C3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8" y="3192813"/>
            <a:ext cx="709612" cy="1225694"/>
          </a:xfrm>
          <a:prstGeom prst="rect">
            <a:avLst/>
          </a:prstGeom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D6E9740-9518-4AB5-B888-14F3FAEA6880}"/>
              </a:ext>
            </a:extLst>
          </p:cNvPr>
          <p:cNvSpPr txBox="1">
            <a:spLocks/>
          </p:cNvSpPr>
          <p:nvPr/>
        </p:nvSpPr>
        <p:spPr>
          <a:xfrm>
            <a:off x="402076" y="4572528"/>
            <a:ext cx="1372019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Product Backlog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5A8AD60-32D0-4DDD-A28F-503A4429E4EC}"/>
              </a:ext>
            </a:extLst>
          </p:cNvPr>
          <p:cNvSpPr txBox="1">
            <a:spLocks/>
          </p:cNvSpPr>
          <p:nvPr/>
        </p:nvSpPr>
        <p:spPr>
          <a:xfrm>
            <a:off x="3537385" y="1799594"/>
            <a:ext cx="2085267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Process Improvement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4B34F2-68D6-42EE-AEA0-453D7A40A0FF}"/>
              </a:ext>
            </a:extLst>
          </p:cNvPr>
          <p:cNvSpPr/>
          <p:nvPr/>
        </p:nvSpPr>
        <p:spPr>
          <a:xfrm>
            <a:off x="1815613" y="3464971"/>
            <a:ext cx="1152525" cy="708575"/>
          </a:xfrm>
          <a:prstGeom prst="roundRect">
            <a:avLst/>
          </a:prstGeom>
          <a:solidFill>
            <a:srgbClr val="256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Sprint Planning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524A69E-BCF4-4F1F-B9C3-76515BBD28B6}"/>
              </a:ext>
            </a:extLst>
          </p:cNvPr>
          <p:cNvSpPr/>
          <p:nvPr/>
        </p:nvSpPr>
        <p:spPr>
          <a:xfrm>
            <a:off x="7547153" y="3430196"/>
            <a:ext cx="1076325" cy="708575"/>
          </a:xfrm>
          <a:prstGeom prst="roundRect">
            <a:avLst/>
          </a:prstGeom>
          <a:solidFill>
            <a:srgbClr val="256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Sprint Demo</a:t>
            </a:r>
          </a:p>
        </p:txBody>
      </p:sp>
      <p:pic>
        <p:nvPicPr>
          <p:cNvPr id="24" name="Graphic 23" descr="Box trolley">
            <a:extLst>
              <a:ext uri="{FF2B5EF4-FFF2-40B4-BE49-F238E27FC236}">
                <a16:creationId xmlns:a16="http://schemas.microsoft.com/office/drawing/2014/main" id="{119B55CE-E75D-4827-95CD-07A8A5730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3077" y="3140569"/>
            <a:ext cx="914400" cy="914400"/>
          </a:xfrm>
          <a:prstGeom prst="rect">
            <a:avLst/>
          </a:prstGeom>
        </p:spPr>
      </p:pic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E81E5E6-F323-4627-8D46-9DA9215332BE}"/>
              </a:ext>
            </a:extLst>
          </p:cNvPr>
          <p:cNvSpPr txBox="1">
            <a:spLocks/>
          </p:cNvSpPr>
          <p:nvPr/>
        </p:nvSpPr>
        <p:spPr>
          <a:xfrm>
            <a:off x="8811688" y="4186216"/>
            <a:ext cx="1372019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Product Increment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AFCAE5F-808F-4A12-958B-5E40907C1789}"/>
              </a:ext>
            </a:extLst>
          </p:cNvPr>
          <p:cNvSpPr/>
          <p:nvPr/>
        </p:nvSpPr>
        <p:spPr>
          <a:xfrm>
            <a:off x="5406500" y="5497802"/>
            <a:ext cx="3558979" cy="519993"/>
          </a:xfrm>
          <a:prstGeom prst="roundRect">
            <a:avLst/>
          </a:prstGeom>
          <a:solidFill>
            <a:srgbClr val="256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Backlog Refinement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4BA9FCA-B768-4488-BBD9-A5FDF12FBE27}"/>
              </a:ext>
            </a:extLst>
          </p:cNvPr>
          <p:cNvSpPr/>
          <p:nvPr/>
        </p:nvSpPr>
        <p:spPr>
          <a:xfrm>
            <a:off x="10277477" y="3404055"/>
            <a:ext cx="1204845" cy="782161"/>
          </a:xfrm>
          <a:prstGeom prst="roundRect">
            <a:avLst/>
          </a:prstGeom>
          <a:solidFill>
            <a:srgbClr val="65B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Testing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6A7B1CE-674B-4322-ABC3-AEA4F422BFEA}"/>
              </a:ext>
            </a:extLst>
          </p:cNvPr>
          <p:cNvSpPr/>
          <p:nvPr/>
        </p:nvSpPr>
        <p:spPr>
          <a:xfrm>
            <a:off x="7197139" y="1836660"/>
            <a:ext cx="1688599" cy="70857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Sprint Retrospective</a:t>
            </a:r>
          </a:p>
        </p:txBody>
      </p:sp>
      <p:pic>
        <p:nvPicPr>
          <p:cNvPr id="44" name="Graphic 43" descr="List">
            <a:extLst>
              <a:ext uri="{FF2B5EF4-FFF2-40B4-BE49-F238E27FC236}">
                <a16:creationId xmlns:a16="http://schemas.microsoft.com/office/drawing/2014/main" id="{D902B8A4-9445-447D-A491-7759882503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58448" y="3363919"/>
            <a:ext cx="914400" cy="914400"/>
          </a:xfrm>
          <a:prstGeom prst="rect">
            <a:avLst/>
          </a:prstGeom>
        </p:spPr>
      </p:pic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0CC90467-B3A7-41C5-8045-8839C0087B40}"/>
              </a:ext>
            </a:extLst>
          </p:cNvPr>
          <p:cNvSpPr txBox="1">
            <a:spLocks/>
          </p:cNvSpPr>
          <p:nvPr/>
        </p:nvSpPr>
        <p:spPr>
          <a:xfrm>
            <a:off x="3128046" y="4392420"/>
            <a:ext cx="1175204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Sprint Backlog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6C58FC6-618C-4AE6-AF3B-8AC582905BA3}"/>
              </a:ext>
            </a:extLst>
          </p:cNvPr>
          <p:cNvGrpSpPr/>
          <p:nvPr/>
        </p:nvGrpSpPr>
        <p:grpSpPr>
          <a:xfrm>
            <a:off x="3861778" y="2605832"/>
            <a:ext cx="3355358" cy="2605015"/>
            <a:chOff x="3861778" y="2521853"/>
            <a:chExt cx="3355358" cy="260501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2CA3D99-AFB7-47B9-A00B-D4085CB3D95C}"/>
                </a:ext>
              </a:extLst>
            </p:cNvPr>
            <p:cNvGrpSpPr/>
            <p:nvPr/>
          </p:nvGrpSpPr>
          <p:grpSpPr>
            <a:xfrm>
              <a:off x="4506446" y="2606868"/>
              <a:ext cx="2520000" cy="2520000"/>
              <a:chOff x="4343400" y="1979740"/>
              <a:chExt cx="2160000" cy="2160000"/>
            </a:xfrm>
          </p:grpSpPr>
          <p:sp>
            <p:nvSpPr>
              <p:cNvPr id="28" name="Flowchart: Connector 27">
                <a:extLst>
                  <a:ext uri="{FF2B5EF4-FFF2-40B4-BE49-F238E27FC236}">
                    <a16:creationId xmlns:a16="http://schemas.microsoft.com/office/drawing/2014/main" id="{A4B0BDD9-7F3D-4E94-BCC5-E38A3738D875}"/>
                  </a:ext>
                </a:extLst>
              </p:cNvPr>
              <p:cNvSpPr/>
              <p:nvPr/>
            </p:nvSpPr>
            <p:spPr>
              <a:xfrm>
                <a:off x="4343400" y="1979740"/>
                <a:ext cx="2160000" cy="2160000"/>
              </a:xfrm>
              <a:prstGeom prst="flowChartConnector">
                <a:avLst/>
              </a:prstGeom>
              <a:gradFill flip="none" rotWithShape="1">
                <a:gsLst>
                  <a:gs pos="61000">
                    <a:srgbClr val="C9DB60"/>
                  </a:gs>
                  <a:gs pos="0">
                    <a:srgbClr val="F2F7D1"/>
                  </a:gs>
                  <a:gs pos="100000">
                    <a:srgbClr val="BCD727"/>
                  </a:gs>
                </a:gsLst>
                <a:lin ang="4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Flowchart: Connector 28">
                <a:extLst>
                  <a:ext uri="{FF2B5EF4-FFF2-40B4-BE49-F238E27FC236}">
                    <a16:creationId xmlns:a16="http://schemas.microsoft.com/office/drawing/2014/main" id="{D0D13029-7FCE-4659-9B86-CF1918B21B7D}"/>
                  </a:ext>
                </a:extLst>
              </p:cNvPr>
              <p:cNvSpPr/>
              <p:nvPr/>
            </p:nvSpPr>
            <p:spPr>
              <a:xfrm>
                <a:off x="4703400" y="2339740"/>
                <a:ext cx="1440000" cy="1440000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>
                    <a:solidFill>
                      <a:srgbClr val="7F7F7F"/>
                    </a:solidFill>
                    <a:latin typeface="Proxima Nova Lt" panose="02000506030000020004" pitchFamily="50" charset="0"/>
                  </a:rPr>
                  <a:t>3-week Sprint</a:t>
                </a: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393811B-BF49-452D-ADAC-5EA305ADAAFF}"/>
                </a:ext>
              </a:extLst>
            </p:cNvPr>
            <p:cNvSpPr/>
            <p:nvPr/>
          </p:nvSpPr>
          <p:spPr>
            <a:xfrm>
              <a:off x="4787302" y="2521853"/>
              <a:ext cx="481168" cy="457269"/>
            </a:xfrm>
            <a:prstGeom prst="ellipse">
              <a:avLst/>
            </a:prstGeom>
            <a:solidFill>
              <a:srgbClr val="256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Text Placeholder 5">
              <a:extLst>
                <a:ext uri="{FF2B5EF4-FFF2-40B4-BE49-F238E27FC236}">
                  <a16:creationId xmlns:a16="http://schemas.microsoft.com/office/drawing/2014/main" id="{2DBD7E7B-F14E-48C8-9867-CD609923E0CB}"/>
                </a:ext>
              </a:extLst>
            </p:cNvPr>
            <p:cNvSpPr txBox="1">
              <a:spLocks/>
            </p:cNvSpPr>
            <p:nvPr/>
          </p:nvSpPr>
          <p:spPr>
            <a:xfrm>
              <a:off x="3861778" y="2750487"/>
              <a:ext cx="1042352" cy="229239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400">
                  <a:solidFill>
                    <a:srgbClr val="7F7F7F"/>
                  </a:solidFill>
                  <a:latin typeface="Proxima Nova Lt" panose="02000506030000020004" pitchFamily="50" charset="0"/>
                </a:rPr>
                <a:t>Daily Stand-up</a:t>
              </a: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2F9DEE2B-4757-4925-A013-03A8A30E0146}"/>
                </a:ext>
              </a:extLst>
            </p:cNvPr>
            <p:cNvSpPr/>
            <p:nvPr/>
          </p:nvSpPr>
          <p:spPr>
            <a:xfrm rot="206551">
              <a:off x="6432580" y="3543025"/>
              <a:ext cx="784556" cy="440106"/>
            </a:xfrm>
            <a:prstGeom prst="triangle">
              <a:avLst/>
            </a:prstGeom>
            <a:solidFill>
              <a:srgbClr val="BCD7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830D1F3D-D634-40D5-8F72-81BF2FC49DA1}"/>
              </a:ext>
            </a:extLst>
          </p:cNvPr>
          <p:cNvSpPr/>
          <p:nvPr/>
        </p:nvSpPr>
        <p:spPr>
          <a:xfrm>
            <a:off x="1427070" y="3618944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D1778D04-2D06-4583-ABBF-ED976BBD4612}"/>
              </a:ext>
            </a:extLst>
          </p:cNvPr>
          <p:cNvSpPr/>
          <p:nvPr/>
        </p:nvSpPr>
        <p:spPr>
          <a:xfrm>
            <a:off x="3017445" y="3603845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7D027D6F-5C6D-4E62-B7FE-94A41831FC06}"/>
              </a:ext>
            </a:extLst>
          </p:cNvPr>
          <p:cNvSpPr/>
          <p:nvPr/>
        </p:nvSpPr>
        <p:spPr>
          <a:xfrm>
            <a:off x="4078400" y="3597769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0C68ED23-3705-438D-A362-2D7C3EBB5837}"/>
              </a:ext>
            </a:extLst>
          </p:cNvPr>
          <p:cNvSpPr/>
          <p:nvPr/>
        </p:nvSpPr>
        <p:spPr>
          <a:xfrm>
            <a:off x="7097625" y="3571145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3B5E817C-2B6E-4D8F-8EFF-9057FDDF98F2}"/>
              </a:ext>
            </a:extLst>
          </p:cNvPr>
          <p:cNvSpPr/>
          <p:nvPr/>
        </p:nvSpPr>
        <p:spPr>
          <a:xfrm>
            <a:off x="8710656" y="3571144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21D27733-94DD-44DF-8696-229A1DCD1CC2}"/>
              </a:ext>
            </a:extLst>
          </p:cNvPr>
          <p:cNvSpPr/>
          <p:nvPr/>
        </p:nvSpPr>
        <p:spPr>
          <a:xfrm>
            <a:off x="9857477" y="3560446"/>
            <a:ext cx="370693" cy="37343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Arrow: Bent-Up 55">
            <a:extLst>
              <a:ext uri="{FF2B5EF4-FFF2-40B4-BE49-F238E27FC236}">
                <a16:creationId xmlns:a16="http://schemas.microsoft.com/office/drawing/2014/main" id="{309888BD-7DF1-40B2-8133-22CBCCBF8137}"/>
              </a:ext>
            </a:extLst>
          </p:cNvPr>
          <p:cNvSpPr/>
          <p:nvPr/>
        </p:nvSpPr>
        <p:spPr>
          <a:xfrm rot="16200000" flipH="1">
            <a:off x="9170678" y="4188991"/>
            <a:ext cx="1739477" cy="1918134"/>
          </a:xfrm>
          <a:prstGeom prst="bentUpArrow">
            <a:avLst>
              <a:gd name="adj1" fmla="val 11843"/>
              <a:gd name="adj2" fmla="val 12656"/>
              <a:gd name="adj3" fmla="val 1449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Arrow: Bent-Up 56">
            <a:extLst>
              <a:ext uri="{FF2B5EF4-FFF2-40B4-BE49-F238E27FC236}">
                <a16:creationId xmlns:a16="http://schemas.microsoft.com/office/drawing/2014/main" id="{8F7763C0-0A4D-4FD9-87C6-0CA52327D256}"/>
              </a:ext>
            </a:extLst>
          </p:cNvPr>
          <p:cNvSpPr/>
          <p:nvPr/>
        </p:nvSpPr>
        <p:spPr>
          <a:xfrm flipH="1">
            <a:off x="886654" y="4858471"/>
            <a:ext cx="4328026" cy="1037195"/>
          </a:xfrm>
          <a:prstGeom prst="bentUpArrow">
            <a:avLst>
              <a:gd name="adj1" fmla="val 19449"/>
              <a:gd name="adj2" fmla="val 17567"/>
              <a:gd name="adj3" fmla="val 1449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1478A1E9-85A4-4873-974B-B8029426C8FE}"/>
              </a:ext>
            </a:extLst>
          </p:cNvPr>
          <p:cNvSpPr/>
          <p:nvPr/>
        </p:nvSpPr>
        <p:spPr>
          <a:xfrm rot="16200000">
            <a:off x="7689674" y="2798159"/>
            <a:ext cx="758086" cy="37343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Arrow: Bent-Up 58">
            <a:extLst>
              <a:ext uri="{FF2B5EF4-FFF2-40B4-BE49-F238E27FC236}">
                <a16:creationId xmlns:a16="http://schemas.microsoft.com/office/drawing/2014/main" id="{AC37F25E-4E4B-4D4C-9673-5F8AAEB73D9F}"/>
              </a:ext>
            </a:extLst>
          </p:cNvPr>
          <p:cNvSpPr/>
          <p:nvPr/>
        </p:nvSpPr>
        <p:spPr>
          <a:xfrm flipH="1" flipV="1">
            <a:off x="2133597" y="2064953"/>
            <a:ext cx="4892845" cy="1225695"/>
          </a:xfrm>
          <a:prstGeom prst="bentUpArrow">
            <a:avLst>
              <a:gd name="adj1" fmla="val 14504"/>
              <a:gd name="adj2" fmla="val 17313"/>
              <a:gd name="adj3" fmla="val 2017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9E3FA0-D02A-4DCD-BFCC-F99016983206}"/>
              </a:ext>
            </a:extLst>
          </p:cNvPr>
          <p:cNvGrpSpPr/>
          <p:nvPr/>
        </p:nvGrpSpPr>
        <p:grpSpPr>
          <a:xfrm>
            <a:off x="9914752" y="1788927"/>
            <a:ext cx="1656123" cy="914401"/>
            <a:chOff x="9857477" y="1483426"/>
            <a:chExt cx="1656123" cy="914401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E191825F-1BB4-465A-BC6C-EA9A3F1CEE91}"/>
                </a:ext>
              </a:extLst>
            </p:cNvPr>
            <p:cNvSpPr/>
            <p:nvPr/>
          </p:nvSpPr>
          <p:spPr>
            <a:xfrm>
              <a:off x="9918865" y="1526331"/>
              <a:ext cx="270724" cy="246332"/>
            </a:xfrm>
            <a:prstGeom prst="roundRect">
              <a:avLst/>
            </a:prstGeom>
            <a:solidFill>
              <a:srgbClr val="BCD7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Text Placeholder 5">
              <a:extLst>
                <a:ext uri="{FF2B5EF4-FFF2-40B4-BE49-F238E27FC236}">
                  <a16:creationId xmlns:a16="http://schemas.microsoft.com/office/drawing/2014/main" id="{1E8C199C-6085-45E5-A23A-B8F6E9CF7677}"/>
                </a:ext>
              </a:extLst>
            </p:cNvPr>
            <p:cNvSpPr txBox="1">
              <a:spLocks/>
            </p:cNvSpPr>
            <p:nvPr/>
          </p:nvSpPr>
          <p:spPr>
            <a:xfrm>
              <a:off x="10210921" y="1581943"/>
              <a:ext cx="1302679" cy="19824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050">
                  <a:solidFill>
                    <a:srgbClr val="7F7F7F"/>
                  </a:solidFill>
                  <a:latin typeface="Proxima Nova Lt" panose="02000506030000020004" pitchFamily="50" charset="0"/>
                </a:rPr>
                <a:t>Open Box Activity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954C1D1F-3B33-40BC-9DCC-88F812F6FABF}"/>
                </a:ext>
              </a:extLst>
            </p:cNvPr>
            <p:cNvSpPr/>
            <p:nvPr/>
          </p:nvSpPr>
          <p:spPr>
            <a:xfrm>
              <a:off x="9918865" y="1822278"/>
              <a:ext cx="270724" cy="246332"/>
            </a:xfrm>
            <a:prstGeom prst="roundRect">
              <a:avLst/>
            </a:prstGeom>
            <a:solidFill>
              <a:srgbClr val="65BC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Text Placeholder 5">
              <a:extLst>
                <a:ext uri="{FF2B5EF4-FFF2-40B4-BE49-F238E27FC236}">
                  <a16:creationId xmlns:a16="http://schemas.microsoft.com/office/drawing/2014/main" id="{FAF62AAA-FAFF-478D-84C5-7E5559983323}"/>
                </a:ext>
              </a:extLst>
            </p:cNvPr>
            <p:cNvSpPr txBox="1">
              <a:spLocks/>
            </p:cNvSpPr>
            <p:nvPr/>
          </p:nvSpPr>
          <p:spPr>
            <a:xfrm>
              <a:off x="10210921" y="1877890"/>
              <a:ext cx="1302679" cy="19072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050">
                  <a:solidFill>
                    <a:srgbClr val="7F7F7F"/>
                  </a:solidFill>
                  <a:latin typeface="Proxima Nova Lt" panose="02000506030000020004" pitchFamily="50" charset="0"/>
                </a:rPr>
                <a:t>Grainger Activity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784674FE-A3E7-4043-B665-F25CA8D5E328}"/>
                </a:ext>
              </a:extLst>
            </p:cNvPr>
            <p:cNvSpPr/>
            <p:nvPr/>
          </p:nvSpPr>
          <p:spPr>
            <a:xfrm>
              <a:off x="9918865" y="2109081"/>
              <a:ext cx="270724" cy="246332"/>
            </a:xfrm>
            <a:prstGeom prst="roundRect">
              <a:avLst/>
            </a:prstGeom>
            <a:solidFill>
              <a:srgbClr val="256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Text Placeholder 5">
              <a:extLst>
                <a:ext uri="{FF2B5EF4-FFF2-40B4-BE49-F238E27FC236}">
                  <a16:creationId xmlns:a16="http://schemas.microsoft.com/office/drawing/2014/main" id="{33C5F501-FFCF-4D93-9B9E-3474D5E9E499}"/>
                </a:ext>
              </a:extLst>
            </p:cNvPr>
            <p:cNvSpPr txBox="1">
              <a:spLocks/>
            </p:cNvSpPr>
            <p:nvPr/>
          </p:nvSpPr>
          <p:spPr>
            <a:xfrm>
              <a:off x="10210921" y="2164693"/>
              <a:ext cx="1098955" cy="19824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050">
                  <a:solidFill>
                    <a:srgbClr val="7F7F7F"/>
                  </a:solidFill>
                  <a:latin typeface="Proxima Nova Lt" panose="02000506030000020004" pitchFamily="50" charset="0"/>
                </a:rPr>
                <a:t>Joint Activity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BB4D593-BB94-4F12-AA8E-7FA4177AE2CE}"/>
                </a:ext>
              </a:extLst>
            </p:cNvPr>
            <p:cNvSpPr/>
            <p:nvPr/>
          </p:nvSpPr>
          <p:spPr>
            <a:xfrm>
              <a:off x="9857477" y="1483426"/>
              <a:ext cx="1571691" cy="91440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2AE277F-ADCE-4C0F-BB83-D7274AD337BB}"/>
              </a:ext>
            </a:extLst>
          </p:cNvPr>
          <p:cNvSpPr/>
          <p:nvPr/>
        </p:nvSpPr>
        <p:spPr>
          <a:xfrm rot="5400000">
            <a:off x="7474975" y="4640380"/>
            <a:ext cx="1217425" cy="37343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7DB9F6F4-A969-4044-933D-1F202F4DE512}"/>
              </a:ext>
            </a:extLst>
          </p:cNvPr>
          <p:cNvSpPr txBox="1">
            <a:spLocks/>
          </p:cNvSpPr>
          <p:nvPr/>
        </p:nvSpPr>
        <p:spPr>
          <a:xfrm>
            <a:off x="1349241" y="5435808"/>
            <a:ext cx="3099852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Backlog Refinement &amp; Prioritisation</a:t>
            </a:r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065F97B9-366C-4BC9-924E-E59577D9261B}"/>
              </a:ext>
            </a:extLst>
          </p:cNvPr>
          <p:cNvSpPr txBox="1">
            <a:spLocks/>
          </p:cNvSpPr>
          <p:nvPr/>
        </p:nvSpPr>
        <p:spPr>
          <a:xfrm>
            <a:off x="9395256" y="5435808"/>
            <a:ext cx="1372019" cy="22923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400">
                <a:solidFill>
                  <a:srgbClr val="7F7F7F"/>
                </a:solidFill>
                <a:latin typeface="Proxima Nova Lt" panose="02000506030000020004" pitchFamily="50" charset="0"/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870263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5BE81CA-F9DF-4924-8A50-73936BC872E7}"/>
              </a:ext>
            </a:extLst>
          </p:cNvPr>
          <p:cNvSpPr/>
          <p:nvPr/>
        </p:nvSpPr>
        <p:spPr>
          <a:xfrm>
            <a:off x="6292893" y="1413123"/>
            <a:ext cx="3790242" cy="40404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86188C-5D6B-0BE6-FD99-6362215BA5D9}"/>
              </a:ext>
            </a:extLst>
          </p:cNvPr>
          <p:cNvSpPr/>
          <p:nvPr/>
        </p:nvSpPr>
        <p:spPr>
          <a:xfrm>
            <a:off x="951811" y="1410568"/>
            <a:ext cx="3909900" cy="404298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55533-CC1A-4D2B-9878-FC0D6C53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2083" y="356926"/>
            <a:ext cx="8621692" cy="575344"/>
          </a:xfrm>
        </p:spPr>
        <p:txBody>
          <a:bodyPr/>
          <a:lstStyle/>
          <a:p>
            <a:r>
              <a:rPr lang="en-GB"/>
              <a:t>Project Teams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DB6902C-A3E2-452F-9D3C-87060177A9BE}"/>
              </a:ext>
            </a:extLst>
          </p:cNvPr>
          <p:cNvSpPr txBox="1">
            <a:spLocks/>
          </p:cNvSpPr>
          <p:nvPr/>
        </p:nvSpPr>
        <p:spPr>
          <a:xfrm>
            <a:off x="2069635" y="1678808"/>
            <a:ext cx="2384670" cy="404298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Salesforce Architect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Sam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Business Analyst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Nikki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Developers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Anjali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Dillan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Matt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Quality Assurance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Khonani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Project Manager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Shaun</a:t>
            </a:r>
          </a:p>
          <a:p>
            <a:pPr>
              <a:buFontTx/>
              <a:buChar char="-"/>
            </a:pPr>
            <a:endParaRPr lang="en-GB" sz="1400">
              <a:solidFill>
                <a:srgbClr val="7F7F7F"/>
              </a:solidFill>
              <a:latin typeface="Proxima Nova Rg"/>
            </a:endParaRP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6323B6EE-FEE9-4276-AA71-41F27C374F85}"/>
              </a:ext>
            </a:extLst>
          </p:cNvPr>
          <p:cNvSpPr txBox="1">
            <a:spLocks/>
          </p:cNvSpPr>
          <p:nvPr/>
        </p:nvSpPr>
        <p:spPr>
          <a:xfrm>
            <a:off x="7411101" y="1678808"/>
            <a:ext cx="2672034" cy="523384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Project Lead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Jon</a:t>
            </a:r>
            <a:endParaRPr lang="en-GB" sz="140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endParaRPr lang="en-GB" sz="120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endParaRPr lang="en-GB" sz="120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endParaRPr lang="en-GB" sz="1200">
              <a:solidFill>
                <a:srgbClr val="7F7F7F"/>
              </a:solidFill>
              <a:latin typeface="Proxima Nova Rg"/>
            </a:endParaRPr>
          </a:p>
        </p:txBody>
      </p:sp>
      <p:pic>
        <p:nvPicPr>
          <p:cNvPr id="31" name="Graphic 30" descr="User">
            <a:extLst>
              <a:ext uri="{FF2B5EF4-FFF2-40B4-BE49-F238E27FC236}">
                <a16:creationId xmlns:a16="http://schemas.microsoft.com/office/drawing/2014/main" id="{29BA2FFC-A92B-4156-8BA3-529C3C946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0305" y="1740911"/>
            <a:ext cx="523384" cy="523384"/>
          </a:xfrm>
          <a:prstGeom prst="rect">
            <a:avLst/>
          </a:prstGeom>
        </p:spPr>
      </p:pic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CE6BDE70-8B29-4198-837D-0523A3A7ABFC}"/>
              </a:ext>
            </a:extLst>
          </p:cNvPr>
          <p:cNvSpPr txBox="1">
            <a:spLocks/>
          </p:cNvSpPr>
          <p:nvPr/>
        </p:nvSpPr>
        <p:spPr>
          <a:xfrm>
            <a:off x="7411101" y="2228746"/>
            <a:ext cx="2672034" cy="304648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Project Manager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Yvonne</a:t>
            </a:r>
            <a:endParaRPr lang="en-GB" sz="40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Product Owner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Jacob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Salesforce Technical Team</a:t>
            </a:r>
          </a:p>
          <a:p>
            <a:pPr>
              <a:buFontTx/>
              <a:buChar char="-"/>
            </a:pPr>
            <a:r>
              <a:rPr lang="en-GB" sz="1200" err="1">
                <a:solidFill>
                  <a:srgbClr val="7F7F7F"/>
                </a:solidFill>
                <a:latin typeface="Proxima Nova Rg"/>
              </a:rPr>
              <a:t>Jaic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 (apps &amp; Integrations Lead)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Saji (Salesforce &amp; </a:t>
            </a:r>
            <a:r>
              <a:rPr lang="en-GB" sz="1200" err="1">
                <a:solidFill>
                  <a:srgbClr val="7F7F7F"/>
                </a:solidFill>
                <a:latin typeface="Proxima Nova Rg"/>
              </a:rPr>
              <a:t>MyGrainger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)</a:t>
            </a:r>
          </a:p>
          <a:p>
            <a:pPr marL="0" indent="0">
              <a:buNone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SMEs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Anita</a:t>
            </a:r>
          </a:p>
          <a:p>
            <a:pPr>
              <a:buFontTx/>
              <a:buChar char="-"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Others called on as needed</a:t>
            </a:r>
          </a:p>
          <a:p>
            <a:pPr marL="0" indent="0">
              <a:buNone/>
            </a:pPr>
            <a:endParaRPr lang="en-GB" sz="1200">
              <a:solidFill>
                <a:srgbClr val="7F7F7F"/>
              </a:solidFill>
              <a:latin typeface="Proxima Nova Rg"/>
            </a:endParaRP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37DDABF1-AEEA-419D-9155-AC064EACA051}"/>
              </a:ext>
            </a:extLst>
          </p:cNvPr>
          <p:cNvSpPr txBox="1">
            <a:spLocks/>
          </p:cNvSpPr>
          <p:nvPr/>
        </p:nvSpPr>
        <p:spPr>
          <a:xfrm>
            <a:off x="6517011" y="1249229"/>
            <a:ext cx="2185347" cy="327788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cap="all">
                <a:solidFill>
                  <a:srgbClr val="7F7F7F"/>
                </a:solidFill>
                <a:latin typeface="Proxima Nova Lt" panose="02000506030000020004" pitchFamily="50" charset="0"/>
              </a:rPr>
              <a:t>GRAINGER Stakeholders</a:t>
            </a:r>
          </a:p>
        </p:txBody>
      </p:sp>
      <p:pic>
        <p:nvPicPr>
          <p:cNvPr id="35" name="Graphic 34" descr="Users">
            <a:extLst>
              <a:ext uri="{FF2B5EF4-FFF2-40B4-BE49-F238E27FC236}">
                <a16:creationId xmlns:a16="http://schemas.microsoft.com/office/drawing/2014/main" id="{37AA1FBD-E128-46CC-811B-2BDA988EBB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3041" y="4362063"/>
            <a:ext cx="733227" cy="733227"/>
          </a:xfrm>
          <a:prstGeom prst="rect">
            <a:avLst/>
          </a:prstGeom>
        </p:spPr>
      </p:pic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E6646699-D72F-4385-B08F-78ADC17CA36A}"/>
              </a:ext>
            </a:extLst>
          </p:cNvPr>
          <p:cNvSpPr txBox="1">
            <a:spLocks/>
          </p:cNvSpPr>
          <p:nvPr/>
        </p:nvSpPr>
        <p:spPr>
          <a:xfrm>
            <a:off x="1175545" y="1272884"/>
            <a:ext cx="2073054" cy="327788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cap="all">
                <a:solidFill>
                  <a:srgbClr val="7F7F7F"/>
                </a:solidFill>
                <a:latin typeface="Proxima Nova Lt" panose="02000506030000020004" pitchFamily="50" charset="0"/>
              </a:rPr>
              <a:t>Open Box Delivery Team</a:t>
            </a:r>
          </a:p>
        </p:txBody>
      </p:sp>
      <p:pic>
        <p:nvPicPr>
          <p:cNvPr id="36" name="Graphic 35" descr="Users">
            <a:extLst>
              <a:ext uri="{FF2B5EF4-FFF2-40B4-BE49-F238E27FC236}">
                <a16:creationId xmlns:a16="http://schemas.microsoft.com/office/drawing/2014/main" id="{201B6CBD-3D38-40F2-F647-73E8B08C1C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6610" y="3162619"/>
            <a:ext cx="733227" cy="733227"/>
          </a:xfrm>
          <a:prstGeom prst="rect">
            <a:avLst/>
          </a:prstGeom>
        </p:spPr>
      </p:pic>
      <p:pic>
        <p:nvPicPr>
          <p:cNvPr id="45" name="Graphic 44" descr="User">
            <a:extLst>
              <a:ext uri="{FF2B5EF4-FFF2-40B4-BE49-F238E27FC236}">
                <a16:creationId xmlns:a16="http://schemas.microsoft.com/office/drawing/2014/main" id="{DF6E112B-66E0-D9CF-4350-DA3ACEEFD1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1295" y="3032825"/>
            <a:ext cx="523384" cy="523384"/>
          </a:xfrm>
          <a:prstGeom prst="rect">
            <a:avLst/>
          </a:prstGeom>
        </p:spPr>
      </p:pic>
      <p:pic>
        <p:nvPicPr>
          <p:cNvPr id="2" name="Graphic 1" descr="User">
            <a:extLst>
              <a:ext uri="{FF2B5EF4-FFF2-40B4-BE49-F238E27FC236}">
                <a16:creationId xmlns:a16="http://schemas.microsoft.com/office/drawing/2014/main" id="{3AFDED4A-39ED-26FF-F14B-C74DD5D69F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93003" y="1713148"/>
            <a:ext cx="523384" cy="523384"/>
          </a:xfrm>
          <a:prstGeom prst="rect">
            <a:avLst/>
          </a:prstGeom>
        </p:spPr>
      </p:pic>
      <p:pic>
        <p:nvPicPr>
          <p:cNvPr id="4" name="Graphic 3" descr="User">
            <a:extLst>
              <a:ext uri="{FF2B5EF4-FFF2-40B4-BE49-F238E27FC236}">
                <a16:creationId xmlns:a16="http://schemas.microsoft.com/office/drawing/2014/main" id="{58AD1B9F-4B7E-5116-CB92-45199DECA0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2141" y="2333322"/>
            <a:ext cx="513515" cy="513515"/>
          </a:xfrm>
          <a:prstGeom prst="rect">
            <a:avLst/>
          </a:prstGeom>
        </p:spPr>
      </p:pic>
      <p:pic>
        <p:nvPicPr>
          <p:cNvPr id="5" name="Graphic 4" descr="User">
            <a:extLst>
              <a:ext uri="{FF2B5EF4-FFF2-40B4-BE49-F238E27FC236}">
                <a16:creationId xmlns:a16="http://schemas.microsoft.com/office/drawing/2014/main" id="{9DF691CB-70FA-E8D5-2D8B-6E1E840A87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5850" y="4152026"/>
            <a:ext cx="513515" cy="513515"/>
          </a:xfrm>
          <a:prstGeom prst="rect">
            <a:avLst/>
          </a:prstGeom>
        </p:spPr>
      </p:pic>
      <p:pic>
        <p:nvPicPr>
          <p:cNvPr id="6" name="Graphic 5" descr="User">
            <a:extLst>
              <a:ext uri="{FF2B5EF4-FFF2-40B4-BE49-F238E27FC236}">
                <a16:creationId xmlns:a16="http://schemas.microsoft.com/office/drawing/2014/main" id="{65F2139A-C41B-A857-CA58-237C953D7C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5850" y="4821424"/>
            <a:ext cx="513515" cy="513515"/>
          </a:xfrm>
          <a:prstGeom prst="rect">
            <a:avLst/>
          </a:prstGeom>
        </p:spPr>
      </p:pic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826375A9-AD0A-23FB-BB50-1B35C5C5CD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9663" y="3717316"/>
            <a:ext cx="733227" cy="733227"/>
          </a:xfrm>
          <a:prstGeom prst="rect">
            <a:avLst/>
          </a:prstGeom>
        </p:spPr>
      </p:pic>
      <p:pic>
        <p:nvPicPr>
          <p:cNvPr id="12" name="Graphic 11" descr="User">
            <a:extLst>
              <a:ext uri="{FF2B5EF4-FFF2-40B4-BE49-F238E27FC236}">
                <a16:creationId xmlns:a16="http://schemas.microsoft.com/office/drawing/2014/main" id="{35E64C76-9F48-A0B5-AD08-442FBB844D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7882" y="2367447"/>
            <a:ext cx="523384" cy="52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853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55533-CC1A-4D2B-9878-FC0D6C53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2083" y="356926"/>
            <a:ext cx="8621692" cy="575344"/>
          </a:xfrm>
        </p:spPr>
        <p:txBody>
          <a:bodyPr/>
          <a:lstStyle/>
          <a:p>
            <a:r>
              <a:rPr lang="en-GB"/>
              <a:t>Timelines &amp; Billing Milestones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4094AFA-2559-156F-2E9D-97DA1DA71A5F}"/>
              </a:ext>
            </a:extLst>
          </p:cNvPr>
          <p:cNvSpPr/>
          <p:nvPr/>
        </p:nvSpPr>
        <p:spPr>
          <a:xfrm>
            <a:off x="3631711" y="1661661"/>
            <a:ext cx="4253888" cy="2195582"/>
          </a:xfrm>
          <a:prstGeom prst="roundRect">
            <a:avLst>
              <a:gd name="adj" fmla="val 261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D7AB968-0C5F-BF5C-A538-E592F56C54B3}"/>
              </a:ext>
            </a:extLst>
          </p:cNvPr>
          <p:cNvSpPr/>
          <p:nvPr/>
        </p:nvSpPr>
        <p:spPr>
          <a:xfrm>
            <a:off x="7504954" y="1907736"/>
            <a:ext cx="648000" cy="64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" name="Graphic 55" descr="Flip calendar">
            <a:extLst>
              <a:ext uri="{FF2B5EF4-FFF2-40B4-BE49-F238E27FC236}">
                <a16:creationId xmlns:a16="http://schemas.microsoft.com/office/drawing/2014/main" id="{A6CA9D04-90BE-3A0E-227A-978D4EC92D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8895" y="1971845"/>
            <a:ext cx="500119" cy="500119"/>
          </a:xfrm>
          <a:prstGeom prst="rect">
            <a:avLst/>
          </a:prstGeom>
        </p:spPr>
      </p:pic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E4E5C346-6F70-D8D9-3D37-CA4DEC767981}"/>
              </a:ext>
            </a:extLst>
          </p:cNvPr>
          <p:cNvSpPr txBox="1">
            <a:spLocks/>
          </p:cNvSpPr>
          <p:nvPr/>
        </p:nvSpPr>
        <p:spPr>
          <a:xfrm>
            <a:off x="5820070" y="2423069"/>
            <a:ext cx="1619728" cy="460584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Duration</a:t>
            </a:r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377A4F28-4925-04E0-3257-87EE552EAC1A}"/>
              </a:ext>
            </a:extLst>
          </p:cNvPr>
          <p:cNvSpPr txBox="1">
            <a:spLocks/>
          </p:cNvSpPr>
          <p:nvPr/>
        </p:nvSpPr>
        <p:spPr>
          <a:xfrm>
            <a:off x="5856226" y="1907736"/>
            <a:ext cx="1585137" cy="64800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4000">
                <a:solidFill>
                  <a:schemeClr val="accent6"/>
                </a:solidFill>
                <a:latin typeface="Proxima Nova Rg" panose="02000506030000020004" pitchFamily="50" charset="0"/>
              </a:rPr>
              <a:t>3 </a:t>
            </a:r>
            <a:r>
              <a:rPr lang="en-US" sz="2400">
                <a:solidFill>
                  <a:schemeClr val="accent6"/>
                </a:solidFill>
                <a:latin typeface="Proxima Nova Rg" panose="02000506030000020004" pitchFamily="50" charset="0"/>
              </a:rPr>
              <a:t>months</a:t>
            </a:r>
            <a:endParaRPr lang="en-US" sz="40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5DE33D-83BA-B7E4-F4AA-895E924E54A1}"/>
              </a:ext>
            </a:extLst>
          </p:cNvPr>
          <p:cNvSpPr/>
          <p:nvPr/>
        </p:nvSpPr>
        <p:spPr>
          <a:xfrm>
            <a:off x="3370335" y="1927174"/>
            <a:ext cx="648000" cy="64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 descr="Hourglass">
            <a:extLst>
              <a:ext uri="{FF2B5EF4-FFF2-40B4-BE49-F238E27FC236}">
                <a16:creationId xmlns:a16="http://schemas.microsoft.com/office/drawing/2014/main" id="{080A1182-2963-0F4F-A83C-E3F4593F83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9134" y="2015453"/>
            <a:ext cx="470402" cy="470402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BF02EC-2EC6-D458-2E7F-0C3997DC81BF}"/>
              </a:ext>
            </a:extLst>
          </p:cNvPr>
          <p:cNvSpPr txBox="1">
            <a:spLocks/>
          </p:cNvSpPr>
          <p:nvPr/>
        </p:nvSpPr>
        <p:spPr>
          <a:xfrm>
            <a:off x="4098512" y="2402705"/>
            <a:ext cx="1619728" cy="460584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Effort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59C6AD-C812-85D9-2A11-01DEB7F0894A}"/>
              </a:ext>
            </a:extLst>
          </p:cNvPr>
          <p:cNvSpPr txBox="1">
            <a:spLocks/>
          </p:cNvSpPr>
          <p:nvPr/>
        </p:nvSpPr>
        <p:spPr>
          <a:xfrm>
            <a:off x="4098512" y="1891288"/>
            <a:ext cx="1585137" cy="64800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4000">
                <a:solidFill>
                  <a:schemeClr val="accent6"/>
                </a:solidFill>
                <a:latin typeface="Proxima Nova Rg" panose="02000506030000020004" pitchFamily="50" charset="0"/>
              </a:rPr>
              <a:t>4 </a:t>
            </a:r>
            <a:r>
              <a:rPr lang="en-US" sz="2400">
                <a:solidFill>
                  <a:schemeClr val="accent6"/>
                </a:solidFill>
                <a:latin typeface="Proxima Nova Rg" panose="02000506030000020004" pitchFamily="50" charset="0"/>
              </a:rPr>
              <a:t>sprints</a:t>
            </a:r>
            <a:endParaRPr lang="en-US" sz="40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83E17E-F9B1-26F1-25FA-3C79A7124019}"/>
              </a:ext>
            </a:extLst>
          </p:cNvPr>
          <p:cNvSpPr/>
          <p:nvPr/>
        </p:nvSpPr>
        <p:spPr>
          <a:xfrm>
            <a:off x="3631711" y="1180985"/>
            <a:ext cx="4253888" cy="39990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atin typeface="Proxima Nova Rg" panose="02000506030000020004" pitchFamily="50" charset="0"/>
              </a:rPr>
              <a:t>Release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B1DD67-D3EC-4B02-D519-B9CDAFFE173C}"/>
              </a:ext>
            </a:extLst>
          </p:cNvPr>
          <p:cNvSpPr/>
          <p:nvPr/>
        </p:nvSpPr>
        <p:spPr>
          <a:xfrm>
            <a:off x="7504954" y="2881788"/>
            <a:ext cx="648000" cy="64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 descr="Handshake">
            <a:extLst>
              <a:ext uri="{FF2B5EF4-FFF2-40B4-BE49-F238E27FC236}">
                <a16:creationId xmlns:a16="http://schemas.microsoft.com/office/drawing/2014/main" id="{AD363514-07F6-7315-242D-ADC276F1F0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49377" y="2926211"/>
            <a:ext cx="603577" cy="60357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97C5BC9-FB35-423D-A095-CD86A364CE65}"/>
              </a:ext>
            </a:extLst>
          </p:cNvPr>
          <p:cNvSpPr txBox="1">
            <a:spLocks/>
          </p:cNvSpPr>
          <p:nvPr/>
        </p:nvSpPr>
        <p:spPr>
          <a:xfrm>
            <a:off x="5816233" y="2881584"/>
            <a:ext cx="1585137" cy="64800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4000">
                <a:solidFill>
                  <a:schemeClr val="accent6"/>
                </a:solidFill>
                <a:latin typeface="Proxima Nova Rg" panose="02000506030000020004" pitchFamily="50" charset="0"/>
              </a:rPr>
              <a:t>Jan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BFB540-2979-833D-47B9-7AFE2913FFFF}"/>
              </a:ext>
            </a:extLst>
          </p:cNvPr>
          <p:cNvSpPr txBox="1">
            <a:spLocks/>
          </p:cNvSpPr>
          <p:nvPr/>
        </p:nvSpPr>
        <p:spPr>
          <a:xfrm>
            <a:off x="5798937" y="3396659"/>
            <a:ext cx="1619728" cy="460584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Go-Live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D7A3CC-E8CD-6207-A878-912959E5EF61}"/>
              </a:ext>
            </a:extLst>
          </p:cNvPr>
          <p:cNvSpPr/>
          <p:nvPr/>
        </p:nvSpPr>
        <p:spPr>
          <a:xfrm>
            <a:off x="3313690" y="2879875"/>
            <a:ext cx="648000" cy="64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 descr="Users">
            <a:extLst>
              <a:ext uri="{FF2B5EF4-FFF2-40B4-BE49-F238E27FC236}">
                <a16:creationId xmlns:a16="http://schemas.microsoft.com/office/drawing/2014/main" id="{4BD68AD4-A542-D46E-5B30-BE23E9CB72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91119" y="2981428"/>
            <a:ext cx="493141" cy="49314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F0EC83A-2995-18E7-045C-D3F7B45D1B8B}"/>
              </a:ext>
            </a:extLst>
          </p:cNvPr>
          <p:cNvSpPr txBox="1">
            <a:spLocks/>
          </p:cNvSpPr>
          <p:nvPr/>
        </p:nvSpPr>
        <p:spPr>
          <a:xfrm>
            <a:off x="4086294" y="3418757"/>
            <a:ext cx="1619728" cy="460584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CanDo</a:t>
            </a: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!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0E4A561-A521-AD1C-18C3-CBD0A270DFC2}"/>
              </a:ext>
            </a:extLst>
          </p:cNvPr>
          <p:cNvSpPr txBox="1">
            <a:spLocks/>
          </p:cNvSpPr>
          <p:nvPr/>
        </p:nvSpPr>
        <p:spPr>
          <a:xfrm>
            <a:off x="4073219" y="2920276"/>
            <a:ext cx="1585137" cy="64800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4000">
                <a:solidFill>
                  <a:schemeClr val="accent6"/>
                </a:solidFill>
                <a:latin typeface="Proxima Nova Rg" panose="02000506030000020004" pitchFamily="50" charset="0"/>
              </a:rPr>
              <a:t>Oct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4425A02-DC3C-E27C-E0B7-1890A5929B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003" y="4183090"/>
            <a:ext cx="11865994" cy="192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960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55533-CC1A-4D2B-9878-FC0D6C53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2083" y="356926"/>
            <a:ext cx="8621692" cy="575344"/>
          </a:xfrm>
        </p:spPr>
        <p:txBody>
          <a:bodyPr/>
          <a:lstStyle/>
          <a:p>
            <a:r>
              <a:rPr lang="en-GB"/>
              <a:t>Project Processes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331EF2-0125-C0ED-BCED-E5EF2822B975}"/>
              </a:ext>
            </a:extLst>
          </p:cNvPr>
          <p:cNvSpPr/>
          <p:nvPr/>
        </p:nvSpPr>
        <p:spPr>
          <a:xfrm>
            <a:off x="962083" y="1532060"/>
            <a:ext cx="5315616" cy="1111701"/>
          </a:xfrm>
          <a:prstGeom prst="roundRect">
            <a:avLst>
              <a:gd name="adj" fmla="val 453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  <a:outerShdw blurRad="635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CCFCB9B-AEC4-ABB0-FAFA-4518EEA4145D}"/>
              </a:ext>
            </a:extLst>
          </p:cNvPr>
          <p:cNvSpPr txBox="1">
            <a:spLocks/>
          </p:cNvSpPr>
          <p:nvPr/>
        </p:nvSpPr>
        <p:spPr>
          <a:xfrm>
            <a:off x="1967795" y="1611498"/>
            <a:ext cx="3638155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Proxima Nova Lt" panose="02000506030000020004" pitchFamily="50" charset="0"/>
              </a:rPr>
              <a:t>Sprint Ceremonies</a:t>
            </a:r>
          </a:p>
        </p:txBody>
      </p:sp>
      <p:pic>
        <p:nvPicPr>
          <p:cNvPr id="18" name="Picture 12" descr="icon-mri-integration">
            <a:extLst>
              <a:ext uri="{FF2B5EF4-FFF2-40B4-BE49-F238E27FC236}">
                <a16:creationId xmlns:a16="http://schemas.microsoft.com/office/drawing/2014/main" id="{EABFB2F5-BF7E-85E4-1114-08EF63A4D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843" y="1659321"/>
            <a:ext cx="653136" cy="65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97084366-F75E-84B5-31A9-70560B1ACC23}"/>
              </a:ext>
            </a:extLst>
          </p:cNvPr>
          <p:cNvSpPr txBox="1">
            <a:spLocks/>
          </p:cNvSpPr>
          <p:nvPr/>
        </p:nvSpPr>
        <p:spPr>
          <a:xfrm>
            <a:off x="1993382" y="1986280"/>
            <a:ext cx="3731021" cy="7639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Stand up – twice a week (15 min)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Refinement – once a week (1 hr)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Demo &amp; Planning 2 – once every 3 weeks (1 hr)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ED2E69-C6B3-2412-C822-AAB830F35989}"/>
              </a:ext>
            </a:extLst>
          </p:cNvPr>
          <p:cNvSpPr/>
          <p:nvPr/>
        </p:nvSpPr>
        <p:spPr>
          <a:xfrm>
            <a:off x="962083" y="2980401"/>
            <a:ext cx="5315616" cy="1233839"/>
          </a:xfrm>
          <a:prstGeom prst="roundRect">
            <a:avLst>
              <a:gd name="adj" fmla="val 453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  <a:outerShdw blurRad="635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521EC59-66EC-0E37-AEF6-09D20EAEE720}"/>
              </a:ext>
            </a:extLst>
          </p:cNvPr>
          <p:cNvSpPr txBox="1">
            <a:spLocks/>
          </p:cNvSpPr>
          <p:nvPr/>
        </p:nvSpPr>
        <p:spPr>
          <a:xfrm>
            <a:off x="1877084" y="3062186"/>
            <a:ext cx="3274635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Proxima Nova Lt" panose="02000506030000020004" pitchFamily="50" charset="0"/>
              </a:rPr>
              <a:t>Documentation</a:t>
            </a:r>
          </a:p>
        </p:txBody>
      </p:sp>
      <p:pic>
        <p:nvPicPr>
          <p:cNvPr id="22" name="Picture 6" descr="icon-mri-reporting">
            <a:extLst>
              <a:ext uri="{FF2B5EF4-FFF2-40B4-BE49-F238E27FC236}">
                <a16:creationId xmlns:a16="http://schemas.microsoft.com/office/drawing/2014/main" id="{2F566474-8299-CC8C-0301-1BDA36B57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771" y="3137285"/>
            <a:ext cx="619010" cy="619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0FF65C43-81B0-15BF-7A2E-E1EF7CFAD032}"/>
              </a:ext>
            </a:extLst>
          </p:cNvPr>
          <p:cNvSpPr txBox="1">
            <a:spLocks/>
          </p:cNvSpPr>
          <p:nvPr/>
        </p:nvSpPr>
        <p:spPr>
          <a:xfrm>
            <a:off x="1877084" y="3450274"/>
            <a:ext cx="4277592" cy="7639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Confluence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Jira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Project Charter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Weekly PM Report</a:t>
            </a:r>
          </a:p>
        </p:txBody>
      </p:sp>
      <p:sp>
        <p:nvSpPr>
          <p:cNvPr id="11" name="Rectangle: Rounded Corners 19">
            <a:extLst>
              <a:ext uri="{FF2B5EF4-FFF2-40B4-BE49-F238E27FC236}">
                <a16:creationId xmlns:a16="http://schemas.microsoft.com/office/drawing/2014/main" id="{F14A6CD7-140C-0F15-D32E-1BA2BAD0448D}"/>
              </a:ext>
            </a:extLst>
          </p:cNvPr>
          <p:cNvSpPr/>
          <p:nvPr/>
        </p:nvSpPr>
        <p:spPr>
          <a:xfrm>
            <a:off x="962083" y="4602328"/>
            <a:ext cx="5315616" cy="1233839"/>
          </a:xfrm>
          <a:prstGeom prst="roundRect">
            <a:avLst>
              <a:gd name="adj" fmla="val 453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lumMod val="40000"/>
                <a:lumOff val="60000"/>
                <a:alpha val="40000"/>
              </a:schemeClr>
            </a:glow>
            <a:outerShdw blurRad="635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AE79AA-AEA0-9152-9B75-12CA0CF61EA5}"/>
              </a:ext>
            </a:extLst>
          </p:cNvPr>
          <p:cNvSpPr txBox="1">
            <a:spLocks/>
          </p:cNvSpPr>
          <p:nvPr/>
        </p:nvSpPr>
        <p:spPr>
          <a:xfrm>
            <a:off x="1877084" y="4684113"/>
            <a:ext cx="3274635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Proxima Nova Lt" panose="02000506030000020004" pitchFamily="50" charset="0"/>
              </a:rPr>
              <a:t>Definitions</a:t>
            </a:r>
          </a:p>
        </p:txBody>
      </p:sp>
      <p:pic>
        <p:nvPicPr>
          <p:cNvPr id="13" name="Picture 6" descr="icon-mri-reporting">
            <a:extLst>
              <a:ext uri="{FF2B5EF4-FFF2-40B4-BE49-F238E27FC236}">
                <a16:creationId xmlns:a16="http://schemas.microsoft.com/office/drawing/2014/main" id="{B23F48B9-825D-9559-92A2-A02E3B540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771" y="4759212"/>
            <a:ext cx="619010" cy="619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F15E834D-2C60-DC39-9A74-012DE31AA434}"/>
              </a:ext>
            </a:extLst>
          </p:cNvPr>
          <p:cNvSpPr txBox="1">
            <a:spLocks/>
          </p:cNvSpPr>
          <p:nvPr/>
        </p:nvSpPr>
        <p:spPr>
          <a:xfrm>
            <a:off x="1877084" y="5072201"/>
            <a:ext cx="4277592" cy="7639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Definition of Ready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Definition of Done</a:t>
            </a:r>
          </a:p>
          <a:p>
            <a:pPr>
              <a:spcBef>
                <a:spcPts val="0"/>
              </a:spcBef>
            </a:pPr>
            <a:r>
              <a:rPr lang="en-GB" sz="1100">
                <a:solidFill>
                  <a:schemeClr val="bg2">
                    <a:lumMod val="75000"/>
                  </a:schemeClr>
                </a:solidFill>
              </a:rPr>
              <a:t>Bugs vs Additional Scope</a:t>
            </a:r>
          </a:p>
        </p:txBody>
      </p:sp>
    </p:spTree>
    <p:extLst>
      <p:ext uri="{BB962C8B-B14F-4D97-AF65-F5344CB8AC3E}">
        <p14:creationId xmlns:p14="http://schemas.microsoft.com/office/powerpoint/2010/main" val="32213066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55533-CC1A-4D2B-9878-FC0D6C53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2083" y="356926"/>
            <a:ext cx="8621692" cy="575344"/>
          </a:xfrm>
        </p:spPr>
        <p:txBody>
          <a:bodyPr/>
          <a:lstStyle/>
          <a:p>
            <a:r>
              <a:rPr lang="en-GB"/>
              <a:t>Next Steps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E53902E-A918-44A9-8B48-AA1E15E1DE29}"/>
              </a:ext>
            </a:extLst>
          </p:cNvPr>
          <p:cNvSpPr txBox="1">
            <a:spLocks/>
          </p:cNvSpPr>
          <p:nvPr/>
        </p:nvSpPr>
        <p:spPr>
          <a:xfrm>
            <a:off x="962083" y="1678808"/>
            <a:ext cx="6773919" cy="404298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Sign off Sprint 1 user stories for start of sprint 1 on 11</a:t>
            </a:r>
            <a:r>
              <a:rPr lang="en-GB" sz="1400" baseline="30000">
                <a:solidFill>
                  <a:srgbClr val="7F7F7F"/>
                </a:solidFill>
                <a:latin typeface="Proxima Nova Rg"/>
              </a:rPr>
              <a:t>th</a:t>
            </a:r>
            <a:r>
              <a:rPr lang="en-GB" sz="1400">
                <a:solidFill>
                  <a:srgbClr val="7F7F7F"/>
                </a:solidFill>
                <a:latin typeface="Proxima Nova Rg"/>
              </a:rPr>
              <a:t> September</a:t>
            </a:r>
          </a:p>
          <a:p>
            <a:pPr>
              <a:buFontTx/>
              <a:buChar char="-"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Confirm targeted release 1 go-live date</a:t>
            </a:r>
          </a:p>
          <a:p>
            <a:pPr>
              <a:buFontTx/>
              <a:buChar char="-"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Finalise project charter </a:t>
            </a:r>
          </a:p>
          <a:p>
            <a:pPr>
              <a:buFontTx/>
              <a:buChar char="-"/>
            </a:pPr>
            <a:endParaRPr lang="en-GB" sz="1400">
              <a:solidFill>
                <a:srgbClr val="7F7F7F"/>
              </a:solidFill>
              <a:latin typeface="Proxima Nova Rg"/>
            </a:endParaRPr>
          </a:p>
          <a:p>
            <a:pPr>
              <a:buFontTx/>
              <a:buChar char="-"/>
            </a:pPr>
            <a:endParaRPr lang="en-GB" sz="1200">
              <a:solidFill>
                <a:srgbClr val="7F7F7F"/>
              </a:solidFill>
              <a:latin typeface="Proxima Nova Rg"/>
            </a:endParaRPr>
          </a:p>
          <a:p>
            <a:pPr>
              <a:buFontTx/>
              <a:buChar char="-"/>
            </a:pPr>
            <a:endParaRPr lang="en-GB" sz="1400">
              <a:solidFill>
                <a:srgbClr val="7F7F7F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2142315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A8919-5D47-4CA7-8B69-F840DE9F84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99222041"/>
      </p:ext>
    </p:extLst>
  </p:cSld>
  <p:clrMapOvr>
    <a:masterClrMapping/>
  </p:clrMapOvr>
</p:sld>
</file>

<file path=ppt/theme/theme1.xml><?xml version="1.0" encoding="utf-8"?>
<a:theme xmlns:a="http://schemas.openxmlformats.org/drawingml/2006/main" name="4. Blank Background">
  <a:themeElements>
    <a:clrScheme name="Open Box Colours">
      <a:dk1>
        <a:srgbClr val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. Title Slides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BCD72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3.xml><?xml version="1.0" encoding="utf-8"?>
<a:theme xmlns:a="http://schemas.openxmlformats.org/drawingml/2006/main" name="3. City Background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5.xml><?xml version="1.0" encoding="utf-8"?>
<a:theme xmlns:a="http://schemas.openxmlformats.org/drawingml/2006/main" name="2. Agenda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Generic Project Document</TermName>
          <TermId xmlns="http://schemas.microsoft.com/office/infopath/2007/PartnerControls">258c2ed6-b93b-4ffe-8901-a23f2dc98ec9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TaxCatchAll xmlns="1ffbd5dc-7a64-4097-8396-87f6c90b212f">
      <Value>5</Value>
      <Value>4</Value>
      <Value>15</Value>
    </TaxCatchAll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EIMS Africa</TermName>
          <TermId xmlns="http://schemas.microsoft.com/office/infopath/2007/PartnerControls">66f4f51f-5fef-42d3-a89d-2dbfc49bea79</TermId>
        </TermInfo>
      </Terms>
    </ica44df5449d49f98766f83f0bd254a7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945D57-A681-4F04-B298-89235A3AA8B5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6B0CF33D-7E71-47CF-A747-9B987BFB848E}"/>
</file>

<file path=customXml/itemProps3.xml><?xml version="1.0" encoding="utf-8"?>
<ds:datastoreItem xmlns:ds="http://schemas.openxmlformats.org/officeDocument/2006/customXml" ds:itemID="{F9F7644E-1652-45CD-9E11-AB0C58DA9226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91D1D260-4500-4907-A35F-66A4AA4919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6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4. Blank Background</vt:lpstr>
      <vt:lpstr>1. Title Slides</vt:lpstr>
      <vt:lpstr>3. City Background</vt:lpstr>
      <vt:lpstr>1_1. Title Slides</vt:lpstr>
      <vt:lpstr>2. Agenda</vt:lpstr>
      <vt:lpstr>Grainger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Mapping</dc:title>
  <dc:creator>Dominique Bolus</dc:creator>
  <cp:revision>1</cp:revision>
  <cp:lastPrinted>2023-02-07T06:58:00Z</cp:lastPrinted>
  <dcterms:created xsi:type="dcterms:W3CDTF">2022-11-10T08:57:41Z</dcterms:created>
  <dcterms:modified xsi:type="dcterms:W3CDTF">2023-09-05T12:07:48Z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lcf76f155ced4ddcb4097134ff3c332f">
    <vt:lpwstr/>
  </property>
  <property fmtid="{D5CDD505-2E9C-101B-9397-08002B2CF9AE}" pid="4" name="Project Document Type">
    <vt:lpwstr>4;#Generic Project Document|258c2ed6-b93b-4ffe-8901-a23f2dc98ec9</vt:lpwstr>
  </property>
  <property fmtid="{D5CDD505-2E9C-101B-9397-08002B2CF9AE}" pid="5" name="MediaServiceImageTags">
    <vt:lpwstr/>
  </property>
  <property fmtid="{D5CDD505-2E9C-101B-9397-08002B2CF9AE}" pid="6" name="Client">
    <vt:lpwstr>15;#EIMS Africa|66f4f51f-5fef-42d3-a89d-2dbfc49bea79</vt:lpwstr>
  </property>
  <property fmtid="{D5CDD505-2E9C-101B-9397-08002B2CF9AE}" pid="7" name="Division">
    <vt:lpwstr>5;#Enterprise Solutions|08c57b01-67e8-4a4f-abc6-ffb3392ace7f</vt:lpwstr>
  </property>
  <property fmtid="{D5CDD505-2E9C-101B-9397-08002B2CF9AE}" pid="8" name="Client Project">
    <vt:lpwstr/>
  </property>
  <property fmtid="{D5CDD505-2E9C-101B-9397-08002B2CF9AE}" pid="9" name="SharedWithUsers">
    <vt:lpwstr>12;#Denzil Morrison;#21;#Andrew Pollock</vt:lpwstr>
  </property>
  <property fmtid="{D5CDD505-2E9C-101B-9397-08002B2CF9AE}" pid="10" name="Project_x0020_Document_x0020_Type">
    <vt:lpwstr>4;#Generic Project Document|258c2ed6-b93b-4ffe-8901-a23f2dc98ec9</vt:lpwstr>
  </property>
  <property fmtid="{D5CDD505-2E9C-101B-9397-08002B2CF9AE}" pid="11" name="Client_x0020_Project">
    <vt:lpwstr/>
  </property>
</Properties>
</file>