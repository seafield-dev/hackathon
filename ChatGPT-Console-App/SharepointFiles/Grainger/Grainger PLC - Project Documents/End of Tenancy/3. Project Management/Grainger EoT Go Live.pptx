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comments/modernComment_136_3D455644.xml" ContentType="application/vnd.ms-powerpoint.comments+xml"/>
  <Override PartName="/ppt/notesSlides/notesSlide1.xml" ContentType="application/vnd.openxmlformats-officedocument.presentationml.notesSlide+xml"/>
  <Override PartName="/ppt/comments/modernComment_1CE_97011484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D4_DEAEB971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  <p:sldMasterId id="2147483677" r:id="rId6"/>
    <p:sldMasterId id="2147483663" r:id="rId7"/>
    <p:sldMasterId id="2147483653" r:id="rId8"/>
    <p:sldMasterId id="2147483682" r:id="rId9"/>
  </p:sldMasterIdLst>
  <p:notesMasterIdLst>
    <p:notesMasterId r:id="rId15"/>
  </p:notesMasterIdLst>
  <p:sldIdLst>
    <p:sldId id="310" r:id="rId10"/>
    <p:sldId id="462" r:id="rId11"/>
    <p:sldId id="463" r:id="rId12"/>
    <p:sldId id="467" r:id="rId13"/>
    <p:sldId id="4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4D5234-732B-16A5-87F6-CF7614D2BCB0}" name="Dillan Landsberg" initials="" userId="S::dlandsberg@openboxsoftware.com::8924655f-c3cb-4af8-bc17-21da91268083" providerId="AD"/>
  <p188:author id="{B27D6C62-A87E-9EA8-949E-BE3DB87D866D}" name="Shaun Barrett" initials="SB" userId="S::sbarrett@openboxsoftware.com::2e21295b-21c9-4734-b4c8-23b29a1a1ba3" providerId="AD"/>
  <p188:author id="{411D59CB-E194-D74B-FCF5-28A77AEB51E7}" name="Sam Duncan" initials="SD" userId="S::sduncan@openboxsoftware.com::c1d0992b-0ec5-443a-8c6c-87e1361e2b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777"/>
    <a:srgbClr val="BCD727"/>
    <a:srgbClr val="999999"/>
    <a:srgbClr val="B4B8B8"/>
    <a:srgbClr val="7F7F7F"/>
    <a:srgbClr val="D9D9D9"/>
    <a:srgbClr val="DDEB91"/>
    <a:srgbClr val="B7DDE8"/>
    <a:srgbClr val="F0B968"/>
    <a:srgbClr val="D8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0F35F-E99C-6C7F-7520-5CBAD315AF29}" v="24" dt="2024-01-31T07:48:19.806"/>
    <p1510:client id="{500FADC0-762F-3DF2-B77E-930CF357A032}" v="1" dt="2024-01-31T14:54:15.726"/>
    <p1510:client id="{7E4B833B-657C-B7A5-04A6-C15069CCB3A1}" v="1" dt="2024-01-31T04:58:48.592"/>
    <p1510:client id="{D4A37860-EC4B-9848-86A5-171AFAE250CD}" v="89" dt="2024-01-30T21:07:31.2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llan Landsberg" userId="S::dlandsberg@openboxsoftware.com::8924655f-c3cb-4af8-bc17-21da91268083" providerId="AD" clId="Web-{12C53CA1-5C9D-6E11-9066-BBFECA42B5C7}"/>
    <pc:docChg chg="addSld delSld modSld">
      <pc:chgData name="Dillan Landsberg" userId="S::dlandsberg@openboxsoftware.com::8924655f-c3cb-4af8-bc17-21da91268083" providerId="AD" clId="Web-{12C53CA1-5C9D-6E11-9066-BBFECA42B5C7}" dt="2024-01-30T13:07:43.359" v="221" actId="1076"/>
      <pc:docMkLst>
        <pc:docMk/>
      </pc:docMkLst>
      <pc:sldChg chg="modSp">
        <pc:chgData name="Dillan Landsberg" userId="S::dlandsberg@openboxsoftware.com::8924655f-c3cb-4af8-bc17-21da91268083" providerId="AD" clId="Web-{12C53CA1-5C9D-6E11-9066-BBFECA42B5C7}" dt="2024-01-30T12:52:16.783" v="8" actId="1076"/>
        <pc:sldMkLst>
          <pc:docMk/>
          <pc:sldMk cId="2533430404" sldId="462"/>
        </pc:sldMkLst>
        <pc:spChg chg="mod">
          <ac:chgData name="Dillan Landsberg" userId="S::dlandsberg@openboxsoftware.com::8924655f-c3cb-4af8-bc17-21da91268083" providerId="AD" clId="Web-{12C53CA1-5C9D-6E11-9066-BBFECA42B5C7}" dt="2024-01-30T12:52:16.783" v="8" actId="1076"/>
          <ac:spMkLst>
            <pc:docMk/>
            <pc:sldMk cId="2533430404" sldId="462"/>
            <ac:spMk id="4" creationId="{3858FAF7-D6A1-4655-B3C2-2B83C10F4C38}"/>
          </ac:spMkLst>
        </pc:spChg>
      </pc:sldChg>
      <pc:sldChg chg="delSp modSp">
        <pc:chgData name="Dillan Landsberg" userId="S::dlandsberg@openboxsoftware.com::8924655f-c3cb-4af8-bc17-21da91268083" providerId="AD" clId="Web-{12C53CA1-5C9D-6E11-9066-BBFECA42B5C7}" dt="2024-01-30T13:07:14.357" v="217" actId="1076"/>
        <pc:sldMkLst>
          <pc:docMk/>
          <pc:sldMk cId="3160680397" sldId="463"/>
        </pc:sldMkLst>
        <pc:spChg chg="mod">
          <ac:chgData name="Dillan Landsberg" userId="S::dlandsberg@openboxsoftware.com::8924655f-c3cb-4af8-bc17-21da91268083" providerId="AD" clId="Web-{12C53CA1-5C9D-6E11-9066-BBFECA42B5C7}" dt="2024-01-30T13:07:14.357" v="217" actId="1076"/>
          <ac:spMkLst>
            <pc:docMk/>
            <pc:sldMk cId="3160680397" sldId="463"/>
            <ac:spMk id="3" creationId="{5D0D551A-8ACF-4172-643C-03BAE91DA86F}"/>
          </ac:spMkLst>
        </pc:spChg>
        <pc:spChg chg="del">
          <ac:chgData name="Dillan Landsberg" userId="S::dlandsberg@openboxsoftware.com::8924655f-c3cb-4af8-bc17-21da91268083" providerId="AD" clId="Web-{12C53CA1-5C9D-6E11-9066-BBFECA42B5C7}" dt="2024-01-30T13:06:59.810" v="211"/>
          <ac:spMkLst>
            <pc:docMk/>
            <pc:sldMk cId="3160680397" sldId="463"/>
            <ac:spMk id="4" creationId="{3858FAF7-D6A1-4655-B3C2-2B83C10F4C38}"/>
          </ac:spMkLst>
        </pc:spChg>
      </pc:sldChg>
      <pc:sldChg chg="addSp delSp modSp del">
        <pc:chgData name="Dillan Landsberg" userId="S::dlandsberg@openboxsoftware.com::8924655f-c3cb-4af8-bc17-21da91268083" providerId="AD" clId="Web-{12C53CA1-5C9D-6E11-9066-BBFECA42B5C7}" dt="2024-01-30T13:06:42.434" v="210"/>
        <pc:sldMkLst>
          <pc:docMk/>
          <pc:sldMk cId="4076195173" sldId="464"/>
        </pc:sldMkLst>
        <pc:spChg chg="mod">
          <ac:chgData name="Dillan Landsberg" userId="S::dlandsberg@openboxsoftware.com::8924655f-c3cb-4af8-bc17-21da91268083" providerId="AD" clId="Web-{12C53CA1-5C9D-6E11-9066-BBFECA42B5C7}" dt="2024-01-30T12:52:23.346" v="9" actId="1076"/>
          <ac:spMkLst>
            <pc:docMk/>
            <pc:sldMk cId="4076195173" sldId="464"/>
            <ac:spMk id="3" creationId="{5D0D551A-8ACF-4172-643C-03BAE91DA86F}"/>
          </ac:spMkLst>
        </pc:spChg>
        <pc:spChg chg="del">
          <ac:chgData name="Dillan Landsberg" userId="S::dlandsberg@openboxsoftware.com::8924655f-c3cb-4af8-bc17-21da91268083" providerId="AD" clId="Web-{12C53CA1-5C9D-6E11-9066-BBFECA42B5C7}" dt="2024-01-30T12:50:40.997" v="0"/>
          <ac:spMkLst>
            <pc:docMk/>
            <pc:sldMk cId="4076195173" sldId="464"/>
            <ac:spMk id="4" creationId="{3858FAF7-D6A1-4655-B3C2-2B83C10F4C38}"/>
          </ac:spMkLst>
        </pc:spChg>
        <pc:graphicFrameChg chg="add del modGraphic">
          <ac:chgData name="Dillan Landsberg" userId="S::dlandsberg@openboxsoftware.com::8924655f-c3cb-4af8-bc17-21da91268083" providerId="AD" clId="Web-{12C53CA1-5C9D-6E11-9066-BBFECA42B5C7}" dt="2024-01-30T12:53:58.413" v="13"/>
          <ac:graphicFrameMkLst>
            <pc:docMk/>
            <pc:sldMk cId="4076195173" sldId="464"/>
            <ac:graphicFrameMk id="2" creationId="{3CF9522E-9EC1-DC58-5187-83CD588F3741}"/>
          </ac:graphicFrameMkLst>
        </pc:graphicFrameChg>
      </pc:sldChg>
      <pc:sldChg chg="modSp">
        <pc:chgData name="Dillan Landsberg" userId="S::dlandsberg@openboxsoftware.com::8924655f-c3cb-4af8-bc17-21da91268083" providerId="AD" clId="Web-{12C53CA1-5C9D-6E11-9066-BBFECA42B5C7}" dt="2024-01-30T13:07:43.359" v="221" actId="1076"/>
        <pc:sldMkLst>
          <pc:docMk/>
          <pc:sldMk cId="3274690449" sldId="465"/>
        </pc:sldMkLst>
        <pc:spChg chg="mod">
          <ac:chgData name="Dillan Landsberg" userId="S::dlandsberg@openboxsoftware.com::8924655f-c3cb-4af8-bc17-21da91268083" providerId="AD" clId="Web-{12C53CA1-5C9D-6E11-9066-BBFECA42B5C7}" dt="2024-01-30T13:07:27.420" v="218" actId="1076"/>
          <ac:spMkLst>
            <pc:docMk/>
            <pc:sldMk cId="3274690449" sldId="465"/>
            <ac:spMk id="10" creationId="{397BE840-A555-38C8-2CD0-FF4055B2113A}"/>
          </ac:spMkLst>
        </pc:spChg>
        <pc:spChg chg="mod">
          <ac:chgData name="Dillan Landsberg" userId="S::dlandsberg@openboxsoftware.com::8924655f-c3cb-4af8-bc17-21da91268083" providerId="AD" clId="Web-{12C53CA1-5C9D-6E11-9066-BBFECA42B5C7}" dt="2024-01-30T13:07:36.280" v="220" actId="1076"/>
          <ac:spMkLst>
            <pc:docMk/>
            <pc:sldMk cId="3274690449" sldId="465"/>
            <ac:spMk id="15" creationId="{91C48C84-01BD-CC49-8C59-7A694CCE8256}"/>
          </ac:spMkLst>
        </pc:spChg>
        <pc:picChg chg="mod">
          <ac:chgData name="Dillan Landsberg" userId="S::dlandsberg@openboxsoftware.com::8924655f-c3cb-4af8-bc17-21da91268083" providerId="AD" clId="Web-{12C53CA1-5C9D-6E11-9066-BBFECA42B5C7}" dt="2024-01-30T13:07:31.233" v="219" actId="1076"/>
          <ac:picMkLst>
            <pc:docMk/>
            <pc:sldMk cId="3274690449" sldId="465"/>
            <ac:picMk id="12" creationId="{B72A809C-F074-6F9B-DF92-52CFA6749311}"/>
          </ac:picMkLst>
        </pc:picChg>
        <pc:picChg chg="mod">
          <ac:chgData name="Dillan Landsberg" userId="S::dlandsberg@openboxsoftware.com::8924655f-c3cb-4af8-bc17-21da91268083" providerId="AD" clId="Web-{12C53CA1-5C9D-6E11-9066-BBFECA42B5C7}" dt="2024-01-30T13:07:43.359" v="221" actId="1076"/>
          <ac:picMkLst>
            <pc:docMk/>
            <pc:sldMk cId="3274690449" sldId="465"/>
            <ac:picMk id="14" creationId="{03D6C4CB-69DF-7615-F29A-11E019BCBAEC}"/>
          </ac:picMkLst>
        </pc:picChg>
      </pc:sldChg>
      <pc:sldChg chg="addSp delSp modSp add replId">
        <pc:chgData name="Dillan Landsberg" userId="S::dlandsberg@openboxsoftware.com::8924655f-c3cb-4af8-bc17-21da91268083" providerId="AD" clId="Web-{12C53CA1-5C9D-6E11-9066-BBFECA42B5C7}" dt="2024-01-30T13:01:40.404" v="209"/>
        <pc:sldMkLst>
          <pc:docMk/>
          <pc:sldMk cId="817263721" sldId="467"/>
        </pc:sldMkLst>
        <pc:spChg chg="del">
          <ac:chgData name="Dillan Landsberg" userId="S::dlandsberg@openboxsoftware.com::8924655f-c3cb-4af8-bc17-21da91268083" providerId="AD" clId="Web-{12C53CA1-5C9D-6E11-9066-BBFECA42B5C7}" dt="2024-01-30T12:54:07.945" v="15"/>
          <ac:spMkLst>
            <pc:docMk/>
            <pc:sldMk cId="817263721" sldId="467"/>
            <ac:spMk id="3" creationId="{E3049FD4-57DE-8ECA-9A17-94F822BB3596}"/>
          </ac:spMkLst>
        </pc:spChg>
        <pc:graphicFrameChg chg="add del mod modGraphic">
          <ac:chgData name="Dillan Landsberg" userId="S::dlandsberg@openboxsoftware.com::8924655f-c3cb-4af8-bc17-21da91268083" providerId="AD" clId="Web-{12C53CA1-5C9D-6E11-9066-BBFECA42B5C7}" dt="2024-01-30T12:55:14.386" v="22"/>
          <ac:graphicFrameMkLst>
            <pc:docMk/>
            <pc:sldMk cId="817263721" sldId="467"/>
            <ac:graphicFrameMk id="2" creationId="{489DA47C-0D60-1A65-9806-8E94E280BB83}"/>
          </ac:graphicFrameMkLst>
        </pc:graphicFrameChg>
        <pc:graphicFrameChg chg="add mod modGraphic">
          <ac:chgData name="Dillan Landsberg" userId="S::dlandsberg@openboxsoftware.com::8924655f-c3cb-4af8-bc17-21da91268083" providerId="AD" clId="Web-{12C53CA1-5C9D-6E11-9066-BBFECA42B5C7}" dt="2024-01-30T13:01:40.404" v="209"/>
          <ac:graphicFrameMkLst>
            <pc:docMk/>
            <pc:sldMk cId="817263721" sldId="467"/>
            <ac:graphicFrameMk id="4" creationId="{FD8DB8FC-4905-5848-C3EA-F3FBAB611428}"/>
          </ac:graphicFrameMkLst>
        </pc:graphicFrameChg>
      </pc:sldChg>
    </pc:docChg>
  </pc:docChgLst>
  <pc:docChgLst>
    <pc:chgData name="Dillan Landsberg" userId="8924655f-c3cb-4af8-bc17-21da91268083" providerId="ADAL" clId="{44DBBE80-3B4F-4E82-9909-7782F79FC05B}"/>
    <pc:docChg chg="modSld sldOrd">
      <pc:chgData name="Dillan Landsberg" userId="8924655f-c3cb-4af8-bc17-21da91268083" providerId="ADAL" clId="{44DBBE80-3B4F-4E82-9909-7782F79FC05B}" dt="2024-01-30T07:02:29.548" v="52" actId="12"/>
      <pc:docMkLst>
        <pc:docMk/>
      </pc:docMkLst>
      <pc:sldChg chg="modSp mod">
        <pc:chgData name="Dillan Landsberg" userId="8924655f-c3cb-4af8-bc17-21da91268083" providerId="ADAL" clId="{44DBBE80-3B4F-4E82-9909-7782F79FC05B}" dt="2024-01-30T07:02:29.548" v="52" actId="12"/>
        <pc:sldMkLst>
          <pc:docMk/>
          <pc:sldMk cId="2533430404" sldId="462"/>
        </pc:sldMkLst>
        <pc:spChg chg="mod">
          <ac:chgData name="Dillan Landsberg" userId="8924655f-c3cb-4af8-bc17-21da91268083" providerId="ADAL" clId="{44DBBE80-3B4F-4E82-9909-7782F79FC05B}" dt="2024-01-30T07:02:29.548" v="52" actId="12"/>
          <ac:spMkLst>
            <pc:docMk/>
            <pc:sldMk cId="2533430404" sldId="462"/>
            <ac:spMk id="4" creationId="{3858FAF7-D6A1-4655-B3C2-2B83C10F4C38}"/>
          </ac:spMkLst>
        </pc:spChg>
      </pc:sldChg>
      <pc:sldChg chg="modSp mod">
        <pc:chgData name="Dillan Landsberg" userId="8924655f-c3cb-4af8-bc17-21da91268083" providerId="ADAL" clId="{44DBBE80-3B4F-4E82-9909-7782F79FC05B}" dt="2024-01-30T07:00:33.662" v="3" actId="1076"/>
        <pc:sldMkLst>
          <pc:docMk/>
          <pc:sldMk cId="3160680397" sldId="463"/>
        </pc:sldMkLst>
        <pc:spChg chg="mod">
          <ac:chgData name="Dillan Landsberg" userId="8924655f-c3cb-4af8-bc17-21da91268083" providerId="ADAL" clId="{44DBBE80-3B4F-4E82-9909-7782F79FC05B}" dt="2024-01-30T07:00:33.662" v="3" actId="1076"/>
          <ac:spMkLst>
            <pc:docMk/>
            <pc:sldMk cId="3160680397" sldId="463"/>
            <ac:spMk id="3" creationId="{5D0D551A-8ACF-4172-643C-03BAE91DA86F}"/>
          </ac:spMkLst>
        </pc:spChg>
      </pc:sldChg>
      <pc:sldChg chg="modSp mod ord">
        <pc:chgData name="Dillan Landsberg" userId="8924655f-c3cb-4af8-bc17-21da91268083" providerId="ADAL" clId="{44DBBE80-3B4F-4E82-9909-7782F79FC05B}" dt="2024-01-30T07:01:10.178" v="8"/>
        <pc:sldMkLst>
          <pc:docMk/>
          <pc:sldMk cId="4076195173" sldId="464"/>
        </pc:sldMkLst>
        <pc:spChg chg="mod">
          <ac:chgData name="Dillan Landsberg" userId="8924655f-c3cb-4af8-bc17-21da91268083" providerId="ADAL" clId="{44DBBE80-3B4F-4E82-9909-7782F79FC05B}" dt="2024-01-30T07:00:59.268" v="6" actId="120"/>
          <ac:spMkLst>
            <pc:docMk/>
            <pc:sldMk cId="4076195173" sldId="464"/>
            <ac:spMk id="3" creationId="{5D0D551A-8ACF-4172-643C-03BAE91DA86F}"/>
          </ac:spMkLst>
        </pc:spChg>
      </pc:sldChg>
    </pc:docChg>
  </pc:docChgLst>
  <pc:docChgLst>
    <pc:chgData name="Shaun Barrett" userId="S::sbarrett@openboxsoftware.com::2e21295b-21c9-4734-b4c8-23b29a1a1ba3" providerId="AD" clId="Web-{7E4B833B-657C-B7A5-04A6-C15069CCB3A1}"/>
    <pc:docChg chg="">
      <pc:chgData name="Shaun Barrett" userId="S::sbarrett@openboxsoftware.com::2e21295b-21c9-4734-b4c8-23b29a1a1ba3" providerId="AD" clId="Web-{7E4B833B-657C-B7A5-04A6-C15069CCB3A1}" dt="2024-01-31T04:58:48.592" v="0"/>
      <pc:docMkLst>
        <pc:docMk/>
      </pc:docMkLst>
      <pc:sldChg chg="addCm">
        <pc:chgData name="Shaun Barrett" userId="S::sbarrett@openboxsoftware.com::2e21295b-21c9-4734-b4c8-23b29a1a1ba3" providerId="AD" clId="Web-{7E4B833B-657C-B7A5-04A6-C15069CCB3A1}" dt="2024-01-31T04:58:48.592" v="0"/>
        <pc:sldMkLst>
          <pc:docMk/>
          <pc:sldMk cId="3735992689" sldId="46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haun Barrett" userId="S::sbarrett@openboxsoftware.com::2e21295b-21c9-4734-b4c8-23b29a1a1ba3" providerId="AD" clId="Web-{7E4B833B-657C-B7A5-04A6-C15069CCB3A1}" dt="2024-01-31T04:58:48.592" v="0"/>
              <pc2:cmMkLst xmlns:pc2="http://schemas.microsoft.com/office/powerpoint/2019/9/main/command">
                <pc:docMk/>
                <pc:sldMk cId="3735992689" sldId="468"/>
                <pc2:cmMk id="{7BD1F89B-5399-419B-B56E-9D279F02F369}"/>
              </pc2:cmMkLst>
            </pc226:cmChg>
          </p:ext>
        </pc:extLst>
      </pc:sldChg>
    </pc:docChg>
  </pc:docChgLst>
  <pc:docChgLst>
    <pc:chgData name="Shaun Barrett" userId="2e21295b-21c9-4734-b4c8-23b29a1a1ba3" providerId="ADAL" clId="{C1733C61-914B-427C-91EB-A332F296861A}"/>
    <pc:docChg chg="">
      <pc:chgData name="Shaun Barrett" userId="2e21295b-21c9-4734-b4c8-23b29a1a1ba3" providerId="ADAL" clId="{C1733C61-914B-427C-91EB-A332F296861A}" dt="2024-01-30T06:44:42.750" v="2"/>
      <pc:docMkLst>
        <pc:docMk/>
      </pc:docMkLst>
      <pc:sldChg chg="addCm">
        <pc:chgData name="Shaun Barrett" userId="2e21295b-21c9-4734-b4c8-23b29a1a1ba3" providerId="ADAL" clId="{C1733C61-914B-427C-91EB-A332F296861A}" dt="2024-01-30T06:44:42.750" v="2"/>
        <pc:sldMkLst>
          <pc:docMk/>
          <pc:sldMk cId="1027954244" sldId="310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haun Barrett" userId="2e21295b-21c9-4734-b4c8-23b29a1a1ba3" providerId="ADAL" clId="{C1733C61-914B-427C-91EB-A332F296861A}" dt="2024-01-30T06:44:42.750" v="2"/>
              <pc2:cmMkLst xmlns:pc2="http://schemas.microsoft.com/office/powerpoint/2019/9/main/command">
                <pc:docMk/>
                <pc:sldMk cId="1027954244" sldId="310"/>
                <pc2:cmMk id="{DE8C4E2C-BDFC-448D-B179-4AF05E142D32}"/>
              </pc2:cmMkLst>
            </pc226:cmChg>
          </p:ext>
        </pc:extLst>
      </pc:sldChg>
      <pc:sldChg chg="addCm">
        <pc:chgData name="Shaun Barrett" userId="2e21295b-21c9-4734-b4c8-23b29a1a1ba3" providerId="ADAL" clId="{C1733C61-914B-427C-91EB-A332F296861A}" dt="2024-01-30T06:43:20.451" v="1"/>
        <pc:sldMkLst>
          <pc:docMk/>
          <pc:sldMk cId="2533430404" sldId="46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haun Barrett" userId="2e21295b-21c9-4734-b4c8-23b29a1a1ba3" providerId="ADAL" clId="{C1733C61-914B-427C-91EB-A332F296861A}" dt="2024-01-30T06:43:20.451" v="1"/>
              <pc2:cmMkLst xmlns:pc2="http://schemas.microsoft.com/office/powerpoint/2019/9/main/command">
                <pc:docMk/>
                <pc:sldMk cId="2533430404" sldId="462"/>
                <pc2:cmMk id="{4C2B6790-75BE-437F-9DAB-26EA2300BF6B}"/>
              </pc2:cmMkLst>
            </pc226:cmChg>
          </p:ext>
        </pc:extLst>
      </pc:sldChg>
      <pc:sldChg chg="addCm">
        <pc:chgData name="Shaun Barrett" userId="2e21295b-21c9-4734-b4c8-23b29a1a1ba3" providerId="ADAL" clId="{C1733C61-914B-427C-91EB-A332F296861A}" dt="2024-01-30T06:42:45.309" v="0"/>
        <pc:sldMkLst>
          <pc:docMk/>
          <pc:sldMk cId="4076195173" sldId="46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haun Barrett" userId="2e21295b-21c9-4734-b4c8-23b29a1a1ba3" providerId="ADAL" clId="{C1733C61-914B-427C-91EB-A332F296861A}" dt="2024-01-30T06:42:45.309" v="0"/>
              <pc2:cmMkLst xmlns:pc2="http://schemas.microsoft.com/office/powerpoint/2019/9/main/command">
                <pc:docMk/>
                <pc:sldMk cId="4076195173" sldId="464"/>
                <pc2:cmMk id="{5F60C0DC-4C0C-414D-A8D5-A5959D010FEE}"/>
              </pc2:cmMkLst>
            </pc226:cmChg>
          </p:ext>
        </pc:extLst>
      </pc:sldChg>
    </pc:docChg>
  </pc:docChgLst>
  <pc:docChgLst>
    <pc:chgData name="Sam Duncan" userId="c1d0992b-0ec5-443a-8c6c-87e1361e2b1d" providerId="ADAL" clId="{D4A37860-EC4B-9848-86A5-171AFAE250CD}"/>
    <pc:docChg chg="undo custSel addSld delSld modSld">
      <pc:chgData name="Sam Duncan" userId="c1d0992b-0ec5-443a-8c6c-87e1361e2b1d" providerId="ADAL" clId="{D4A37860-EC4B-9848-86A5-171AFAE250CD}" dt="2024-01-31T13:59:10.950" v="2430"/>
      <pc:docMkLst>
        <pc:docMk/>
      </pc:docMkLst>
      <pc:sldChg chg="modSp mod">
        <pc:chgData name="Sam Duncan" userId="c1d0992b-0ec5-443a-8c6c-87e1361e2b1d" providerId="ADAL" clId="{D4A37860-EC4B-9848-86A5-171AFAE250CD}" dt="2024-01-30T12:58:34.953" v="73" actId="20577"/>
        <pc:sldMkLst>
          <pc:docMk/>
          <pc:sldMk cId="1027954244" sldId="310"/>
        </pc:sldMkLst>
        <pc:spChg chg="mod">
          <ac:chgData name="Sam Duncan" userId="c1d0992b-0ec5-443a-8c6c-87e1361e2b1d" providerId="ADAL" clId="{D4A37860-EC4B-9848-86A5-171AFAE250CD}" dt="2024-01-30T12:58:34.953" v="73" actId="20577"/>
          <ac:spMkLst>
            <pc:docMk/>
            <pc:sldMk cId="1027954244" sldId="310"/>
            <ac:spMk id="2" creationId="{926268CD-6A91-46D5-9F2E-D63140C574C1}"/>
          </ac:spMkLst>
        </pc:spChg>
      </pc:sldChg>
      <pc:sldChg chg="modSp mod">
        <pc:chgData name="Sam Duncan" userId="c1d0992b-0ec5-443a-8c6c-87e1361e2b1d" providerId="ADAL" clId="{D4A37860-EC4B-9848-86A5-171AFAE250CD}" dt="2024-01-30T21:10:44.501" v="2092" actId="6549"/>
        <pc:sldMkLst>
          <pc:docMk/>
          <pc:sldMk cId="2533430404" sldId="462"/>
        </pc:sldMkLst>
        <pc:spChg chg="mod">
          <ac:chgData name="Sam Duncan" userId="c1d0992b-0ec5-443a-8c6c-87e1361e2b1d" providerId="ADAL" clId="{D4A37860-EC4B-9848-86A5-171AFAE250CD}" dt="2024-01-30T21:10:44.501" v="2092" actId="6549"/>
          <ac:spMkLst>
            <pc:docMk/>
            <pc:sldMk cId="2533430404" sldId="462"/>
            <ac:spMk id="4" creationId="{3858FAF7-D6A1-4655-B3C2-2B83C10F4C38}"/>
          </ac:spMkLst>
        </pc:spChg>
        <pc:spChg chg="mod">
          <ac:chgData name="Sam Duncan" userId="c1d0992b-0ec5-443a-8c6c-87e1361e2b1d" providerId="ADAL" clId="{D4A37860-EC4B-9848-86A5-171AFAE250CD}" dt="2024-01-30T20:19:41.532" v="453" actId="20577"/>
          <ac:spMkLst>
            <pc:docMk/>
            <pc:sldMk cId="2533430404" sldId="462"/>
            <ac:spMk id="5" creationId="{C5C64FC8-33F9-760E-19B7-791F9BE914D6}"/>
          </ac:spMkLst>
        </pc:spChg>
      </pc:sldChg>
      <pc:sldChg chg="addSp delSp modSp mod modClrScheme chgLayout">
        <pc:chgData name="Sam Duncan" userId="c1d0992b-0ec5-443a-8c6c-87e1361e2b1d" providerId="ADAL" clId="{D4A37860-EC4B-9848-86A5-171AFAE250CD}" dt="2024-01-30T21:09:42.630" v="2088" actId="20577"/>
        <pc:sldMkLst>
          <pc:docMk/>
          <pc:sldMk cId="3160680397" sldId="463"/>
        </pc:sldMkLst>
        <pc:spChg chg="mod">
          <ac:chgData name="Sam Duncan" userId="c1d0992b-0ec5-443a-8c6c-87e1361e2b1d" providerId="ADAL" clId="{D4A37860-EC4B-9848-86A5-171AFAE250CD}" dt="2024-01-30T21:09:42.630" v="2088" actId="20577"/>
          <ac:spMkLst>
            <pc:docMk/>
            <pc:sldMk cId="3160680397" sldId="463"/>
            <ac:spMk id="3" creationId="{5D0D551A-8ACF-4172-643C-03BAE91DA86F}"/>
          </ac:spMkLst>
        </pc:spChg>
        <pc:spChg chg="mod ord">
          <ac:chgData name="Sam Duncan" userId="c1d0992b-0ec5-443a-8c6c-87e1361e2b1d" providerId="ADAL" clId="{D4A37860-EC4B-9848-86A5-171AFAE250CD}" dt="2024-01-30T20:49:57.682" v="994" actId="700"/>
          <ac:spMkLst>
            <pc:docMk/>
            <pc:sldMk cId="3160680397" sldId="463"/>
            <ac:spMk id="5" creationId="{C5C64FC8-33F9-760E-19B7-791F9BE914D6}"/>
          </ac:spMkLst>
        </pc:spChg>
        <pc:spChg chg="mod">
          <ac:chgData name="Sam Duncan" userId="c1d0992b-0ec5-443a-8c6c-87e1361e2b1d" providerId="ADAL" clId="{D4A37860-EC4B-9848-86A5-171AFAE250CD}" dt="2024-01-30T20:51:56.801" v="1034" actId="1076"/>
          <ac:spMkLst>
            <pc:docMk/>
            <pc:sldMk cId="3160680397" sldId="463"/>
            <ac:spMk id="6" creationId="{7F00A34A-B490-C5AF-45F6-9D413731C6F7}"/>
          </ac:spMkLst>
        </pc:spChg>
        <pc:spChg chg="add mod">
          <ac:chgData name="Sam Duncan" userId="c1d0992b-0ec5-443a-8c6c-87e1361e2b1d" providerId="ADAL" clId="{D4A37860-EC4B-9848-86A5-171AFAE250CD}" dt="2024-01-30T21:07:52.445" v="2049" actId="1076"/>
          <ac:spMkLst>
            <pc:docMk/>
            <pc:sldMk cId="3160680397" sldId="463"/>
            <ac:spMk id="9" creationId="{079FCC8A-AACE-054E-C04B-2826D306B7D5}"/>
          </ac:spMkLst>
        </pc:spChg>
        <pc:graphicFrameChg chg="add mod modGraphic">
          <ac:chgData name="Sam Duncan" userId="c1d0992b-0ec5-443a-8c6c-87e1361e2b1d" providerId="ADAL" clId="{D4A37860-EC4B-9848-86A5-171AFAE250CD}" dt="2024-01-30T21:07:49.612" v="2048" actId="1076"/>
          <ac:graphicFrameMkLst>
            <pc:docMk/>
            <pc:sldMk cId="3160680397" sldId="463"/>
            <ac:graphicFrameMk id="2" creationId="{66FD96D5-4E1D-8780-AF3F-B12773AF9DDC}"/>
          </ac:graphicFrameMkLst>
        </pc:graphicFrameChg>
        <pc:picChg chg="add mod">
          <ac:chgData name="Sam Duncan" userId="c1d0992b-0ec5-443a-8c6c-87e1361e2b1d" providerId="ADAL" clId="{D4A37860-EC4B-9848-86A5-171AFAE250CD}" dt="2024-01-30T21:07:25.780" v="2046" actId="14861"/>
          <ac:picMkLst>
            <pc:docMk/>
            <pc:sldMk cId="3160680397" sldId="463"/>
            <ac:picMk id="7" creationId="{6C6A8008-1A6A-CA9A-F420-93871D464C50}"/>
          </ac:picMkLst>
        </pc:picChg>
        <pc:picChg chg="del">
          <ac:chgData name="Sam Duncan" userId="c1d0992b-0ec5-443a-8c6c-87e1361e2b1d" providerId="ADAL" clId="{D4A37860-EC4B-9848-86A5-171AFAE250CD}" dt="2024-01-30T20:49:07.130" v="988" actId="478"/>
          <ac:picMkLst>
            <pc:docMk/>
            <pc:sldMk cId="3160680397" sldId="463"/>
            <ac:picMk id="8" creationId="{A06C6B62-E753-3395-58E0-FBED71F6EC11}"/>
          </ac:picMkLst>
        </pc:picChg>
      </pc:sldChg>
      <pc:sldChg chg="addSp modSp del mod modClrScheme chgLayout">
        <pc:chgData name="Sam Duncan" userId="c1d0992b-0ec5-443a-8c6c-87e1361e2b1d" providerId="ADAL" clId="{D4A37860-EC4B-9848-86A5-171AFAE250CD}" dt="2024-01-30T20:51:18.370" v="1007" actId="2696"/>
        <pc:sldMkLst>
          <pc:docMk/>
          <pc:sldMk cId="3274690449" sldId="465"/>
        </pc:sldMkLst>
        <pc:spChg chg="add mod ord">
          <ac:chgData name="Sam Duncan" userId="c1d0992b-0ec5-443a-8c6c-87e1361e2b1d" providerId="ADAL" clId="{D4A37860-EC4B-9848-86A5-171AFAE250CD}" dt="2024-01-30T20:50:00.247" v="995" actId="700"/>
          <ac:spMkLst>
            <pc:docMk/>
            <pc:sldMk cId="3274690449" sldId="465"/>
            <ac:spMk id="2" creationId="{57F5CF8A-B4B0-92E7-F351-F74A9D859D46}"/>
          </ac:spMkLst>
        </pc:spChg>
      </pc:sldChg>
      <pc:sldChg chg="addSp modSp del mod modClrScheme chgLayout">
        <pc:chgData name="Sam Duncan" userId="c1d0992b-0ec5-443a-8c6c-87e1361e2b1d" providerId="ADAL" clId="{D4A37860-EC4B-9848-86A5-171AFAE250CD}" dt="2024-01-30T20:51:18.368" v="1006" actId="2696"/>
        <pc:sldMkLst>
          <pc:docMk/>
          <pc:sldMk cId="2003987997" sldId="466"/>
        </pc:sldMkLst>
        <pc:spChg chg="add mod ord">
          <ac:chgData name="Sam Duncan" userId="c1d0992b-0ec5-443a-8c6c-87e1361e2b1d" providerId="ADAL" clId="{D4A37860-EC4B-9848-86A5-171AFAE250CD}" dt="2024-01-30T20:50:01.874" v="996" actId="700"/>
          <ac:spMkLst>
            <pc:docMk/>
            <pc:sldMk cId="2003987997" sldId="466"/>
            <ac:spMk id="2" creationId="{0837D326-F70D-B96B-1FB6-52FE968E86EF}"/>
          </ac:spMkLst>
        </pc:spChg>
      </pc:sldChg>
      <pc:sldChg chg="modSp mod modClrScheme chgLayout">
        <pc:chgData name="Sam Duncan" userId="c1d0992b-0ec5-443a-8c6c-87e1361e2b1d" providerId="ADAL" clId="{D4A37860-EC4B-9848-86A5-171AFAE250CD}" dt="2024-01-30T21:10:06.384" v="2091" actId="313"/>
        <pc:sldMkLst>
          <pc:docMk/>
          <pc:sldMk cId="817263721" sldId="467"/>
        </pc:sldMkLst>
        <pc:spChg chg="mod ord">
          <ac:chgData name="Sam Duncan" userId="c1d0992b-0ec5-443a-8c6c-87e1361e2b1d" providerId="ADAL" clId="{D4A37860-EC4B-9848-86A5-171AFAE250CD}" dt="2024-01-30T20:53:12.207" v="1098" actId="20577"/>
          <ac:spMkLst>
            <pc:docMk/>
            <pc:sldMk cId="817263721" sldId="467"/>
            <ac:spMk id="5" creationId="{D434C08D-1361-DE75-4013-741F746875CF}"/>
          </ac:spMkLst>
        </pc:spChg>
        <pc:graphicFrameChg chg="mod modGraphic">
          <ac:chgData name="Sam Duncan" userId="c1d0992b-0ec5-443a-8c6c-87e1361e2b1d" providerId="ADAL" clId="{D4A37860-EC4B-9848-86A5-171AFAE250CD}" dt="2024-01-30T21:10:06.384" v="2091" actId="313"/>
          <ac:graphicFrameMkLst>
            <pc:docMk/>
            <pc:sldMk cId="817263721" sldId="467"/>
            <ac:graphicFrameMk id="4" creationId="{FD8DB8FC-4905-5848-C3EA-F3FBAB611428}"/>
          </ac:graphicFrameMkLst>
        </pc:graphicFrameChg>
      </pc:sldChg>
      <pc:sldChg chg="addSp delSp modSp add mod addCm">
        <pc:chgData name="Sam Duncan" userId="c1d0992b-0ec5-443a-8c6c-87e1361e2b1d" providerId="ADAL" clId="{D4A37860-EC4B-9848-86A5-171AFAE250CD}" dt="2024-01-31T13:59:10.950" v="2430"/>
        <pc:sldMkLst>
          <pc:docMk/>
          <pc:sldMk cId="3735992689" sldId="468"/>
        </pc:sldMkLst>
        <pc:spChg chg="add mod">
          <ac:chgData name="Sam Duncan" userId="c1d0992b-0ec5-443a-8c6c-87e1361e2b1d" providerId="ADAL" clId="{D4A37860-EC4B-9848-86A5-171AFAE250CD}" dt="2024-01-31T13:58:48.966" v="2429" actId="20577"/>
          <ac:spMkLst>
            <pc:docMk/>
            <pc:sldMk cId="3735992689" sldId="468"/>
            <ac:spMk id="2" creationId="{C466B1C9-6333-C3AC-100E-F8CFDF28AB79}"/>
          </ac:spMkLst>
        </pc:spChg>
        <pc:spChg chg="mod">
          <ac:chgData name="Sam Duncan" userId="c1d0992b-0ec5-443a-8c6c-87e1361e2b1d" providerId="ADAL" clId="{D4A37860-EC4B-9848-86A5-171AFAE250CD}" dt="2024-01-30T21:06:27.435" v="2044" actId="20577"/>
          <ac:spMkLst>
            <pc:docMk/>
            <pc:sldMk cId="3735992689" sldId="468"/>
            <ac:spMk id="5" creationId="{B8305208-CF16-E54D-3904-B8413AA5CEEA}"/>
          </ac:spMkLst>
        </pc:spChg>
        <pc:graphicFrameChg chg="del">
          <ac:chgData name="Sam Duncan" userId="c1d0992b-0ec5-443a-8c6c-87e1361e2b1d" providerId="ADAL" clId="{D4A37860-EC4B-9848-86A5-171AFAE250CD}" dt="2024-01-30T20:58:50.534" v="1294" actId="478"/>
          <ac:graphicFrameMkLst>
            <pc:docMk/>
            <pc:sldMk cId="3735992689" sldId="468"/>
            <ac:graphicFrameMk id="4" creationId="{BAAE28A9-E69C-A33C-0BE3-5862E11F6E25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 Duncan" userId="c1d0992b-0ec5-443a-8c6c-87e1361e2b1d" providerId="ADAL" clId="{D4A37860-EC4B-9848-86A5-171AFAE250CD}" dt="2024-01-31T13:59:10.950" v="2430"/>
              <pc2:cmMkLst xmlns:pc2="http://schemas.microsoft.com/office/powerpoint/2019/9/main/command">
                <pc:docMk/>
                <pc:sldMk cId="3735992689" sldId="468"/>
                <pc2:cmMk id="{3AB947BD-C3BC-1347-B1D6-2B85362255C8}"/>
              </pc2:cmMkLst>
            </pc226:cmChg>
          </p:ext>
        </pc:extLst>
      </pc:sldChg>
    </pc:docChg>
  </pc:docChgLst>
  <pc:docChgLst>
    <pc:chgData name="Dillan Landsberg" userId="S::dlandsberg@openboxsoftware.com::8924655f-c3cb-4af8-bc17-21da91268083" providerId="AD" clId="Web-{9AB60B30-BAB1-8240-1550-6FB3EFD43E2F}"/>
    <pc:docChg chg="modSld">
      <pc:chgData name="Dillan Landsberg" userId="S::dlandsberg@openboxsoftware.com::8924655f-c3cb-4af8-bc17-21da91268083" providerId="AD" clId="Web-{9AB60B30-BAB1-8240-1550-6FB3EFD43E2F}" dt="2024-01-30T13:12:54.792" v="2"/>
      <pc:docMkLst>
        <pc:docMk/>
      </pc:docMkLst>
      <pc:sldChg chg="modSp">
        <pc:chgData name="Dillan Landsberg" userId="S::dlandsberg@openboxsoftware.com::8924655f-c3cb-4af8-bc17-21da91268083" providerId="AD" clId="Web-{9AB60B30-BAB1-8240-1550-6FB3EFD43E2F}" dt="2024-01-30T13:12:54.792" v="2"/>
        <pc:sldMkLst>
          <pc:docMk/>
          <pc:sldMk cId="817263721" sldId="467"/>
        </pc:sldMkLst>
        <pc:graphicFrameChg chg="modGraphic">
          <ac:chgData name="Dillan Landsberg" userId="S::dlandsberg@openboxsoftware.com::8924655f-c3cb-4af8-bc17-21da91268083" providerId="AD" clId="Web-{9AB60B30-BAB1-8240-1550-6FB3EFD43E2F}" dt="2024-01-30T13:12:54.792" v="2"/>
          <ac:graphicFrameMkLst>
            <pc:docMk/>
            <pc:sldMk cId="817263721" sldId="467"/>
            <ac:graphicFrameMk id="4" creationId="{FD8DB8FC-4905-5848-C3EA-F3FBAB611428}"/>
          </ac:graphicFrameMkLst>
        </pc:graphicFrameChg>
      </pc:sldChg>
    </pc:docChg>
  </pc:docChgLst>
  <pc:docChgLst>
    <pc:chgData name="Shaun Barrett" userId="S::sbarrett@openboxsoftware.com::2e21295b-21c9-4734-b4c8-23b29a1a1ba3" providerId="AD" clId="Web-{500FADC0-762F-3DF2-B77E-930CF357A032}"/>
    <pc:docChg chg="">
      <pc:chgData name="Shaun Barrett" userId="S::sbarrett@openboxsoftware.com::2e21295b-21c9-4734-b4c8-23b29a1a1ba3" providerId="AD" clId="Web-{500FADC0-762F-3DF2-B77E-930CF357A032}" dt="2024-01-31T14:54:15.726" v="0"/>
      <pc:docMkLst>
        <pc:docMk/>
      </pc:docMkLst>
      <pc:sldChg chg="modCm">
        <pc:chgData name="Shaun Barrett" userId="S::sbarrett@openboxsoftware.com::2e21295b-21c9-4734-b4c8-23b29a1a1ba3" providerId="AD" clId="Web-{500FADC0-762F-3DF2-B77E-930CF357A032}" dt="2024-01-31T14:54:15.726" v="0"/>
        <pc:sldMkLst>
          <pc:docMk/>
          <pc:sldMk cId="3735992689" sldId="46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Shaun Barrett" userId="S::sbarrett@openboxsoftware.com::2e21295b-21c9-4734-b4c8-23b29a1a1ba3" providerId="AD" clId="Web-{500FADC0-762F-3DF2-B77E-930CF357A032}" dt="2024-01-31T14:54:15.726" v="0"/>
              <pc2:cmMkLst xmlns:pc2="http://schemas.microsoft.com/office/powerpoint/2019/9/main/command">
                <pc:docMk/>
                <pc:sldMk cId="3735992689" sldId="468"/>
                <pc2:cmMk id="{3AB947BD-C3BC-1347-B1D6-2B85362255C8}"/>
              </pc2:cmMkLst>
              <pc226:cmRplyChg chg="add">
                <pc226:chgData name="Shaun Barrett" userId="S::sbarrett@openboxsoftware.com::2e21295b-21c9-4734-b4c8-23b29a1a1ba3" providerId="AD" clId="Web-{500FADC0-762F-3DF2-B77E-930CF357A032}" dt="2024-01-31T14:54:15.726" v="0"/>
                <pc2:cmRplyMkLst xmlns:pc2="http://schemas.microsoft.com/office/powerpoint/2019/9/main/command">
                  <pc:docMk/>
                  <pc:sldMk cId="3735992689" sldId="468"/>
                  <pc2:cmMk id="{3AB947BD-C3BC-1347-B1D6-2B85362255C8}"/>
                  <pc2:cmRplyMk id="{EFAAF1F7-8BBF-44BF-9CB3-1EF932A42263}"/>
                </pc2:cmRplyMkLst>
              </pc226:cmRplyChg>
            </pc226:cmChg>
          </p:ext>
        </pc:extLst>
      </pc:sldChg>
    </pc:docChg>
  </pc:docChgLst>
  <pc:docChgLst>
    <pc:chgData name="Nikki Papenfus" userId="S::npapenfus@openboxsoftware.com::2a405823-0c8b-419b-afb6-8159926c2e17" providerId="AD" clId="Web-{27C0F35F-E99C-6C7F-7520-5CBAD315AF29}"/>
    <pc:docChg chg="modSld">
      <pc:chgData name="Nikki Papenfus" userId="S::npapenfus@openboxsoftware.com::2a405823-0c8b-419b-afb6-8159926c2e17" providerId="AD" clId="Web-{27C0F35F-E99C-6C7F-7520-5CBAD315AF29}" dt="2024-01-31T07:48:12.869" v="12" actId="20577"/>
      <pc:docMkLst>
        <pc:docMk/>
      </pc:docMkLst>
      <pc:sldChg chg="modSp">
        <pc:chgData name="Nikki Papenfus" userId="S::npapenfus@openboxsoftware.com::2a405823-0c8b-419b-afb6-8159926c2e17" providerId="AD" clId="Web-{27C0F35F-E99C-6C7F-7520-5CBAD315AF29}" dt="2024-01-31T07:48:12.869" v="12" actId="20577"/>
        <pc:sldMkLst>
          <pc:docMk/>
          <pc:sldMk cId="2533430404" sldId="462"/>
        </pc:sldMkLst>
        <pc:spChg chg="mod">
          <ac:chgData name="Nikki Papenfus" userId="S::npapenfus@openboxsoftware.com::2a405823-0c8b-419b-afb6-8159926c2e17" providerId="AD" clId="Web-{27C0F35F-E99C-6C7F-7520-5CBAD315AF29}" dt="2024-01-31T07:48:12.869" v="12" actId="20577"/>
          <ac:spMkLst>
            <pc:docMk/>
            <pc:sldMk cId="2533430404" sldId="462"/>
            <ac:spMk id="4" creationId="{3858FAF7-D6A1-4655-B3C2-2B83C10F4C38}"/>
          </ac:spMkLst>
        </pc:spChg>
      </pc:sldChg>
      <pc:sldChg chg="modSp">
        <pc:chgData name="Nikki Papenfus" userId="S::npapenfus@openboxsoftware.com::2a405823-0c8b-419b-afb6-8159926c2e17" providerId="AD" clId="Web-{27C0F35F-E99C-6C7F-7520-5CBAD315AF29}" dt="2024-01-31T07:47:55.853" v="6" actId="20577"/>
        <pc:sldMkLst>
          <pc:docMk/>
          <pc:sldMk cId="3735992689" sldId="468"/>
        </pc:sldMkLst>
        <pc:spChg chg="mod">
          <ac:chgData name="Nikki Papenfus" userId="S::npapenfus@openboxsoftware.com::2a405823-0c8b-419b-afb6-8159926c2e17" providerId="AD" clId="Web-{27C0F35F-E99C-6C7F-7520-5CBAD315AF29}" dt="2024-01-31T07:47:55.853" v="6" actId="20577"/>
          <ac:spMkLst>
            <pc:docMk/>
            <pc:sldMk cId="3735992689" sldId="468"/>
            <ac:spMk id="2" creationId="{C466B1C9-6333-C3AC-100E-F8CFDF28AB79}"/>
          </ac:spMkLst>
        </pc:spChg>
      </pc:sldChg>
    </pc:docChg>
  </pc:docChgLst>
  <pc:docChgLst>
    <pc:chgData name="Sam Duncan" userId="S::sduncan@openboxsoftware.com::c1d0992b-0ec5-443a-8c6c-87e1361e2b1d" providerId="AD" clId="Web-{6837909D-AF92-ED0E-BE58-A6D42F978A2D}"/>
    <pc:docChg chg="mod">
      <pc:chgData name="Sam Duncan" userId="S::sduncan@openboxsoftware.com::c1d0992b-0ec5-443a-8c6c-87e1361e2b1d" providerId="AD" clId="Web-{6837909D-AF92-ED0E-BE58-A6D42F978A2D}" dt="2024-01-30T12:28:02.197" v="2"/>
      <pc:docMkLst>
        <pc:docMk/>
      </pc:docMkLst>
      <pc:sldChg chg="addCm">
        <pc:chgData name="Sam Duncan" userId="S::sduncan@openboxsoftware.com::c1d0992b-0ec5-443a-8c6c-87e1361e2b1d" providerId="AD" clId="Web-{6837909D-AF92-ED0E-BE58-A6D42F978A2D}" dt="2024-01-30T12:28:02.197" v="2"/>
        <pc:sldMkLst>
          <pc:docMk/>
          <pc:sldMk cId="4076195173" sldId="46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am Duncan" userId="S::sduncan@openboxsoftware.com::c1d0992b-0ec5-443a-8c6c-87e1361e2b1d" providerId="AD" clId="Web-{6837909D-AF92-ED0E-BE58-A6D42F978A2D}" dt="2024-01-30T12:28:02.197" v="2"/>
              <pc2:cmMkLst xmlns:pc2="http://schemas.microsoft.com/office/powerpoint/2019/9/main/command">
                <pc:docMk/>
                <pc:sldMk cId="4076195173" sldId="464"/>
                <pc2:cmMk id="{7B731BEC-F6A4-4A72-905D-E6A99A5396BD}"/>
              </pc2:cmMkLst>
            </pc226:cmChg>
          </p:ext>
        </pc:extLst>
      </pc:sldChg>
    </pc:docChg>
  </pc:docChgLst>
  <pc:docChgLst>
    <pc:chgData name="Dillan Landsberg" userId="S::dlandsberg@openboxsoftware.com::8924655f-c3cb-4af8-bc17-21da91268083" providerId="AD" clId="Web-{4B65283C-4702-8991-4871-EA7D1E1CB3F0}"/>
    <pc:docChg chg="modSld">
      <pc:chgData name="Dillan Landsberg" userId="S::dlandsberg@openboxsoftware.com::8924655f-c3cb-4af8-bc17-21da91268083" providerId="AD" clId="Web-{4B65283C-4702-8991-4871-EA7D1E1CB3F0}" dt="2024-01-30T07:04:11.561" v="1" actId="20577"/>
      <pc:docMkLst>
        <pc:docMk/>
      </pc:docMkLst>
      <pc:sldChg chg="modSp">
        <pc:chgData name="Dillan Landsberg" userId="S::dlandsberg@openboxsoftware.com::8924655f-c3cb-4af8-bc17-21da91268083" providerId="AD" clId="Web-{4B65283C-4702-8991-4871-EA7D1E1CB3F0}" dt="2024-01-30T07:04:11.561" v="1" actId="20577"/>
        <pc:sldMkLst>
          <pc:docMk/>
          <pc:sldMk cId="2533430404" sldId="462"/>
        </pc:sldMkLst>
        <pc:spChg chg="mod">
          <ac:chgData name="Dillan Landsberg" userId="S::dlandsberg@openboxsoftware.com::8924655f-c3cb-4af8-bc17-21da91268083" providerId="AD" clId="Web-{4B65283C-4702-8991-4871-EA7D1E1CB3F0}" dt="2024-01-30T07:04:11.561" v="1" actId="20577"/>
          <ac:spMkLst>
            <pc:docMk/>
            <pc:sldMk cId="2533430404" sldId="462"/>
            <ac:spMk id="4" creationId="{3858FAF7-D6A1-4655-B3C2-2B83C10F4C38}"/>
          </ac:spMkLst>
        </pc:spChg>
      </pc:sldChg>
    </pc:docChg>
  </pc:docChgLst>
</pc:chgInfo>
</file>

<file path=ppt/comments/modernComment_1CE_970114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C2B6790-75BE-437F-9DAB-26EA2300BF6B}" authorId="{B27D6C62-A87E-9EA8-949E-BE3DB87D866D}" created="2024-01-30T06:43:20.419">
    <pc:sldMkLst xmlns:pc="http://schemas.microsoft.com/office/powerpoint/2013/main/command">
      <pc:docMk/>
      <pc:sldMk cId="2533430404" sldId="462"/>
    </pc:sldMkLst>
    <p188:txBody>
      <a:bodyPr/>
      <a:lstStyle/>
      <a:p>
        <a:r>
          <a:rPr lang="en-ZA"/>
          <a:t>Can we include end of prod support date - which is today?</a:t>
        </a:r>
      </a:p>
    </p188:txBody>
  </p188:cm>
</p188:cmLst>
</file>

<file path=ppt/comments/modernComment_1D4_DEAEB9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BD1F89B-5399-419B-B56E-9D279F02F369}" authorId="{B27D6C62-A87E-9EA8-949E-BE3DB87D866D}" created="2024-01-31T04:58:48.592">
    <pc:sldMkLst xmlns:pc="http://schemas.microsoft.com/office/powerpoint/2013/main/command">
      <pc:docMk/>
      <pc:sldMk cId="3735992689" sldId="468"/>
    </pc:sldMkLst>
    <p188:txBody>
      <a:bodyPr/>
      <a:lstStyle/>
      <a:p>
        <a:r>
          <a:rPr lang="en-US"/>
          <a:t>Can we recommend they adopt a BAU FTE here as well?</a:t>
        </a:r>
      </a:p>
    </p188:txBody>
  </p188:cm>
  <p188:cm id="{3AB947BD-C3BC-1347-B1D6-2B85362255C8}" authorId="{411D59CB-E194-D74B-FCF5-28A77AEB51E7}" created="2024-01-31T13:59:10.905" startDate="2024-01-31T13:59:10.906" dueDate="2024-01-31T13:59:10.906" assignedTo="{B27D6C62-A87E-9EA8-949E-BE3DB87D866D}" title="@Shaun Barrett what d’ya think?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735992689" sldId="468"/>
      <ac:spMk id="2" creationId="{C466B1C9-6333-C3AC-100E-F8CFDF28AB79}"/>
      <ac:txMk cp="419" len="219">
        <ac:context len="639" hash="3322197176"/>
      </ac:txMk>
    </ac:txMkLst>
    <p188:pos x="8850670" y="2232950"/>
    <p188:replyLst>
      <p188:reply id="{EFAAF1F7-8BBF-44BF-9CB3-1EF932A42263}" authorId="{B27D6C62-A87E-9EA8-949E-BE3DB87D866D}" created="2024-01-31T14:54:15.726">
        <p188:txBody>
          <a:bodyPr/>
          <a:lstStyle/>
          <a:p>
            <a:r>
              <a:rPr lang="en-US"/>
              <a:t>Love it!</a:t>
            </a:r>
          </a:p>
        </p188:txBody>
      </p188:reply>
    </p188:replyLst>
    <p188:txBody>
      <a:bodyPr/>
      <a:lstStyle/>
      <a:p>
        <a:r>
          <a:rPr lang="en-US"/>
          <a:t>[@Shaun Barrett] what d’ya think?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4-01-31T13:59:10.905" id="{41C7A6EA-A746-6A4C-A290-A5AE34D529AA}">
              <p228:atrbtn authorId="{411D59CB-E194-D74B-FCF5-28A77AEB51E7}"/>
              <p228:anchr>
                <p228:comment id="{3AB947BD-C3BC-1347-B1D6-2B85362255C8}"/>
              </p228:anchr>
              <p228:add/>
            </p228:event>
            <p228:event time="2024-01-31T13:59:10.905" id="{996668BC-5415-444A-925D-B8E2A97EC2B6}">
              <p228:atrbtn authorId="{411D59CB-E194-D74B-FCF5-28A77AEB51E7}"/>
              <p228:anchr>
                <p228:comment id="{3AB947BD-C3BC-1347-B1D6-2B85362255C8}"/>
              </p228:anchr>
              <p228:asgn authorId="{B27D6C62-A87E-9EA8-949E-BE3DB87D866D}"/>
            </p228:event>
            <p228:event time="2024-01-31T13:59:10.905" id="{0A6DC05F-2899-2948-9971-CF79ABDD40A8}">
              <p228:atrbtn authorId="{411D59CB-E194-D74B-FCF5-28A77AEB51E7}"/>
              <p228:anchr>
                <p228:comment id="{3AB947BD-C3BC-1347-B1D6-2B85362255C8}"/>
              </p228:anchr>
              <p228:title val="@Shaun Barrett what d’ya think?"/>
            </p228:event>
            <p228:event time="2024-01-31T13:59:10.905" id="{ED1B48EF-F38E-BD46-B778-4E87CF517118}">
              <p228:atrbtn authorId="{411D59CB-E194-D74B-FCF5-28A77AEB51E7}"/>
              <p228:anchr>
                <p228:comment id="{3AB947BD-C3BC-1347-B1D6-2B85362255C8}"/>
              </p228:anchr>
              <p228:date stDt="2024-01-31T13:59:10.906" endDt="2024-01-31T13:59:10.906"/>
            </p228:event>
          </p228:history>
        </p228:taskDetails>
      </p:ext>
    </p188:extLst>
  </p188:cm>
</p188:cmLst>
</file>

<file path=ppt/comments/modernComment_136_3D45564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8C4E2C-BDFC-448D-B179-4AF05E142D32}" authorId="{B27D6C62-A87E-9EA8-949E-BE3DB87D866D}" created="2024-01-30T06:44:42.640">
    <pc:sldMkLst xmlns:pc="http://schemas.microsoft.com/office/powerpoint/2013/main/command">
      <pc:docMk/>
      <pc:sldMk cId="1027954244" sldId="310"/>
    </pc:sldMkLst>
    <p188:txBody>
      <a:bodyPr/>
      <a:lstStyle/>
      <a:p>
        <a:r>
          <a:rPr lang="en-ZA"/>
          <a:t>Everything seems to be centre aligned - do we want to align with out default layout - see prior presentations in this folder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C5F7D-AE2E-47C7-8BA2-CC4D7F4E80EF}" type="datetimeFigureOut">
              <a:rPr lang="en-GB" smtClean="0"/>
              <a:t>31/01/2024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9EF18-44DA-4CCF-A8F6-0B08C3010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C28063-0849-4DD2-96B8-967D1379CE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11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C28063-0849-4DD2-96B8-967D1379CE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751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6C69-9896-A8F7-03C5-860AB8502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1C6E1-F1E2-99A3-DE23-D2A0A8B23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7A1C5-C054-2DBF-2640-0DD2F88F8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F2E68-2CB5-3F5A-212D-07DF8DE0A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C28063-0849-4DD2-96B8-967D1379CEC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30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6B9D3-74AA-28F9-C509-975D0A1CE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2909F-2AD1-F3B9-2033-665D7263A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D15F7-ABD0-E6E4-A6C2-7170045FC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72488-986D-266A-AA2E-3C503B97F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C28063-0849-4DD2-96B8-967D1379CEC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76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2310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7F015-2A57-4B5F-88D9-ACA26915962C}"/>
              </a:ext>
            </a:extLst>
          </p:cNvPr>
          <p:cNvSpPr txBox="1"/>
          <p:nvPr userDrawn="1"/>
        </p:nvSpPr>
        <p:spPr>
          <a:xfrm rot="16200000">
            <a:off x="1937041" y="2916497"/>
            <a:ext cx="340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3200">
                <a:solidFill>
                  <a:schemeClr val="bg2"/>
                </a:solidFill>
                <a:latin typeface="Proxima Nova Rg" panose="02000506030000020004" pitchFamily="50" charset="0"/>
              </a:rPr>
              <a:t>Agenda</a:t>
            </a:r>
            <a:endParaRPr lang="en-GB" sz="3200">
              <a:solidFill>
                <a:schemeClr val="bg2"/>
              </a:solidFill>
              <a:latin typeface="Proxima Nova Rg" panose="02000506030000020004" pitchFamily="50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E3339-B220-4E3D-AA10-3D4248C27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0688" y="1504950"/>
            <a:ext cx="5786437" cy="3965575"/>
          </a:xfrm>
          <a:prstGeom prst="rect">
            <a:avLst/>
          </a:prstGeom>
        </p:spPr>
        <p:txBody>
          <a:bodyPr/>
          <a:lstStyle>
            <a:lvl1pPr>
              <a:buClr>
                <a:srgbClr val="BCD727"/>
              </a:buClr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  <a:lvl2pPr marL="457200" indent="0">
              <a:buNone/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2pPr>
            <a:lvl3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3pPr>
            <a:lvl4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4pPr>
            <a:lvl5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5pPr>
          </a:lstStyle>
          <a:p>
            <a:pPr lvl="0"/>
            <a:r>
              <a:rPr lang="en-US"/>
              <a:t>Add agenda items here</a:t>
            </a:r>
          </a:p>
          <a:p>
            <a:pPr lvl="0"/>
            <a:r>
              <a:rPr lang="en-US"/>
              <a:t>Another one</a:t>
            </a:r>
          </a:p>
          <a:p>
            <a:pPr lvl="0"/>
            <a:r>
              <a:rPr lang="en-US"/>
              <a:t>And another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044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28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96726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98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Sky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0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Skylin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65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41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930" y="1105593"/>
            <a:ext cx="3534140" cy="11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2F76AFB7-1003-4470-A486-9F16A6B0B005}"/>
              </a:ext>
            </a:extLst>
          </p:cNvPr>
          <p:cNvSpPr/>
          <p:nvPr userDrawn="1"/>
        </p:nvSpPr>
        <p:spPr>
          <a:xfrm>
            <a:off x="1310140" y="5533090"/>
            <a:ext cx="286164" cy="29565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2A3F5E3-7A1A-4052-9CA3-E02DE8D7065B}"/>
              </a:ext>
            </a:extLst>
          </p:cNvPr>
          <p:cNvSpPr/>
          <p:nvPr userDrawn="1"/>
        </p:nvSpPr>
        <p:spPr>
          <a:xfrm>
            <a:off x="348921" y="3395313"/>
            <a:ext cx="221860" cy="229214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0109550-75F1-4AF1-8BE0-73B319B04DE9}"/>
              </a:ext>
            </a:extLst>
          </p:cNvPr>
          <p:cNvSpPr/>
          <p:nvPr userDrawn="1"/>
        </p:nvSpPr>
        <p:spPr>
          <a:xfrm>
            <a:off x="2073244" y="5868434"/>
            <a:ext cx="183439" cy="18952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407E0E1-7C84-44F8-84CD-928527462235}"/>
              </a:ext>
            </a:extLst>
          </p:cNvPr>
          <p:cNvSpPr/>
          <p:nvPr userDrawn="1"/>
        </p:nvSpPr>
        <p:spPr>
          <a:xfrm>
            <a:off x="1269783" y="4274682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DE90955-8311-47A8-81B7-FFBE56AC216A}"/>
              </a:ext>
            </a:extLst>
          </p:cNvPr>
          <p:cNvSpPr/>
          <p:nvPr userDrawn="1"/>
        </p:nvSpPr>
        <p:spPr>
          <a:xfrm>
            <a:off x="348921" y="6251747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921F102-C3FC-43DF-B0CD-D09171469D32}"/>
              </a:ext>
            </a:extLst>
          </p:cNvPr>
          <p:cNvSpPr/>
          <p:nvPr userDrawn="1"/>
        </p:nvSpPr>
        <p:spPr>
          <a:xfrm>
            <a:off x="712863" y="5245021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D7F1074A-ABA7-4C76-A743-3636552CF302}"/>
              </a:ext>
            </a:extLst>
          </p:cNvPr>
          <p:cNvSpPr/>
          <p:nvPr userDrawn="1"/>
        </p:nvSpPr>
        <p:spPr>
          <a:xfrm>
            <a:off x="3964862" y="6194444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978C4DE-8EF1-43E3-8107-58EEA77969A2}"/>
              </a:ext>
            </a:extLst>
          </p:cNvPr>
          <p:cNvSpPr/>
          <p:nvPr userDrawn="1"/>
        </p:nvSpPr>
        <p:spPr>
          <a:xfrm>
            <a:off x="2784985" y="6503739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245853-5F6C-4373-A49F-3170CD94818E}"/>
              </a:ext>
            </a:extLst>
          </p:cNvPr>
          <p:cNvCxnSpPr>
            <a:cxnSpLocks/>
            <a:endCxn id="8" idx="5"/>
          </p:cNvCxnSpPr>
          <p:nvPr userDrawn="1"/>
        </p:nvCxnSpPr>
        <p:spPr>
          <a:xfrm>
            <a:off x="459851" y="3509920"/>
            <a:ext cx="904616" cy="86258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67996C-5080-45B2-8D61-8B31A565D2F5}"/>
              </a:ext>
            </a:extLst>
          </p:cNvPr>
          <p:cNvCxnSpPr>
            <a:cxnSpLocks/>
          </p:cNvCxnSpPr>
          <p:nvPr userDrawn="1"/>
        </p:nvCxnSpPr>
        <p:spPr>
          <a:xfrm>
            <a:off x="10111" y="2017340"/>
            <a:ext cx="449740" cy="149258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2C77DD-91B1-4ED2-AA52-6C8C9954B5D4}"/>
              </a:ext>
            </a:extLst>
          </p:cNvPr>
          <p:cNvCxnSpPr>
            <a:cxnSpLocks/>
            <a:endCxn id="10" idx="4"/>
          </p:cNvCxnSpPr>
          <p:nvPr userDrawn="1"/>
        </p:nvCxnSpPr>
        <p:spPr>
          <a:xfrm>
            <a:off x="459851" y="3509920"/>
            <a:ext cx="308477" cy="1849708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E5930D-6A19-4036-9D4C-D258CF5625A0}"/>
              </a:ext>
            </a:extLst>
          </p:cNvPr>
          <p:cNvCxnSpPr>
            <a:cxnSpLocks/>
            <a:endCxn id="6" idx="5"/>
          </p:cNvCxnSpPr>
          <p:nvPr userDrawn="1"/>
        </p:nvCxnSpPr>
        <p:spPr>
          <a:xfrm>
            <a:off x="1310140" y="4320978"/>
            <a:ext cx="919679" cy="170922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C82D16-5DA9-4042-A21A-CF15A8791763}"/>
              </a:ext>
            </a:extLst>
          </p:cNvPr>
          <p:cNvCxnSpPr>
            <a:cxnSpLocks/>
            <a:stCxn id="6" idx="6"/>
            <a:endCxn id="11" idx="6"/>
          </p:cNvCxnSpPr>
          <p:nvPr userDrawn="1"/>
        </p:nvCxnSpPr>
        <p:spPr>
          <a:xfrm>
            <a:off x="2256683" y="5963194"/>
            <a:ext cx="1819109" cy="28855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4AC98E-9171-4C0D-8CCD-4697EE1E60DA}"/>
              </a:ext>
            </a:extLst>
          </p:cNvPr>
          <p:cNvCxnSpPr>
            <a:cxnSpLocks/>
          </p:cNvCxnSpPr>
          <p:nvPr userDrawn="1"/>
        </p:nvCxnSpPr>
        <p:spPr>
          <a:xfrm>
            <a:off x="4030752" y="6257930"/>
            <a:ext cx="1645226" cy="5819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C8514B0-DA65-4698-AA65-F8FD3E2DD54F}"/>
              </a:ext>
            </a:extLst>
          </p:cNvPr>
          <p:cNvCxnSpPr>
            <a:cxnSpLocks/>
            <a:stCxn id="6" idx="5"/>
            <a:endCxn id="12" idx="5"/>
          </p:cNvCxnSpPr>
          <p:nvPr userDrawn="1"/>
        </p:nvCxnSpPr>
        <p:spPr>
          <a:xfrm>
            <a:off x="2229819" y="6030199"/>
            <a:ext cx="649851" cy="57136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06BFC29-6506-4A19-B7FC-E4D7B504DF92}"/>
              </a:ext>
            </a:extLst>
          </p:cNvPr>
          <p:cNvCxnSpPr>
            <a:cxnSpLocks/>
            <a:stCxn id="12" idx="2"/>
          </p:cNvCxnSpPr>
          <p:nvPr userDrawn="1"/>
        </p:nvCxnSpPr>
        <p:spPr>
          <a:xfrm>
            <a:off x="2784985" y="6561043"/>
            <a:ext cx="738647" cy="2788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8A5394-C8F8-416B-955F-23D0B7CE2DCB}"/>
              </a:ext>
            </a:extLst>
          </p:cNvPr>
          <p:cNvCxnSpPr>
            <a:cxnSpLocks/>
            <a:endCxn id="11" idx="6"/>
          </p:cNvCxnSpPr>
          <p:nvPr userDrawn="1"/>
        </p:nvCxnSpPr>
        <p:spPr>
          <a:xfrm flipV="1">
            <a:off x="2784985" y="6251747"/>
            <a:ext cx="1290807" cy="3211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7A2802-863D-4280-87D6-C2BC3ECB4C86}"/>
              </a:ext>
            </a:extLst>
          </p:cNvPr>
          <p:cNvCxnSpPr>
            <a:cxnSpLocks/>
            <a:stCxn id="8" idx="7"/>
            <a:endCxn id="10" idx="4"/>
          </p:cNvCxnSpPr>
          <p:nvPr userDrawn="1"/>
        </p:nvCxnSpPr>
        <p:spPr>
          <a:xfrm flipH="1">
            <a:off x="768328" y="4291465"/>
            <a:ext cx="596139" cy="106816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979BBAB-4A06-47BB-A0F6-D2C4AE9DC31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11" y="4645600"/>
            <a:ext cx="757434" cy="649059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886BE85-506F-42E8-9B51-3F21D8AE86E2}"/>
              </a:ext>
            </a:extLst>
          </p:cNvPr>
          <p:cNvCxnSpPr>
            <a:cxnSpLocks/>
            <a:stCxn id="2" idx="5"/>
          </p:cNvCxnSpPr>
          <p:nvPr userDrawn="1"/>
        </p:nvCxnSpPr>
        <p:spPr>
          <a:xfrm flipH="1" flipV="1">
            <a:off x="768479" y="5303220"/>
            <a:ext cx="785917" cy="48222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BC2169-009E-42C7-AC15-EA947E762538}"/>
              </a:ext>
            </a:extLst>
          </p:cNvPr>
          <p:cNvCxnSpPr>
            <a:cxnSpLocks/>
            <a:stCxn id="6" idx="6"/>
          </p:cNvCxnSpPr>
          <p:nvPr userDrawn="1"/>
        </p:nvCxnSpPr>
        <p:spPr>
          <a:xfrm flipH="1" flipV="1">
            <a:off x="1326982" y="5641678"/>
            <a:ext cx="929701" cy="32151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3504F00-A334-44C2-80B4-A028B3640367}"/>
              </a:ext>
            </a:extLst>
          </p:cNvPr>
          <p:cNvCxnSpPr>
            <a:cxnSpLocks/>
            <a:stCxn id="2" idx="7"/>
            <a:endCxn id="9" idx="7"/>
          </p:cNvCxnSpPr>
          <p:nvPr userDrawn="1"/>
        </p:nvCxnSpPr>
        <p:spPr>
          <a:xfrm flipH="1">
            <a:off x="443606" y="5576387"/>
            <a:ext cx="1110791" cy="69214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B5A8164-4D7D-4944-B2B6-B1EB90B3C236}"/>
              </a:ext>
            </a:extLst>
          </p:cNvPr>
          <p:cNvCxnSpPr>
            <a:cxnSpLocks/>
            <a:stCxn id="6" idx="6"/>
            <a:endCxn id="9" idx="2"/>
          </p:cNvCxnSpPr>
          <p:nvPr userDrawn="1"/>
        </p:nvCxnSpPr>
        <p:spPr>
          <a:xfrm flipH="1">
            <a:off x="348921" y="5963194"/>
            <a:ext cx="1907762" cy="34585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2619A60-2C30-4672-9C9A-43DEFB15B38F}"/>
              </a:ext>
            </a:extLst>
          </p:cNvPr>
          <p:cNvCxnSpPr>
            <a:cxnSpLocks/>
            <a:stCxn id="10" idx="0"/>
            <a:endCxn id="9" idx="3"/>
          </p:cNvCxnSpPr>
          <p:nvPr userDrawn="1"/>
        </p:nvCxnSpPr>
        <p:spPr>
          <a:xfrm flipH="1">
            <a:off x="365166" y="5245021"/>
            <a:ext cx="403162" cy="110455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C6BE020-595A-4B89-9834-F8B9DD384458}"/>
              </a:ext>
            </a:extLst>
          </p:cNvPr>
          <p:cNvCxnSpPr>
            <a:cxnSpLocks/>
            <a:stCxn id="12" idx="6"/>
            <a:endCxn id="9" idx="2"/>
          </p:cNvCxnSpPr>
          <p:nvPr userDrawn="1"/>
        </p:nvCxnSpPr>
        <p:spPr>
          <a:xfrm flipH="1" flipV="1">
            <a:off x="348921" y="6309051"/>
            <a:ext cx="2546994" cy="2519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FC03B2-FEA4-4E25-A088-8EBA5A308E82}"/>
              </a:ext>
            </a:extLst>
          </p:cNvPr>
          <p:cNvCxnSpPr>
            <a:cxnSpLocks/>
            <a:endCxn id="12" idx="3"/>
          </p:cNvCxnSpPr>
          <p:nvPr userDrawn="1"/>
        </p:nvCxnSpPr>
        <p:spPr>
          <a:xfrm flipV="1">
            <a:off x="2229819" y="6601562"/>
            <a:ext cx="571412" cy="23833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56C630-6A73-48B0-84CF-2283B07B4E75}"/>
              </a:ext>
            </a:extLst>
          </p:cNvPr>
          <p:cNvCxnSpPr>
            <a:cxnSpLocks/>
            <a:stCxn id="9" idx="1"/>
          </p:cNvCxnSpPr>
          <p:nvPr userDrawn="1"/>
        </p:nvCxnSpPr>
        <p:spPr>
          <a:xfrm flipH="1" flipV="1">
            <a:off x="24501" y="5785443"/>
            <a:ext cx="340665" cy="48308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BACA2B0-6BE0-4462-9C37-2633A2A395A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18867" y="6362102"/>
            <a:ext cx="336744" cy="4777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0D48B3F-0FCA-4EEB-8190-A6B3D62DDC71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11" y="6356253"/>
            <a:ext cx="354904" cy="28187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AC1C4A6-0D79-445C-9C24-D75B843E6C29}"/>
              </a:ext>
            </a:extLst>
          </p:cNvPr>
          <p:cNvCxnSpPr>
            <a:cxnSpLocks/>
            <a:stCxn id="8" idx="4"/>
            <a:endCxn id="2" idx="4"/>
          </p:cNvCxnSpPr>
          <p:nvPr userDrawn="1"/>
        </p:nvCxnSpPr>
        <p:spPr>
          <a:xfrm>
            <a:off x="1325248" y="4389289"/>
            <a:ext cx="127974" cy="14394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30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49DD86-B84C-42A5-8D81-9D0A1C1F941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5568AF-2C93-464D-B6A5-A6987190E1DF}"/>
              </a:ext>
            </a:extLst>
          </p:cNvPr>
          <p:cNvSpPr/>
          <p:nvPr userDrawn="1"/>
        </p:nvSpPr>
        <p:spPr>
          <a:xfrm>
            <a:off x="0" y="831272"/>
            <a:ext cx="12192000" cy="60267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rgbClr val="FFFFFF"/>
              </a:gs>
              <a:gs pos="83000">
                <a:srgbClr val="FFFFFF">
                  <a:alpha val="82000"/>
                </a:srgbClr>
              </a:gs>
              <a:gs pos="100000">
                <a:srgbClr val="C7D5ED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968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8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1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647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6_3D455644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CE_9701148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D4_DEAEB97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lIns="91440" tIns="45720" rIns="91440" bIns="45720" anchor="b"/>
          <a:lstStyle/>
          <a:p>
            <a:r>
              <a:rPr lang="en-ZA" sz="3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  <a:t>End of Tenancy </a:t>
            </a:r>
            <a:br>
              <a:rPr lang="en-ZA" sz="3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</a:br>
            <a:r>
              <a:rPr lang="en-ZA" sz="3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  <a:t>Post Go-Live Report</a:t>
            </a:r>
            <a:endParaRPr lang="en-US" sz="32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9542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3858FAF7-D6A1-4655-B3C2-2B83C10F4C38}"/>
              </a:ext>
            </a:extLst>
          </p:cNvPr>
          <p:cNvSpPr txBox="1">
            <a:spLocks/>
          </p:cNvSpPr>
          <p:nvPr/>
        </p:nvSpPr>
        <p:spPr>
          <a:xfrm>
            <a:off x="940444" y="1474696"/>
            <a:ext cx="9876713" cy="414367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Proxima Nova Lt" panose="02000506030000020004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7F7F7F"/>
                </a:solidFill>
                <a:latin typeface="Proxima Nova Lt" panose="02000506030000020004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ZA" sz="1800">
                <a:latin typeface="Proxima Nova Lt"/>
              </a:rPr>
              <a:t>End of Tenancy Application Status</a:t>
            </a:r>
          </a:p>
          <a:p>
            <a:pPr lvl="1">
              <a:lnSpc>
                <a:spcPct val="100000"/>
              </a:lnSpc>
              <a:defRPr/>
            </a:pPr>
            <a:r>
              <a:rPr lang="en-ZA" err="1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  <a:t>EoT</a:t>
            </a:r>
            <a:r>
              <a:rPr lang="en-ZA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  <a:t> Application was deployed to PROD on Wed 17th Jan 2024.</a:t>
            </a:r>
          </a:p>
          <a:p>
            <a:pPr lvl="1">
              <a:lnSpc>
                <a:spcPct val="100000"/>
              </a:lnSpc>
              <a:defRPr/>
            </a:pPr>
            <a:r>
              <a:rPr lang="en-ZA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  <a:t>Grainger users have been internally trained and are actively using the application.</a:t>
            </a:r>
          </a:p>
          <a:p>
            <a:pPr lvl="1">
              <a:lnSpc>
                <a:spcPct val="100000"/>
              </a:lnSpc>
              <a:defRPr/>
            </a:pPr>
            <a:r>
              <a:rPr lang="en-ZA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  <a:t>Knowledge transfer session completed with Grainger internal Salesforce team.</a:t>
            </a:r>
          </a:p>
          <a:p>
            <a:pPr>
              <a:lnSpc>
                <a:spcPct val="100000"/>
              </a:lnSpc>
              <a:defRPr/>
            </a:pPr>
            <a:endParaRPr lang="en-ZA" sz="1800">
              <a:latin typeface="Proxima Nova Lt"/>
            </a:endParaRPr>
          </a:p>
          <a:p>
            <a:pPr>
              <a:lnSpc>
                <a:spcPct val="100000"/>
              </a:lnSpc>
              <a:defRPr/>
            </a:pPr>
            <a:r>
              <a:rPr lang="en-ZA" sz="1800">
                <a:latin typeface="Proxima Nova Lt"/>
              </a:rPr>
              <a:t>Hypercare Status</a:t>
            </a:r>
          </a:p>
          <a:p>
            <a:pPr lvl="1">
              <a:lnSpc>
                <a:spcPct val="100000"/>
              </a:lnSpc>
              <a:defRPr/>
            </a:pPr>
            <a:r>
              <a:rPr lang="en-ZA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  <a:t>Open Box are providing 2 weeks of hyper-care support, ending Fri 2nd Feb 2024. </a:t>
            </a:r>
          </a:p>
          <a:p>
            <a:pPr lvl="1">
              <a:lnSpc>
                <a:spcPct val="100000"/>
              </a:lnSpc>
              <a:defRPr/>
            </a:pPr>
            <a:r>
              <a:rPr lang="en-ZA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  <a:t>4 bugs have been reported, all resolved. </a:t>
            </a:r>
          </a:p>
          <a:p>
            <a:pPr lvl="1">
              <a:lnSpc>
                <a:spcPct val="100000"/>
              </a:lnSpc>
              <a:defRPr/>
            </a:pPr>
            <a:r>
              <a:rPr lang="en-ZA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  <a:t>1 enhancement request has been added to the backlog.</a:t>
            </a:r>
          </a:p>
          <a:p>
            <a:pPr lvl="1">
              <a:lnSpc>
                <a:spcPct val="100000"/>
              </a:lnSpc>
              <a:defRPr/>
            </a:pPr>
            <a:endParaRPr lang="en-ZA" sz="2200">
              <a:latin typeface="Proxima Nova Lt"/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endParaRPr lang="en-ZA" sz="1800">
              <a:solidFill>
                <a:srgbClr val="6E7878"/>
              </a:solidFill>
              <a:latin typeface="Proxima Nova 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64FC8-33F9-760E-19B7-791F9BE914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End of Tenancy Post Go-Live Summary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34304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64FC8-33F9-760E-19B7-791F9BE914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ZA"/>
              <a:t>User Adoption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D551A-8ACF-4172-643C-03BAE91DA86F}"/>
              </a:ext>
            </a:extLst>
          </p:cNvPr>
          <p:cNvSpPr txBox="1"/>
          <p:nvPr/>
        </p:nvSpPr>
        <p:spPr>
          <a:xfrm>
            <a:off x="940445" y="1192533"/>
            <a:ext cx="6094476" cy="27676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r>
              <a:rPr lang="en-ZA" sz="1600">
                <a:solidFill>
                  <a:srgbClr val="6E7878"/>
                </a:solidFill>
                <a:latin typeface="Proxima Nova Lt"/>
              </a:rPr>
              <a:t>126 Users assigned to EOT User permission set </a:t>
            </a:r>
            <a:endParaRPr lang="en-ZA"/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r>
              <a:rPr lang="en-ZA" sz="1600">
                <a:solidFill>
                  <a:srgbClr val="6E7878"/>
                </a:solidFill>
                <a:latin typeface="Proxima Nova Lt"/>
              </a:rPr>
              <a:t>11 have not logged in since go live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r>
              <a:rPr lang="en-ZA" sz="1600" err="1">
                <a:solidFill>
                  <a:srgbClr val="6E7878"/>
                </a:solidFill>
                <a:latin typeface="Proxima Nova Lt"/>
              </a:rPr>
              <a:t>EoT</a:t>
            </a:r>
            <a:r>
              <a:rPr lang="en-ZA" sz="1600">
                <a:solidFill>
                  <a:srgbClr val="6E7878"/>
                </a:solidFill>
                <a:latin typeface="Proxima Nova Lt"/>
              </a:rPr>
              <a:t> records created: 97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r>
              <a:rPr lang="en-ZA" sz="1600">
                <a:solidFill>
                  <a:srgbClr val="6E7878"/>
                </a:solidFill>
                <a:latin typeface="Proxima Nova Lt"/>
              </a:rPr>
              <a:t>Distinct users who have created new </a:t>
            </a:r>
            <a:r>
              <a:rPr lang="en-ZA" sz="1600" err="1">
                <a:solidFill>
                  <a:srgbClr val="6E7878"/>
                </a:solidFill>
                <a:latin typeface="Proxima Nova Lt"/>
              </a:rPr>
              <a:t>EoT</a:t>
            </a:r>
            <a:r>
              <a:rPr lang="en-ZA" sz="1600">
                <a:solidFill>
                  <a:srgbClr val="6E7878"/>
                </a:solidFill>
                <a:latin typeface="Proxima Nova Lt"/>
              </a:rPr>
              <a:t> records: 38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r>
              <a:rPr lang="en-ZA" sz="1600">
                <a:solidFill>
                  <a:srgbClr val="6E7878"/>
                </a:solidFill>
                <a:latin typeface="Proxima Nova Lt"/>
              </a:rPr>
              <a:t>EOT Tasks created: 1500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r>
              <a:rPr lang="en-ZA" sz="1600">
                <a:solidFill>
                  <a:srgbClr val="6E7878"/>
                </a:solidFill>
                <a:latin typeface="Proxima Nova Lt"/>
              </a:rPr>
              <a:t>EOT Tasks completed: 458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r>
              <a:rPr lang="en-ZA" sz="1600">
                <a:solidFill>
                  <a:srgbClr val="6E7878"/>
                </a:solidFill>
                <a:latin typeface="Proxima Nova Lt"/>
              </a:rPr>
              <a:t>Distinct users who have edited/closed </a:t>
            </a:r>
            <a:r>
              <a:rPr lang="en-ZA" sz="1600" err="1">
                <a:solidFill>
                  <a:srgbClr val="6E7878"/>
                </a:solidFill>
                <a:latin typeface="Proxima Nova Lt"/>
              </a:rPr>
              <a:t>EoT</a:t>
            </a:r>
            <a:r>
              <a:rPr lang="en-ZA" sz="1600">
                <a:solidFill>
                  <a:srgbClr val="6E7878"/>
                </a:solidFill>
                <a:latin typeface="Proxima Nova Lt"/>
              </a:rPr>
              <a:t> Tasks: 63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endParaRPr lang="en-ZA" sz="1600">
              <a:solidFill>
                <a:srgbClr val="6E7878"/>
              </a:solidFill>
              <a:latin typeface="Proxima Nova 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00A34A-B490-C5AF-45F6-9D413731C6F7}"/>
              </a:ext>
            </a:extLst>
          </p:cNvPr>
          <p:cNvSpPr txBox="1"/>
          <p:nvPr/>
        </p:nvSpPr>
        <p:spPr>
          <a:xfrm>
            <a:off x="1960626" y="3950346"/>
            <a:ext cx="6094476" cy="347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r>
              <a:rPr lang="en-ZA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  <a:t>Active/In Progress </a:t>
            </a:r>
            <a:r>
              <a:rPr lang="en-ZA" err="1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  <a:t>EoT</a:t>
            </a:r>
            <a:r>
              <a:rPr lang="en-ZA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  <a:t> Tasks per Team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FD96D5-4E1D-8780-AF3F-B12773AF9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096028"/>
              </p:ext>
            </p:extLst>
          </p:nvPr>
        </p:nvGraphicFramePr>
        <p:xfrm>
          <a:off x="9562137" y="1805274"/>
          <a:ext cx="2110990" cy="4415764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017345">
                  <a:extLst>
                    <a:ext uri="{9D8B030D-6E8A-4147-A177-3AD203B41FA5}">
                      <a16:colId xmlns:a16="http://schemas.microsoft.com/office/drawing/2014/main" val="2305808526"/>
                    </a:ext>
                  </a:extLst>
                </a:gridCol>
                <a:gridCol w="1093645">
                  <a:extLst>
                    <a:ext uri="{9D8B030D-6E8A-4147-A177-3AD203B41FA5}">
                      <a16:colId xmlns:a16="http://schemas.microsoft.com/office/drawing/2014/main" val="1445575493"/>
                    </a:ext>
                  </a:extLst>
                </a:gridCol>
              </a:tblGrid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b="1" u="none" strike="noStrike">
                          <a:effectLst/>
                        </a:rPr>
                        <a:t>User</a:t>
                      </a:r>
                      <a:endParaRPr lang="en-ZA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b="1" u="none" strike="noStrike">
                          <a:effectLst/>
                        </a:rPr>
                        <a:t># </a:t>
                      </a:r>
                      <a:r>
                        <a:rPr lang="en-ZA" sz="700" b="1" u="none" strike="noStrike" err="1">
                          <a:effectLst/>
                        </a:rPr>
                        <a:t>EoT</a:t>
                      </a:r>
                      <a:r>
                        <a:rPr lang="en-ZA" sz="700" b="1" u="none" strike="noStrike">
                          <a:effectLst/>
                        </a:rPr>
                        <a:t> records created</a:t>
                      </a:r>
                      <a:endParaRPr lang="en-ZA" sz="7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3337346653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Lacey Malin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10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1773635696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Rachel Creer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8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3132147007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Sarah Nolan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7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2671772302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Jacob Smycz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6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1297786665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Sophie Farr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6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701774007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Nicolette McRae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5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1184249103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Miranda Rowe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4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3090573349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Mark Weeden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3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3924363862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Hayley Fry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3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2394183274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Jessica Illingworth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3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4034396194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Grace Fiske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3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1997348827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Younis Miho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3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700469530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Darren Pritchard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2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3337312031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Lesley Richardson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2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3286588495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Open box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2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2207316390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Sharon Goyder-Smith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2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3775787219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Chiara Manfron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2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2120491968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Jemma Herring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2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2764572578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Danielle Stewart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2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928259835"/>
                  </a:ext>
                </a:extLst>
              </a:tr>
              <a:tr h="16318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Helen Douglas-Teggart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2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3998825196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Zara Gulistan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2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791544065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Corinne Lawrenson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2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2436298322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Kathrine Castle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3620214463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Hugh Peel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2964383785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Haginson Mtuku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1070114171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Olivia Baker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4221802204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Mark Churchard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1925100062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Charlotte Bell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2253161565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Iva Bikic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476966811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Margaret Alston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2941214324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Louise Spooner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1597573891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Jordan Greaves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1970340227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Mohammed Khan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1428737656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Sam Robson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4209807977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Isaac Turner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2849203321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Sarah Regan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2296868707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Nicole Freeman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3378891732"/>
                  </a:ext>
                </a:extLst>
              </a:tr>
              <a:tr h="100244">
                <a:tc>
                  <a:txBody>
                    <a:bodyPr/>
                    <a:lstStyle/>
                    <a:p>
                      <a:pPr algn="l" fontAlgn="b"/>
                      <a:r>
                        <a:rPr lang="en-ZA" sz="700" u="none" strike="noStrike">
                          <a:effectLst/>
                        </a:rPr>
                        <a:t>Leah </a:t>
                      </a:r>
                      <a:r>
                        <a:rPr lang="en-ZA" sz="700" u="none" strike="noStrike" err="1">
                          <a:effectLst/>
                        </a:rPr>
                        <a:t>Lakomski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700" u="none" strike="noStrike">
                          <a:effectLst/>
                        </a:rPr>
                        <a:t>1</a:t>
                      </a:r>
                      <a:endParaRPr lang="en-ZA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30" marR="5230" marT="5230" marB="0" anchor="b"/>
                </a:tc>
                <a:extLst>
                  <a:ext uri="{0D108BD9-81ED-4DB2-BD59-A6C34878D82A}">
                    <a16:rowId xmlns:a16="http://schemas.microsoft.com/office/drawing/2014/main" val="342794683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C6A8008-1A6A-CA9A-F420-93871D464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39" y="4297429"/>
            <a:ext cx="8733907" cy="19236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9FCC8A-AACE-054E-C04B-2826D306B7D5}"/>
              </a:ext>
            </a:extLst>
          </p:cNvPr>
          <p:cNvSpPr txBox="1"/>
          <p:nvPr/>
        </p:nvSpPr>
        <p:spPr>
          <a:xfrm>
            <a:off x="7570394" y="1458191"/>
            <a:ext cx="6094476" cy="347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r>
              <a:rPr lang="en-ZA" err="1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  <a:t>EoT’s</a:t>
            </a:r>
            <a:r>
              <a:rPr lang="en-ZA">
                <a:solidFill>
                  <a:schemeClr val="tx1">
                    <a:lumMod val="65000"/>
                    <a:lumOff val="35000"/>
                  </a:schemeClr>
                </a:solidFill>
                <a:latin typeface="Proxima Nova Lt"/>
              </a:rPr>
              <a:t> created per User</a:t>
            </a:r>
          </a:p>
        </p:txBody>
      </p:sp>
    </p:spTree>
    <p:extLst>
      <p:ext uri="{BB962C8B-B14F-4D97-AF65-F5344CB8AC3E}">
        <p14:creationId xmlns:p14="http://schemas.microsoft.com/office/powerpoint/2010/main" val="3160680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DF7A2-7511-0906-CE5A-9531546FF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34C08D-1361-DE75-4013-741F746875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ZA"/>
              <a:t>Post Go-Live Bugs &amp; Issues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8DB8FC-4905-5848-C3EA-F3FBAB611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375294"/>
              </p:ext>
            </p:extLst>
          </p:nvPr>
        </p:nvGraphicFramePr>
        <p:xfrm>
          <a:off x="942901" y="1246870"/>
          <a:ext cx="10389342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583">
                  <a:extLst>
                    <a:ext uri="{9D8B030D-6E8A-4147-A177-3AD203B41FA5}">
                      <a16:colId xmlns:a16="http://schemas.microsoft.com/office/drawing/2014/main" val="152244305"/>
                    </a:ext>
                  </a:extLst>
                </a:gridCol>
                <a:gridCol w="2289058">
                  <a:extLst>
                    <a:ext uri="{9D8B030D-6E8A-4147-A177-3AD203B41FA5}">
                      <a16:colId xmlns:a16="http://schemas.microsoft.com/office/drawing/2014/main" val="3771377733"/>
                    </a:ext>
                  </a:extLst>
                </a:gridCol>
                <a:gridCol w="2036267">
                  <a:extLst>
                    <a:ext uri="{9D8B030D-6E8A-4147-A177-3AD203B41FA5}">
                      <a16:colId xmlns:a16="http://schemas.microsoft.com/office/drawing/2014/main" val="1638670339"/>
                    </a:ext>
                  </a:extLst>
                </a:gridCol>
                <a:gridCol w="2036267">
                  <a:extLst>
                    <a:ext uri="{9D8B030D-6E8A-4147-A177-3AD203B41FA5}">
                      <a16:colId xmlns:a16="http://schemas.microsoft.com/office/drawing/2014/main" val="313693857"/>
                    </a:ext>
                  </a:extLst>
                </a:gridCol>
                <a:gridCol w="2671167">
                  <a:extLst>
                    <a:ext uri="{9D8B030D-6E8A-4147-A177-3AD203B41FA5}">
                      <a16:colId xmlns:a16="http://schemas.microsoft.com/office/drawing/2014/main" val="599846265"/>
                    </a:ext>
                  </a:extLst>
                </a:gridCol>
              </a:tblGrid>
              <a:tr h="333713">
                <a:tc>
                  <a:txBody>
                    <a:bodyPr/>
                    <a:lstStyle/>
                    <a:p>
                      <a:r>
                        <a:rPr lang="en-US"/>
                        <a:t>Story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Resolution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Solution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299118"/>
                  </a:ext>
                </a:extLst>
              </a:tr>
              <a:tr h="6592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Proxima Nova Lt"/>
                        </a:rPr>
                        <a:t>FVVP-411 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Proxima Nova Lt"/>
                        </a:rPr>
                        <a:t>EoT components not showing on homepage for certain users </a:t>
                      </a:r>
                      <a:endParaRPr lang="en-US" sz="1400"/>
                    </a:p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</a:rPr>
                        <a:t>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</a:rPr>
                        <a:t>Same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Proxima Nova Lt"/>
                        </a:rPr>
                        <a:t>User profile / home page assignment fix applied to PROD to match STAGING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981172"/>
                  </a:ext>
                </a:extLst>
              </a:tr>
              <a:tr h="85463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Proxima Nova Lt"/>
                        </a:rPr>
                        <a:t>FVVP-412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Proxima Nova Lt"/>
                        </a:rPr>
                        <a:t>Unit Description not displaying on My EoT, Task and my EoT Teams Task Home Page Component 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</a:rPr>
                        <a:t>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Proxima Nova Lt"/>
                        </a:rPr>
                        <a:t>Same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Custom field which was omitted from initial PROD deployment was deployed from STAGING to PROD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968111"/>
                  </a:ext>
                </a:extLst>
              </a:tr>
              <a:tr h="65928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Proxima Nova Lt"/>
                        </a:rPr>
                        <a:t>FVVP-413 </a:t>
                      </a:r>
                      <a:endParaRPr lang="en-US" sz="1400"/>
                    </a:p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Proxima Nova Lt"/>
                        </a:rPr>
                        <a:t>Cancelled EoTs displayed on EoTs at Risk Dashboard </a:t>
                      </a:r>
                      <a:endParaRPr lang="en-US" sz="1400"/>
                    </a:p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</a:rPr>
                        <a:t>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Proxima Nova Lt"/>
                        </a:rPr>
                        <a:t>Same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Proxima Nova Lt"/>
                        </a:rPr>
                        <a:t>Dashboard refreshed </a:t>
                      </a:r>
                      <a:endParaRPr lang="en-US" sz="1400"/>
                    </a:p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979827"/>
                  </a:ext>
                </a:extLst>
              </a:tr>
              <a:tr h="463942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Proxima Nova Lt"/>
                        </a:rPr>
                        <a:t>FVVP-415 </a:t>
                      </a:r>
                      <a:endParaRPr lang="en-US" sz="1400"/>
                    </a:p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Proxima Nova Lt"/>
                        </a:rPr>
                        <a:t>EOT Report Errors </a:t>
                      </a:r>
                      <a:endParaRPr lang="en-US" sz="1400"/>
                    </a:p>
                    <a:p>
                      <a:pPr lvl="0"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</a:rPr>
                        <a:t>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Proxima Nova Lt"/>
                        </a:rPr>
                        <a:t>Same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</a:rPr>
                        <a:t>“</a:t>
                      </a: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</a:rPr>
                        <a:t>EoT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</a:rPr>
                        <a:t> User” permission set added to affected user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721130"/>
                  </a:ext>
                </a:extLst>
              </a:tr>
              <a:tr h="46394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FVVP-414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400" b="0" i="0" u="none" strike="noStrike" kern="1200">
                          <a:solidFill>
                            <a:schemeClr val="dk1"/>
                          </a:solidFill>
                          <a:latin typeface="Proxima Nova Lt"/>
                          <a:ea typeface="+mn-ea"/>
                          <a:cs typeface="+mn-cs"/>
                        </a:rPr>
                        <a:t>When an </a:t>
                      </a:r>
                      <a:r>
                        <a:rPr lang="en-ZA" sz="1400" b="0" i="0" u="none" strike="noStrike" kern="1200" err="1">
                          <a:solidFill>
                            <a:schemeClr val="dk1"/>
                          </a:solidFill>
                          <a:latin typeface="Proxima Nova Lt"/>
                          <a:ea typeface="+mn-ea"/>
                          <a:cs typeface="+mn-cs"/>
                        </a:rPr>
                        <a:t>EoT</a:t>
                      </a:r>
                      <a:r>
                        <a:rPr lang="en-ZA" sz="1400" b="0" i="0" u="none" strike="noStrike" kern="1200">
                          <a:solidFill>
                            <a:schemeClr val="dk1"/>
                          </a:solidFill>
                          <a:latin typeface="Proxima Nova Lt"/>
                          <a:ea typeface="+mn-ea"/>
                          <a:cs typeface="+mn-cs"/>
                        </a:rPr>
                        <a:t> is cancelled, the Unit Status needs to return to the value it was prior to the EOT starting </a:t>
                      </a:r>
                      <a:r>
                        <a:rPr lang="en-ZA" sz="1400" b="0" i="0" u="none" strike="noStrike" kern="1200" err="1">
                          <a:solidFill>
                            <a:schemeClr val="dk1"/>
                          </a:solidFill>
                          <a:latin typeface="Proxima Nova Lt"/>
                          <a:ea typeface="+mn-ea"/>
                          <a:cs typeface="+mn-cs"/>
                        </a:rPr>
                        <a:t>ie</a:t>
                      </a:r>
                      <a:r>
                        <a:rPr lang="en-ZA" sz="1400" b="0" i="0" u="none" strike="noStrike" kern="1200">
                          <a:solidFill>
                            <a:schemeClr val="dk1"/>
                          </a:solidFill>
                          <a:latin typeface="Proxima Nova Lt"/>
                          <a:ea typeface="+mn-ea"/>
                          <a:cs typeface="+mn-cs"/>
                        </a:rPr>
                        <a:t>. Tenanted</a:t>
                      </a:r>
                      <a:endParaRPr lang="en-US" sz="1400" b="0" i="0" u="none" strike="noStrike" kern="1200">
                        <a:solidFill>
                          <a:schemeClr val="dk1"/>
                        </a:solidFill>
                        <a:latin typeface="Proxima Nova 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</a:rPr>
                        <a:t>Enhancement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Proxima Nova Lt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kern="120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Added to backlog for future release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256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263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DC42E-7676-C71D-6EEA-A20A64B7D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305208-CF16-E54D-3904-B8413AA5CEE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ZA"/>
              <a:t>Observations &amp; Recommendations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66B1C9-6333-C3AC-100E-F8CFDF28AB79}"/>
              </a:ext>
            </a:extLst>
          </p:cNvPr>
          <p:cNvSpPr txBox="1"/>
          <p:nvPr/>
        </p:nvSpPr>
        <p:spPr>
          <a:xfrm>
            <a:off x="940444" y="1466853"/>
            <a:ext cx="8980795" cy="26045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r>
              <a:rPr lang="en-ZA" sz="1600">
                <a:solidFill>
                  <a:srgbClr val="6E7878"/>
                </a:solidFill>
                <a:latin typeface="Proxima Nova Lt"/>
              </a:rPr>
              <a:t>User adoption is positive at this early stage but should continue to be monitored.  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r>
              <a:rPr lang="en-ZA" sz="1600">
                <a:solidFill>
                  <a:srgbClr val="6E7878"/>
                </a:solidFill>
                <a:latin typeface="Proxima Nova Lt"/>
              </a:rPr>
              <a:t>Additional training sessions should be provided if adoption figures indicate that users are still processing </a:t>
            </a:r>
            <a:r>
              <a:rPr lang="en-ZA" sz="1600" err="1">
                <a:solidFill>
                  <a:srgbClr val="6E7878"/>
                </a:solidFill>
                <a:latin typeface="Proxima Nova Lt"/>
              </a:rPr>
              <a:t>EoT’s</a:t>
            </a:r>
            <a:r>
              <a:rPr lang="en-ZA" sz="1600">
                <a:solidFill>
                  <a:srgbClr val="6E7878"/>
                </a:solidFill>
                <a:latin typeface="Proxima Nova Lt"/>
              </a:rPr>
              <a:t> outside of Salesforce.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r>
              <a:rPr lang="en-ZA" sz="1600">
                <a:solidFill>
                  <a:srgbClr val="6E7878"/>
                </a:solidFill>
                <a:latin typeface="Proxima Nova Lt"/>
              </a:rPr>
              <a:t>The lengthy lifecycle of an </a:t>
            </a:r>
            <a:r>
              <a:rPr lang="en-ZA" sz="1600" err="1">
                <a:solidFill>
                  <a:srgbClr val="6E7878"/>
                </a:solidFill>
                <a:latin typeface="Proxima Nova Lt"/>
              </a:rPr>
              <a:t>EoT</a:t>
            </a:r>
            <a:r>
              <a:rPr lang="en-ZA" sz="1600">
                <a:solidFill>
                  <a:srgbClr val="6E7878"/>
                </a:solidFill>
                <a:latin typeface="Proxima Nova Lt"/>
              </a:rPr>
              <a:t> precludes any cost of void reporting at this stage.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r>
              <a:rPr lang="en-ZA" sz="1600">
                <a:solidFill>
                  <a:srgbClr val="6E7878"/>
                </a:solidFill>
                <a:latin typeface="Proxima Nova Lt"/>
              </a:rPr>
              <a:t>Overall, the </a:t>
            </a:r>
            <a:r>
              <a:rPr lang="en-ZA" sz="1600" err="1">
                <a:solidFill>
                  <a:srgbClr val="6E7878"/>
                </a:solidFill>
                <a:latin typeface="Proxima Nova Lt"/>
              </a:rPr>
              <a:t>EoT</a:t>
            </a:r>
            <a:r>
              <a:rPr lang="en-ZA" sz="1600">
                <a:solidFill>
                  <a:srgbClr val="6E7878"/>
                </a:solidFill>
                <a:latin typeface="Proxima Nova Lt"/>
              </a:rPr>
              <a:t> application appears to be functioning well with minimal issues being experienced by end users.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rgbClr val="BCD727"/>
              </a:buClr>
              <a:defRPr/>
            </a:pPr>
            <a:r>
              <a:rPr lang="en-ZA" sz="1600">
                <a:solidFill>
                  <a:srgbClr val="6E7878"/>
                </a:solidFill>
                <a:latin typeface="Proxima Nova Lt"/>
              </a:rPr>
              <a:t>When hypercare ends on Friday 2</a:t>
            </a:r>
            <a:r>
              <a:rPr lang="en-ZA" sz="1600" baseline="30000">
                <a:solidFill>
                  <a:srgbClr val="6E7878"/>
                </a:solidFill>
                <a:latin typeface="Proxima Nova Lt"/>
              </a:rPr>
              <a:t>nd</a:t>
            </a:r>
            <a:r>
              <a:rPr lang="en-ZA" sz="1600">
                <a:solidFill>
                  <a:srgbClr val="6E7878"/>
                </a:solidFill>
                <a:latin typeface="Proxima Nova Lt"/>
              </a:rPr>
              <a:t> Feb, Open Box can work on enhancements and/or bugs using the T&amp;M rates as per the existing SOW. FTE options are available from Open Box to deliver fixed monthly hours for reduced rates.</a:t>
            </a:r>
          </a:p>
        </p:txBody>
      </p:sp>
    </p:spTree>
    <p:extLst>
      <p:ext uri="{BB962C8B-B14F-4D97-AF65-F5344CB8AC3E}">
        <p14:creationId xmlns:p14="http://schemas.microsoft.com/office/powerpoint/2010/main" val="37359926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2.xml><?xml version="1.0" encoding="utf-8"?>
<a:theme xmlns:a="http://schemas.openxmlformats.org/drawingml/2006/main" name="2. Agenda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 City Background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. Blank Background">
  <a:themeElements>
    <a:clrScheme name="Open Box Colours">
      <a:dk1>
        <a:srgbClr val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Full Blank">
  <a:themeElements>
    <a:clrScheme name="Open Box Colours">
      <a:dk1>
        <a:sysClr val="windowText" lastClr="000000"/>
      </a:dk1>
      <a:lt1>
        <a:sysClr val="window" lastClr="FFFFFF"/>
      </a:lt1>
      <a:dk2>
        <a:srgbClr val="6E7878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9d6581bc5c99e8ea3938d4fa8ba888f5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a0c1b2c62e26289b034b466cfffa7cd3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default="6;#Grainger PLC|a74f1cb5-e995-4f9e-8521-6d52e2c6bf08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nillable="true" ma:taxonomy="true" ma:internalName="k6ebf865df8440b3a55c1aa81c9bae7c" ma:taxonomyFieldName="Project_x0020_Document_x0020_Type" ma:displayName="Project Document Type" ma:default="4;#Generic Project Document|258c2ed6-b93b-4ffe-8901-a23f2dc98ec9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5</Value>
      <Value>4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Enterprise Solutions</TermName>
          <TermId xmlns="http://schemas.microsoft.com/office/infopath/2007/PartnerControls">08c57b01-67e8-4a4f-abc6-ffb3392ace7f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Generic Project Document</TermName>
          <TermId xmlns="http://schemas.microsoft.com/office/infopath/2007/PartnerControls">258c2ed6-b93b-4ffe-8901-a23f2dc98ec9</TermId>
        </TermInfo>
      </Terms>
    </k6ebf865df8440b3a55c1aa81c9bae7c>
    <f0dc22cb723843c1bfbb2e8bcc9db6e4 xmlns="1ffbd5dc-7a64-4097-8396-87f6c90b212f">
      <Terms xmlns="http://schemas.microsoft.com/office/infopath/2007/PartnerControls"/>
    </f0dc22cb723843c1bfbb2e8bcc9db6e4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1C23E31-FF24-444D-965F-A404594606D2}">
  <ds:schemaRefs>
    <ds:schemaRef ds:uri="1ffbd5dc-7a64-4097-8396-87f6c90b21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1C26A7F-E901-4754-B2F4-4E1CB7563875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3CCB5E0C-6DBE-4B5A-8AAC-998D2993C1EE}">
  <ds:schemaRefs>
    <ds:schemaRef ds:uri="1ffbd5dc-7a64-4097-8396-87f6c90b21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General Presentation Theme</Template>
  <Application>Microsoft Office PowerPoint</Application>
  <PresentationFormat>Widescreen</PresentationFormat>
  <Slides>5</Slides>
  <Notes>4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1. Title Slides</vt:lpstr>
      <vt:lpstr>2. Agenda</vt:lpstr>
      <vt:lpstr>3. City Background</vt:lpstr>
      <vt:lpstr>4. Blank Background</vt:lpstr>
      <vt:lpstr>Full Blank</vt:lpstr>
      <vt:lpstr>End of Tenancy  Post Go-Live Report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Skye Van Aswegen</dc:creator>
  <cp:revision>1</cp:revision>
  <dcterms:created xsi:type="dcterms:W3CDTF">2017-07-12T09:03:21Z</dcterms:created>
  <dcterms:modified xsi:type="dcterms:W3CDTF">2024-01-31T14:54:46Z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0x010100B16301FA1C2D5E4DB9305F31D037531D02070300B4E123A7400DE24C83BA9D1BFCD12C10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Project Document Type">
    <vt:lpwstr>4;#Generic Project Document|258c2ed6-b93b-4ffe-8901-a23f2dc98ec9</vt:lpwstr>
  </property>
  <property fmtid="{D5CDD505-2E9C-101B-9397-08002B2CF9AE}" pid="15" name="Division">
    <vt:lpwstr>5;#Enterprise Solutions|08c57b01-67e8-4a4f-abc6-ffb3392ace7f</vt:lpwstr>
  </property>
  <property fmtid="{D5CDD505-2E9C-101B-9397-08002B2CF9AE}" pid="16" name="Client">
    <vt:lpwstr>6;#Grainger PLC|a74f1cb5-e995-4f9e-8521-6d52e2c6bf08</vt:lpwstr>
  </property>
  <property fmtid="{D5CDD505-2E9C-101B-9397-08002B2CF9AE}" pid="17" name="Client Project">
    <vt:lpwstr/>
  </property>
</Properties>
</file>