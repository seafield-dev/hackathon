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x-e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</p:sldMasterIdLst>
  <p:sldIdLst>
    <p:sldId id="452" r:id="rId7"/>
    <p:sldId id="256" r:id="rId8"/>
    <p:sldId id="257" r:id="rId9"/>
    <p:sldId id="258" r:id="rId10"/>
    <p:sldId id="259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Papenfus" userId="2a405823-0c8b-419b-afb6-8159926c2e17" providerId="ADAL" clId="{8F5D1A29-CB44-4172-ADB9-8E6458DF7113}"/>
    <pc:docChg chg="modSld">
      <pc:chgData name="Nikki Papenfus" userId="2a405823-0c8b-419b-afb6-8159926c2e17" providerId="ADAL" clId="{8F5D1A29-CB44-4172-ADB9-8E6458DF7113}" dt="2023-03-28T09:17:49.999" v="0" actId="6549"/>
      <pc:docMkLst>
        <pc:docMk/>
      </pc:docMkLst>
      <pc:sldChg chg="modSp mod">
        <pc:chgData name="Nikki Papenfus" userId="2a405823-0c8b-419b-afb6-8159926c2e17" providerId="ADAL" clId="{8F5D1A29-CB44-4172-ADB9-8E6458DF7113}" dt="2023-03-28T09:17:49.999" v="0" actId="6549"/>
        <pc:sldMkLst>
          <pc:docMk/>
          <pc:sldMk cId="1386964935" sldId="263"/>
        </pc:sldMkLst>
        <pc:spChg chg="mod">
          <ac:chgData name="Nikki Papenfus" userId="2a405823-0c8b-419b-afb6-8159926c2e17" providerId="ADAL" clId="{8F5D1A29-CB44-4172-ADB9-8E6458DF7113}" dt="2023-03-28T09:17:49.999" v="0" actId="6549"/>
          <ac:spMkLst>
            <pc:docMk/>
            <pc:sldMk cId="1386964935" sldId="263"/>
            <ac:spMk id="4" creationId="{BB274E72-F889-BEF6-01BF-87AA312C4F53}"/>
          </ac:spMkLst>
        </pc:spChg>
      </pc:sldChg>
    </pc:docChg>
  </pc:docChgLst>
  <pc:docChgLst>
    <pc:chgData name="Genevieve Godlonton" userId="7eb4706d-de5d-49c1-b9a6-0c6211dfed2f" providerId="ADAL" clId="{EC71121B-2517-4714-A12D-85828F105E76}"/>
    <pc:docChg chg="undo custSel addSld delSld modSld">
      <pc:chgData name="Genevieve Godlonton" userId="7eb4706d-de5d-49c1-b9a6-0c6211dfed2f" providerId="ADAL" clId="{EC71121B-2517-4714-A12D-85828F105E76}" dt="2023-03-24T12:29:00.136" v="2529" actId="20577"/>
      <pc:docMkLst>
        <pc:docMk/>
      </pc:docMkLst>
      <pc:sldChg chg="modSp mod">
        <pc:chgData name="Genevieve Godlonton" userId="7eb4706d-de5d-49c1-b9a6-0c6211dfed2f" providerId="ADAL" clId="{EC71121B-2517-4714-A12D-85828F105E76}" dt="2023-03-24T12:27:20.290" v="2466" actId="27636"/>
        <pc:sldMkLst>
          <pc:docMk/>
          <pc:sldMk cId="734481111" sldId="256"/>
        </pc:sldMkLst>
        <pc:spChg chg="mod">
          <ac:chgData name="Genevieve Godlonton" userId="7eb4706d-de5d-49c1-b9a6-0c6211dfed2f" providerId="ADAL" clId="{EC71121B-2517-4714-A12D-85828F105E76}" dt="2023-03-24T12:26:43.450" v="2454" actId="113"/>
          <ac:spMkLst>
            <pc:docMk/>
            <pc:sldMk cId="734481111" sldId="256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27:20.290" v="2466" actId="27636"/>
          <ac:spMkLst>
            <pc:docMk/>
            <pc:sldMk cId="734481111" sldId="256"/>
            <ac:spMk id="4" creationId="{B795CB2F-DCCC-AEB2-97B5-DD6443ECAEB1}"/>
          </ac:spMkLst>
        </pc:spChg>
      </pc:sldChg>
      <pc:sldChg chg="modSp mod">
        <pc:chgData name="Genevieve Godlonton" userId="7eb4706d-de5d-49c1-b9a6-0c6211dfed2f" providerId="ADAL" clId="{EC71121B-2517-4714-A12D-85828F105E76}" dt="2023-03-24T12:26:53.563" v="2458" actId="1076"/>
        <pc:sldMkLst>
          <pc:docMk/>
          <pc:sldMk cId="677940484" sldId="257"/>
        </pc:sldMkLst>
        <pc:spChg chg="mod">
          <ac:chgData name="Genevieve Godlonton" userId="7eb4706d-de5d-49c1-b9a6-0c6211dfed2f" providerId="ADAL" clId="{EC71121B-2517-4714-A12D-85828F105E76}" dt="2023-03-24T12:26:53.563" v="2458" actId="1076"/>
          <ac:spMkLst>
            <pc:docMk/>
            <pc:sldMk cId="677940484" sldId="257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02:49.124" v="1069" actId="27636"/>
          <ac:spMkLst>
            <pc:docMk/>
            <pc:sldMk cId="677940484" sldId="257"/>
            <ac:spMk id="4" creationId="{B795CB2F-DCCC-AEB2-97B5-DD6443ECAEB1}"/>
          </ac:spMkLst>
        </pc:spChg>
        <pc:picChg chg="mod">
          <ac:chgData name="Genevieve Godlonton" userId="7eb4706d-de5d-49c1-b9a6-0c6211dfed2f" providerId="ADAL" clId="{EC71121B-2517-4714-A12D-85828F105E76}" dt="2023-03-24T11:47:10.460" v="2" actId="14100"/>
          <ac:picMkLst>
            <pc:docMk/>
            <pc:sldMk cId="677940484" sldId="257"/>
            <ac:picMk id="6" creationId="{A10159E5-2EFD-E980-6A12-759DC9A02B28}"/>
          </ac:picMkLst>
        </pc:picChg>
      </pc:sldChg>
      <pc:sldChg chg="modSp mod">
        <pc:chgData name="Genevieve Godlonton" userId="7eb4706d-de5d-49c1-b9a6-0c6211dfed2f" providerId="ADAL" clId="{EC71121B-2517-4714-A12D-85828F105E76}" dt="2023-03-24T12:27:10.745" v="2463" actId="14100"/>
        <pc:sldMkLst>
          <pc:docMk/>
          <pc:sldMk cId="1756631787" sldId="258"/>
        </pc:sldMkLst>
        <pc:spChg chg="mod">
          <ac:chgData name="Genevieve Godlonton" userId="7eb4706d-de5d-49c1-b9a6-0c6211dfed2f" providerId="ADAL" clId="{EC71121B-2517-4714-A12D-85828F105E76}" dt="2023-03-24T12:27:06.189" v="2462" actId="14100"/>
          <ac:spMkLst>
            <pc:docMk/>
            <pc:sldMk cId="1756631787" sldId="258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27:10.745" v="2463" actId="14100"/>
          <ac:spMkLst>
            <pc:docMk/>
            <pc:sldMk cId="1756631787" sldId="258"/>
            <ac:spMk id="4" creationId="{B795CB2F-DCCC-AEB2-97B5-DD6443ECAEB1}"/>
          </ac:spMkLst>
        </pc:spChg>
        <pc:picChg chg="mod">
          <ac:chgData name="Genevieve Godlonton" userId="7eb4706d-de5d-49c1-b9a6-0c6211dfed2f" providerId="ADAL" clId="{EC71121B-2517-4714-A12D-85828F105E76}" dt="2023-03-24T12:03:52.085" v="1077" actId="1076"/>
          <ac:picMkLst>
            <pc:docMk/>
            <pc:sldMk cId="1756631787" sldId="258"/>
            <ac:picMk id="6" creationId="{A10159E5-2EFD-E980-6A12-759DC9A02B28}"/>
          </ac:picMkLst>
        </pc:picChg>
      </pc:sldChg>
      <pc:sldChg chg="modSp mod">
        <pc:chgData name="Genevieve Godlonton" userId="7eb4706d-de5d-49c1-b9a6-0c6211dfed2f" providerId="ADAL" clId="{EC71121B-2517-4714-A12D-85828F105E76}" dt="2023-03-24T12:27:41.494" v="2477" actId="1076"/>
        <pc:sldMkLst>
          <pc:docMk/>
          <pc:sldMk cId="3093788024" sldId="259"/>
        </pc:sldMkLst>
        <pc:spChg chg="mod">
          <ac:chgData name="Genevieve Godlonton" userId="7eb4706d-de5d-49c1-b9a6-0c6211dfed2f" providerId="ADAL" clId="{EC71121B-2517-4714-A12D-85828F105E76}" dt="2023-03-24T12:27:41.494" v="2477" actId="1076"/>
          <ac:spMkLst>
            <pc:docMk/>
            <pc:sldMk cId="3093788024" sldId="259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16:54.119" v="1905" actId="27636"/>
          <ac:spMkLst>
            <pc:docMk/>
            <pc:sldMk cId="3093788024" sldId="259"/>
            <ac:spMk id="4" creationId="{B795CB2F-DCCC-AEB2-97B5-DD6443ECAEB1}"/>
          </ac:spMkLst>
        </pc:spChg>
        <pc:picChg chg="mod">
          <ac:chgData name="Genevieve Godlonton" userId="7eb4706d-de5d-49c1-b9a6-0c6211dfed2f" providerId="ADAL" clId="{EC71121B-2517-4714-A12D-85828F105E76}" dt="2023-03-24T12:09:11.025" v="1300" actId="1076"/>
          <ac:picMkLst>
            <pc:docMk/>
            <pc:sldMk cId="3093788024" sldId="259"/>
            <ac:picMk id="6" creationId="{A10159E5-2EFD-E980-6A12-759DC9A02B28}"/>
          </ac:picMkLst>
        </pc:picChg>
      </pc:sldChg>
      <pc:sldChg chg="modSp del mod">
        <pc:chgData name="Genevieve Godlonton" userId="7eb4706d-de5d-49c1-b9a6-0c6211dfed2f" providerId="ADAL" clId="{EC71121B-2517-4714-A12D-85828F105E76}" dt="2023-03-24T12:27:50.284" v="2478" actId="47"/>
        <pc:sldMkLst>
          <pc:docMk/>
          <pc:sldMk cId="4072134570" sldId="260"/>
        </pc:sldMkLst>
        <pc:spChg chg="mod">
          <ac:chgData name="Genevieve Godlonton" userId="7eb4706d-de5d-49c1-b9a6-0c6211dfed2f" providerId="ADAL" clId="{EC71121B-2517-4714-A12D-85828F105E76}" dt="2023-03-24T12:17:07.990" v="1906" actId="1076"/>
          <ac:spMkLst>
            <pc:docMk/>
            <pc:sldMk cId="4072134570" sldId="260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17:07.990" v="1906" actId="1076"/>
          <ac:spMkLst>
            <pc:docMk/>
            <pc:sldMk cId="4072134570" sldId="260"/>
            <ac:spMk id="4" creationId="{B795CB2F-DCCC-AEB2-97B5-DD6443ECAEB1}"/>
          </ac:spMkLst>
        </pc:spChg>
        <pc:picChg chg="mod">
          <ac:chgData name="Genevieve Godlonton" userId="7eb4706d-de5d-49c1-b9a6-0c6211dfed2f" providerId="ADAL" clId="{EC71121B-2517-4714-A12D-85828F105E76}" dt="2023-03-24T12:17:14.701" v="1908" actId="14100"/>
          <ac:picMkLst>
            <pc:docMk/>
            <pc:sldMk cId="4072134570" sldId="260"/>
            <ac:picMk id="6" creationId="{A10159E5-2EFD-E980-6A12-759DC9A02B28}"/>
          </ac:picMkLst>
        </pc:picChg>
      </pc:sldChg>
      <pc:sldChg chg="modSp mod">
        <pc:chgData name="Genevieve Godlonton" userId="7eb4706d-de5d-49c1-b9a6-0c6211dfed2f" providerId="ADAL" clId="{EC71121B-2517-4714-A12D-85828F105E76}" dt="2023-03-24T12:28:03.797" v="2485" actId="113"/>
        <pc:sldMkLst>
          <pc:docMk/>
          <pc:sldMk cId="2509261520" sldId="261"/>
        </pc:sldMkLst>
        <pc:spChg chg="mod">
          <ac:chgData name="Genevieve Godlonton" userId="7eb4706d-de5d-49c1-b9a6-0c6211dfed2f" providerId="ADAL" clId="{EC71121B-2517-4714-A12D-85828F105E76}" dt="2023-03-24T12:27:58.275" v="2483" actId="403"/>
          <ac:spMkLst>
            <pc:docMk/>
            <pc:sldMk cId="2509261520" sldId="261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28:03.797" v="2485" actId="113"/>
          <ac:spMkLst>
            <pc:docMk/>
            <pc:sldMk cId="2509261520" sldId="261"/>
            <ac:spMk id="4" creationId="{B795CB2F-DCCC-AEB2-97B5-DD6443ECAEB1}"/>
          </ac:spMkLst>
        </pc:spChg>
        <pc:picChg chg="mod">
          <ac:chgData name="Genevieve Godlonton" userId="7eb4706d-de5d-49c1-b9a6-0c6211dfed2f" providerId="ADAL" clId="{EC71121B-2517-4714-A12D-85828F105E76}" dt="2023-03-24T12:19:27.545" v="1911" actId="14100"/>
          <ac:picMkLst>
            <pc:docMk/>
            <pc:sldMk cId="2509261520" sldId="261"/>
            <ac:picMk id="6" creationId="{A10159E5-2EFD-E980-6A12-759DC9A02B28}"/>
          </ac:picMkLst>
        </pc:picChg>
      </pc:sldChg>
      <pc:sldChg chg="modSp mod">
        <pc:chgData name="Genevieve Godlonton" userId="7eb4706d-de5d-49c1-b9a6-0c6211dfed2f" providerId="ADAL" clId="{EC71121B-2517-4714-A12D-85828F105E76}" dt="2023-03-24T12:28:10.216" v="2486" actId="113"/>
        <pc:sldMkLst>
          <pc:docMk/>
          <pc:sldMk cId="2245866416" sldId="262"/>
        </pc:sldMkLst>
        <pc:spChg chg="mod">
          <ac:chgData name="Genevieve Godlonton" userId="7eb4706d-de5d-49c1-b9a6-0c6211dfed2f" providerId="ADAL" clId="{EC71121B-2517-4714-A12D-85828F105E76}" dt="2023-03-24T12:28:10.216" v="2486" actId="113"/>
          <ac:spMkLst>
            <pc:docMk/>
            <pc:sldMk cId="2245866416" sldId="262"/>
            <ac:spMk id="2" creationId="{EAA13456-D6E6-183B-D5C4-190ACE94E96B}"/>
          </ac:spMkLst>
        </pc:spChg>
        <pc:spChg chg="mod">
          <ac:chgData name="Genevieve Godlonton" userId="7eb4706d-de5d-49c1-b9a6-0c6211dfed2f" providerId="ADAL" clId="{EC71121B-2517-4714-A12D-85828F105E76}" dt="2023-03-24T12:24:51.963" v="2388" actId="20577"/>
          <ac:spMkLst>
            <pc:docMk/>
            <pc:sldMk cId="2245866416" sldId="262"/>
            <ac:spMk id="4" creationId="{B795CB2F-DCCC-AEB2-97B5-DD6443ECAEB1}"/>
          </ac:spMkLst>
        </pc:spChg>
        <pc:picChg chg="mod">
          <ac:chgData name="Genevieve Godlonton" userId="7eb4706d-de5d-49c1-b9a6-0c6211dfed2f" providerId="ADAL" clId="{EC71121B-2517-4714-A12D-85828F105E76}" dt="2023-03-24T12:24:07.664" v="2266" actId="1076"/>
          <ac:picMkLst>
            <pc:docMk/>
            <pc:sldMk cId="2245866416" sldId="262"/>
            <ac:picMk id="6" creationId="{A10159E5-2EFD-E980-6A12-759DC9A02B28}"/>
          </ac:picMkLst>
        </pc:picChg>
      </pc:sldChg>
      <pc:sldChg chg="delSp modSp new mod">
        <pc:chgData name="Genevieve Godlonton" userId="7eb4706d-de5d-49c1-b9a6-0c6211dfed2f" providerId="ADAL" clId="{EC71121B-2517-4714-A12D-85828F105E76}" dt="2023-03-24T12:28:15.536" v="2487" actId="113"/>
        <pc:sldMkLst>
          <pc:docMk/>
          <pc:sldMk cId="1386964935" sldId="263"/>
        </pc:sldMkLst>
        <pc:spChg chg="mod">
          <ac:chgData name="Genevieve Godlonton" userId="7eb4706d-de5d-49c1-b9a6-0c6211dfed2f" providerId="ADAL" clId="{EC71121B-2517-4714-A12D-85828F105E76}" dt="2023-03-24T12:28:15.536" v="2487" actId="113"/>
          <ac:spMkLst>
            <pc:docMk/>
            <pc:sldMk cId="1386964935" sldId="263"/>
            <ac:spMk id="2" creationId="{32078930-A440-3333-2A96-F85D8D7C3F12}"/>
          </ac:spMkLst>
        </pc:spChg>
        <pc:spChg chg="del">
          <ac:chgData name="Genevieve Godlonton" userId="7eb4706d-de5d-49c1-b9a6-0c6211dfed2f" providerId="ADAL" clId="{EC71121B-2517-4714-A12D-85828F105E76}" dt="2023-03-24T12:25:12.419" v="2390" actId="478"/>
          <ac:spMkLst>
            <pc:docMk/>
            <pc:sldMk cId="1386964935" sldId="263"/>
            <ac:spMk id="3" creationId="{F1331AAC-012B-E142-17DE-2AF0F310ACDD}"/>
          </ac:spMkLst>
        </pc:spChg>
        <pc:spChg chg="mod">
          <ac:chgData name="Genevieve Godlonton" userId="7eb4706d-de5d-49c1-b9a6-0c6211dfed2f" providerId="ADAL" clId="{EC71121B-2517-4714-A12D-85828F105E76}" dt="2023-03-24T12:26:18.438" v="2446" actId="14100"/>
          <ac:spMkLst>
            <pc:docMk/>
            <pc:sldMk cId="1386964935" sldId="263"/>
            <ac:spMk id="4" creationId="{BB274E72-F889-BEF6-01BF-87AA312C4F53}"/>
          </ac:spMkLst>
        </pc:spChg>
      </pc:sldChg>
      <pc:sldChg chg="new del">
        <pc:chgData name="Genevieve Godlonton" userId="7eb4706d-de5d-49c1-b9a6-0c6211dfed2f" providerId="ADAL" clId="{EC71121B-2517-4714-A12D-85828F105E76}" dt="2023-03-24T12:28:45.088" v="2490" actId="47"/>
        <pc:sldMkLst>
          <pc:docMk/>
          <pc:sldMk cId="3219978960" sldId="264"/>
        </pc:sldMkLst>
      </pc:sldChg>
      <pc:sldChg chg="modSp add mod">
        <pc:chgData name="Genevieve Godlonton" userId="7eb4706d-de5d-49c1-b9a6-0c6211dfed2f" providerId="ADAL" clId="{EC71121B-2517-4714-A12D-85828F105E76}" dt="2023-03-24T12:29:00.136" v="2529" actId="20577"/>
        <pc:sldMkLst>
          <pc:docMk/>
          <pc:sldMk cId="1570055465" sldId="452"/>
        </pc:sldMkLst>
        <pc:spChg chg="mod">
          <ac:chgData name="Genevieve Godlonton" userId="7eb4706d-de5d-49c1-b9a6-0c6211dfed2f" providerId="ADAL" clId="{EC71121B-2517-4714-A12D-85828F105E76}" dt="2023-03-24T12:29:00.136" v="2529" actId="20577"/>
          <ac:spMkLst>
            <pc:docMk/>
            <pc:sldMk cId="1570055465" sldId="452"/>
            <ac:spMk id="3" creationId="{2DDBE6B0-A6BA-E9BC-46D8-964B49608B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1A4F-6AF3-CF3F-5699-ED5395FEF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504C1-F0CD-E500-A91A-13C9CE9FE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0F1B7-F69A-FED5-5113-AA9566DE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4C982-F264-2323-762F-BB329B58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FB9D2-5617-7B8E-2EB3-B16B1785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56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DFBC-915F-F2BE-641E-DD267E11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29466-656D-5D8D-A077-403CF72E8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82FF1-8715-D0E6-EE5B-A6812E02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66B0-D4C5-01E0-4041-13EC9877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DF366-7B36-D042-D9EB-6004E6EB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799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ED5D-5198-E105-98AF-923042C6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84EC-AF70-7585-0755-2EE9E8EE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6E258-3C10-805E-3BEC-2DD5B1BE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4F50-DA8E-9766-FB7E-2EBDA38E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890B-1E42-42DF-CC3F-9DE38380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527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2C28-3AEE-2934-E472-FAE12D2DE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C578-86CB-BE0F-284E-F566A166F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1DA06-CEB1-11CD-BF32-46F77583A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6F1E3-3B55-F747-74E5-E4823F49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3B405-6A69-5205-8524-D7155404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95567-442E-5A2D-753E-F292AD01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226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A0978-AFC0-4C04-38FC-E8F1B12D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B8925-FE94-8F14-837C-53C57301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CB9CA-D3A6-C6FC-4945-10B6526E2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AA22B-CF85-F104-A1C6-8DF1623B9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7F265-ECF9-9553-77EE-C822CA991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5D2EF-1795-44B8-BE2F-056BE3F4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4E3A5-54C0-C74B-94D9-31A8AAFB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61240-DE09-F2CF-C48A-59CEDF38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1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D188-0839-6CFC-16E3-C6B81CA7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D8FDB-5FF3-FCAF-E7C5-746747F7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3BE81-B7CC-B3A8-5425-8A003D99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997D8-62E1-BD85-C54A-86EBF708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875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19190-EE45-859A-EEF7-8DC10E70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434DD-B861-1AEB-ABBC-97ECEFA5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56D0-76C5-8B7C-94B4-CF22480C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1619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F2DF-6BBC-74FA-C2E5-C8CA476F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95C1A-7E93-A041-B1AC-A7D13F159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01423-F058-051E-CFBF-B2A3A49F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2E8AD-3ED7-DEAD-13EF-4EF0199E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9ABCC-7268-82EE-E6B1-D5B80289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509E-23F3-822C-3CD9-EA86DDCD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220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F981-7945-A928-1AD9-9473B25A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A3869-5EAE-8356-0BAC-6E0839673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CA1F-8FEA-D55C-E968-8D151AF2E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F0887-EBC8-49B3-BE43-07D099D3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EC133-7E9C-9A71-350B-E26C3A81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17DF7-270C-B378-1240-0C11589B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886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6112-7589-6241-B336-D457EB40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58839-7C7F-CF0E-4875-FC95221B7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51A07-DB33-6E0E-4DAF-2E1C1698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B2673-CAED-6BCD-6CD6-78358DF5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18DB-9417-BA22-73F3-73374DEE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924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13DDE-2FE3-0F0A-07C7-03249B357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B68D0-B076-A266-F200-6146803B5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94CBB-5390-DA19-B70F-95C04317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A2B34-761F-F104-5962-6778E0B2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9742E-6D76-FCB4-46E4-735FC844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0980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1152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641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1B42A-412D-1CEB-CE20-DF64E1FC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B408D-2A78-D3DC-C9F3-7A34617B6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17D8-14FC-4295-889C-FEADF973D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76B7C-8210-4572-BA74-C8CEAB5F5609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2DA83-95E2-873E-6B6D-9A3F6CA9B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F7F98-B7EB-9720-2FDE-A3120F8F1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CD79C-CFA8-49BE-9624-35BD7DEF16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371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67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BE6B0-A6BA-E9BC-46D8-964B49608B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Grainger – Void Process – Notes Gen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7005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3456-D6E6-183B-D5C4-190ACE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10312"/>
            <a:ext cx="4473678" cy="546772"/>
          </a:xfrm>
        </p:spPr>
        <p:txBody>
          <a:bodyPr>
            <a:noAutofit/>
          </a:bodyPr>
          <a:lstStyle/>
          <a:p>
            <a:r>
              <a:rPr lang="en-US" sz="2000" b="1" dirty="0"/>
              <a:t>Give Notice – Property Management </a:t>
            </a:r>
            <a:endParaRPr lang="en-ZA" sz="20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CB2F-DCCC-AEB2-97B5-DD6443ECA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42039" y="856360"/>
            <a:ext cx="6200024" cy="579132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we know a tenancy is ending?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Currently done by checking a shared drive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What if a tenant wants to renew?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The tenant needs to be contacted three months before the tenancy ends to establish if they want to renew, this is normally first prize. The tenant can also inform 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What is stored in </a:t>
            </a:r>
            <a:r>
              <a:rPr lang="en-ZA" dirty="0" err="1"/>
              <a:t>Qube</a:t>
            </a:r>
            <a:r>
              <a:rPr lang="en-ZA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Only the date the tenant is moving out is stored in </a:t>
            </a:r>
            <a:r>
              <a:rPr lang="en-ZA" dirty="0" err="1"/>
              <a:t>Qube</a:t>
            </a:r>
            <a:r>
              <a:rPr lang="en-ZA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There is a field in </a:t>
            </a:r>
            <a:r>
              <a:rPr lang="en-ZA" dirty="0" err="1"/>
              <a:t>Qube</a:t>
            </a:r>
            <a:r>
              <a:rPr lang="en-ZA" dirty="0"/>
              <a:t> for this date and other departments use this data, such as accounts to know when to stop the direct deposit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This date is inputted into Salesforce by the lettings team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b="1" dirty="0"/>
              <a:t>Wants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 way to track historic move out dates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Visibility into how long it takes to do things e.g. from when someone moves out there should be a 5 day turn around period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b="1" dirty="0"/>
              <a:t>Notes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Before starting the Void process, the first step is to try and retain the tenant.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This communication needs to be recorded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abovementioned ‘communication’ period is used to book the Pre-vacating Inspection (PVI) and confirm arrangements for viewings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These arrangements are verified over email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Links to webforms is mentioned, this is not existing this is a desired output.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These would be information giving and receiving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Desire for tenants to be able to push data into salesforce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lease start date is always know, the tenant cannot negotiate a lease start date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159E5-2EFD-E980-6A12-759DC9A02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6957" r="78437" b="61892"/>
          <a:stretch>
            <a:fillRect/>
          </a:stretch>
        </p:blipFill>
        <p:spPr>
          <a:xfrm>
            <a:off x="611188" y="676656"/>
            <a:ext cx="4710620" cy="559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81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3456-D6E6-183B-D5C4-190ACE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115" y="189053"/>
            <a:ext cx="5062912" cy="713274"/>
          </a:xfrm>
        </p:spPr>
        <p:txBody>
          <a:bodyPr>
            <a:normAutofit/>
          </a:bodyPr>
          <a:lstStyle/>
          <a:p>
            <a:r>
              <a:rPr lang="en-US" sz="1800" b="1" dirty="0"/>
              <a:t>Update Internal Stakeholders – Property Management </a:t>
            </a:r>
            <a:endParaRPr lang="en-ZA" sz="18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CB2F-DCCC-AEB2-97B5-DD6443ECA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93115" y="1084006"/>
            <a:ext cx="4876097" cy="5228304"/>
          </a:xfrm>
        </p:spPr>
        <p:txBody>
          <a:bodyPr>
            <a:normAutofit fontScale="85000" lnSpcReduction="20000"/>
          </a:bodyPr>
          <a:lstStyle/>
          <a:p>
            <a:r>
              <a:rPr lang="en-ZA" b="1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Where do these tasks exist?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They exist in FSI/Evolutions (MRI Software)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Are there any integrations between Salesforce and FSI?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No integrations </a:t>
            </a:r>
          </a:p>
          <a:p>
            <a:r>
              <a:rPr lang="en-ZA" b="1" dirty="0"/>
              <a:t>Wants: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They want visibility into these tasks so they can be reported on. FSI does not provide this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Compliance Docs to be stored in Salesforce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They are currently saved in a shared drive and manually recorded in Salesforce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They want a single view in one system of what has been done and what needs to be done </a:t>
            </a:r>
          </a:p>
          <a:p>
            <a:r>
              <a:rPr lang="en-ZA" b="1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MIMO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Means Move In Move Out but only refers to the Move Out Process 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Need to consider if FSI is a system they would want to be using in 2 years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Lettings team uses Salesforce Calendar for booking viewings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Possibility of using the Salesforce calendar for the Property Management Team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Combing calendars could achieve their objective of no overlap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159E5-2EFD-E980-6A12-759DC9A02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6" t="16636" r="66485" b="66701"/>
          <a:stretch>
            <a:fillRect/>
          </a:stretch>
        </p:blipFill>
        <p:spPr>
          <a:xfrm>
            <a:off x="592900" y="772732"/>
            <a:ext cx="5149532" cy="561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40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3456-D6E6-183B-D5C4-190ACE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820" y="471078"/>
            <a:ext cx="5334870" cy="504056"/>
          </a:xfrm>
        </p:spPr>
        <p:txBody>
          <a:bodyPr>
            <a:noAutofit/>
          </a:bodyPr>
          <a:lstStyle/>
          <a:p>
            <a:r>
              <a:rPr lang="en-US" sz="2400" b="1" dirty="0"/>
              <a:t>Update Internal Stakeholders – Asset Management and Letting </a:t>
            </a:r>
            <a:endParaRPr lang="en-ZA" sz="2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CB2F-DCCC-AEB2-97B5-DD6443ECA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40820" y="1356852"/>
            <a:ext cx="3932237" cy="4526014"/>
          </a:xfrm>
        </p:spPr>
        <p:txBody>
          <a:bodyPr/>
          <a:lstStyle/>
          <a:p>
            <a:r>
              <a:rPr lang="en-US" b="1" dirty="0"/>
              <a:t>Questions: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are the Price Books created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Created in Excel </a:t>
            </a:r>
          </a:p>
          <a:p>
            <a:r>
              <a:rPr lang="en-US" b="1" dirty="0"/>
              <a:t>Wants: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Ideally future prices should be stored in Salesforce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159E5-2EFD-E980-6A12-759DC9A02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5" t="6822" r="68992" b="83654"/>
          <a:stretch>
            <a:fillRect/>
          </a:stretch>
        </p:blipFill>
        <p:spPr>
          <a:xfrm>
            <a:off x="611189" y="471078"/>
            <a:ext cx="4826050" cy="579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31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3456-D6E6-183B-D5C4-190ACE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5052" y="0"/>
            <a:ext cx="4469631" cy="973393"/>
          </a:xfrm>
        </p:spPr>
        <p:txBody>
          <a:bodyPr>
            <a:normAutofit/>
          </a:bodyPr>
          <a:lstStyle/>
          <a:p>
            <a:r>
              <a:rPr lang="en-US" sz="2400" b="1" dirty="0"/>
              <a:t>PVI and Move Out – Property Management </a:t>
            </a:r>
            <a:endParaRPr lang="en-ZA" sz="2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CB2F-DCCC-AEB2-97B5-DD6443ECA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5052" y="1002889"/>
            <a:ext cx="3932237" cy="4680155"/>
          </a:xfrm>
        </p:spPr>
        <p:txBody>
          <a:bodyPr>
            <a:normAutofit/>
          </a:bodyPr>
          <a:lstStyle/>
          <a:p>
            <a:r>
              <a:rPr lang="en-US" b="1" dirty="0"/>
              <a:t>Questions: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What happens if the PVI outcome is refurbishment?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Refurbishment is a separate process and would change the unit status (not a priority to systemize this process) </a:t>
            </a:r>
            <a:endParaRPr lang="en-US" dirty="0"/>
          </a:p>
          <a:p>
            <a:r>
              <a:rPr lang="en-US" b="1" dirty="0"/>
              <a:t>Wants: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notifications to a contractor that work needs to be done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Check-out reports should be stored in Salesforce other teams should be able to look at a dashboard and have visibility into this </a:t>
            </a:r>
          </a:p>
          <a:p>
            <a:r>
              <a:rPr lang="en-ZA" b="1" dirty="0"/>
              <a:t>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goal is to have the PVI as soon as possible after notice is received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159E5-2EFD-E980-6A12-759DC9A02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7" t="34297" r="41712" b="54518"/>
          <a:stretch>
            <a:fillRect/>
          </a:stretch>
        </p:blipFill>
        <p:spPr>
          <a:xfrm>
            <a:off x="694710" y="1812366"/>
            <a:ext cx="6172200" cy="250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88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3456-D6E6-183B-D5C4-190ACE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440" y="176981"/>
            <a:ext cx="4459799" cy="855406"/>
          </a:xfrm>
        </p:spPr>
        <p:txBody>
          <a:bodyPr>
            <a:normAutofit/>
          </a:bodyPr>
          <a:lstStyle/>
          <a:p>
            <a:r>
              <a:rPr lang="en-US" sz="2400" b="1" dirty="0"/>
              <a:t>Move out and End Process – Property Management </a:t>
            </a:r>
            <a:endParaRPr lang="en-ZA" sz="2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CB2F-DCCC-AEB2-97B5-DD6443ECA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73440" y="1219200"/>
            <a:ext cx="4331979" cy="4836601"/>
          </a:xfrm>
        </p:spPr>
        <p:txBody>
          <a:bodyPr/>
          <a:lstStyle/>
          <a:p>
            <a:r>
              <a:rPr lang="en-US" b="1" dirty="0"/>
              <a:t>Questions: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are meter readings stored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Stored in FSI </a:t>
            </a:r>
          </a:p>
          <a:p>
            <a:r>
              <a:rPr lang="en-US" b="1" dirty="0"/>
              <a:t>Wants: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Key Logs to know where keys 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Tasks completed while a property is vacant need to be recorded in Salesforce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They are currently in FSI tasks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159E5-2EFD-E980-6A12-759DC9A02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9" t="7178" r="28072" b="66187"/>
          <a:stretch>
            <a:fillRect/>
          </a:stretch>
        </p:blipFill>
        <p:spPr>
          <a:xfrm>
            <a:off x="1092968" y="644013"/>
            <a:ext cx="4835883" cy="531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61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3456-D6E6-183B-D5C4-190ACE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151" y="664274"/>
            <a:ext cx="3932237" cy="46643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End Process – Finance </a:t>
            </a:r>
            <a:endParaRPr lang="en-ZA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CB2F-DCCC-AEB2-97B5-DD6443ECA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3151" y="1202590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Finance team just needs a notification that the tenancy needs to be closed down then they will complete their process 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159E5-2EFD-E980-6A12-759DC9A02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19" t="44942" r="26632" b="49286"/>
          <a:stretch>
            <a:fillRect/>
          </a:stretch>
        </p:blipFill>
        <p:spPr>
          <a:xfrm>
            <a:off x="542362" y="2372629"/>
            <a:ext cx="6172200" cy="232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6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8930-A440-3333-2A96-F85D8D7C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39" y="703006"/>
            <a:ext cx="3932237" cy="899652"/>
          </a:xfrm>
        </p:spPr>
        <p:txBody>
          <a:bodyPr/>
          <a:lstStyle/>
          <a:p>
            <a:r>
              <a:rPr lang="en-US" b="1" dirty="0"/>
              <a:t>General Notes </a:t>
            </a:r>
            <a:endParaRPr lang="en-ZA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74E72-F889-BEF6-01BF-87AA312C4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8756496" cy="3811588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</a:rPr>
              <a:t>Generally the process should only move forward through milestones 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</a:rPr>
              <a:t>Release </a:t>
            </a:r>
            <a:r>
              <a:rPr lang="en-US" sz="1800" dirty="0">
                <a:latin typeface="Calibri" panose="020F0502020204030204" pitchFamily="34" charset="0"/>
              </a:rPr>
              <a:t>should be focused on</a:t>
            </a:r>
            <a:r>
              <a:rPr lang="en-US" sz="1800" dirty="0">
                <a:effectLst/>
                <a:latin typeface="Calibri" panose="020F0502020204030204" pitchFamily="34" charset="0"/>
              </a:rPr>
              <a:t> visibility and communication 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</a:rPr>
              <a:t>Would be nice to use it on mobile, they are currently using sales force on mobile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86964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. Title Slide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cc5b35c14551bc84fa511620c08c72d3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b285b6c99b2848c5919a8e3238727545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readOnly="false" ma:default="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ma:taxonomy="true" ma:internalName="k6ebf865df8440b3a55c1aa81c9bae7c" ma:taxonomyFieldName="Project_x0020_Document_x0020_Type" ma:displayName="Project Document Type" ma:default="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TaxCatchAll xmlns="1ffbd5dc-7a64-4097-8396-87f6c90b212f">
      <Value>6</Value>
      <Value>5</Value>
      <Value>4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f0dc22cb723843c1bfbb2e8bcc9db6e4 xmlns="1ffbd5dc-7a64-4097-8396-87f6c90b212f">
      <Terms xmlns="http://schemas.microsoft.com/office/infopath/2007/PartnerControls"/>
    </f0dc22cb723843c1bfbb2e8bcc9db6e4>
  </documentManagement>
</p:properties>
</file>

<file path=customXml/itemProps1.xml><?xml version="1.0" encoding="utf-8"?>
<ds:datastoreItem xmlns:ds="http://schemas.openxmlformats.org/officeDocument/2006/customXml" ds:itemID="{B7F70F7D-D28F-4339-B2B9-9C042E268F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A1C61-BB8D-438D-82FD-52E69A0AFA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16149A-77F4-4C12-A54A-A25F790BBA0E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9067AD58-D080-45C4-9513-B5276B8C5DE5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ffbd5dc-7a64-4097-8396-87f6c90b212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2151</TotalTime>
  <Words>642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Proxima Nova Lt</vt:lpstr>
      <vt:lpstr>Office Theme</vt:lpstr>
      <vt:lpstr>1. Title Slides</vt:lpstr>
      <vt:lpstr>PowerPoint Presentation</vt:lpstr>
      <vt:lpstr>Give Notice – Property Management </vt:lpstr>
      <vt:lpstr>Update Internal Stakeholders – Property Management </vt:lpstr>
      <vt:lpstr>Update Internal Stakeholders – Asset Management and Letting </vt:lpstr>
      <vt:lpstr>PVI and Move Out – Property Management </vt:lpstr>
      <vt:lpstr>Move out and End Process – Property Management </vt:lpstr>
      <vt:lpstr>End Process – Finance </vt:lpstr>
      <vt:lpstr>General Notes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Give Notice – Property Management </dc:title>
  <dc:creator>Genevieve Godlonton</dc:creator>
  <cp:lastModifiedBy>Nikki Papenfus</cp:lastModifiedBy>
  <cp:revision>1</cp:revision>
  <dcterms:created xsi:type="dcterms:W3CDTF">2023-03-23T17:15:23Z</dcterms:created>
  <dcterms:modified xsi:type="dcterms:W3CDTF">2023-03-28T09:17:56Z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Project Document Type">
    <vt:lpwstr>4;#Generic Project Document|258c2ed6-b93b-4ffe-8901-a23f2dc98ec9</vt:lpwstr>
  </property>
  <property fmtid="{D5CDD505-2E9C-101B-9397-08002B2CF9AE}" pid="4" name="Order">
    <vt:r8>792600</vt:r8>
  </property>
  <property fmtid="{D5CDD505-2E9C-101B-9397-08002B2CF9AE}" pid="5" name="Client">
    <vt:lpwstr>6;#Grainger PLC|a74f1cb5-e995-4f9e-8521-6d52e2c6bf08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Division">
    <vt:lpwstr>5;#Enterprise Solutions|08c57b01-67e8-4a4f-abc6-ffb3392ace7f</vt:lpwstr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Client Project">
    <vt:lpwstr/>
  </property>
</Properties>
</file>