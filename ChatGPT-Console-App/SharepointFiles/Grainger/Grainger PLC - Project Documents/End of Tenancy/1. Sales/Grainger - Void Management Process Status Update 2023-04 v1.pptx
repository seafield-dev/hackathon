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84" r:id="rId6"/>
    <p:sldMasterId id="2147483677" r:id="rId7"/>
    <p:sldMasterId id="2147483663" r:id="rId8"/>
    <p:sldMasterId id="2147483653" r:id="rId9"/>
    <p:sldMasterId id="2147483682" r:id="rId10"/>
  </p:sldMasterIdLst>
  <p:notesMasterIdLst>
    <p:notesMasterId r:id="rId25"/>
  </p:notesMasterIdLst>
  <p:sldIdLst>
    <p:sldId id="310" r:id="rId11"/>
    <p:sldId id="530" r:id="rId12"/>
    <p:sldId id="531" r:id="rId13"/>
    <p:sldId id="532" r:id="rId14"/>
    <p:sldId id="533" r:id="rId15"/>
    <p:sldId id="534" r:id="rId16"/>
    <p:sldId id="535" r:id="rId17"/>
    <p:sldId id="525" r:id="rId18"/>
    <p:sldId id="526" r:id="rId19"/>
    <p:sldId id="461" r:id="rId20"/>
    <p:sldId id="536" r:id="rId21"/>
    <p:sldId id="451" r:id="rId22"/>
    <p:sldId id="528" r:id="rId23"/>
    <p:sldId id="52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55633-B58B-FA2B-F94C-72D860131590}" name="Craig Mackintosh" initials="CM" userId="S::cmackintosh@openboxsoftware.com::60563cfe-5481-48be-93e8-059b7c3b7ecd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F676EB76-A351-5D1A-90C7-82F15A7D79D3}" name="Handre Van Der Merwe" initials="HVDM" userId="S::hvandermerwe@openboxsoftware.com::cff7518e-6e24-4c87-9d41-565d39f45972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727"/>
    <a:srgbClr val="7F7F7F"/>
    <a:srgbClr val="999999"/>
    <a:srgbClr val="B4B8B8"/>
    <a:srgbClr val="D9D9D9"/>
    <a:srgbClr val="DDEB91"/>
    <a:srgbClr val="B7DDE8"/>
    <a:srgbClr val="F0B968"/>
    <a:srgbClr val="D8D8D8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B92D9-37F7-81A5-5203-4A608C3EE1C0}" v="42" dt="2023-04-24T06:42:22.692"/>
    <p1510:client id="{B7F963E0-68D2-4D0B-ADD6-8E70AA242386}" v="135" vWet="137" dt="2023-04-24T12:42:51.126"/>
    <p1510:client id="{CA264866-496E-1646-6E32-1E16BA1D0DA1}" v="22" dt="2023-04-24T14:59:28.683"/>
    <p1510:client id="{D317744B-A73E-4F31-BE67-18DFFACE423D}" v="70" vWet="72" dt="2023-04-24T12:58:19.935"/>
    <p1510:client id="{FCAFD60E-CF2A-96BB-4AB8-2DD6407F5E73}" v="3507" dt="2023-04-24T14:49:36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B7F963E0-68D2-4D0B-ADD6-8E70AA242386}"/>
    <pc:docChg chg="undo custSel modSld">
      <pc:chgData name="Shaun Barrett" userId="2e21295b-21c9-4734-b4c8-23b29a1a1ba3" providerId="ADAL" clId="{B7F963E0-68D2-4D0B-ADD6-8E70AA242386}" dt="2023-04-24T12:32:17.352" v="116" actId="20577"/>
      <pc:docMkLst>
        <pc:docMk/>
      </pc:docMkLst>
      <pc:sldChg chg="addSp modSp mod delCm">
        <pc:chgData name="Shaun Barrett" userId="2e21295b-21c9-4734-b4c8-23b29a1a1ba3" providerId="ADAL" clId="{B7F963E0-68D2-4D0B-ADD6-8E70AA242386}" dt="2023-04-24T12:32:17.352" v="116" actId="20577"/>
        <pc:sldMkLst>
          <pc:docMk/>
          <pc:sldMk cId="3299119000" sldId="525"/>
        </pc:sldMkLst>
        <pc:spChg chg="mod">
          <ac:chgData name="Shaun Barrett" userId="2e21295b-21c9-4734-b4c8-23b29a1a1ba3" providerId="ADAL" clId="{B7F963E0-68D2-4D0B-ADD6-8E70AA242386}" dt="2023-04-20T11:41:51.953" v="88" actId="20577"/>
          <ac:spMkLst>
            <pc:docMk/>
            <pc:sldMk cId="3299119000" sldId="525"/>
            <ac:spMk id="3" creationId="{EB692EA3-BF92-5420-F71E-B85E93CA96C0}"/>
          </ac:spMkLst>
        </pc:spChg>
        <pc:graphicFrameChg chg="add mod modGraphic">
          <ac:chgData name="Shaun Barrett" userId="2e21295b-21c9-4734-b4c8-23b29a1a1ba3" providerId="ADAL" clId="{B7F963E0-68D2-4D0B-ADD6-8E70AA242386}" dt="2023-04-24T12:32:17.352" v="116" actId="20577"/>
          <ac:graphicFrameMkLst>
            <pc:docMk/>
            <pc:sldMk cId="3299119000" sldId="525"/>
            <ac:graphicFrameMk id="4" creationId="{0FE8A2B8-14FA-0894-84AE-F0312F4ED17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aun Barrett" userId="2e21295b-21c9-4734-b4c8-23b29a1a1ba3" providerId="ADAL" clId="{B7F963E0-68D2-4D0B-ADD6-8E70AA242386}" dt="2023-04-20T11:29:02.155" v="0"/>
              <pc2:cmMkLst xmlns:pc2="http://schemas.microsoft.com/office/powerpoint/2019/9/main/command">
                <pc:docMk/>
                <pc:sldMk cId="3299119000" sldId="525"/>
                <pc2:cmMk id="{5AFE6C19-1081-4E46-92D1-21D7D8A149CD}"/>
              </pc2:cmMkLst>
            </pc226:cmChg>
          </p:ext>
        </pc:extLst>
      </pc:sldChg>
      <pc:sldChg chg="modSp mod">
        <pc:chgData name="Shaun Barrett" userId="2e21295b-21c9-4734-b4c8-23b29a1a1ba3" providerId="ADAL" clId="{B7F963E0-68D2-4D0B-ADD6-8E70AA242386}" dt="2023-04-24T11:46:47.974" v="108" actId="14734"/>
        <pc:sldMkLst>
          <pc:docMk/>
          <pc:sldMk cId="699549381" sldId="534"/>
        </pc:sldMkLst>
        <pc:graphicFrameChg chg="mod modGraphic">
          <ac:chgData name="Shaun Barrett" userId="2e21295b-21c9-4734-b4c8-23b29a1a1ba3" providerId="ADAL" clId="{B7F963E0-68D2-4D0B-ADD6-8E70AA242386}" dt="2023-04-24T11:46:47.974" v="108" actId="14734"/>
          <ac:graphicFrameMkLst>
            <pc:docMk/>
            <pc:sldMk cId="699549381" sldId="534"/>
            <ac:graphicFrameMk id="6" creationId="{73ACD299-1B66-D387-AD92-B665071D83E3}"/>
          </ac:graphicFrameMkLst>
        </pc:graphicFrameChg>
      </pc:sldChg>
      <pc:sldChg chg="modSp mod">
        <pc:chgData name="Shaun Barrett" userId="2e21295b-21c9-4734-b4c8-23b29a1a1ba3" providerId="ADAL" clId="{B7F963E0-68D2-4D0B-ADD6-8E70AA242386}" dt="2023-04-24T11:47:10.346" v="112" actId="14734"/>
        <pc:sldMkLst>
          <pc:docMk/>
          <pc:sldMk cId="344703894" sldId="535"/>
        </pc:sldMkLst>
        <pc:graphicFrameChg chg="modGraphic">
          <ac:chgData name="Shaun Barrett" userId="2e21295b-21c9-4734-b4c8-23b29a1a1ba3" providerId="ADAL" clId="{B7F963E0-68D2-4D0B-ADD6-8E70AA242386}" dt="2023-04-24T11:47:10.346" v="112" actId="14734"/>
          <ac:graphicFrameMkLst>
            <pc:docMk/>
            <pc:sldMk cId="344703894" sldId="535"/>
            <ac:graphicFrameMk id="6" creationId="{73ACD299-1B66-D387-AD92-B665071D83E3}"/>
          </ac:graphicFrameMkLst>
        </pc:graphicFrameChg>
      </pc:sldChg>
    </pc:docChg>
  </pc:docChgLst>
  <pc:docChgLst>
    <pc:chgData name="Nikki Papenfus" userId="S::npapenfus@openboxsoftware.com::2a405823-0c8b-419b-afb6-8159926c2e17" providerId="AD" clId="Web-{D75D680C-64FC-5DC4-96F8-4890376B69B5}"/>
    <pc:docChg chg="addSld delSld modSld">
      <pc:chgData name="Nikki Papenfus" userId="S::npapenfus@openboxsoftware.com::2a405823-0c8b-419b-afb6-8159926c2e17" providerId="AD" clId="Web-{D75D680C-64FC-5DC4-96F8-4890376B69B5}" dt="2023-04-20T12:59:04.182" v="243"/>
      <pc:docMkLst>
        <pc:docMk/>
      </pc:docMkLst>
      <pc:sldChg chg="modSp">
        <pc:chgData name="Nikki Papenfus" userId="S::npapenfus@openboxsoftware.com::2a405823-0c8b-419b-afb6-8159926c2e17" providerId="AD" clId="Web-{D75D680C-64FC-5DC4-96F8-4890376B69B5}" dt="2023-04-20T11:45:17.102" v="103" actId="20577"/>
        <pc:sldMkLst>
          <pc:docMk/>
          <pc:sldMk cId="809790528" sldId="451"/>
        </pc:sldMkLst>
        <pc:spChg chg="mod">
          <ac:chgData name="Nikki Papenfus" userId="S::npapenfus@openboxsoftware.com::2a405823-0c8b-419b-afb6-8159926c2e17" providerId="AD" clId="Web-{D75D680C-64FC-5DC4-96F8-4890376B69B5}" dt="2023-04-20T11:43:00.145" v="96" actId="20577"/>
          <ac:spMkLst>
            <pc:docMk/>
            <pc:sldMk cId="809790528" sldId="451"/>
            <ac:spMk id="3" creationId="{39F74062-9E6D-4148-95DF-299673D9159E}"/>
          </ac:spMkLst>
        </pc:spChg>
        <pc:spChg chg="mod">
          <ac:chgData name="Nikki Papenfus" userId="S::npapenfus@openboxsoftware.com::2a405823-0c8b-419b-afb6-8159926c2e17" providerId="AD" clId="Web-{D75D680C-64FC-5DC4-96F8-4890376B69B5}" dt="2023-04-20T11:45:17.102" v="103" actId="20577"/>
          <ac:spMkLst>
            <pc:docMk/>
            <pc:sldMk cId="809790528" sldId="451"/>
            <ac:spMk id="23" creationId="{11B688A7-7F4D-4638-B093-FAA7B92EA92B}"/>
          </ac:spMkLst>
        </pc:spChg>
        <pc:spChg chg="mod">
          <ac:chgData name="Nikki Papenfus" userId="S::npapenfus@openboxsoftware.com::2a405823-0c8b-419b-afb6-8159926c2e17" providerId="AD" clId="Web-{D75D680C-64FC-5DC4-96F8-4890376B69B5}" dt="2023-04-20T11:39:29.937" v="93" actId="20577"/>
          <ac:spMkLst>
            <pc:docMk/>
            <pc:sldMk cId="809790528" sldId="451"/>
            <ac:spMk id="26" creationId="{910E719E-17AD-4D8B-AED2-CBD23B2BD258}"/>
          </ac:spMkLst>
        </pc:spChg>
      </pc:sldChg>
      <pc:sldChg chg="addSp delSp modSp">
        <pc:chgData name="Nikki Papenfus" userId="S::npapenfus@openboxsoftware.com::2a405823-0c8b-419b-afb6-8159926c2e17" providerId="AD" clId="Web-{D75D680C-64FC-5DC4-96F8-4890376B69B5}" dt="2023-04-20T12:59:04.182" v="243"/>
        <pc:sldMkLst>
          <pc:docMk/>
          <pc:sldMk cId="3299119000" sldId="525"/>
        </pc:sldMkLst>
        <pc:spChg chg="mod">
          <ac:chgData name="Nikki Papenfus" userId="S::npapenfus@openboxsoftware.com::2a405823-0c8b-419b-afb6-8159926c2e17" providerId="AD" clId="Web-{D75D680C-64FC-5DC4-96F8-4890376B69B5}" dt="2023-04-20T12:57:47.086" v="218" actId="1076"/>
          <ac:spMkLst>
            <pc:docMk/>
            <pc:sldMk cId="3299119000" sldId="525"/>
            <ac:spMk id="3" creationId="{EB692EA3-BF92-5420-F71E-B85E93CA96C0}"/>
          </ac:spMkLst>
        </pc:spChg>
        <pc:spChg chg="add del mod ord">
          <ac:chgData name="Nikki Papenfus" userId="S::npapenfus@openboxsoftware.com::2a405823-0c8b-419b-afb6-8159926c2e17" providerId="AD" clId="Web-{D75D680C-64FC-5DC4-96F8-4890376B69B5}" dt="2023-04-20T12:58:42.463" v="229"/>
          <ac:spMkLst>
            <pc:docMk/>
            <pc:sldMk cId="3299119000" sldId="525"/>
            <ac:spMk id="5" creationId="{2FB6FD9C-BB0F-DB6A-2EF6-92B5B59BF85A}"/>
          </ac:spMkLst>
        </pc:spChg>
        <pc:spChg chg="add mod topLvl">
          <ac:chgData name="Nikki Papenfus" userId="S::npapenfus@openboxsoftware.com::2a405823-0c8b-419b-afb6-8159926c2e17" providerId="AD" clId="Web-{D75D680C-64FC-5DC4-96F8-4890376B69B5}" dt="2023-04-20T12:57:37.257" v="215" actId="1076"/>
          <ac:spMkLst>
            <pc:docMk/>
            <pc:sldMk cId="3299119000" sldId="525"/>
            <ac:spMk id="6" creationId="{63256997-62AC-AF06-D924-2BE2C1AA2216}"/>
          </ac:spMkLst>
        </pc:spChg>
        <pc:spChg chg="add mod topLvl">
          <ac:chgData name="Nikki Papenfus" userId="S::npapenfus@openboxsoftware.com::2a405823-0c8b-419b-afb6-8159926c2e17" providerId="AD" clId="Web-{D75D680C-64FC-5DC4-96F8-4890376B69B5}" dt="2023-04-20T12:57:37.273" v="216" actId="1076"/>
          <ac:spMkLst>
            <pc:docMk/>
            <pc:sldMk cId="3299119000" sldId="525"/>
            <ac:spMk id="7" creationId="{4B338CC4-5D62-AF5E-42BC-09CF4D7BB5B6}"/>
          </ac:spMkLst>
        </pc:spChg>
        <pc:spChg chg="add mod topLvl">
          <ac:chgData name="Nikki Papenfus" userId="S::npapenfus@openboxsoftware.com::2a405823-0c8b-419b-afb6-8159926c2e17" providerId="AD" clId="Web-{D75D680C-64FC-5DC4-96F8-4890376B69B5}" dt="2023-04-20T12:57:37.336" v="217" actId="1076"/>
          <ac:spMkLst>
            <pc:docMk/>
            <pc:sldMk cId="3299119000" sldId="525"/>
            <ac:spMk id="8" creationId="{D549484D-4654-A278-ABB8-C52FC27AC308}"/>
          </ac:spMkLst>
        </pc:spChg>
        <pc:grpChg chg="add del mod">
          <ac:chgData name="Nikki Papenfus" userId="S::npapenfus@openboxsoftware.com::2a405823-0c8b-419b-afb6-8159926c2e17" providerId="AD" clId="Web-{D75D680C-64FC-5DC4-96F8-4890376B69B5}" dt="2023-04-20T11:38:44.764" v="73"/>
          <ac:grpSpMkLst>
            <pc:docMk/>
            <pc:sldMk cId="3299119000" sldId="525"/>
            <ac:grpSpMk id="9" creationId="{B36B5724-56AD-37C1-FF01-27459964F28F}"/>
          </ac:grpSpMkLst>
        </pc:grpChg>
        <pc:grpChg chg="add del mod">
          <ac:chgData name="Nikki Papenfus" userId="S::npapenfus@openboxsoftware.com::2a405823-0c8b-419b-afb6-8159926c2e17" providerId="AD" clId="Web-{D75D680C-64FC-5DC4-96F8-4890376B69B5}" dt="2023-04-20T12:53:01.421" v="133"/>
          <ac:grpSpMkLst>
            <pc:docMk/>
            <pc:sldMk cId="3299119000" sldId="525"/>
            <ac:grpSpMk id="10" creationId="{3D272F78-F83B-8A72-E809-456D5E6F7BB0}"/>
          </ac:grpSpMkLst>
        </pc:grpChg>
        <pc:graphicFrameChg chg="mod modGraphic">
          <ac:chgData name="Nikki Papenfus" userId="S::npapenfus@openboxsoftware.com::2a405823-0c8b-419b-afb6-8159926c2e17" providerId="AD" clId="Web-{D75D680C-64FC-5DC4-96F8-4890376B69B5}" dt="2023-04-20T12:59:04.182" v="243"/>
          <ac:graphicFrameMkLst>
            <pc:docMk/>
            <pc:sldMk cId="3299119000" sldId="525"/>
            <ac:graphicFrameMk id="4" creationId="{0FE8A2B8-14FA-0894-84AE-F0312F4ED179}"/>
          </ac:graphicFrameMkLst>
        </pc:graphicFrameChg>
        <pc:picChg chg="add del mod">
          <ac:chgData name="Nikki Papenfus" userId="S::npapenfus@openboxsoftware.com::2a405823-0c8b-419b-afb6-8159926c2e17" providerId="AD" clId="Web-{D75D680C-64FC-5DC4-96F8-4890376B69B5}" dt="2023-04-20T11:35:32.103" v="3"/>
          <ac:picMkLst>
            <pc:docMk/>
            <pc:sldMk cId="3299119000" sldId="525"/>
            <ac:picMk id="5" creationId="{C26761C3-BD32-2873-BACA-95E670244363}"/>
          </ac:picMkLst>
        </pc:picChg>
      </pc:sldChg>
      <pc:sldChg chg="addSp delSp modSp add del replId">
        <pc:chgData name="Nikki Papenfus" userId="S::npapenfus@openboxsoftware.com::2a405823-0c8b-419b-afb6-8159926c2e17" providerId="AD" clId="Web-{D75D680C-64FC-5DC4-96F8-4890376B69B5}" dt="2023-04-20T11:36:29.682" v="19"/>
        <pc:sldMkLst>
          <pc:docMk/>
          <pc:sldMk cId="1920687260" sldId="527"/>
        </pc:sldMkLst>
        <pc:picChg chg="add del mod">
          <ac:chgData name="Nikki Papenfus" userId="S::npapenfus@openboxsoftware.com::2a405823-0c8b-419b-afb6-8159926c2e17" providerId="AD" clId="Web-{D75D680C-64FC-5DC4-96F8-4890376B69B5}" dt="2023-04-20T11:35:43.243" v="7"/>
          <ac:picMkLst>
            <pc:docMk/>
            <pc:sldMk cId="1920687260" sldId="527"/>
            <ac:picMk id="5" creationId="{5FEAF246-09A7-CA66-D647-E0ECE79C1788}"/>
          </ac:picMkLst>
        </pc:picChg>
        <pc:picChg chg="add del mod">
          <ac:chgData name="Nikki Papenfus" userId="S::npapenfus@openboxsoftware.com::2a405823-0c8b-419b-afb6-8159926c2e17" providerId="AD" clId="Web-{D75D680C-64FC-5DC4-96F8-4890376B69B5}" dt="2023-04-20T11:36:08.557" v="13"/>
          <ac:picMkLst>
            <pc:docMk/>
            <pc:sldMk cId="1920687260" sldId="527"/>
            <ac:picMk id="6" creationId="{1096B4B7-7D7E-8D0A-F550-E4D1251272D1}"/>
          </ac:picMkLst>
        </pc:picChg>
        <pc:picChg chg="add del mod">
          <ac:chgData name="Nikki Papenfus" userId="S::npapenfus@openboxsoftware.com::2a405823-0c8b-419b-afb6-8159926c2e17" providerId="AD" clId="Web-{D75D680C-64FC-5DC4-96F8-4890376B69B5}" dt="2023-04-20T11:36:07.479" v="12"/>
          <ac:picMkLst>
            <pc:docMk/>
            <pc:sldMk cId="1920687260" sldId="527"/>
            <ac:picMk id="7" creationId="{4D2B86F8-AE3E-426A-2577-00D3C47EB33E}"/>
          </ac:picMkLst>
        </pc:picChg>
      </pc:sldChg>
      <pc:sldChg chg="delSp modSp add del">
        <pc:chgData name="Nikki Papenfus" userId="S::npapenfus@openboxsoftware.com::2a405823-0c8b-419b-afb6-8159926c2e17" providerId="AD" clId="Web-{D75D680C-64FC-5DC4-96F8-4890376B69B5}" dt="2023-04-20T11:38:11.060" v="61"/>
        <pc:sldMkLst>
          <pc:docMk/>
          <pc:sldMk cId="1242075229" sldId="528"/>
        </pc:sldMkLst>
        <pc:spChg chg="del">
          <ac:chgData name="Nikki Papenfus" userId="S::npapenfus@openboxsoftware.com::2a405823-0c8b-419b-afb6-8159926c2e17" providerId="AD" clId="Web-{D75D680C-64FC-5DC4-96F8-4890376B69B5}" dt="2023-04-20T11:37:57.091" v="56"/>
          <ac:spMkLst>
            <pc:docMk/>
            <pc:sldMk cId="1242075229" sldId="528"/>
            <ac:spMk id="66" creationId="{1814FC20-C32C-4B95-A982-D66A75A5875E}"/>
          </ac:spMkLst>
        </pc:spChg>
        <pc:spChg chg="del mod">
          <ac:chgData name="Nikki Papenfus" userId="S::npapenfus@openboxsoftware.com::2a405823-0c8b-419b-afb6-8159926c2e17" providerId="AD" clId="Web-{D75D680C-64FC-5DC4-96F8-4890376B69B5}" dt="2023-04-20T11:37:57.091" v="55"/>
          <ac:spMkLst>
            <pc:docMk/>
            <pc:sldMk cId="1242075229" sldId="528"/>
            <ac:spMk id="67" creationId="{5D45EE75-5C90-493E-8FEE-27AE3C0178D8}"/>
          </ac:spMkLst>
        </pc:spChg>
        <pc:spChg chg="del mod">
          <ac:chgData name="Nikki Papenfus" userId="S::npapenfus@openboxsoftware.com::2a405823-0c8b-419b-afb6-8159926c2e17" providerId="AD" clId="Web-{D75D680C-64FC-5DC4-96F8-4890376B69B5}" dt="2023-04-20T11:37:57.091" v="54"/>
          <ac:spMkLst>
            <pc:docMk/>
            <pc:sldMk cId="1242075229" sldId="528"/>
            <ac:spMk id="68" creationId="{93CA3636-C434-4FB0-A394-CC7ACBC0C242}"/>
          </ac:spMkLst>
        </pc:spChg>
      </pc:sldChg>
    </pc:docChg>
  </pc:docChgLst>
  <pc:docChgLst>
    <pc:chgData name="Sam Duncan" userId="S::sduncan@openboxsoftware.com::c1d0992b-0ec5-443a-8c6c-87e1361e2b1d" providerId="AD" clId="Web-{CA264866-496E-1646-6E32-1E16BA1D0DA1}"/>
    <pc:docChg chg="addSld modSld">
      <pc:chgData name="Sam Duncan" userId="S::sduncan@openboxsoftware.com::c1d0992b-0ec5-443a-8c6c-87e1361e2b1d" providerId="AD" clId="Web-{CA264866-496E-1646-6E32-1E16BA1D0DA1}" dt="2023-04-24T14:59:27.151" v="18" actId="20577"/>
      <pc:docMkLst>
        <pc:docMk/>
      </pc:docMkLst>
      <pc:sldChg chg="modSp add mod replId modClrScheme chgLayout">
        <pc:chgData name="Sam Duncan" userId="S::sduncan@openboxsoftware.com::c1d0992b-0ec5-443a-8c6c-87e1361e2b1d" providerId="AD" clId="Web-{CA264866-496E-1646-6E32-1E16BA1D0DA1}" dt="2023-04-24T14:59:27.151" v="18" actId="20577"/>
        <pc:sldMkLst>
          <pc:docMk/>
          <pc:sldMk cId="4145705363" sldId="536"/>
        </pc:sldMkLst>
        <pc:spChg chg="mod ord">
          <ac:chgData name="Sam Duncan" userId="S::sduncan@openboxsoftware.com::c1d0992b-0ec5-443a-8c6c-87e1361e2b1d" providerId="AD" clId="Web-{CA264866-496E-1646-6E32-1E16BA1D0DA1}" dt="2023-04-24T14:59:27.151" v="18" actId="20577"/>
          <ac:spMkLst>
            <pc:docMk/>
            <pc:sldMk cId="4145705363" sldId="536"/>
            <ac:spMk id="2" creationId="{9BEB2F47-3F1E-4B42-822A-F48433BEE2DA}"/>
          </ac:spMkLst>
        </pc:spChg>
      </pc:sldChg>
    </pc:docChg>
  </pc:docChgLst>
  <pc:docChgLst>
    <pc:chgData name="Nikki Papenfus" userId="S::npapenfus@openboxsoftware.com::2a405823-0c8b-419b-afb6-8159926c2e17" providerId="AD" clId="Web-{E5CB4391-D857-94F9-4526-CB637D42B0EE}"/>
    <pc:docChg chg="modSld">
      <pc:chgData name="Nikki Papenfus" userId="S::npapenfus@openboxsoftware.com::2a405823-0c8b-419b-afb6-8159926c2e17" providerId="AD" clId="Web-{E5CB4391-D857-94F9-4526-CB637D42B0EE}" dt="2023-04-20T12:59:36.903" v="1" actId="1076"/>
      <pc:docMkLst>
        <pc:docMk/>
      </pc:docMkLst>
      <pc:sldChg chg="modSp">
        <pc:chgData name="Nikki Papenfus" userId="S::npapenfus@openboxsoftware.com::2a405823-0c8b-419b-afb6-8159926c2e17" providerId="AD" clId="Web-{E5CB4391-D857-94F9-4526-CB637D42B0EE}" dt="2023-04-20T12:59:36.903" v="1" actId="1076"/>
        <pc:sldMkLst>
          <pc:docMk/>
          <pc:sldMk cId="3299119000" sldId="525"/>
        </pc:sldMkLst>
        <pc:spChg chg="mod">
          <ac:chgData name="Nikki Papenfus" userId="S::npapenfus@openboxsoftware.com::2a405823-0c8b-419b-afb6-8159926c2e17" providerId="AD" clId="Web-{E5CB4391-D857-94F9-4526-CB637D42B0EE}" dt="2023-04-20T12:59:36.903" v="1" actId="1076"/>
          <ac:spMkLst>
            <pc:docMk/>
            <pc:sldMk cId="3299119000" sldId="525"/>
            <ac:spMk id="8" creationId="{D549484D-4654-A278-ABB8-C52FC27AC308}"/>
          </ac:spMkLst>
        </pc:spChg>
      </pc:sldChg>
    </pc:docChg>
  </pc:docChgLst>
  <pc:docChgLst>
    <pc:chgData name="Nikki Papenfus" userId="S::npapenfus@openboxsoftware.com::2a405823-0c8b-419b-afb6-8159926c2e17" providerId="AD" clId="Web-{CF3D1DD5-03F2-2B5D-E101-718EAA7C9D75}"/>
    <pc:docChg chg="mod modSld">
      <pc:chgData name="Nikki Papenfus" userId="S::npapenfus@openboxsoftware.com::2a405823-0c8b-419b-afb6-8159926c2e17" providerId="AD" clId="Web-{CF3D1DD5-03F2-2B5D-E101-718EAA7C9D75}" dt="2023-04-20T10:53:28.741" v="32" actId="20577"/>
      <pc:docMkLst>
        <pc:docMk/>
      </pc:docMkLst>
      <pc:sldChg chg="modSp modCm">
        <pc:chgData name="Nikki Papenfus" userId="S::npapenfus@openboxsoftware.com::2a405823-0c8b-419b-afb6-8159926c2e17" providerId="AD" clId="Web-{CF3D1DD5-03F2-2B5D-E101-718EAA7C9D75}" dt="2023-04-20T10:53:28.741" v="32" actId="20577"/>
        <pc:sldMkLst>
          <pc:docMk/>
          <pc:sldMk cId="757636474" sldId="473"/>
        </pc:sldMkLst>
        <pc:spChg chg="mod">
          <ac:chgData name="Nikki Papenfus" userId="S::npapenfus@openboxsoftware.com::2a405823-0c8b-419b-afb6-8159926c2e17" providerId="AD" clId="Web-{CF3D1DD5-03F2-2B5D-E101-718EAA7C9D75}" dt="2023-04-20T10:53:28.741" v="32" actId="20577"/>
          <ac:spMkLst>
            <pc:docMk/>
            <pc:sldMk cId="757636474" sldId="473"/>
            <ac:spMk id="4" creationId="{0BD9C0A2-DB7F-029C-8F66-571ECC6DF00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S::npapenfus@openboxsoftware.com::2a405823-0c8b-419b-afb6-8159926c2e17" providerId="AD" clId="Web-{CF3D1DD5-03F2-2B5D-E101-718EAA7C9D75}" dt="2023-04-20T10:41:20.853" v="21" actId="20577"/>
              <pc2:cmMkLst xmlns:pc2="http://schemas.microsoft.com/office/powerpoint/2019/9/main/command">
                <pc:docMk/>
                <pc:sldMk cId="757636474" sldId="473"/>
                <pc2:cmMk id="{46F230ED-63FF-B540-A2CD-A7F167771F72}"/>
              </pc2:cmMkLst>
              <pc226:cmRplyChg chg="add">
                <pc226:chgData name="Nikki Papenfus" userId="S::npapenfus@openboxsoftware.com::2a405823-0c8b-419b-afb6-8159926c2e17" providerId="AD" clId="Web-{CF3D1DD5-03F2-2B5D-E101-718EAA7C9D75}" dt="2023-04-20T10:41:16.806" v="18"/>
                <pc2:cmRplyMkLst xmlns:pc2="http://schemas.microsoft.com/office/powerpoint/2019/9/main/command">
                  <pc:docMk/>
                  <pc:sldMk cId="757636474" sldId="473"/>
                  <pc2:cmMk id="{46F230ED-63FF-B540-A2CD-A7F167771F72}"/>
                  <pc2:cmRplyMk id="{E10E8DD2-0278-4A53-BE4B-A277A5BAA39F}"/>
                </pc2:cmRplyMkLst>
              </pc226:cmRplyChg>
            </pc226:cmChg>
          </p:ext>
        </pc:extLst>
      </pc:sldChg>
      <pc:sldChg chg="modSp modCm">
        <pc:chgData name="Nikki Papenfus" userId="S::npapenfus@openboxsoftware.com::2a405823-0c8b-419b-afb6-8159926c2e17" providerId="AD" clId="Web-{CF3D1DD5-03F2-2B5D-E101-718EAA7C9D75}" dt="2023-04-20T10:45:19.222" v="28" actId="20577"/>
        <pc:sldMkLst>
          <pc:docMk/>
          <pc:sldMk cId="3299119000" sldId="525"/>
        </pc:sldMkLst>
        <pc:spChg chg="mod">
          <ac:chgData name="Nikki Papenfus" userId="S::npapenfus@openboxsoftware.com::2a405823-0c8b-419b-afb6-8159926c2e17" providerId="AD" clId="Web-{CF3D1DD5-03F2-2B5D-E101-718EAA7C9D75}" dt="2023-04-20T10:45:19.222" v="28" actId="20577"/>
          <ac:spMkLst>
            <pc:docMk/>
            <pc:sldMk cId="3299119000" sldId="525"/>
            <ac:spMk id="3" creationId="{EB692EA3-BF92-5420-F71E-B85E93CA96C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S::npapenfus@openboxsoftware.com::2a405823-0c8b-419b-afb6-8159926c2e17" providerId="AD" clId="Web-{CF3D1DD5-03F2-2B5D-E101-718EAA7C9D75}" dt="2023-04-20T10:45:19.222" v="28" actId="20577"/>
              <pc2:cmMkLst xmlns:pc2="http://schemas.microsoft.com/office/powerpoint/2019/9/main/command">
                <pc:docMk/>
                <pc:sldMk cId="3299119000" sldId="525"/>
                <pc2:cmMk id="{5AFE6C19-1081-4E46-92D1-21D7D8A149CD}"/>
              </pc2:cmMkLst>
            </pc226:cmChg>
          </p:ext>
        </pc:extLst>
      </pc:sldChg>
    </pc:docChg>
  </pc:docChgLst>
  <pc:docChgLst>
    <pc:chgData name="Sam Duncan" userId="S::sduncan@openboxsoftware.com::c1d0992b-0ec5-443a-8c6c-87e1361e2b1d" providerId="AD" clId="Web-{FCAFD60E-CF2A-96BB-4AB8-2DD6407F5E73}"/>
    <pc:docChg chg="addSld delSld modSld sldOrd">
      <pc:chgData name="Sam Duncan" userId="S::sduncan@openboxsoftware.com::c1d0992b-0ec5-443a-8c6c-87e1361e2b1d" providerId="AD" clId="Web-{FCAFD60E-CF2A-96BB-4AB8-2DD6407F5E73}" dt="2023-04-24T14:49:36.568" v="2907"/>
      <pc:docMkLst>
        <pc:docMk/>
      </pc:docMkLst>
      <pc:sldChg chg="addSp delSp modSp ord">
        <pc:chgData name="Sam Duncan" userId="S::sduncan@openboxsoftware.com::c1d0992b-0ec5-443a-8c6c-87e1361e2b1d" providerId="AD" clId="Web-{FCAFD60E-CF2A-96BB-4AB8-2DD6407F5E73}" dt="2023-04-24T13:31:34.233" v="2865"/>
        <pc:sldMkLst>
          <pc:docMk/>
          <pc:sldMk cId="809790528" sldId="451"/>
        </pc:sldMkLst>
        <pc:spChg chg="mod">
          <ac:chgData name="Sam Duncan" userId="S::sduncan@openboxsoftware.com::c1d0992b-0ec5-443a-8c6c-87e1361e2b1d" providerId="AD" clId="Web-{FCAFD60E-CF2A-96BB-4AB8-2DD6407F5E73}" dt="2023-04-24T11:33:18.557" v="1115" actId="20577"/>
          <ac:spMkLst>
            <pc:docMk/>
            <pc:sldMk cId="809790528" sldId="451"/>
            <ac:spMk id="3" creationId="{39F74062-9E6D-4148-95DF-299673D9159E}"/>
          </ac:spMkLst>
        </pc:spChg>
        <pc:spChg chg="del">
          <ac:chgData name="Sam Duncan" userId="S::sduncan@openboxsoftware.com::c1d0992b-0ec5-443a-8c6c-87e1361e2b1d" providerId="AD" clId="Web-{FCAFD60E-CF2A-96BB-4AB8-2DD6407F5E73}" dt="2023-04-24T10:22:07.906" v="9"/>
          <ac:spMkLst>
            <pc:docMk/>
            <pc:sldMk cId="809790528" sldId="451"/>
            <ac:spMk id="22" creationId="{06B4E222-34C9-44FC-B41A-0A9226791E42}"/>
          </ac:spMkLst>
        </pc:spChg>
        <pc:spChg chg="del">
          <ac:chgData name="Sam Duncan" userId="S::sduncan@openboxsoftware.com::c1d0992b-0ec5-443a-8c6c-87e1361e2b1d" providerId="AD" clId="Web-{FCAFD60E-CF2A-96BB-4AB8-2DD6407F5E73}" dt="2023-04-24T10:22:07.906" v="8"/>
          <ac:spMkLst>
            <pc:docMk/>
            <pc:sldMk cId="809790528" sldId="451"/>
            <ac:spMk id="23" creationId="{11B688A7-7F4D-4638-B093-FAA7B92EA92B}"/>
          </ac:spMkLst>
        </pc:spChg>
        <pc:spChg chg="del">
          <ac:chgData name="Sam Duncan" userId="S::sduncan@openboxsoftware.com::c1d0992b-0ec5-443a-8c6c-87e1361e2b1d" providerId="AD" clId="Web-{FCAFD60E-CF2A-96BB-4AB8-2DD6407F5E73}" dt="2023-04-24T10:22:07.906" v="7"/>
          <ac:spMkLst>
            <pc:docMk/>
            <pc:sldMk cId="809790528" sldId="451"/>
            <ac:spMk id="24" creationId="{B1C74B72-436F-4D65-AA96-95F07B43F0E4}"/>
          </ac:spMkLst>
        </pc:spChg>
        <pc:spChg chg="del">
          <ac:chgData name="Sam Duncan" userId="S::sduncan@openboxsoftware.com::c1d0992b-0ec5-443a-8c6c-87e1361e2b1d" providerId="AD" clId="Web-{FCAFD60E-CF2A-96BB-4AB8-2DD6407F5E73}" dt="2023-04-24T10:22:07.906" v="6"/>
          <ac:spMkLst>
            <pc:docMk/>
            <pc:sldMk cId="809790528" sldId="451"/>
            <ac:spMk id="25" creationId="{252F3F2F-5980-498D-BBE8-650CFB4CD555}"/>
          </ac:spMkLst>
        </pc:spChg>
        <pc:spChg chg="del">
          <ac:chgData name="Sam Duncan" userId="S::sduncan@openboxsoftware.com::c1d0992b-0ec5-443a-8c6c-87e1361e2b1d" providerId="AD" clId="Web-{FCAFD60E-CF2A-96BB-4AB8-2DD6407F5E73}" dt="2023-04-24T10:22:07.906" v="5"/>
          <ac:spMkLst>
            <pc:docMk/>
            <pc:sldMk cId="809790528" sldId="451"/>
            <ac:spMk id="26" creationId="{910E719E-17AD-4D8B-AED2-CBD23B2BD258}"/>
          </ac:spMkLst>
        </pc:spChg>
        <pc:spChg chg="del">
          <ac:chgData name="Sam Duncan" userId="S::sduncan@openboxsoftware.com::c1d0992b-0ec5-443a-8c6c-87e1361e2b1d" providerId="AD" clId="Web-{FCAFD60E-CF2A-96BB-4AB8-2DD6407F5E73}" dt="2023-04-24T10:22:07.906" v="4"/>
          <ac:spMkLst>
            <pc:docMk/>
            <pc:sldMk cId="809790528" sldId="451"/>
            <ac:spMk id="27" creationId="{1126A74D-B3E7-4608-80BD-D8F4A063F153}"/>
          </ac:spMkLst>
        </pc:spChg>
        <pc:graphicFrameChg chg="add mod modGraphic">
          <ac:chgData name="Sam Duncan" userId="S::sduncan@openboxsoftware.com::c1d0992b-0ec5-443a-8c6c-87e1361e2b1d" providerId="AD" clId="Web-{FCAFD60E-CF2A-96BB-4AB8-2DD6407F5E73}" dt="2023-04-24T10:33:18.615" v="391"/>
          <ac:graphicFrameMkLst>
            <pc:docMk/>
            <pc:sldMk cId="809790528" sldId="451"/>
            <ac:graphicFrameMk id="6" creationId="{73ACD299-1B66-D387-AD92-B665071D83E3}"/>
          </ac:graphicFrameMkLst>
        </pc:graphicFrameChg>
        <pc:picChg chg="del">
          <ac:chgData name="Sam Duncan" userId="S::sduncan@openboxsoftware.com::c1d0992b-0ec5-443a-8c6c-87e1361e2b1d" providerId="AD" clId="Web-{FCAFD60E-CF2A-96BB-4AB8-2DD6407F5E73}" dt="2023-04-24T10:22:07.906" v="3"/>
          <ac:picMkLst>
            <pc:docMk/>
            <pc:sldMk cId="809790528" sldId="451"/>
            <ac:picMk id="7" creationId="{AA517084-4037-0D6F-A097-8F97CDA99A5B}"/>
          </ac:picMkLst>
        </pc:picChg>
        <pc:picChg chg="del">
          <ac:chgData name="Sam Duncan" userId="S::sduncan@openboxsoftware.com::c1d0992b-0ec5-443a-8c6c-87e1361e2b1d" providerId="AD" clId="Web-{FCAFD60E-CF2A-96BB-4AB8-2DD6407F5E73}" dt="2023-04-24T10:22:07.906" v="2"/>
          <ac:picMkLst>
            <pc:docMk/>
            <pc:sldMk cId="809790528" sldId="451"/>
            <ac:picMk id="9" creationId="{140A351B-D520-660A-5A04-CAFF50A5DBEF}"/>
          </ac:picMkLst>
        </pc:picChg>
        <pc:picChg chg="del">
          <ac:chgData name="Sam Duncan" userId="S::sduncan@openboxsoftware.com::c1d0992b-0ec5-443a-8c6c-87e1361e2b1d" providerId="AD" clId="Web-{FCAFD60E-CF2A-96BB-4AB8-2DD6407F5E73}" dt="2023-04-24T10:22:07.906" v="1"/>
          <ac:picMkLst>
            <pc:docMk/>
            <pc:sldMk cId="809790528" sldId="451"/>
            <ac:picMk id="11" creationId="{12251B39-95B9-F178-0C6A-926CF3751E68}"/>
          </ac:picMkLst>
        </pc:picChg>
        <pc:cxnChg chg="del">
          <ac:chgData name="Sam Duncan" userId="S::sduncan@openboxsoftware.com::c1d0992b-0ec5-443a-8c6c-87e1361e2b1d" providerId="AD" clId="Web-{FCAFD60E-CF2A-96BB-4AB8-2DD6407F5E73}" dt="2023-04-24T10:22:07.906" v="11"/>
          <ac:cxnSpMkLst>
            <pc:docMk/>
            <pc:sldMk cId="809790528" sldId="451"/>
            <ac:cxnSpMk id="4" creationId="{D8CF04BC-8E3F-4653-BC84-46888BA21AE0}"/>
          </ac:cxnSpMkLst>
        </pc:cxnChg>
        <pc:cxnChg chg="del">
          <ac:chgData name="Sam Duncan" userId="S::sduncan@openboxsoftware.com::c1d0992b-0ec5-443a-8c6c-87e1361e2b1d" providerId="AD" clId="Web-{FCAFD60E-CF2A-96BB-4AB8-2DD6407F5E73}" dt="2023-04-24T10:22:07.906" v="10"/>
          <ac:cxnSpMkLst>
            <pc:docMk/>
            <pc:sldMk cId="809790528" sldId="451"/>
            <ac:cxnSpMk id="5" creationId="{F66A8EE4-FA9D-4206-BAAC-894E230C2F66}"/>
          </ac:cxnSpMkLst>
        </pc:cxnChg>
      </pc:sldChg>
      <pc:sldChg chg="ord">
        <pc:chgData name="Sam Duncan" userId="S::sduncan@openboxsoftware.com::c1d0992b-0ec5-443a-8c6c-87e1361e2b1d" providerId="AD" clId="Web-{FCAFD60E-CF2A-96BB-4AB8-2DD6407F5E73}" dt="2023-04-24T12:58:19.407" v="2858"/>
        <pc:sldMkLst>
          <pc:docMk/>
          <pc:sldMk cId="89667174" sldId="461"/>
        </pc:sldMkLst>
      </pc:sldChg>
      <pc:sldChg chg="addSp delSp modSp ord">
        <pc:chgData name="Sam Duncan" userId="S::sduncan@openboxsoftware.com::c1d0992b-0ec5-443a-8c6c-87e1361e2b1d" providerId="AD" clId="Web-{FCAFD60E-CF2A-96BB-4AB8-2DD6407F5E73}" dt="2023-04-24T13:11:55.222" v="2860"/>
        <pc:sldMkLst>
          <pc:docMk/>
          <pc:sldMk cId="3299119000" sldId="525"/>
        </pc:sldMkLst>
        <pc:graphicFrameChg chg="mod modGraphic">
          <ac:chgData name="Sam Duncan" userId="S::sduncan@openboxsoftware.com::c1d0992b-0ec5-443a-8c6c-87e1361e2b1d" providerId="AD" clId="Web-{FCAFD60E-CF2A-96BB-4AB8-2DD6407F5E73}" dt="2023-04-24T11:58:02.560" v="2611"/>
          <ac:graphicFrameMkLst>
            <pc:docMk/>
            <pc:sldMk cId="3299119000" sldId="525"/>
            <ac:graphicFrameMk id="4" creationId="{0FE8A2B8-14FA-0894-84AE-F0312F4ED179}"/>
          </ac:graphicFrameMkLst>
        </pc:graphicFrameChg>
        <pc:graphicFrameChg chg="add del mod modGraphic">
          <ac:chgData name="Sam Duncan" userId="S::sduncan@openboxsoftware.com::c1d0992b-0ec5-443a-8c6c-87e1361e2b1d" providerId="AD" clId="Web-{FCAFD60E-CF2A-96BB-4AB8-2DD6407F5E73}" dt="2023-04-24T12:00:11.437" v="2635"/>
          <ac:graphicFrameMkLst>
            <pc:docMk/>
            <pc:sldMk cId="3299119000" sldId="525"/>
            <ac:graphicFrameMk id="5" creationId="{5CC48275-6351-CB11-B3D4-A52E2404FCD0}"/>
          </ac:graphicFrameMkLst>
        </pc:graphicFrameChg>
      </pc:sldChg>
      <pc:sldChg chg="modSp ord">
        <pc:chgData name="Sam Duncan" userId="S::sduncan@openboxsoftware.com::c1d0992b-0ec5-443a-8c6c-87e1361e2b1d" providerId="AD" clId="Web-{FCAFD60E-CF2A-96BB-4AB8-2DD6407F5E73}" dt="2023-04-24T14:49:16.849" v="2906" actId="20577"/>
        <pc:sldMkLst>
          <pc:docMk/>
          <pc:sldMk cId="3279054808" sldId="526"/>
        </pc:sldMkLst>
        <pc:spChg chg="mod">
          <ac:chgData name="Sam Duncan" userId="S::sduncan@openboxsoftware.com::c1d0992b-0ec5-443a-8c6c-87e1361e2b1d" providerId="AD" clId="Web-{FCAFD60E-CF2A-96BB-4AB8-2DD6407F5E73}" dt="2023-04-24T14:49:16.849" v="2906" actId="20577"/>
          <ac:spMkLst>
            <pc:docMk/>
            <pc:sldMk cId="3279054808" sldId="526"/>
            <ac:spMk id="3" creationId="{EB692EA3-BF92-5420-F71E-B85E93CA96C0}"/>
          </ac:spMkLst>
        </pc:spChg>
      </pc:sldChg>
      <pc:sldChg chg="add del mod ord replId modShow">
        <pc:chgData name="Sam Duncan" userId="S::sduncan@openboxsoftware.com::c1d0992b-0ec5-443a-8c6c-87e1361e2b1d" providerId="AD" clId="Web-{FCAFD60E-CF2A-96BB-4AB8-2DD6407F5E73}" dt="2023-04-24T14:49:36.568" v="2907"/>
        <pc:sldMkLst>
          <pc:docMk/>
          <pc:sldMk cId="3706785002" sldId="527"/>
        </pc:sldMkLst>
      </pc:sldChg>
      <pc:sldChg chg="modSp add del replId">
        <pc:chgData name="Sam Duncan" userId="S::sduncan@openboxsoftware.com::c1d0992b-0ec5-443a-8c6c-87e1361e2b1d" providerId="AD" clId="Web-{FCAFD60E-CF2A-96BB-4AB8-2DD6407F5E73}" dt="2023-04-24T10:26:10.445" v="119"/>
        <pc:sldMkLst>
          <pc:docMk/>
          <pc:sldMk cId="67934851" sldId="528"/>
        </pc:sldMkLst>
        <pc:graphicFrameChg chg="mod modGraphic">
          <ac:chgData name="Sam Duncan" userId="S::sduncan@openboxsoftware.com::c1d0992b-0ec5-443a-8c6c-87e1361e2b1d" providerId="AD" clId="Web-{FCAFD60E-CF2A-96BB-4AB8-2DD6407F5E73}" dt="2023-04-24T10:23:48.284" v="87"/>
          <ac:graphicFrameMkLst>
            <pc:docMk/>
            <pc:sldMk cId="67934851" sldId="528"/>
            <ac:graphicFrameMk id="6" creationId="{73ACD299-1B66-D387-AD92-B665071D83E3}"/>
          </ac:graphicFrameMkLst>
        </pc:graphicFrameChg>
      </pc:sldChg>
      <pc:sldChg chg="modSp add ord replId">
        <pc:chgData name="Sam Duncan" userId="S::sduncan@openboxsoftware.com::c1d0992b-0ec5-443a-8c6c-87e1361e2b1d" providerId="AD" clId="Web-{FCAFD60E-CF2A-96BB-4AB8-2DD6407F5E73}" dt="2023-04-24T13:31:34.233" v="2864"/>
        <pc:sldMkLst>
          <pc:docMk/>
          <pc:sldMk cId="3133078539" sldId="528"/>
        </pc:sldMkLst>
        <pc:spChg chg="mod">
          <ac:chgData name="Sam Duncan" userId="S::sduncan@openboxsoftware.com::c1d0992b-0ec5-443a-8c6c-87e1361e2b1d" providerId="AD" clId="Web-{FCAFD60E-CF2A-96BB-4AB8-2DD6407F5E73}" dt="2023-04-24T11:33:20.479" v="1117" actId="20577"/>
          <ac:spMkLst>
            <pc:docMk/>
            <pc:sldMk cId="3133078539" sldId="528"/>
            <ac:spMk id="3" creationId="{39F74062-9E6D-4148-95DF-299673D9159E}"/>
          </ac:spMkLst>
        </pc:spChg>
        <pc:graphicFrameChg chg="mod modGraphic">
          <ac:chgData name="Sam Duncan" userId="S::sduncan@openboxsoftware.com::c1d0992b-0ec5-443a-8c6c-87e1361e2b1d" providerId="AD" clId="Web-{FCAFD60E-CF2A-96BB-4AB8-2DD6407F5E73}" dt="2023-04-24T10:31:39.565" v="389"/>
          <ac:graphicFrameMkLst>
            <pc:docMk/>
            <pc:sldMk cId="3133078539" sldId="528"/>
            <ac:graphicFrameMk id="6" creationId="{73ACD299-1B66-D387-AD92-B665071D83E3}"/>
          </ac:graphicFrameMkLst>
        </pc:graphicFrameChg>
      </pc:sldChg>
      <pc:sldChg chg="addSp modSp add ord replId">
        <pc:chgData name="Sam Duncan" userId="S::sduncan@openboxsoftware.com::c1d0992b-0ec5-443a-8c6c-87e1361e2b1d" providerId="AD" clId="Web-{FCAFD60E-CF2A-96BB-4AB8-2DD6407F5E73}" dt="2023-04-24T13:31:34.233" v="2863"/>
        <pc:sldMkLst>
          <pc:docMk/>
          <pc:sldMk cId="988755917" sldId="529"/>
        </pc:sldMkLst>
        <pc:spChg chg="mod">
          <ac:chgData name="Sam Duncan" userId="S::sduncan@openboxsoftware.com::c1d0992b-0ec5-443a-8c6c-87e1361e2b1d" providerId="AD" clId="Web-{FCAFD60E-CF2A-96BB-4AB8-2DD6407F5E73}" dt="2023-04-24T11:33:23.026" v="1119" actId="20577"/>
          <ac:spMkLst>
            <pc:docMk/>
            <pc:sldMk cId="988755917" sldId="529"/>
            <ac:spMk id="3" creationId="{39F74062-9E6D-4148-95DF-299673D9159E}"/>
          </ac:spMkLst>
        </pc:spChg>
        <pc:graphicFrameChg chg="add mod modGraphic">
          <ac:chgData name="Sam Duncan" userId="S::sduncan@openboxsoftware.com::c1d0992b-0ec5-443a-8c6c-87e1361e2b1d" providerId="AD" clId="Web-{FCAFD60E-CF2A-96BB-4AB8-2DD6407F5E73}" dt="2023-04-24T11:55:03.259" v="2535"/>
          <ac:graphicFrameMkLst>
            <pc:docMk/>
            <pc:sldMk cId="988755917" sldId="529"/>
            <ac:graphicFrameMk id="2" creationId="{6894031E-1475-692D-CFF6-AD696E97646B}"/>
          </ac:graphicFrameMkLst>
        </pc:graphicFrameChg>
        <pc:graphicFrameChg chg="mod modGraphic">
          <ac:chgData name="Sam Duncan" userId="S::sduncan@openboxsoftware.com::c1d0992b-0ec5-443a-8c6c-87e1361e2b1d" providerId="AD" clId="Web-{FCAFD60E-CF2A-96BB-4AB8-2DD6407F5E73}" dt="2023-04-24T12:00:39.672" v="2645"/>
          <ac:graphicFrameMkLst>
            <pc:docMk/>
            <pc:sldMk cId="988755917" sldId="529"/>
            <ac:graphicFrameMk id="6" creationId="{73ACD299-1B66-D387-AD92-B665071D83E3}"/>
          </ac:graphicFrameMkLst>
        </pc:graphicFrameChg>
      </pc:sldChg>
      <pc:sldChg chg="addSp delSp modSp add mod replId modClrScheme chgLayout">
        <pc:chgData name="Sam Duncan" userId="S::sduncan@openboxsoftware.com::c1d0992b-0ec5-443a-8c6c-87e1361e2b1d" providerId="AD" clId="Web-{FCAFD60E-CF2A-96BB-4AB8-2DD6407F5E73}" dt="2023-04-24T11:22:10.074" v="682" actId="1076"/>
        <pc:sldMkLst>
          <pc:docMk/>
          <pc:sldMk cId="31341694" sldId="530"/>
        </pc:sldMkLst>
        <pc:spChg chg="mod ord">
          <ac:chgData name="Sam Duncan" userId="S::sduncan@openboxsoftware.com::c1d0992b-0ec5-443a-8c6c-87e1361e2b1d" providerId="AD" clId="Web-{FCAFD60E-CF2A-96BB-4AB8-2DD6407F5E73}" dt="2023-04-24T11:21:25.885" v="671" actId="20577"/>
          <ac:spMkLst>
            <pc:docMk/>
            <pc:sldMk cId="31341694" sldId="530"/>
            <ac:spMk id="3" creationId="{39F74062-9E6D-4148-95DF-299673D9159E}"/>
          </ac:spMkLst>
        </pc:spChg>
        <pc:spChg chg="add mod">
          <ac:chgData name="Sam Duncan" userId="S::sduncan@openboxsoftware.com::c1d0992b-0ec5-443a-8c6c-87e1361e2b1d" providerId="AD" clId="Web-{FCAFD60E-CF2A-96BB-4AB8-2DD6407F5E73}" dt="2023-04-24T11:22:10.074" v="682" actId="1076"/>
          <ac:spMkLst>
            <pc:docMk/>
            <pc:sldMk cId="31341694" sldId="530"/>
            <ac:spMk id="4" creationId="{A0F339D3-C178-4745-2D54-BE7D15208773}"/>
          </ac:spMkLst>
        </pc:spChg>
        <pc:spChg chg="add mod ord">
          <ac:chgData name="Sam Duncan" userId="S::sduncan@openboxsoftware.com::c1d0992b-0ec5-443a-8c6c-87e1361e2b1d" providerId="AD" clId="Web-{FCAFD60E-CF2A-96BB-4AB8-2DD6407F5E73}" dt="2023-04-24T11:21:33.401" v="674" actId="20577"/>
          <ac:spMkLst>
            <pc:docMk/>
            <pc:sldMk cId="31341694" sldId="530"/>
            <ac:spMk id="5" creationId="{DFF7FEF9-4770-2B94-3FFB-F2022095DF5B}"/>
          </ac:spMkLst>
        </pc:spChg>
        <pc:graphicFrameChg chg="del">
          <ac:chgData name="Sam Duncan" userId="S::sduncan@openboxsoftware.com::c1d0992b-0ec5-443a-8c6c-87e1361e2b1d" providerId="AD" clId="Web-{FCAFD60E-CF2A-96BB-4AB8-2DD6407F5E73}" dt="2023-04-24T11:02:31.328" v="434"/>
          <ac:graphicFrameMkLst>
            <pc:docMk/>
            <pc:sldMk cId="31341694" sldId="530"/>
            <ac:graphicFrameMk id="6" creationId="{73ACD299-1B66-D387-AD92-B665071D83E3}"/>
          </ac:graphicFrameMkLst>
        </pc:graphicFrameChg>
        <pc:picChg chg="add mod">
          <ac:chgData name="Sam Duncan" userId="S::sduncan@openboxsoftware.com::c1d0992b-0ec5-443a-8c6c-87e1361e2b1d" providerId="AD" clId="Web-{FCAFD60E-CF2A-96BB-4AB8-2DD6407F5E73}" dt="2023-04-24T11:22:01.167" v="679" actId="1076"/>
          <ac:picMkLst>
            <pc:docMk/>
            <pc:sldMk cId="31341694" sldId="530"/>
            <ac:picMk id="2" creationId="{CA10ADDD-2B21-E552-22C1-95BE39096BE3}"/>
          </ac:picMkLst>
        </pc:picChg>
      </pc:sldChg>
      <pc:sldChg chg="addSp delSp modSp add mod replId modClrScheme chgLayout">
        <pc:chgData name="Sam Duncan" userId="S::sduncan@openboxsoftware.com::c1d0992b-0ec5-443a-8c6c-87e1361e2b1d" providerId="AD" clId="Web-{FCAFD60E-CF2A-96BB-4AB8-2DD6407F5E73}" dt="2023-04-24T11:22:39.918" v="690" actId="1076"/>
        <pc:sldMkLst>
          <pc:docMk/>
          <pc:sldMk cId="1470714987" sldId="531"/>
        </pc:sldMkLst>
        <pc:spChg chg="mod ord">
          <ac:chgData name="Sam Duncan" userId="S::sduncan@openboxsoftware.com::c1d0992b-0ec5-443a-8c6c-87e1361e2b1d" providerId="AD" clId="Web-{FCAFD60E-CF2A-96BB-4AB8-2DD6407F5E73}" dt="2023-04-24T11:22:34.262" v="688" actId="20577"/>
          <ac:spMkLst>
            <pc:docMk/>
            <pc:sldMk cId="1470714987" sldId="531"/>
            <ac:spMk id="3" creationId="{39F74062-9E6D-4148-95DF-299673D9159E}"/>
          </ac:spMkLst>
        </pc:spChg>
        <pc:spChg chg="add mod ord">
          <ac:chgData name="Sam Duncan" userId="S::sduncan@openboxsoftware.com::c1d0992b-0ec5-443a-8c6c-87e1361e2b1d" providerId="AD" clId="Web-{FCAFD60E-CF2A-96BB-4AB8-2DD6407F5E73}" dt="2023-04-24T11:22:30.465" v="687" actId="20577"/>
          <ac:spMkLst>
            <pc:docMk/>
            <pc:sldMk cId="1470714987" sldId="531"/>
            <ac:spMk id="5" creationId="{D0DBD812-6AF6-66F4-0896-E83E557E1DC7}"/>
          </ac:spMkLst>
        </pc:spChg>
        <pc:picChg chg="del">
          <ac:chgData name="Sam Duncan" userId="S::sduncan@openboxsoftware.com::c1d0992b-0ec5-443a-8c6c-87e1361e2b1d" providerId="AD" clId="Web-{FCAFD60E-CF2A-96BB-4AB8-2DD6407F5E73}" dt="2023-04-24T11:03:35.627" v="441"/>
          <ac:picMkLst>
            <pc:docMk/>
            <pc:sldMk cId="1470714987" sldId="531"/>
            <ac:picMk id="2" creationId="{CA10ADDD-2B21-E552-22C1-95BE39096BE3}"/>
          </ac:picMkLst>
        </pc:picChg>
        <pc:picChg chg="add mod">
          <ac:chgData name="Sam Duncan" userId="S::sduncan@openboxsoftware.com::c1d0992b-0ec5-443a-8c6c-87e1361e2b1d" providerId="AD" clId="Web-{FCAFD60E-CF2A-96BB-4AB8-2DD6407F5E73}" dt="2023-04-24T11:22:39.918" v="690" actId="1076"/>
          <ac:picMkLst>
            <pc:docMk/>
            <pc:sldMk cId="1470714987" sldId="531"/>
            <ac:picMk id="4" creationId="{B1FF46EA-577E-550D-E9E7-033268ADEF98}"/>
          </ac:picMkLst>
        </pc:picChg>
      </pc:sldChg>
      <pc:sldChg chg="addSp delSp modSp add replId">
        <pc:chgData name="Sam Duncan" userId="S::sduncan@openboxsoftware.com::c1d0992b-0ec5-443a-8c6c-87e1361e2b1d" providerId="AD" clId="Web-{FCAFD60E-CF2A-96BB-4AB8-2DD6407F5E73}" dt="2023-04-24T11:24:54.796" v="779" actId="20577"/>
        <pc:sldMkLst>
          <pc:docMk/>
          <pc:sldMk cId="4091445611" sldId="532"/>
        </pc:sldMkLst>
        <pc:spChg chg="mod">
          <ac:chgData name="Sam Duncan" userId="S::sduncan@openboxsoftware.com::c1d0992b-0ec5-443a-8c6c-87e1361e2b1d" providerId="AD" clId="Web-{FCAFD60E-CF2A-96BB-4AB8-2DD6407F5E73}" dt="2023-04-24T11:08:07.320" v="457" actId="20577"/>
          <ac:spMkLst>
            <pc:docMk/>
            <pc:sldMk cId="4091445611" sldId="532"/>
            <ac:spMk id="3" creationId="{39F74062-9E6D-4148-95DF-299673D9159E}"/>
          </ac:spMkLst>
        </pc:spChg>
        <pc:spChg chg="add mod">
          <ac:chgData name="Sam Duncan" userId="S::sduncan@openboxsoftware.com::c1d0992b-0ec5-443a-8c6c-87e1361e2b1d" providerId="AD" clId="Web-{FCAFD60E-CF2A-96BB-4AB8-2DD6407F5E73}" dt="2023-04-24T11:24:54.796" v="779" actId="20577"/>
          <ac:spMkLst>
            <pc:docMk/>
            <pc:sldMk cId="4091445611" sldId="532"/>
            <ac:spMk id="10" creationId="{BB9B3BF3-DE3A-D3C4-ACA1-7868BE7A68F9}"/>
          </ac:spMkLst>
        </pc:spChg>
        <pc:graphicFrameChg chg="add del mod">
          <ac:chgData name="Sam Duncan" userId="S::sduncan@openboxsoftware.com::c1d0992b-0ec5-443a-8c6c-87e1361e2b1d" providerId="AD" clId="Web-{FCAFD60E-CF2A-96BB-4AB8-2DD6407F5E73}" dt="2023-04-24T11:09:24.713" v="460"/>
          <ac:graphicFrameMkLst>
            <pc:docMk/>
            <pc:sldMk cId="4091445611" sldId="532"/>
            <ac:graphicFrameMk id="5" creationId="{1A5112F1-2D4D-C7F7-951E-0055F2DDF794}"/>
          </ac:graphicFrameMkLst>
        </pc:graphicFrameChg>
        <pc:graphicFrameChg chg="add del mod modGraphic">
          <ac:chgData name="Sam Duncan" userId="S::sduncan@openboxsoftware.com::c1d0992b-0ec5-443a-8c6c-87e1361e2b1d" providerId="AD" clId="Web-{FCAFD60E-CF2A-96BB-4AB8-2DD6407F5E73}" dt="2023-04-24T11:23:00.403" v="691"/>
          <ac:graphicFrameMkLst>
            <pc:docMk/>
            <pc:sldMk cId="4091445611" sldId="532"/>
            <ac:graphicFrameMk id="7" creationId="{273BC027-A59E-FB27-4070-6519BBCAD84C}"/>
          </ac:graphicFrameMkLst>
        </pc:graphicFrameChg>
        <pc:picChg chg="del">
          <ac:chgData name="Sam Duncan" userId="S::sduncan@openboxsoftware.com::c1d0992b-0ec5-443a-8c6c-87e1361e2b1d" providerId="AD" clId="Web-{FCAFD60E-CF2A-96BB-4AB8-2DD6407F5E73}" dt="2023-04-24T11:08:00.539" v="447"/>
          <ac:picMkLst>
            <pc:docMk/>
            <pc:sldMk cId="4091445611" sldId="532"/>
            <ac:picMk id="4" creationId="{B1FF46EA-577E-550D-E9E7-033268ADEF98}"/>
          </ac:picMkLst>
        </pc:picChg>
        <pc:picChg chg="add mod">
          <ac:chgData name="Sam Duncan" userId="S::sduncan@openboxsoftware.com::c1d0992b-0ec5-443a-8c6c-87e1361e2b1d" providerId="AD" clId="Web-{FCAFD60E-CF2A-96BB-4AB8-2DD6407F5E73}" dt="2023-04-24T11:23:48.091" v="699" actId="1076"/>
          <ac:picMkLst>
            <pc:docMk/>
            <pc:sldMk cId="4091445611" sldId="532"/>
            <ac:picMk id="8" creationId="{C1CB4153-2466-DCD6-D8A7-D4F543995C45}"/>
          </ac:picMkLst>
        </pc:picChg>
      </pc:sldChg>
      <pc:sldChg chg="addSp delSp modSp add ord replId">
        <pc:chgData name="Sam Duncan" userId="S::sduncan@openboxsoftware.com::c1d0992b-0ec5-443a-8c6c-87e1361e2b1d" providerId="AD" clId="Web-{FCAFD60E-CF2A-96BB-4AB8-2DD6407F5E73}" dt="2023-04-24T11:26:16.517" v="851" actId="20577"/>
        <pc:sldMkLst>
          <pc:docMk/>
          <pc:sldMk cId="1275243062" sldId="533"/>
        </pc:sldMkLst>
        <pc:spChg chg="mod">
          <ac:chgData name="Sam Duncan" userId="S::sduncan@openboxsoftware.com::c1d0992b-0ec5-443a-8c6c-87e1361e2b1d" providerId="AD" clId="Web-{FCAFD60E-CF2A-96BB-4AB8-2DD6407F5E73}" dt="2023-04-24T11:16:48.488" v="656" actId="20577"/>
          <ac:spMkLst>
            <pc:docMk/>
            <pc:sldMk cId="1275243062" sldId="533"/>
            <ac:spMk id="3" creationId="{39F74062-9E6D-4148-95DF-299673D9159E}"/>
          </ac:spMkLst>
        </pc:spChg>
        <pc:spChg chg="add mod">
          <ac:chgData name="Sam Duncan" userId="S::sduncan@openboxsoftware.com::c1d0992b-0ec5-443a-8c6c-87e1361e2b1d" providerId="AD" clId="Web-{FCAFD60E-CF2A-96BB-4AB8-2DD6407F5E73}" dt="2023-04-24T11:26:16.517" v="851" actId="20577"/>
          <ac:spMkLst>
            <pc:docMk/>
            <pc:sldMk cId="1275243062" sldId="533"/>
            <ac:spMk id="6" creationId="{E25119E2-C568-6C0F-DA89-F98E83944655}"/>
          </ac:spMkLst>
        </pc:spChg>
        <pc:picChg chg="add mod">
          <ac:chgData name="Sam Duncan" userId="S::sduncan@openboxsoftware.com::c1d0992b-0ec5-443a-8c6c-87e1361e2b1d" providerId="AD" clId="Web-{FCAFD60E-CF2A-96BB-4AB8-2DD6407F5E73}" dt="2023-04-24T11:19:59.508" v="661" actId="14100"/>
          <ac:picMkLst>
            <pc:docMk/>
            <pc:sldMk cId="1275243062" sldId="533"/>
            <ac:picMk id="2" creationId="{A8610747-F1CD-6D80-0E7C-95C92BE7B14A}"/>
          </ac:picMkLst>
        </pc:picChg>
        <pc:picChg chg="del">
          <ac:chgData name="Sam Duncan" userId="S::sduncan@openboxsoftware.com::c1d0992b-0ec5-443a-8c6c-87e1361e2b1d" providerId="AD" clId="Web-{FCAFD60E-CF2A-96BB-4AB8-2DD6407F5E73}" dt="2023-04-24T11:19:50.399" v="657"/>
          <ac:picMkLst>
            <pc:docMk/>
            <pc:sldMk cId="1275243062" sldId="533"/>
            <ac:picMk id="4" creationId="{B1FF46EA-577E-550D-E9E7-033268ADEF98}"/>
          </ac:picMkLst>
        </pc:picChg>
      </pc:sldChg>
      <pc:sldChg chg="modSp add ord replId">
        <pc:chgData name="Sam Duncan" userId="S::sduncan@openboxsoftware.com::c1d0992b-0ec5-443a-8c6c-87e1361e2b1d" providerId="AD" clId="Web-{FCAFD60E-CF2A-96BB-4AB8-2DD6407F5E73}" dt="2023-04-24T13:33:07.391" v="2867"/>
        <pc:sldMkLst>
          <pc:docMk/>
          <pc:sldMk cId="699549381" sldId="534"/>
        </pc:sldMkLst>
        <pc:spChg chg="mod">
          <ac:chgData name="Sam Duncan" userId="S::sduncan@openboxsoftware.com::c1d0992b-0ec5-443a-8c6c-87e1361e2b1d" providerId="AD" clId="Web-{FCAFD60E-CF2A-96BB-4AB8-2DD6407F5E73}" dt="2023-04-24T11:32:19.884" v="1063" actId="20577"/>
          <ac:spMkLst>
            <pc:docMk/>
            <pc:sldMk cId="699549381" sldId="534"/>
            <ac:spMk id="3" creationId="{39F74062-9E6D-4148-95DF-299673D9159E}"/>
          </ac:spMkLst>
        </pc:spChg>
        <pc:graphicFrameChg chg="mod modGraphic">
          <ac:chgData name="Sam Duncan" userId="S::sduncan@openboxsoftware.com::c1d0992b-0ec5-443a-8c6c-87e1361e2b1d" providerId="AD" clId="Web-{FCAFD60E-CF2A-96BB-4AB8-2DD6407F5E73}" dt="2023-04-24T11:44:47.245" v="1710"/>
          <ac:graphicFrameMkLst>
            <pc:docMk/>
            <pc:sldMk cId="699549381" sldId="534"/>
            <ac:graphicFrameMk id="6" creationId="{73ACD299-1B66-D387-AD92-B665071D83E3}"/>
          </ac:graphicFrameMkLst>
        </pc:graphicFrameChg>
      </pc:sldChg>
      <pc:sldChg chg="addSp modSp add ord replId">
        <pc:chgData name="Sam Duncan" userId="S::sduncan@openboxsoftware.com::c1d0992b-0ec5-443a-8c6c-87e1361e2b1d" providerId="AD" clId="Web-{FCAFD60E-CF2A-96BB-4AB8-2DD6407F5E73}" dt="2023-04-24T13:33:07.391" v="2866"/>
        <pc:sldMkLst>
          <pc:docMk/>
          <pc:sldMk cId="344703894" sldId="535"/>
        </pc:sldMkLst>
        <pc:graphicFrameChg chg="add mod modGraphic">
          <ac:chgData name="Sam Duncan" userId="S::sduncan@openboxsoftware.com::c1d0992b-0ec5-443a-8c6c-87e1361e2b1d" providerId="AD" clId="Web-{FCAFD60E-CF2A-96BB-4AB8-2DD6407F5E73}" dt="2023-04-24T11:56:33.854" v="2596"/>
          <ac:graphicFrameMkLst>
            <pc:docMk/>
            <pc:sldMk cId="344703894" sldId="535"/>
            <ac:graphicFrameMk id="4" creationId="{A05785B8-F06E-D280-A545-33E2CB191D9A}"/>
          </ac:graphicFrameMkLst>
        </pc:graphicFrameChg>
        <pc:graphicFrameChg chg="mod modGraphic">
          <ac:chgData name="Sam Duncan" userId="S::sduncan@openboxsoftware.com::c1d0992b-0ec5-443a-8c6c-87e1361e2b1d" providerId="AD" clId="Web-{FCAFD60E-CF2A-96BB-4AB8-2DD6407F5E73}" dt="2023-04-24T12:56:00.029" v="2857"/>
          <ac:graphicFrameMkLst>
            <pc:docMk/>
            <pc:sldMk cId="344703894" sldId="535"/>
            <ac:graphicFrameMk id="6" creationId="{73ACD299-1B66-D387-AD92-B665071D83E3}"/>
          </ac:graphicFrameMkLst>
        </pc:graphicFrameChg>
      </pc:sldChg>
      <pc:sldChg chg="modSp add del replId">
        <pc:chgData name="Sam Duncan" userId="S::sduncan@openboxsoftware.com::c1d0992b-0ec5-443a-8c6c-87e1361e2b1d" providerId="AD" clId="Web-{FCAFD60E-CF2A-96BB-4AB8-2DD6407F5E73}" dt="2023-04-24T11:44:30.088" v="1689"/>
        <pc:sldMkLst>
          <pc:docMk/>
          <pc:sldMk cId="2634252757" sldId="535"/>
        </pc:sldMkLst>
        <pc:graphicFrameChg chg="modGraphic">
          <ac:chgData name="Sam Duncan" userId="S::sduncan@openboxsoftware.com::c1d0992b-0ec5-443a-8c6c-87e1361e2b1d" providerId="AD" clId="Web-{FCAFD60E-CF2A-96BB-4AB8-2DD6407F5E73}" dt="2023-04-24T11:44:28.963" v="1688"/>
          <ac:graphicFrameMkLst>
            <pc:docMk/>
            <pc:sldMk cId="2634252757" sldId="535"/>
            <ac:graphicFrameMk id="6" creationId="{73ACD299-1B66-D387-AD92-B665071D83E3}"/>
          </ac:graphicFrameMkLst>
        </pc:graphicFrameChg>
      </pc:sldChg>
    </pc:docChg>
  </pc:docChgLst>
  <pc:docChgLst>
    <pc:chgData name="Nikki Papenfus" userId="2a405823-0c8b-419b-afb6-8159926c2e17" providerId="ADAL" clId="{D317744B-A73E-4F31-BE67-18DFFACE423D}"/>
    <pc:docChg chg="undo custSel addSld delSld modSld sldOrd">
      <pc:chgData name="Nikki Papenfus" userId="2a405823-0c8b-419b-afb6-8159926c2e17" providerId="ADAL" clId="{D317744B-A73E-4F31-BE67-18DFFACE423D}" dt="2023-04-24T12:57:24.898" v="479" actId="1076"/>
      <pc:docMkLst>
        <pc:docMk/>
      </pc:docMkLst>
      <pc:sldChg chg="modSp add del mod modClrScheme chgLayout">
        <pc:chgData name="Nikki Papenfus" userId="2a405823-0c8b-419b-afb6-8159926c2e17" providerId="ADAL" clId="{D317744B-A73E-4F31-BE67-18DFFACE423D}" dt="2023-04-20T11:10:39.675" v="287" actId="47"/>
        <pc:sldMkLst>
          <pc:docMk/>
          <pc:sldMk cId="2898931480" sldId="318"/>
        </pc:sldMkLst>
        <pc:spChg chg="mod ord">
          <ac:chgData name="Nikki Papenfus" userId="2a405823-0c8b-419b-afb6-8159926c2e17" providerId="ADAL" clId="{D317744B-A73E-4F31-BE67-18DFFACE423D}" dt="2023-04-20T11:10:34.144" v="286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addSp delSp modSp add del mod ord modClrScheme chgLayout">
        <pc:chgData name="Nikki Papenfus" userId="2a405823-0c8b-419b-afb6-8159926c2e17" providerId="ADAL" clId="{D317744B-A73E-4F31-BE67-18DFFACE423D}" dt="2023-04-24T12:11:19.802" v="422" actId="6549"/>
        <pc:sldMkLst>
          <pc:docMk/>
          <pc:sldMk cId="809790528" sldId="451"/>
        </pc:sldMkLst>
        <pc:spChg chg="mod ord">
          <ac:chgData name="Nikki Papenfus" userId="2a405823-0c8b-419b-afb6-8159926c2e17" providerId="ADAL" clId="{D317744B-A73E-4F31-BE67-18DFFACE423D}" dt="2023-04-20T11:10:55.787" v="289" actId="700"/>
          <ac:spMkLst>
            <pc:docMk/>
            <pc:sldMk cId="809790528" sldId="451"/>
            <ac:spMk id="3" creationId="{39F74062-9E6D-4148-95DF-299673D9159E}"/>
          </ac:spMkLst>
        </pc:spChg>
        <pc:spChg chg="add del mod ord">
          <ac:chgData name="Nikki Papenfus" userId="2a405823-0c8b-419b-afb6-8159926c2e17" providerId="ADAL" clId="{D317744B-A73E-4F31-BE67-18DFFACE423D}" dt="2023-04-20T11:08:21.383" v="262" actId="700"/>
          <ac:spMkLst>
            <pc:docMk/>
            <pc:sldMk cId="809790528" sldId="451"/>
            <ac:spMk id="12" creationId="{44E690DE-08DA-4B58-5080-CA0184EA3881}"/>
          </ac:spMkLst>
        </pc:spChg>
        <pc:spChg chg="add del mod">
          <ac:chgData name="Nikki Papenfus" userId="2a405823-0c8b-419b-afb6-8159926c2e17" providerId="ADAL" clId="{D317744B-A73E-4F31-BE67-18DFFACE423D}" dt="2023-04-20T11:08:19.955" v="260" actId="478"/>
          <ac:spMkLst>
            <pc:docMk/>
            <pc:sldMk cId="809790528" sldId="451"/>
            <ac:spMk id="14" creationId="{4AE47841-89DC-DD42-7BB2-2AFADA6BF6C6}"/>
          </ac:spMkLst>
        </pc:spChg>
        <pc:spChg chg="mod">
          <ac:chgData name="Nikki Papenfus" userId="2a405823-0c8b-419b-afb6-8159926c2e17" providerId="ADAL" clId="{D317744B-A73E-4F31-BE67-18DFFACE423D}" dt="2023-04-20T13:01:18.326" v="367" actId="1038"/>
          <ac:spMkLst>
            <pc:docMk/>
            <pc:sldMk cId="809790528" sldId="451"/>
            <ac:spMk id="22" creationId="{06B4E222-34C9-44FC-B41A-0A9226791E42}"/>
          </ac:spMkLst>
        </pc:spChg>
        <pc:spChg chg="mod">
          <ac:chgData name="Nikki Papenfus" userId="2a405823-0c8b-419b-afb6-8159926c2e17" providerId="ADAL" clId="{D317744B-A73E-4F31-BE67-18DFFACE423D}" dt="2023-04-20T13:01:18.326" v="367" actId="1038"/>
          <ac:spMkLst>
            <pc:docMk/>
            <pc:sldMk cId="809790528" sldId="451"/>
            <ac:spMk id="23" creationId="{11B688A7-7F4D-4638-B093-FAA7B92EA92B}"/>
          </ac:spMkLst>
        </pc:spChg>
        <pc:spChg chg="mod">
          <ac:chgData name="Nikki Papenfus" userId="2a405823-0c8b-419b-afb6-8159926c2e17" providerId="ADAL" clId="{D317744B-A73E-4F31-BE67-18DFFACE423D}" dt="2023-04-20T13:01:18.326" v="367" actId="1038"/>
          <ac:spMkLst>
            <pc:docMk/>
            <pc:sldMk cId="809790528" sldId="451"/>
            <ac:spMk id="24" creationId="{B1C74B72-436F-4D65-AA96-95F07B43F0E4}"/>
          </ac:spMkLst>
        </pc:spChg>
        <pc:spChg chg="mod">
          <ac:chgData name="Nikki Papenfus" userId="2a405823-0c8b-419b-afb6-8159926c2e17" providerId="ADAL" clId="{D317744B-A73E-4F31-BE67-18DFFACE423D}" dt="2023-04-20T13:01:18.326" v="367" actId="1038"/>
          <ac:spMkLst>
            <pc:docMk/>
            <pc:sldMk cId="809790528" sldId="451"/>
            <ac:spMk id="25" creationId="{252F3F2F-5980-498D-BBE8-650CFB4CD555}"/>
          </ac:spMkLst>
        </pc:spChg>
        <pc:spChg chg="mod">
          <ac:chgData name="Nikki Papenfus" userId="2a405823-0c8b-419b-afb6-8159926c2e17" providerId="ADAL" clId="{D317744B-A73E-4F31-BE67-18DFFACE423D}" dt="2023-04-20T13:24:09.868" v="405" actId="108"/>
          <ac:spMkLst>
            <pc:docMk/>
            <pc:sldMk cId="809790528" sldId="451"/>
            <ac:spMk id="26" creationId="{910E719E-17AD-4D8B-AED2-CBD23B2BD258}"/>
          </ac:spMkLst>
        </pc:spChg>
        <pc:spChg chg="mod">
          <ac:chgData name="Nikki Papenfus" userId="2a405823-0c8b-419b-afb6-8159926c2e17" providerId="ADAL" clId="{D317744B-A73E-4F31-BE67-18DFFACE423D}" dt="2023-04-20T13:01:18.326" v="367" actId="1038"/>
          <ac:spMkLst>
            <pc:docMk/>
            <pc:sldMk cId="809790528" sldId="451"/>
            <ac:spMk id="27" creationId="{1126A74D-B3E7-4608-80BD-D8F4A063F153}"/>
          </ac:spMkLst>
        </pc:spChg>
        <pc:graphicFrameChg chg="modGraphic">
          <ac:chgData name="Nikki Papenfus" userId="2a405823-0c8b-419b-afb6-8159926c2e17" providerId="ADAL" clId="{D317744B-A73E-4F31-BE67-18DFFACE423D}" dt="2023-04-24T12:11:19.802" v="422" actId="6549"/>
          <ac:graphicFrameMkLst>
            <pc:docMk/>
            <pc:sldMk cId="809790528" sldId="451"/>
            <ac:graphicFrameMk id="6" creationId="{73ACD299-1B66-D387-AD92-B665071D83E3}"/>
          </ac:graphicFrameMkLst>
        </pc:graphicFrameChg>
        <pc:picChg chg="add del mod">
          <ac:chgData name="Nikki Papenfus" userId="2a405823-0c8b-419b-afb6-8159926c2e17" providerId="ADAL" clId="{D317744B-A73E-4F31-BE67-18DFFACE423D}" dt="2023-04-20T11:00:42.319" v="94" actId="478"/>
          <ac:picMkLst>
            <pc:docMk/>
            <pc:sldMk cId="809790528" sldId="451"/>
            <ac:picMk id="2" creationId="{712E9A61-E4F4-5A7A-90AF-1F2AE2D16FF3}"/>
          </ac:picMkLst>
        </pc:picChg>
        <pc:picChg chg="add del mod">
          <ac:chgData name="Nikki Papenfus" userId="2a405823-0c8b-419b-afb6-8159926c2e17" providerId="ADAL" clId="{D317744B-A73E-4F31-BE67-18DFFACE423D}" dt="2023-04-20T13:04:01.610" v="385" actId="478"/>
          <ac:picMkLst>
            <pc:docMk/>
            <pc:sldMk cId="809790528" sldId="451"/>
            <ac:picMk id="2" creationId="{E33432DD-5773-4E74-8628-3C920AF1A20E}"/>
          </ac:picMkLst>
        </pc:picChg>
        <pc:picChg chg="add mod">
          <ac:chgData name="Nikki Papenfus" userId="2a405823-0c8b-419b-afb6-8159926c2e17" providerId="ADAL" clId="{D317744B-A73E-4F31-BE67-18DFFACE423D}" dt="2023-04-20T13:05:01.441" v="395" actId="1076"/>
          <ac:picMkLst>
            <pc:docMk/>
            <pc:sldMk cId="809790528" sldId="451"/>
            <ac:picMk id="7" creationId="{AA517084-4037-0D6F-A097-8F97CDA99A5B}"/>
          </ac:picMkLst>
        </pc:picChg>
        <pc:picChg chg="add del mod">
          <ac:chgData name="Nikki Papenfus" userId="2a405823-0c8b-419b-afb6-8159926c2e17" providerId="ADAL" clId="{D317744B-A73E-4F31-BE67-18DFFACE423D}" dt="2023-04-20T13:04:54.870" v="394" actId="478"/>
          <ac:picMkLst>
            <pc:docMk/>
            <pc:sldMk cId="809790528" sldId="451"/>
            <ac:picMk id="8" creationId="{95904268-6EB7-4294-B44D-B2407D7191D2}"/>
          </ac:picMkLst>
        </pc:picChg>
        <pc:picChg chg="add mod">
          <ac:chgData name="Nikki Papenfus" userId="2a405823-0c8b-419b-afb6-8159926c2e17" providerId="ADAL" clId="{D317744B-A73E-4F31-BE67-18DFFACE423D}" dt="2023-04-20T13:01:18.326" v="367" actId="1038"/>
          <ac:picMkLst>
            <pc:docMk/>
            <pc:sldMk cId="809790528" sldId="451"/>
            <ac:picMk id="9" creationId="{140A351B-D520-660A-5A04-CAFF50A5DBEF}"/>
          </ac:picMkLst>
        </pc:picChg>
        <pc:picChg chg="add mod">
          <ac:chgData name="Nikki Papenfus" userId="2a405823-0c8b-419b-afb6-8159926c2e17" providerId="ADAL" clId="{D317744B-A73E-4F31-BE67-18DFFACE423D}" dt="2023-04-20T13:01:18.326" v="367" actId="1038"/>
          <ac:picMkLst>
            <pc:docMk/>
            <pc:sldMk cId="809790528" sldId="451"/>
            <ac:picMk id="11" creationId="{12251B39-95B9-F178-0C6A-926CF3751E68}"/>
          </ac:picMkLst>
        </pc:picChg>
        <pc:picChg chg="add del mod">
          <ac:chgData name="Nikki Papenfus" userId="2a405823-0c8b-419b-afb6-8159926c2e17" providerId="ADAL" clId="{D317744B-A73E-4F31-BE67-18DFFACE423D}" dt="2023-04-20T11:09:14.671" v="265" actId="478"/>
          <ac:picMkLst>
            <pc:docMk/>
            <pc:sldMk cId="809790528" sldId="451"/>
            <ac:picMk id="16" creationId="{01992E54-D6BD-4ECC-808F-C27AA0D22055}"/>
          </ac:picMkLst>
        </pc:picChg>
        <pc:picChg chg="del">
          <ac:chgData name="Nikki Papenfus" userId="2a405823-0c8b-419b-afb6-8159926c2e17" providerId="ADAL" clId="{D317744B-A73E-4F31-BE67-18DFFACE423D}" dt="2023-04-20T11:04:06.224" v="113" actId="478"/>
          <ac:picMkLst>
            <pc:docMk/>
            <pc:sldMk cId="809790528" sldId="451"/>
            <ac:picMk id="19" creationId="{237C5551-86C2-4B95-878D-9C8906E6D988}"/>
          </ac:picMkLst>
        </pc:picChg>
        <pc:picChg chg="del">
          <ac:chgData name="Nikki Papenfus" userId="2a405823-0c8b-419b-afb6-8159926c2e17" providerId="ADAL" clId="{D317744B-A73E-4F31-BE67-18DFFACE423D}" dt="2023-04-20T11:04:10.166" v="115" actId="478"/>
          <ac:picMkLst>
            <pc:docMk/>
            <pc:sldMk cId="809790528" sldId="451"/>
            <ac:picMk id="20" creationId="{38818DE6-41B4-4517-BD5D-98F69F6E9C41}"/>
          </ac:picMkLst>
        </pc:picChg>
        <pc:picChg chg="del mod">
          <ac:chgData name="Nikki Papenfus" userId="2a405823-0c8b-419b-afb6-8159926c2e17" providerId="ADAL" clId="{D317744B-A73E-4F31-BE67-18DFFACE423D}" dt="2023-04-20T11:04:14.126" v="117" actId="478"/>
          <ac:picMkLst>
            <pc:docMk/>
            <pc:sldMk cId="809790528" sldId="451"/>
            <ac:picMk id="21" creationId="{DB4B8A80-E83D-4720-8512-37AC221B5864}"/>
          </ac:picMkLst>
        </pc:picChg>
        <pc:cxnChg chg="mod">
          <ac:chgData name="Nikki Papenfus" userId="2a405823-0c8b-419b-afb6-8159926c2e17" providerId="ADAL" clId="{D317744B-A73E-4F31-BE67-18DFFACE423D}" dt="2023-04-20T13:01:18.326" v="367" actId="1038"/>
          <ac:cxnSpMkLst>
            <pc:docMk/>
            <pc:sldMk cId="809790528" sldId="451"/>
            <ac:cxnSpMk id="4" creationId="{D8CF04BC-8E3F-4653-BC84-46888BA21AE0}"/>
          </ac:cxnSpMkLst>
        </pc:cxnChg>
        <pc:cxnChg chg="mod">
          <ac:chgData name="Nikki Papenfus" userId="2a405823-0c8b-419b-afb6-8159926c2e17" providerId="ADAL" clId="{D317744B-A73E-4F31-BE67-18DFFACE423D}" dt="2023-04-20T13:01:18.326" v="367" actId="1038"/>
          <ac:cxnSpMkLst>
            <pc:docMk/>
            <pc:sldMk cId="809790528" sldId="451"/>
            <ac:cxnSpMk id="5" creationId="{F66A8EE4-FA9D-4206-BAAC-894E230C2F66}"/>
          </ac:cxnSpMkLst>
        </pc:cxnChg>
      </pc:sldChg>
      <pc:sldChg chg="modSp del mod ord modShow">
        <pc:chgData name="Nikki Papenfus" userId="2a405823-0c8b-419b-afb6-8159926c2e17" providerId="ADAL" clId="{D317744B-A73E-4F31-BE67-18DFFACE423D}" dt="2023-04-20T11:29:40.862" v="342" actId="47"/>
        <pc:sldMkLst>
          <pc:docMk/>
          <pc:sldMk cId="757636474" sldId="473"/>
        </pc:sldMkLst>
        <pc:spChg chg="mod">
          <ac:chgData name="Nikki Papenfus" userId="2a405823-0c8b-419b-afb6-8159926c2e17" providerId="ADAL" clId="{D317744B-A73E-4F31-BE67-18DFFACE423D}" dt="2023-04-20T10:57:10.970" v="22" actId="21"/>
          <ac:spMkLst>
            <pc:docMk/>
            <pc:sldMk cId="757636474" sldId="473"/>
            <ac:spMk id="4" creationId="{0BD9C0A2-DB7F-029C-8F66-571ECC6DF00D}"/>
          </ac:spMkLst>
        </pc:spChg>
      </pc:sldChg>
      <pc:sldChg chg="modSp mod modClrScheme modCm chgLayout">
        <pc:chgData name="Nikki Papenfus" userId="2a405823-0c8b-419b-afb6-8159926c2e17" providerId="ADAL" clId="{D317744B-A73E-4F31-BE67-18DFFACE423D}" dt="2023-04-20T13:35:13.335" v="413" actId="14100"/>
        <pc:sldMkLst>
          <pc:docMk/>
          <pc:sldMk cId="3299119000" sldId="525"/>
        </pc:sldMkLst>
        <pc:spChg chg="mod ord">
          <ac:chgData name="Nikki Papenfus" userId="2a405823-0c8b-419b-afb6-8159926c2e17" providerId="ADAL" clId="{D317744B-A73E-4F31-BE67-18DFFACE423D}" dt="2023-04-20T10:55:14.197" v="10" actId="700"/>
          <ac:spMkLst>
            <pc:docMk/>
            <pc:sldMk cId="3299119000" sldId="525"/>
            <ac:spMk id="2" creationId="{124CE4A1-8ECE-C29D-93FB-98B7D86CBB5A}"/>
          </ac:spMkLst>
        </pc:spChg>
        <pc:spChg chg="mod">
          <ac:chgData name="Nikki Papenfus" userId="2a405823-0c8b-419b-afb6-8159926c2e17" providerId="ADAL" clId="{D317744B-A73E-4F31-BE67-18DFFACE423D}" dt="2023-04-20T13:09:14.814" v="397" actId="5793"/>
          <ac:spMkLst>
            <pc:docMk/>
            <pc:sldMk cId="3299119000" sldId="525"/>
            <ac:spMk id="3" creationId="{EB692EA3-BF92-5420-F71E-B85E93CA96C0}"/>
          </ac:spMkLst>
        </pc:spChg>
        <pc:spChg chg="mod">
          <ac:chgData name="Nikki Papenfus" userId="2a405823-0c8b-419b-afb6-8159926c2e17" providerId="ADAL" clId="{D317744B-A73E-4F31-BE67-18DFFACE423D}" dt="2023-04-20T13:35:13.335" v="413" actId="14100"/>
          <ac:spMkLst>
            <pc:docMk/>
            <pc:sldMk cId="3299119000" sldId="525"/>
            <ac:spMk id="6" creationId="{63256997-62AC-AF06-D924-2BE2C1AA2216}"/>
          </ac:spMkLst>
        </pc:spChg>
        <pc:spChg chg="mod">
          <ac:chgData name="Nikki Papenfus" userId="2a405823-0c8b-419b-afb6-8159926c2e17" providerId="ADAL" clId="{D317744B-A73E-4F31-BE67-18DFFACE423D}" dt="2023-04-20T13:27:11.199" v="410" actId="1035"/>
          <ac:spMkLst>
            <pc:docMk/>
            <pc:sldMk cId="3299119000" sldId="525"/>
            <ac:spMk id="7" creationId="{4B338CC4-5D62-AF5E-42BC-09CF4D7BB5B6}"/>
          </ac:spMkLst>
        </pc:spChg>
        <pc:spChg chg="mod">
          <ac:chgData name="Nikki Papenfus" userId="2a405823-0c8b-419b-afb6-8159926c2e17" providerId="ADAL" clId="{D317744B-A73E-4F31-BE67-18DFFACE423D}" dt="2023-04-20T13:11:02.282" v="403" actId="14100"/>
          <ac:spMkLst>
            <pc:docMk/>
            <pc:sldMk cId="3299119000" sldId="525"/>
            <ac:spMk id="8" creationId="{D549484D-4654-A278-ABB8-C52FC27AC308}"/>
          </ac:spMkLst>
        </pc:spChg>
        <pc:graphicFrameChg chg="mod modGraphic">
          <ac:chgData name="Nikki Papenfus" userId="2a405823-0c8b-419b-afb6-8159926c2e17" providerId="ADAL" clId="{D317744B-A73E-4F31-BE67-18DFFACE423D}" dt="2023-04-20T13:26:08.626" v="406" actId="207"/>
          <ac:graphicFrameMkLst>
            <pc:docMk/>
            <pc:sldMk cId="3299119000" sldId="525"/>
            <ac:graphicFrameMk id="4" creationId="{0FE8A2B8-14FA-0894-84AE-F0312F4ED17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kki Papenfus" userId="2a405823-0c8b-419b-afb6-8159926c2e17" providerId="ADAL" clId="{D317744B-A73E-4F31-BE67-18DFFACE423D}" dt="2023-04-20T10:54:12.005" v="7" actId="20577"/>
              <pc2:cmMkLst xmlns:pc2="http://schemas.microsoft.com/office/powerpoint/2019/9/main/command">
                <pc:docMk/>
                <pc:sldMk cId="3299119000" sldId="525"/>
                <pc2:cmMk id="{5AFE6C19-1081-4E46-92D1-21D7D8A149CD}"/>
              </pc2:cmMkLst>
            </pc226:cmChg>
          </p:ext>
        </pc:extLst>
      </pc:sldChg>
      <pc:sldChg chg="modSp mod">
        <pc:chgData name="Nikki Papenfus" userId="2a405823-0c8b-419b-afb6-8159926c2e17" providerId="ADAL" clId="{D317744B-A73E-4F31-BE67-18DFFACE423D}" dt="2023-04-20T13:29:23.519" v="412" actId="207"/>
        <pc:sldMkLst>
          <pc:docMk/>
          <pc:sldMk cId="3279054808" sldId="526"/>
        </pc:sldMkLst>
        <pc:spChg chg="mod">
          <ac:chgData name="Nikki Papenfus" userId="2a405823-0c8b-419b-afb6-8159926c2e17" providerId="ADAL" clId="{D317744B-A73E-4F31-BE67-18DFFACE423D}" dt="2023-04-20T13:29:23.519" v="412" actId="207"/>
          <ac:spMkLst>
            <pc:docMk/>
            <pc:sldMk cId="3279054808" sldId="526"/>
            <ac:spMk id="3" creationId="{EB692EA3-BF92-5420-F71E-B85E93CA96C0}"/>
          </ac:spMkLst>
        </pc:spChg>
      </pc:sldChg>
      <pc:sldChg chg="new del">
        <pc:chgData name="Nikki Papenfus" userId="2a405823-0c8b-419b-afb6-8159926c2e17" providerId="ADAL" clId="{D317744B-A73E-4F31-BE67-18DFFACE423D}" dt="2023-04-20T11:11:28.464" v="317" actId="47"/>
        <pc:sldMkLst>
          <pc:docMk/>
          <pc:sldMk cId="568576021" sldId="527"/>
        </pc:sldMkLst>
      </pc:sldChg>
      <pc:sldChg chg="new del">
        <pc:chgData name="Nikki Papenfus" userId="2a405823-0c8b-419b-afb6-8159926c2e17" providerId="ADAL" clId="{D317744B-A73E-4F31-BE67-18DFFACE423D}" dt="2023-04-20T10:56:42.636" v="14" actId="47"/>
        <pc:sldMkLst>
          <pc:docMk/>
          <pc:sldMk cId="2722703321" sldId="527"/>
        </pc:sldMkLst>
      </pc:sldChg>
      <pc:sldChg chg="modSp mod">
        <pc:chgData name="Nikki Papenfus" userId="2a405823-0c8b-419b-afb6-8159926c2e17" providerId="ADAL" clId="{D317744B-A73E-4F31-BE67-18DFFACE423D}" dt="2023-04-24T12:10:12.915" v="419" actId="20577"/>
        <pc:sldMkLst>
          <pc:docMk/>
          <pc:sldMk cId="3706785002" sldId="527"/>
        </pc:sldMkLst>
        <pc:spChg chg="mod">
          <ac:chgData name="Nikki Papenfus" userId="2a405823-0c8b-419b-afb6-8159926c2e17" providerId="ADAL" clId="{D317744B-A73E-4F31-BE67-18DFFACE423D}" dt="2023-04-24T12:10:12.915" v="419" actId="20577"/>
          <ac:spMkLst>
            <pc:docMk/>
            <pc:sldMk cId="3706785002" sldId="527"/>
            <ac:spMk id="26" creationId="{910E719E-17AD-4D8B-AED2-CBD23B2BD258}"/>
          </ac:spMkLst>
        </pc:spChg>
      </pc:sldChg>
      <pc:sldChg chg="modSp mod">
        <pc:chgData name="Nikki Papenfus" userId="2a405823-0c8b-419b-afb6-8159926c2e17" providerId="ADAL" clId="{D317744B-A73E-4F31-BE67-18DFFACE423D}" dt="2023-04-24T12:21:16.134" v="426" actId="20577"/>
        <pc:sldMkLst>
          <pc:docMk/>
          <pc:sldMk cId="3133078539" sldId="528"/>
        </pc:sldMkLst>
        <pc:graphicFrameChg chg="modGraphic">
          <ac:chgData name="Nikki Papenfus" userId="2a405823-0c8b-419b-afb6-8159926c2e17" providerId="ADAL" clId="{D317744B-A73E-4F31-BE67-18DFFACE423D}" dt="2023-04-24T12:21:16.134" v="426" actId="20577"/>
          <ac:graphicFrameMkLst>
            <pc:docMk/>
            <pc:sldMk cId="3133078539" sldId="528"/>
            <ac:graphicFrameMk id="6" creationId="{73ACD299-1B66-D387-AD92-B665071D83E3}"/>
          </ac:graphicFrameMkLst>
        </pc:graphicFrameChg>
      </pc:sldChg>
      <pc:sldChg chg="addSp delSp modSp mod">
        <pc:chgData name="Nikki Papenfus" userId="2a405823-0c8b-419b-afb6-8159926c2e17" providerId="ADAL" clId="{D317744B-A73E-4F31-BE67-18DFFACE423D}" dt="2023-04-24T12:57:24.898" v="479" actId="1076"/>
        <pc:sldMkLst>
          <pc:docMk/>
          <pc:sldMk cId="4091445611" sldId="532"/>
        </pc:sldMkLst>
        <pc:spChg chg="mod">
          <ac:chgData name="Nikki Papenfus" userId="2a405823-0c8b-419b-afb6-8159926c2e17" providerId="ADAL" clId="{D317744B-A73E-4F31-BE67-18DFFACE423D}" dt="2023-04-24T12:45:32.529" v="471" actId="20577"/>
          <ac:spMkLst>
            <pc:docMk/>
            <pc:sldMk cId="4091445611" sldId="532"/>
            <ac:spMk id="10" creationId="{BB9B3BF3-DE3A-D3C4-ACA1-7868BE7A68F9}"/>
          </ac:spMkLst>
        </pc:spChg>
        <pc:picChg chg="add del mod">
          <ac:chgData name="Nikki Papenfus" userId="2a405823-0c8b-419b-afb6-8159926c2e17" providerId="ADAL" clId="{D317744B-A73E-4F31-BE67-18DFFACE423D}" dt="2023-04-24T12:51:16.778" v="472" actId="478"/>
          <ac:picMkLst>
            <pc:docMk/>
            <pc:sldMk cId="4091445611" sldId="532"/>
            <ac:picMk id="4" creationId="{B020EA8F-72FC-34C1-3BD5-3531080B8536}"/>
          </ac:picMkLst>
        </pc:picChg>
        <pc:picChg chg="add mod">
          <ac:chgData name="Nikki Papenfus" userId="2a405823-0c8b-419b-afb6-8159926c2e17" providerId="ADAL" clId="{D317744B-A73E-4F31-BE67-18DFFACE423D}" dt="2023-04-24T12:57:24.898" v="479" actId="1076"/>
          <ac:picMkLst>
            <pc:docMk/>
            <pc:sldMk cId="4091445611" sldId="532"/>
            <ac:picMk id="6" creationId="{66B640B0-CDF0-008D-2608-5498874451A0}"/>
          </ac:picMkLst>
        </pc:picChg>
        <pc:picChg chg="del">
          <ac:chgData name="Nikki Papenfus" userId="2a405823-0c8b-419b-afb6-8159926c2e17" providerId="ADAL" clId="{D317744B-A73E-4F31-BE67-18DFFACE423D}" dt="2023-04-24T12:41:53.004" v="427" actId="478"/>
          <ac:picMkLst>
            <pc:docMk/>
            <pc:sldMk cId="4091445611" sldId="532"/>
            <ac:picMk id="8" creationId="{C1CB4153-2466-DCD6-D8A7-D4F543995C45}"/>
          </ac:picMkLst>
        </pc:picChg>
      </pc:sldChg>
    </pc:docChg>
  </pc:docChgLst>
  <pc:docChgLst>
    <pc:chgData name="Shaun Barrett" userId="S::sbarrett@openboxsoftware.com::2e21295b-21c9-4734-b4c8-23b29a1a1ba3" providerId="AD" clId="Web-{969B92D9-37F7-81A5-5203-4A608C3EE1C0}"/>
    <pc:docChg chg="modSld">
      <pc:chgData name="Shaun Barrett" userId="S::sbarrett@openboxsoftware.com::2e21295b-21c9-4734-b4c8-23b29a1a1ba3" providerId="AD" clId="Web-{969B92D9-37F7-81A5-5203-4A608C3EE1C0}" dt="2023-04-24T06:42:21.270" v="27"/>
      <pc:docMkLst>
        <pc:docMk/>
      </pc:docMkLst>
      <pc:sldChg chg="modSp">
        <pc:chgData name="Shaun Barrett" userId="S::sbarrett@openboxsoftware.com::2e21295b-21c9-4734-b4c8-23b29a1a1ba3" providerId="AD" clId="Web-{969B92D9-37F7-81A5-5203-4A608C3EE1C0}" dt="2023-04-24T06:42:21.270" v="27"/>
        <pc:sldMkLst>
          <pc:docMk/>
          <pc:sldMk cId="3299119000" sldId="525"/>
        </pc:sldMkLst>
        <pc:graphicFrameChg chg="mod modGraphic">
          <ac:chgData name="Shaun Barrett" userId="S::sbarrett@openboxsoftware.com::2e21295b-21c9-4734-b4c8-23b29a1a1ba3" providerId="AD" clId="Web-{969B92D9-37F7-81A5-5203-4A608C3EE1C0}" dt="2023-04-24T06:42:21.270" v="27"/>
          <ac:graphicFrameMkLst>
            <pc:docMk/>
            <pc:sldMk cId="3299119000" sldId="525"/>
            <ac:graphicFrameMk id="4" creationId="{0FE8A2B8-14FA-0894-84AE-F0312F4ED179}"/>
          </ac:graphicFrameMkLst>
        </pc:graphicFrameChg>
      </pc:sldChg>
    </pc:docChg>
  </pc:docChgLst>
  <pc:docChgLst>
    <pc:chgData name="Sam Duncan" userId="S::sduncan@openboxsoftware.com::c1d0992b-0ec5-443a-8c6c-87e1361e2b1d" providerId="AD" clId="Web-{63660C37-A4F4-C541-5465-2F7A743DACCB}"/>
    <pc:docChg chg="modSld">
      <pc:chgData name="Sam Duncan" userId="S::sduncan@openboxsoftware.com::c1d0992b-0ec5-443a-8c6c-87e1361e2b1d" providerId="AD" clId="Web-{63660C37-A4F4-C541-5465-2F7A743DACCB}" dt="2023-04-20T13:36:48.897" v="302" actId="20577"/>
      <pc:docMkLst>
        <pc:docMk/>
      </pc:docMkLst>
      <pc:sldChg chg="modSp">
        <pc:chgData name="Sam Duncan" userId="S::sduncan@openboxsoftware.com::c1d0992b-0ec5-443a-8c6c-87e1361e2b1d" providerId="AD" clId="Web-{63660C37-A4F4-C541-5465-2F7A743DACCB}" dt="2023-04-20T13:23:37.906" v="242" actId="20577"/>
        <pc:sldMkLst>
          <pc:docMk/>
          <pc:sldMk cId="809790528" sldId="451"/>
        </pc:sldMkLst>
        <pc:spChg chg="mod">
          <ac:chgData name="Sam Duncan" userId="S::sduncan@openboxsoftware.com::c1d0992b-0ec5-443a-8c6c-87e1361e2b1d" providerId="AD" clId="Web-{63660C37-A4F4-C541-5465-2F7A743DACCB}" dt="2023-04-20T13:19:01.241" v="227" actId="20577"/>
          <ac:spMkLst>
            <pc:docMk/>
            <pc:sldMk cId="809790528" sldId="451"/>
            <ac:spMk id="23" creationId="{11B688A7-7F4D-4638-B093-FAA7B92EA92B}"/>
          </ac:spMkLst>
        </pc:spChg>
        <pc:spChg chg="mod">
          <ac:chgData name="Sam Duncan" userId="S::sduncan@openboxsoftware.com::c1d0992b-0ec5-443a-8c6c-87e1361e2b1d" providerId="AD" clId="Web-{63660C37-A4F4-C541-5465-2F7A743DACCB}" dt="2023-04-20T13:23:37.906" v="242" actId="20577"/>
          <ac:spMkLst>
            <pc:docMk/>
            <pc:sldMk cId="809790528" sldId="451"/>
            <ac:spMk id="26" creationId="{910E719E-17AD-4D8B-AED2-CBD23B2BD258}"/>
          </ac:spMkLst>
        </pc:spChg>
      </pc:sldChg>
      <pc:sldChg chg="modSp modCm">
        <pc:chgData name="Sam Duncan" userId="S::sduncan@openboxsoftware.com::c1d0992b-0ec5-443a-8c6c-87e1361e2b1d" providerId="AD" clId="Web-{63660C37-A4F4-C541-5465-2F7A743DACCB}" dt="2023-04-20T10:34:36.779" v="221" actId="20577"/>
        <pc:sldMkLst>
          <pc:docMk/>
          <pc:sldMk cId="757636474" sldId="473"/>
        </pc:sldMkLst>
        <pc:spChg chg="mod">
          <ac:chgData name="Sam Duncan" userId="S::sduncan@openboxsoftware.com::c1d0992b-0ec5-443a-8c6c-87e1361e2b1d" providerId="AD" clId="Web-{63660C37-A4F4-C541-5465-2F7A743DACCB}" dt="2023-04-20T10:34:36.779" v="221" actId="20577"/>
          <ac:spMkLst>
            <pc:docMk/>
            <pc:sldMk cId="757636474" sldId="473"/>
            <ac:spMk id="4" creationId="{0BD9C0A2-DB7F-029C-8F66-571ECC6DF00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am Duncan" userId="S::sduncan@openboxsoftware.com::c1d0992b-0ec5-443a-8c6c-87e1361e2b1d" providerId="AD" clId="Web-{63660C37-A4F4-C541-5465-2F7A743DACCB}" dt="2023-04-20T10:34:27.856" v="220" actId="20577"/>
              <pc2:cmMkLst xmlns:pc2="http://schemas.microsoft.com/office/powerpoint/2019/9/main/command">
                <pc:docMk/>
                <pc:sldMk cId="757636474" sldId="473"/>
                <pc2:cmMk id="{46F230ED-63FF-B540-A2CD-A7F167771F72}"/>
              </pc2:cmMkLst>
            </pc226:cmChg>
          </p:ext>
        </pc:extLst>
      </pc:sldChg>
      <pc:sldChg chg="modSp">
        <pc:chgData name="Sam Duncan" userId="S::sduncan@openboxsoftware.com::c1d0992b-0ec5-443a-8c6c-87e1361e2b1d" providerId="AD" clId="Web-{63660C37-A4F4-C541-5465-2F7A743DACCB}" dt="2023-04-20T13:29:18.556" v="261" actId="20577"/>
        <pc:sldMkLst>
          <pc:docMk/>
          <pc:sldMk cId="3299119000" sldId="525"/>
        </pc:sldMkLst>
        <pc:spChg chg="mod">
          <ac:chgData name="Sam Duncan" userId="S::sduncan@openboxsoftware.com::c1d0992b-0ec5-443a-8c6c-87e1361e2b1d" providerId="AD" clId="Web-{63660C37-A4F4-C541-5465-2F7A743DACCB}" dt="2023-04-20T13:29:18.556" v="261" actId="20577"/>
          <ac:spMkLst>
            <pc:docMk/>
            <pc:sldMk cId="3299119000" sldId="525"/>
            <ac:spMk id="8" creationId="{D549484D-4654-A278-ABB8-C52FC27AC308}"/>
          </ac:spMkLst>
        </pc:spChg>
      </pc:sldChg>
      <pc:sldChg chg="modSp">
        <pc:chgData name="Sam Duncan" userId="S::sduncan@openboxsoftware.com::c1d0992b-0ec5-443a-8c6c-87e1361e2b1d" providerId="AD" clId="Web-{63660C37-A4F4-C541-5465-2F7A743DACCB}" dt="2023-04-20T13:36:48.897" v="302" actId="20577"/>
        <pc:sldMkLst>
          <pc:docMk/>
          <pc:sldMk cId="3279054808" sldId="526"/>
        </pc:sldMkLst>
        <pc:spChg chg="mod">
          <ac:chgData name="Sam Duncan" userId="S::sduncan@openboxsoftware.com::c1d0992b-0ec5-443a-8c6c-87e1361e2b1d" providerId="AD" clId="Web-{63660C37-A4F4-C541-5465-2F7A743DACCB}" dt="2023-04-20T13:36:48.897" v="302" actId="20577"/>
          <ac:spMkLst>
            <pc:docMk/>
            <pc:sldMk cId="3279054808" sldId="526"/>
            <ac:spMk id="3" creationId="{EB692EA3-BF92-5420-F71E-B85E93CA96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16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473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55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195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895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328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215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782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740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378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27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1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28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87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3" y="1105593"/>
            <a:ext cx="3534140" cy="11503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A07E050-8C54-7325-478B-2D9B8EAF54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057" y="1230543"/>
            <a:ext cx="4343400" cy="90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396230"/>
            <a:ext cx="10424160" cy="1032770"/>
          </a:xfrm>
        </p:spPr>
        <p:txBody>
          <a:bodyPr lIns="91440" tIns="45720" rIns="91440" bIns="45720" anchor="b"/>
          <a:lstStyle/>
          <a:p>
            <a:r>
              <a:rPr lang="en-ZA" sz="4800">
                <a:latin typeface="Proxima Nova Lt"/>
              </a:rPr>
              <a:t>Void Management</a:t>
            </a:r>
            <a:endParaRPr lang="en-ZA" sz="4800"/>
          </a:p>
        </p:txBody>
      </p:sp>
      <p:pic>
        <p:nvPicPr>
          <p:cNvPr id="12290" name="Picture 2" descr="Image result for salesforce logo">
            <a:extLst>
              <a:ext uri="{FF2B5EF4-FFF2-40B4-BE49-F238E27FC236}">
                <a16:creationId xmlns:a16="http://schemas.microsoft.com/office/drawing/2014/main" id="{7CDFABAC-7B06-AB34-C319-D18E7B6F9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25" y="3632200"/>
            <a:ext cx="1743075" cy="86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95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7FEF9-4770-2B94-3FFB-F2022095DF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ctr"/>
          <a:lstStyle/>
          <a:p>
            <a:r>
              <a:rPr lang="en-GB"/>
              <a:t>Refresh/Refurb/Tenant retained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Draft Future State Flow Diagram</a:t>
            </a:r>
            <a:endParaRPr lang="en-US"/>
          </a:p>
        </p:txBody>
      </p:sp>
      <p:pic>
        <p:nvPicPr>
          <p:cNvPr id="2" name="Picture 3" descr="Diagram&#10;&#10;Description automatically generated">
            <a:extLst>
              <a:ext uri="{FF2B5EF4-FFF2-40B4-BE49-F238E27FC236}">
                <a16:creationId xmlns:a16="http://schemas.microsoft.com/office/drawing/2014/main" id="{CA10ADDD-2B21-E552-22C1-95BE39096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19" y="1756478"/>
            <a:ext cx="5616766" cy="4777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339D3-C178-4745-2D54-BE7D15208773}"/>
              </a:ext>
            </a:extLst>
          </p:cNvPr>
          <p:cNvSpPr txBox="1"/>
          <p:nvPr/>
        </p:nvSpPr>
        <p:spPr>
          <a:xfrm>
            <a:off x="7216047" y="2368626"/>
            <a:ext cx="429657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latin typeface="Verdana"/>
                <a:ea typeface="Verdana"/>
              </a:rPr>
              <a:t>Updated draft version supplied by Grainger to incorporate detail discussed on calls and focus on dependencies, inputs and outputs for each high-level task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34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BD812-6AF6-66F4-0896-E83E557E1D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ctr"/>
          <a:lstStyle/>
          <a:p>
            <a:r>
              <a:rPr lang="en-GB"/>
              <a:t>Unit to be Sold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Draft Future State Flow Diagram  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B1FF46EA-577E-550D-E9E7-033268AD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87" y="1815067"/>
            <a:ext cx="5130188" cy="434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1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Feature Backlog - WIP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B3BF3-DE3A-D3C4-ACA1-7868BE7A68F9}"/>
              </a:ext>
            </a:extLst>
          </p:cNvPr>
          <p:cNvSpPr txBox="1"/>
          <p:nvPr/>
        </p:nvSpPr>
        <p:spPr>
          <a:xfrm>
            <a:off x="7210426" y="1716795"/>
            <a:ext cx="31242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GB" sz="1000">
                <a:latin typeface="Verdana"/>
                <a:ea typeface="Verdana"/>
              </a:rPr>
              <a:t>~80 user stories as of 24 April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GB" sz="1000">
                <a:latin typeface="Verdana"/>
                <a:ea typeface="Verdana"/>
              </a:rPr>
              <a:t>To be loaded into Grainger JIRA for prioritisation and refinement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640B0-CDF0-008D-2608-54988744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" y="1260869"/>
            <a:ext cx="5135880" cy="53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4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Future State Data Model - WIP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8610747-F1CD-6D80-0E7C-95C92BE7B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49" y="1370223"/>
            <a:ext cx="5166911" cy="5035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5119E2-C568-6C0F-DA89-F98E83944655}"/>
              </a:ext>
            </a:extLst>
          </p:cNvPr>
          <p:cNvSpPr txBox="1"/>
          <p:nvPr/>
        </p:nvSpPr>
        <p:spPr>
          <a:xfrm>
            <a:off x="7418023" y="1551542"/>
            <a:ext cx="42965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latin typeface="Verdana"/>
                <a:ea typeface="Verdana"/>
              </a:rPr>
              <a:t>Incorporates hypothesized Void, Milestone + Task object model, to be validated with Grainger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4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Planned Activities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825559"/>
              </p:ext>
            </p:extLst>
          </p:nvPr>
        </p:nvGraphicFramePr>
        <p:xfrm>
          <a:off x="882931" y="1290494"/>
          <a:ext cx="10035005" cy="5217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02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5903507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560896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Open Box Estimated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Meeting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: </a:t>
                      </a:r>
                      <a:r>
                        <a:rPr lang="en-GB" sz="1400" b="0" kern="120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 Demo</a:t>
                      </a:r>
                      <a:endParaRPr lang="en-US" b="0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: TBD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Duration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: 1.5 hours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Grainger Team</a:t>
                      </a:r>
                      <a:endParaRPr lang="en-US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Sam, Nikki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marR="0" lvl="1" indent="-285750" algn="l" rtl="0" fontAlgn="t" latinLnBrk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Understand the void-related information in </a:t>
                      </a:r>
                      <a:r>
                        <a:rPr lang="en-US" sz="1400" kern="1200" noProof="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 &amp; what should remain vs move to a SF void process.</a:t>
                      </a:r>
                      <a:endParaRPr lang="en-US"/>
                    </a:p>
                    <a:p>
                      <a:pPr marL="447675" marR="0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Understand how </a:t>
                      </a:r>
                      <a:r>
                        <a:rPr lang="en-US" sz="1400" kern="1200" noProof="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 defines leases with a Salesforce tenancy object in mind.</a:t>
                      </a:r>
                      <a:endParaRPr lang="en-US"/>
                    </a:p>
                    <a:p>
                      <a:pPr marL="447675" marR="0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Existing integration capabilities.</a:t>
                      </a: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3 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87473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Meeting: 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Document Management</a:t>
                      </a:r>
                      <a:endParaRPr lang="en-US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</a:rPr>
                        <a:t>Date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: TBD</a:t>
                      </a:r>
                      <a:endParaRPr lang="en-US" sz="1400" b="0" i="0" u="none" strike="noStrike" kern="1200" noProof="0">
                        <a:solidFill>
                          <a:srgbClr val="6E7878"/>
                        </a:solidFill>
                      </a:endParaRP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</a:rPr>
                        <a:t>Duration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: 0.5 hours</a:t>
                      </a:r>
                      <a:endParaRPr lang="en-GB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Grainger Team</a:t>
                      </a:r>
                      <a:endParaRPr lang="en-GB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Sam, Nikki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marR="0" lvl="1" indent="-28575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where void-related documents should be saved &amp;, if not in SF, understand existing integration capabilities.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1308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</a:rPr>
                        <a:t>Meeting: Salesforce Property review</a:t>
                      </a:r>
                      <a:endParaRPr lang="en-US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Date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: TBD</a:t>
                      </a:r>
                      <a:endParaRPr lang="en-US" sz="1400" b="0" i="0" u="none" strike="noStrike" kern="1200" noProof="0">
                        <a:solidFill>
                          <a:srgbClr val="6E7878"/>
                        </a:solidFill>
                        <a:latin typeface="Proxima Nova Lt"/>
                      </a:endParaRP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Duration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: 1 hours</a:t>
                      </a:r>
                      <a:endParaRPr lang="en-GB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Grainger Team</a:t>
                      </a:r>
                      <a:endParaRPr lang="en-US" sz="1400" b="0" i="0" u="none" strike="noStrike" kern="1200" noProof="0">
                        <a:solidFill>
                          <a:srgbClr val="6E7878"/>
                        </a:solidFill>
                        <a:latin typeface="Proxima Nova Lt"/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Sam, Nikki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Deeper dive into the aspects of current functionality (unit data) that overlaps with void process &amp; possible changes required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3835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Complete feature backlog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Capture all user stories in JIRA backlog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16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5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54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Planned Activities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645949"/>
              </p:ext>
            </p:extLst>
          </p:nvPr>
        </p:nvGraphicFramePr>
        <p:xfrm>
          <a:off x="882931" y="1290494"/>
          <a:ext cx="9998427" cy="343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01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4530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3296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Open Box Estimated Billable </a:t>
                      </a:r>
                      <a:br>
                        <a:rPr lang="en-GB" sz="1400" kern="1200">
                          <a:solidFill>
                            <a:srgbClr val="FFFFFF"/>
                          </a:solidFill>
                          <a:latin typeface="+mj-lt"/>
                          <a:ea typeface="Verdana"/>
                          <a:cs typeface="+mn-cs"/>
                        </a:rPr>
                      </a:b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Finalise future state process flows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marR="0" lvl="1" indent="-285750" algn="l" rtl="0" fontAlgn="t" latinLnBrk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Complete future state process flows</a:t>
                      </a:r>
                    </a:p>
                    <a:p>
                      <a:pPr marL="447675" marR="0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with Grainger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87473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Create Salesforce High Level Design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61925" marR="0" lvl="1" indent="0" algn="l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Technical Architect to create High Level Design Document (HLD) covering proposed solution areas:</a:t>
                      </a:r>
                    </a:p>
                    <a:p>
                      <a:pPr marL="447675" marR="0" lvl="1" indent="-285750" algn="l" defTabSz="91440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Integration </a:t>
                      </a: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Data Sharing 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Document Management 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Licensing 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Data Model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1308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5785B8-F06E-D280-A545-33E2CB191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22414"/>
              </p:ext>
            </p:extLst>
          </p:nvPr>
        </p:nvGraphicFramePr>
        <p:xfrm>
          <a:off x="3433590" y="5517614"/>
          <a:ext cx="7415789" cy="495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072">
                  <a:extLst>
                    <a:ext uri="{9D8B030D-6E8A-4147-A177-3AD203B41FA5}">
                      <a16:colId xmlns:a16="http://schemas.microsoft.com/office/drawing/2014/main" val="1175068084"/>
                    </a:ext>
                  </a:extLst>
                </a:gridCol>
                <a:gridCol w="1163717">
                  <a:extLst>
                    <a:ext uri="{9D8B030D-6E8A-4147-A177-3AD203B41FA5}">
                      <a16:colId xmlns:a16="http://schemas.microsoft.com/office/drawing/2014/main" val="2006363987"/>
                    </a:ext>
                  </a:extLst>
                </a:gridCol>
              </a:tblGrid>
              <a:tr h="495759">
                <a:tc>
                  <a:txBody>
                    <a:bodyPr/>
                    <a:lstStyle/>
                    <a:p>
                      <a:r>
                        <a:rPr lang="en-GB"/>
                        <a:t>Estimated Hours Remaining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80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84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4CE4A1-8ECE-C29D-93FB-98B7D86CBB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Timelines &amp; Deliverables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B692EA3-BF92-5420-F71E-B85E93CA96C0}"/>
              </a:ext>
            </a:extLst>
          </p:cNvPr>
          <p:cNvSpPr txBox="1">
            <a:spLocks/>
          </p:cNvSpPr>
          <p:nvPr/>
        </p:nvSpPr>
        <p:spPr>
          <a:xfrm>
            <a:off x="940445" y="1649433"/>
            <a:ext cx="5807975" cy="389560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cap="all">
                <a:solidFill>
                  <a:schemeClr val="bg2"/>
                </a:solidFill>
                <a:latin typeface="Proxima Nova Rg"/>
              </a:rPr>
              <a:t>Budget</a:t>
            </a:r>
            <a:endParaRPr lang="en-US" sz="1400" b="1">
              <a:solidFill>
                <a:schemeClr val="bg2"/>
              </a:solidFill>
              <a:latin typeface="Proxima Nova Rg"/>
            </a:endParaRPr>
          </a:p>
          <a:p>
            <a:pPr marL="0" indent="0">
              <a:buNone/>
            </a:pPr>
            <a:endParaRPr lang="en-US" sz="1600" b="1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r>
              <a:rPr lang="en-US" sz="1400" cap="all">
                <a:solidFill>
                  <a:schemeClr val="bg2"/>
                </a:solidFill>
                <a:latin typeface="Proxima Nova Rg"/>
              </a:rPr>
              <a:t>Timeline</a:t>
            </a:r>
            <a:endParaRPr lang="en-US" sz="1600" b="1">
              <a:solidFill>
                <a:schemeClr val="bg2"/>
              </a:solidFill>
              <a:latin typeface="Proxima Nova Lt"/>
            </a:endParaRPr>
          </a:p>
          <a:p>
            <a:pPr marL="0" indent="0"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3 weeks remaining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E8A2B8-14FA-0894-84AE-F0312F4ED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99742"/>
              </p:ext>
            </p:extLst>
          </p:nvPr>
        </p:nvGraphicFramePr>
        <p:xfrm>
          <a:off x="1023412" y="1996304"/>
          <a:ext cx="5072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754">
                  <a:extLst>
                    <a:ext uri="{9D8B030D-6E8A-4147-A177-3AD203B41FA5}">
                      <a16:colId xmlns:a16="http://schemas.microsoft.com/office/drawing/2014/main" val="3401707390"/>
                    </a:ext>
                  </a:extLst>
                </a:gridCol>
                <a:gridCol w="1488041">
                  <a:extLst>
                    <a:ext uri="{9D8B030D-6E8A-4147-A177-3AD203B41FA5}">
                      <a16:colId xmlns:a16="http://schemas.microsoft.com/office/drawing/2014/main" val="4104292272"/>
                    </a:ext>
                  </a:extLst>
                </a:gridCol>
                <a:gridCol w="2045793">
                  <a:extLst>
                    <a:ext uri="{9D8B030D-6E8A-4147-A177-3AD203B41FA5}">
                      <a16:colId xmlns:a16="http://schemas.microsoft.com/office/drawing/2014/main" val="2622362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Effort</a:t>
                      </a:r>
                      <a:endParaRPr lang="en-ZA" sz="140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Hours</a:t>
                      </a:r>
                      <a:endParaRPr lang="en-ZA" sz="140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Cost</a:t>
                      </a:r>
                      <a:endParaRPr lang="en-ZA" sz="140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235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Spent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30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£4,500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68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Forecast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80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£12,000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0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Total</a:t>
                      </a:r>
                      <a:endParaRPr lang="en-ZA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110</a:t>
                      </a:r>
                      <a:endParaRPr lang="en-ZA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£16,500</a:t>
                      </a:r>
                      <a:endParaRPr lang="en-ZA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33644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3256997-62AC-AF06-D924-2BE2C1AA2216}"/>
              </a:ext>
            </a:extLst>
          </p:cNvPr>
          <p:cNvSpPr/>
          <p:nvPr/>
        </p:nvSpPr>
        <p:spPr>
          <a:xfrm>
            <a:off x="7010400" y="1254497"/>
            <a:ext cx="4057651" cy="426068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B338CC4-5D62-AF5E-42BC-09CF4D7BB5B6}"/>
              </a:ext>
            </a:extLst>
          </p:cNvPr>
          <p:cNvSpPr txBox="1">
            <a:spLocks/>
          </p:cNvSpPr>
          <p:nvPr/>
        </p:nvSpPr>
        <p:spPr>
          <a:xfrm>
            <a:off x="8229964" y="1098347"/>
            <a:ext cx="1618522" cy="312398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cap="all">
                <a:solidFill>
                  <a:srgbClr val="BCD727"/>
                </a:solidFill>
                <a:latin typeface="Proxima Nova Rg"/>
              </a:rPr>
              <a:t>DELIVERABLES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9484D-4654-A278-ABB8-C52FC27AC308}"/>
              </a:ext>
            </a:extLst>
          </p:cNvPr>
          <p:cNvSpPr/>
          <p:nvPr/>
        </p:nvSpPr>
        <p:spPr>
          <a:xfrm>
            <a:off x="7200901" y="1605113"/>
            <a:ext cx="3647082" cy="37918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400">
                <a:solidFill>
                  <a:srgbClr val="595959"/>
                </a:solidFill>
                <a:latin typeface="Proxima Nova Lt"/>
              </a:rPr>
              <a:t>Feature Backlog in Grainger PLC JIRA instance</a:t>
            </a:r>
            <a:endParaRPr lang="en-US" sz="1400">
              <a:solidFill>
                <a:srgbClr val="595959"/>
              </a:solidFill>
              <a:latin typeface="Proxima Nova Lt"/>
            </a:endParaRPr>
          </a:p>
          <a:p>
            <a:pPr marL="285750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400">
                <a:solidFill>
                  <a:srgbClr val="595959"/>
                </a:solidFill>
                <a:latin typeface="Proxima Nova Lt"/>
              </a:rPr>
              <a:t>High Level Design:</a:t>
            </a:r>
            <a:endParaRPr lang="en-US" sz="14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Integration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Data Sharing</a:t>
            </a: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Document Management</a:t>
            </a: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Licensing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Data Model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Process Flow - Future State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285750" lvl="1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400">
                <a:solidFill>
                  <a:srgbClr val="595959"/>
                </a:solidFill>
                <a:ea typeface="+mn-lt"/>
                <a:cs typeface="+mn-lt"/>
              </a:rPr>
              <a:t>Project Proposal </a:t>
            </a:r>
            <a:endParaRPr lang="en-ZA" sz="1400">
              <a:solidFill>
                <a:srgbClr val="595959"/>
              </a:solidFill>
              <a:latin typeface="Proxima Nova Lt"/>
            </a:endParaRPr>
          </a:p>
          <a:p>
            <a:pPr marL="742950" lvl="2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Project Methodology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2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Costs &amp; Timelines</a:t>
            </a:r>
            <a:endParaRPr lang="en-GB" sz="1200">
              <a:solidFill>
                <a:srgbClr val="595959"/>
              </a:solidFill>
              <a:latin typeface="Proxima Nova Lt"/>
            </a:endParaRPr>
          </a:p>
        </p:txBody>
      </p:sp>
    </p:spTree>
    <p:extLst>
      <p:ext uri="{BB962C8B-B14F-4D97-AF65-F5344CB8AC3E}">
        <p14:creationId xmlns:p14="http://schemas.microsoft.com/office/powerpoint/2010/main" val="3299119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4CE4A1-8ECE-C29D-93FB-98B7D86CBB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B692EA3-BF92-5420-F71E-B85E93CA96C0}"/>
              </a:ext>
            </a:extLst>
          </p:cNvPr>
          <p:cNvSpPr txBox="1">
            <a:spLocks/>
          </p:cNvSpPr>
          <p:nvPr/>
        </p:nvSpPr>
        <p:spPr>
          <a:xfrm>
            <a:off x="940445" y="1533524"/>
            <a:ext cx="9865377" cy="39719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</a:rPr>
              <a:t>Grainger to approve additional hours</a:t>
            </a: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</a:rPr>
              <a:t>Setup "Introduction to Open Box Agile" session with Grainger 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  <a:cs typeface="Arial"/>
              </a:rPr>
              <a:t>Schedule remaining demos and requirement gathering sessions</a:t>
            </a: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  <a:cs typeface="Arial"/>
              </a:rPr>
              <a:t>Review draft process flows with Grainger</a:t>
            </a: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</a:rPr>
              <a:t>Setup weekly PM calls for next 3 weeks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ZA" sz="1400"/>
          </a:p>
        </p:txBody>
      </p:sp>
    </p:spTree>
    <p:extLst>
      <p:ext uri="{BB962C8B-B14F-4D97-AF65-F5344CB8AC3E}">
        <p14:creationId xmlns:p14="http://schemas.microsoft.com/office/powerpoint/2010/main" val="3279054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966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en-ZA">
                <a:latin typeface="Proxima Nova Lt"/>
              </a:rPr>
              <a:t>Appendix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5705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Completed Activities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025002"/>
              </p:ext>
            </p:extLst>
          </p:nvPr>
        </p:nvGraphicFramePr>
        <p:xfrm>
          <a:off x="882931" y="1290494"/>
          <a:ext cx="10782294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86">
                  <a:extLst>
                    <a:ext uri="{9D8B030D-6E8A-4147-A177-3AD203B41FA5}">
                      <a16:colId xmlns:a16="http://schemas.microsoft.com/office/drawing/2014/main" val="1002273058"/>
                    </a:ext>
                  </a:extLst>
                </a:gridCol>
                <a:gridCol w="2247745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6365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6498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Meeting &amp;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Key Understandings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Billed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15th November 2022 </a:t>
                      </a:r>
                      <a:b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</a:b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Grainger Salesforce Demo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Sam, Jacob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Reviewed current Lead-to-Lease process in Salesforce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Renewals are a labour-intensive manual process (±400 in March, ±1500 in September)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Business has no visibility into status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90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31st Jan 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current state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Jon, Sam, Lauren, Paul, Brendan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Void process crosses 6/7 teams (±60 users) and 5 different systems</a:t>
                      </a:r>
                      <a:endParaRPr lang="en-US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Void process needs to be thought of in terms of 2 key journeys:</a:t>
                      </a:r>
                      <a:endParaRPr lang="en-US"/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Customer Journey</a:t>
                      </a:r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Property Journey</a:t>
                      </a:r>
                    </a:p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The future state should be mapped to 6/7 milestones with multiple parallel tasks within each milestone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First release of new void management process should focus on visibility rather than automation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End of tenancy (final 2 months) still needs to be mapped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Much of the process is not about systems - it is about standardising other elements like contracting partners and rates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0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3rd Feb 30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Follow Up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Jon, Sam, Lauren Costa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No single user/team is currently considered to be the owner of the void process</a:t>
                      </a:r>
                      <a:endParaRPr lang="en-US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Ideally this should be owned by the PM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958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790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Completed Activities 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849367"/>
              </p:ext>
            </p:extLst>
          </p:nvPr>
        </p:nvGraphicFramePr>
        <p:xfrm>
          <a:off x="882931" y="1290494"/>
          <a:ext cx="1078229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86">
                  <a:extLst>
                    <a:ext uri="{9D8B030D-6E8A-4147-A177-3AD203B41FA5}">
                      <a16:colId xmlns:a16="http://schemas.microsoft.com/office/drawing/2014/main" val="1002273058"/>
                    </a:ext>
                  </a:extLst>
                </a:gridCol>
                <a:gridCol w="2247745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6365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6498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Meeting &amp;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Key Understandings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Billed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17th March 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Open Box / Grainger meet the core team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Jacob, Jon, Anita, 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Anita’s team use Salesforce daily, but do a lot of manual work to update other systems that are not integrated to Salesforce</a:t>
                      </a:r>
                      <a:endParaRPr lang="en-US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E.g., leases are created manually in Qube – opportunity for integration + automation</a:t>
                      </a:r>
                      <a:endParaRPr lang="en-US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Anita’s team are looking for improvements to reduce manual work so they’re able to onboard ±1800 new units</a:t>
                      </a:r>
                    </a:p>
                    <a:p>
                      <a:pPr marL="285750" marR="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There is currently no update from Qube -&gt; Salesforce, hence no way to see actual tenancy status in Salesforce (early exits, rolling tenancies etc.)</a:t>
                      </a:r>
                    </a:p>
                    <a:p>
                      <a:pPr marL="285750" marR="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Other opportunities for improvement:</a:t>
                      </a:r>
                      <a:endParaRPr lang="en-GB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Cases for managing complaints</a:t>
                      </a:r>
                      <a:endParaRPr lang="en-GB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Exposing tenant payment status in Salesforce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87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22nd March 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of future state mocked up by Jonathan</a:t>
                      </a:r>
                    </a:p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Jacob, Jon, Anita, Sam, Nikki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Variations possible within the process:</a:t>
                      </a:r>
                      <a:endParaRPr lang="en-US"/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Refresh vs refurb</a:t>
                      </a:r>
                      <a:endParaRPr lang="en-GB"/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Tenant retention &amp; unit sale</a:t>
                      </a:r>
                      <a:endParaRPr lang="en-GB"/>
                    </a:p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Task dependencies &amp; parallel flows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How the process starts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KPI requirements 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High level requirements around move out email with web forms &amp; ability for tenant to capture deposit return instruction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43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078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Completed Activities 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117697"/>
              </p:ext>
            </p:extLst>
          </p:nvPr>
        </p:nvGraphicFramePr>
        <p:xfrm>
          <a:off x="882931" y="1290494"/>
          <a:ext cx="10782294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86">
                  <a:extLst>
                    <a:ext uri="{9D8B030D-6E8A-4147-A177-3AD203B41FA5}">
                      <a16:colId xmlns:a16="http://schemas.microsoft.com/office/drawing/2014/main" val="1002273058"/>
                    </a:ext>
                  </a:extLst>
                </a:gridCol>
                <a:gridCol w="2247745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6365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6498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Meeting &amp;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Key Understandings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Billed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3rd April 1. 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FSI Demo &amp; Grep Overview</a:t>
                      </a:r>
                    </a:p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Jacob, Jon, Anita, </a:t>
                      </a:r>
                      <a:r>
                        <a:rPr lang="en-GB" sz="1400" kern="120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Jaic</a:t>
                      </a: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 George, Mike Jones, Sam, Nikki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Grep middleware has near real-time capabilities for Salesforce integration 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FSI integration capabilities &amp; resources are available 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 upgrades are planned (separate project) to automate tenant &amp; lease creation from a Salesforce opportunity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Functionality that needs to remain in FSI vs. other move out tasks that are not functioning effectively in FSI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Relationship between FSI void-related tasks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Emails generated – internal and tenant emails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87473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Analysis and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Drafting process flow diagrams</a:t>
                      </a: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Creating feature backlog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Designing hypothesized future state data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14800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894031E-1475-692D-CFF6-AD696E97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98206"/>
              </p:ext>
            </p:extLst>
          </p:nvPr>
        </p:nvGraphicFramePr>
        <p:xfrm>
          <a:off x="4213951" y="4939228"/>
          <a:ext cx="7415789" cy="495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072">
                  <a:extLst>
                    <a:ext uri="{9D8B030D-6E8A-4147-A177-3AD203B41FA5}">
                      <a16:colId xmlns:a16="http://schemas.microsoft.com/office/drawing/2014/main" val="1175068084"/>
                    </a:ext>
                  </a:extLst>
                </a:gridCol>
                <a:gridCol w="1163717">
                  <a:extLst>
                    <a:ext uri="{9D8B030D-6E8A-4147-A177-3AD203B41FA5}">
                      <a16:colId xmlns:a16="http://schemas.microsoft.com/office/drawing/2014/main" val="2006363987"/>
                    </a:ext>
                  </a:extLst>
                </a:gridCol>
              </a:tblGrid>
              <a:tr h="495759">
                <a:tc>
                  <a:txBody>
                    <a:bodyPr/>
                    <a:lstStyle/>
                    <a:p>
                      <a:r>
                        <a:rPr lang="en-GB"/>
                        <a:t>Total Billable Hours as of 24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84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755917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13</Value>
      <Value>11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Information</TermName>
          <TermId xmlns="http://schemas.microsoft.com/office/infopath/2007/PartnerControls">daa73be0-193e-45ef-b7b0-ef595ceacf72</TermId>
        </TermInfo>
      </Terms>
    </k6ebf865df8440b3a55c1aa81c9bae7c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f0dc22cb723843c1bfbb2e8bcc9db6e4 xmlns="1ffbd5dc-7a64-4097-8396-87f6c90b212f">
      <Terms xmlns="http://schemas.microsoft.com/office/infopath/2007/PartnerControls"/>
    </f0dc22cb723843c1bfbb2e8bcc9db6e4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cc5b35c14551bc84fa511620c08c72d3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b285b6c99b2848c5919a8e3238727545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readOnly="false" ma:default="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ma:taxonomy="true" ma:internalName="k6ebf865df8440b3a55c1aa81c9bae7c" ma:taxonomyFieldName="Project_x0020_Document_x0020_Type" ma:displayName="Project Document Type" ma:default="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D72C02-E279-4A6C-B107-81FD29039443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200396C-761C-4561-958D-9BADC91C6D12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Application>Microsoft Office PowerPoint</Application>
  <PresentationFormat>Widescreen</PresentationFormat>
  <Slides>14</Slides>
  <Notes>10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1. Title Slides</vt:lpstr>
      <vt:lpstr>1_1. Title Slides</vt:lpstr>
      <vt:lpstr>2. Agenda</vt:lpstr>
      <vt:lpstr>3. City Background</vt:lpstr>
      <vt:lpstr>4. Blank Background</vt:lpstr>
      <vt:lpstr>Full Blank</vt:lpstr>
      <vt:lpstr>Void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revision>1</cp:revision>
  <dcterms:created xsi:type="dcterms:W3CDTF">2017-07-12T09:03:21Z</dcterms:created>
  <dcterms:modified xsi:type="dcterms:W3CDTF">2023-04-24T14:59:31Z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/>
  </property>
  <property fmtid="{D5CDD505-2E9C-101B-9397-08002B2CF9AE}" pid="15" name="Division">
    <vt:lpwstr>13;#Salesforce|65ce3b0d-68ef-4d0b-ac56-177d5509cec4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SharedWithUsers">
    <vt:lpwstr>177;#Handre Van Der Merwe;#210;#Sam Duncan;#23;#Craig Mackintosh</vt:lpwstr>
  </property>
  <property fmtid="{D5CDD505-2E9C-101B-9397-08002B2CF9AE}" pid="19" name="Prospective Client">
    <vt:lpwstr/>
  </property>
  <property fmtid="{D5CDD505-2E9C-101B-9397-08002B2CF9AE}" pid="20" name="Prospective_x0020_Client">
    <vt:lpwstr/>
  </property>
  <property fmtid="{D5CDD505-2E9C-101B-9397-08002B2CF9AE}" pid="21" name="Project_x0020_Document_x0020_Type">
    <vt:lpwstr/>
  </property>
  <property fmtid="{D5CDD505-2E9C-101B-9397-08002B2CF9AE}" pid="22" name="Client_x0020_Project">
    <vt:lpwstr/>
  </property>
</Properties>
</file>