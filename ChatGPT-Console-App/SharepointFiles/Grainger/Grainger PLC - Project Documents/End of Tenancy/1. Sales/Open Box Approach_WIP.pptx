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3.xml" ContentType="application/vnd.openxmlformats-officedocument.them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4.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5.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6.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7.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8.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9.xml" ContentType="application/vnd.openxmlformats-officedocument.theme+xml"/>
  <Override PartName="/ppt/theme/theme10.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5"/>
    <p:sldMasterId id="2147483677" r:id="rId6"/>
    <p:sldMasterId id="2147483663" r:id="rId7"/>
    <p:sldMasterId id="2147483653" r:id="rId8"/>
    <p:sldMasterId id="2147483674" r:id="rId9"/>
    <p:sldMasterId id="2147483659" r:id="rId10"/>
    <p:sldMasterId id="2147483685" r:id="rId11"/>
    <p:sldMasterId id="2147483695" r:id="rId12"/>
    <p:sldMasterId id="2147483698" r:id="rId13"/>
  </p:sldMasterIdLst>
  <p:notesMasterIdLst>
    <p:notesMasterId r:id="rId25"/>
  </p:notesMasterIdLst>
  <p:sldIdLst>
    <p:sldId id="445" r:id="rId14"/>
    <p:sldId id="538" r:id="rId15"/>
    <p:sldId id="536" r:id="rId16"/>
    <p:sldId id="526" r:id="rId17"/>
    <p:sldId id="525" r:id="rId18"/>
    <p:sldId id="440" r:id="rId19"/>
    <p:sldId id="530" r:id="rId20"/>
    <p:sldId id="535" r:id="rId21"/>
    <p:sldId id="531" r:id="rId22"/>
    <p:sldId id="436" r:id="rId23"/>
    <p:sldId id="435"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C724D44-E70E-557A-289E-5B4E739A5B87}" name="Dominique Bolus" initials="DB" userId="S::dbolus@openboxsoftware.com::9bf352f9-5bae-45e5-8ed9-398ff375c3a1" providerId="AD"/>
  <p188:author id="{7F73C65A-CEF6-40B1-EE62-0CBBAD181E89}" name="Lauren Costa" initials="LC" userId="S::lcosta@openboxsoftware.com::3d6c2bbc-0a7c-4cdb-9aa8-ed090636f61e" providerId="AD"/>
  <p188:author id="{8F84CA86-7C15-AA17-D265-F8DF71AA9F54}" name="Gary Benkenstein" initials="GB" userId="S::gbenkenstein@openboxsoftware.com::85d4723c-9759-4045-b699-fdad861fb6d5"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Denzil Morrison" initials="DM" lastIdx="4" clrIdx="0">
    <p:extLst>
      <p:ext uri="{19B8F6BF-5375-455C-9EA6-DF929625EA0E}">
        <p15:presenceInfo xmlns:p15="http://schemas.microsoft.com/office/powerpoint/2012/main" userId="S::dmorrison@openboxsoftware.com::022a2fa8-e5fb-436c-b3b7-4b13dfe212cb" providerId="AD"/>
      </p:ext>
    </p:extLst>
  </p:cmAuthor>
  <p:cmAuthor id="2" name="Lauren Tee" initials="LT" lastIdx="5" clrIdx="1">
    <p:extLst>
      <p:ext uri="{19B8F6BF-5375-455C-9EA6-DF929625EA0E}">
        <p15:presenceInfo xmlns:p15="http://schemas.microsoft.com/office/powerpoint/2012/main" userId="S::ltee@openboxsoftware.com::35bdd194-fe77-461e-b6eb-d2e8f454d8c3" providerId="AD"/>
      </p:ext>
    </p:extLst>
  </p:cmAuthor>
  <p:cmAuthor id="3" name="Brendan Canny" initials="BC" lastIdx="7" clrIdx="2">
    <p:extLst>
      <p:ext uri="{19B8F6BF-5375-455C-9EA6-DF929625EA0E}">
        <p15:presenceInfo xmlns:p15="http://schemas.microsoft.com/office/powerpoint/2012/main" userId="S::bcanny@openboxsoftware.com::8daa1396-034b-48a6-9c47-0380116d5bb2" providerId="AD"/>
      </p:ext>
    </p:extLst>
  </p:cmAuthor>
  <p:cmAuthor id="4" name="Michelle Millar" initials="MM" lastIdx="2" clrIdx="3">
    <p:extLst>
      <p:ext uri="{19B8F6BF-5375-455C-9EA6-DF929625EA0E}">
        <p15:presenceInfo xmlns:p15="http://schemas.microsoft.com/office/powerpoint/2012/main" userId="S::mmillar@openboxsoftware.com::ca2c1bca-f194-43da-b766-a2d0350c5abf"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C2E6"/>
    <a:srgbClr val="E1ED9B"/>
    <a:srgbClr val="BBD627"/>
    <a:srgbClr val="3F48CC"/>
    <a:srgbClr val="FFFFFF"/>
    <a:srgbClr val="FFC13C"/>
    <a:srgbClr val="C1D939"/>
    <a:srgbClr val="009696"/>
    <a:srgbClr val="FCFDF5"/>
    <a:srgbClr val="FAFC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B709745-F15E-4048-525E-EF1E721E4040}" v="97" dt="2025-03-31T07:55:14.68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5" d="100"/>
          <a:sy n="75" d="100"/>
        </p:scale>
        <p:origin x="874"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9.xml"/><Relationship Id="rId18" Type="http://schemas.openxmlformats.org/officeDocument/2006/relationships/slide" Target="slides/slide5.xml"/><Relationship Id="rId26"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slide" Target="slides/slide8.xml"/><Relationship Id="rId7" Type="http://schemas.openxmlformats.org/officeDocument/2006/relationships/slideMaster" Target="slideMasters/slideMaster3.xml"/><Relationship Id="rId12" Type="http://schemas.openxmlformats.org/officeDocument/2006/relationships/slideMaster" Target="slideMasters/slideMaster8.xml"/><Relationship Id="rId17" Type="http://schemas.openxmlformats.org/officeDocument/2006/relationships/slide" Target="slides/slide4.xml"/><Relationship Id="rId25" Type="http://schemas.openxmlformats.org/officeDocument/2006/relationships/notesMaster" Target="notesMasters/notesMaster1.xml"/><Relationship Id="rId33"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3.xml"/><Relationship Id="rId20" Type="http://schemas.openxmlformats.org/officeDocument/2006/relationships/slide" Target="slides/slide7.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slideMaster" Target="slideMasters/slideMaster7.xml"/><Relationship Id="rId24" Type="http://schemas.openxmlformats.org/officeDocument/2006/relationships/slide" Target="slides/slide11.xml"/><Relationship Id="rId32" Type="http://schemas.microsoft.com/office/2015/10/relationships/revisionInfo" Target="revisionInfo.xml"/><Relationship Id="rId5" Type="http://schemas.openxmlformats.org/officeDocument/2006/relationships/slideMaster" Target="slideMasters/slideMaster1.xml"/><Relationship Id="rId15" Type="http://schemas.openxmlformats.org/officeDocument/2006/relationships/slide" Target="slides/slide2.xml"/><Relationship Id="rId23" Type="http://schemas.openxmlformats.org/officeDocument/2006/relationships/slide" Target="slides/slide10.xml"/><Relationship Id="rId28" Type="http://schemas.openxmlformats.org/officeDocument/2006/relationships/viewProps" Target="viewProps.xml"/><Relationship Id="rId10" Type="http://schemas.openxmlformats.org/officeDocument/2006/relationships/slideMaster" Target="slideMasters/slideMaster6.xml"/><Relationship Id="rId19" Type="http://schemas.openxmlformats.org/officeDocument/2006/relationships/slide" Target="slides/slide6.xml"/><Relationship Id="rId31" Type="http://schemas.microsoft.com/office/2016/11/relationships/changesInfo" Target="changesInfos/changesInfo1.xml"/><Relationship Id="rId4" Type="http://schemas.openxmlformats.org/officeDocument/2006/relationships/customXml" Target="../customXml/item4.xml"/><Relationship Id="rId9" Type="http://schemas.openxmlformats.org/officeDocument/2006/relationships/slideMaster" Target="slideMasters/slideMaster5.xml"/><Relationship Id="rId14" Type="http://schemas.openxmlformats.org/officeDocument/2006/relationships/slide" Target="slides/slide1.xml"/><Relationship Id="rId22" Type="http://schemas.openxmlformats.org/officeDocument/2006/relationships/slide" Target="slides/slide9.xml"/><Relationship Id="rId27" Type="http://schemas.openxmlformats.org/officeDocument/2006/relationships/presProps" Target="presProps.xml"/><Relationship Id="rId30" Type="http://schemas.openxmlformats.org/officeDocument/2006/relationships/tableStyles" Target="tableStyles.xml"/><Relationship Id="rId8" Type="http://schemas.openxmlformats.org/officeDocument/2006/relationships/slideMaster" Target="slideMasters/slideMaster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ry Benkenstein" userId="85d4723c-9759-4045-b699-fdad861fb6d5" providerId="ADAL" clId="{3ED6EC58-4B4A-4FC3-9363-D854196FABDE}"/>
    <pc:docChg chg="undo custSel addSld delSld modSld sldOrd">
      <pc:chgData name="Gary Benkenstein" userId="85d4723c-9759-4045-b699-fdad861fb6d5" providerId="ADAL" clId="{3ED6EC58-4B4A-4FC3-9363-D854196FABDE}" dt="2023-05-10T10:50:09.073" v="63" actId="47"/>
      <pc:docMkLst>
        <pc:docMk/>
      </pc:docMkLst>
      <pc:sldChg chg="modSp mod">
        <pc:chgData name="Gary Benkenstein" userId="85d4723c-9759-4045-b699-fdad861fb6d5" providerId="ADAL" clId="{3ED6EC58-4B4A-4FC3-9363-D854196FABDE}" dt="2023-05-10T10:35:56.358" v="58" actId="20577"/>
        <pc:sldMkLst>
          <pc:docMk/>
          <pc:sldMk cId="3758008660" sldId="435"/>
        </pc:sldMkLst>
        <pc:spChg chg="mod">
          <ac:chgData name="Gary Benkenstein" userId="85d4723c-9759-4045-b699-fdad861fb6d5" providerId="ADAL" clId="{3ED6EC58-4B4A-4FC3-9363-D854196FABDE}" dt="2023-05-10T10:35:52.168" v="56" actId="20577"/>
          <ac:spMkLst>
            <pc:docMk/>
            <pc:sldMk cId="3758008660" sldId="435"/>
            <ac:spMk id="2" creationId="{95790587-6989-46CB-8CB9-AAA58DEDB5B1}"/>
          </ac:spMkLst>
        </pc:spChg>
        <pc:spChg chg="mod">
          <ac:chgData name="Gary Benkenstein" userId="85d4723c-9759-4045-b699-fdad861fb6d5" providerId="ADAL" clId="{3ED6EC58-4B4A-4FC3-9363-D854196FABDE}" dt="2023-05-10T10:35:56.358" v="58" actId="20577"/>
          <ac:spMkLst>
            <pc:docMk/>
            <pc:sldMk cId="3758008660" sldId="435"/>
            <ac:spMk id="29" creationId="{D0D13029-7FCE-4659-9B86-CF1918B21B7D}"/>
          </ac:spMkLst>
        </pc:spChg>
      </pc:sldChg>
      <pc:sldChg chg="modSp mod">
        <pc:chgData name="Gary Benkenstein" userId="85d4723c-9759-4045-b699-fdad861fb6d5" providerId="ADAL" clId="{3ED6EC58-4B4A-4FC3-9363-D854196FABDE}" dt="2023-05-09T10:17:26.820" v="49" actId="20577"/>
        <pc:sldMkLst>
          <pc:docMk/>
          <pc:sldMk cId="3483073319" sldId="436"/>
        </pc:sldMkLst>
        <pc:spChg chg="mod">
          <ac:chgData name="Gary Benkenstein" userId="85d4723c-9759-4045-b699-fdad861fb6d5" providerId="ADAL" clId="{3ED6EC58-4B4A-4FC3-9363-D854196FABDE}" dt="2023-05-09T10:17:26.820" v="49" actId="20577"/>
          <ac:spMkLst>
            <pc:docMk/>
            <pc:sldMk cId="3483073319" sldId="436"/>
            <ac:spMk id="18" creationId="{5C14E89F-3717-45CC-B273-790DF0E26401}"/>
          </ac:spMkLst>
        </pc:spChg>
      </pc:sldChg>
      <pc:sldChg chg="del">
        <pc:chgData name="Gary Benkenstein" userId="85d4723c-9759-4045-b699-fdad861fb6d5" providerId="ADAL" clId="{3ED6EC58-4B4A-4FC3-9363-D854196FABDE}" dt="2023-05-08T15:07:36.624" v="18" actId="2696"/>
        <pc:sldMkLst>
          <pc:docMk/>
          <pc:sldMk cId="1570055465" sldId="452"/>
        </pc:sldMkLst>
      </pc:sldChg>
      <pc:sldChg chg="del">
        <pc:chgData name="Gary Benkenstein" userId="85d4723c-9759-4045-b699-fdad861fb6d5" providerId="ADAL" clId="{3ED6EC58-4B4A-4FC3-9363-D854196FABDE}" dt="2023-05-10T10:50:07.657" v="62" actId="47"/>
        <pc:sldMkLst>
          <pc:docMk/>
          <pc:sldMk cId="4266008329" sldId="467"/>
        </pc:sldMkLst>
      </pc:sldChg>
      <pc:sldChg chg="modSp del">
        <pc:chgData name="Gary Benkenstein" userId="85d4723c-9759-4045-b699-fdad861fb6d5" providerId="ADAL" clId="{3ED6EC58-4B4A-4FC3-9363-D854196FABDE}" dt="2023-05-10T10:50:09.073" v="63" actId="47"/>
        <pc:sldMkLst>
          <pc:docMk/>
          <pc:sldMk cId="2034813819" sldId="524"/>
        </pc:sldMkLst>
        <pc:graphicFrameChg chg="mod">
          <ac:chgData name="Gary Benkenstein" userId="85d4723c-9759-4045-b699-fdad861fb6d5" providerId="ADAL" clId="{3ED6EC58-4B4A-4FC3-9363-D854196FABDE}" dt="2023-05-10T10:41:44.134" v="60"/>
          <ac:graphicFrameMkLst>
            <pc:docMk/>
            <pc:sldMk cId="2034813819" sldId="524"/>
            <ac:graphicFrameMk id="3" creationId="{4A71E1E7-E488-49D2-A32D-2860017DDCB5}"/>
          </ac:graphicFrameMkLst>
        </pc:graphicFrameChg>
      </pc:sldChg>
      <pc:sldChg chg="ord">
        <pc:chgData name="Gary Benkenstein" userId="85d4723c-9759-4045-b699-fdad861fb6d5" providerId="ADAL" clId="{3ED6EC58-4B4A-4FC3-9363-D854196FABDE}" dt="2023-05-08T15:10:56.475" v="20"/>
        <pc:sldMkLst>
          <pc:docMk/>
          <pc:sldMk cId="2464578657" sldId="525"/>
        </pc:sldMkLst>
      </pc:sldChg>
      <pc:sldChg chg="modSp mod">
        <pc:chgData name="Gary Benkenstein" userId="85d4723c-9759-4045-b699-fdad861fb6d5" providerId="ADAL" clId="{3ED6EC58-4B4A-4FC3-9363-D854196FABDE}" dt="2023-05-09T10:09:12.463" v="42" actId="6549"/>
        <pc:sldMkLst>
          <pc:docMk/>
          <pc:sldMk cId="3044971168" sldId="530"/>
        </pc:sldMkLst>
        <pc:spChg chg="mod">
          <ac:chgData name="Gary Benkenstein" userId="85d4723c-9759-4045-b699-fdad861fb6d5" providerId="ADAL" clId="{3ED6EC58-4B4A-4FC3-9363-D854196FABDE}" dt="2023-05-09T10:09:00.140" v="41" actId="6549"/>
          <ac:spMkLst>
            <pc:docMk/>
            <pc:sldMk cId="3044971168" sldId="530"/>
            <ac:spMk id="6" creationId="{ED36B2D6-32AE-7B6E-5F76-B3E97C05B412}"/>
          </ac:spMkLst>
        </pc:spChg>
        <pc:spChg chg="mod">
          <ac:chgData name="Gary Benkenstein" userId="85d4723c-9759-4045-b699-fdad861fb6d5" providerId="ADAL" clId="{3ED6EC58-4B4A-4FC3-9363-D854196FABDE}" dt="2023-05-09T10:09:12.463" v="42" actId="6549"/>
          <ac:spMkLst>
            <pc:docMk/>
            <pc:sldMk cId="3044971168" sldId="530"/>
            <ac:spMk id="15" creationId="{B8E60052-4DB9-B9AE-5D5B-3D5898596834}"/>
          </ac:spMkLst>
        </pc:spChg>
      </pc:sldChg>
      <pc:sldChg chg="addSp delSp modSp mod">
        <pc:chgData name="Gary Benkenstein" userId="85d4723c-9759-4045-b699-fdad861fb6d5" providerId="ADAL" clId="{3ED6EC58-4B4A-4FC3-9363-D854196FABDE}" dt="2023-05-10T10:15:26.818" v="55" actId="1076"/>
        <pc:sldMkLst>
          <pc:docMk/>
          <pc:sldMk cId="1976318985" sldId="531"/>
        </pc:sldMkLst>
        <pc:picChg chg="add mod">
          <ac:chgData name="Gary Benkenstein" userId="85d4723c-9759-4045-b699-fdad861fb6d5" providerId="ADAL" clId="{3ED6EC58-4B4A-4FC3-9363-D854196FABDE}" dt="2023-05-10T10:15:26.818" v="55" actId="1076"/>
          <ac:picMkLst>
            <pc:docMk/>
            <pc:sldMk cId="1976318985" sldId="531"/>
            <ac:picMk id="4" creationId="{5AE19F7B-EDDE-3CEB-0177-814F8459789F}"/>
          </ac:picMkLst>
        </pc:picChg>
        <pc:picChg chg="del mod">
          <ac:chgData name="Gary Benkenstein" userId="85d4723c-9759-4045-b699-fdad861fb6d5" providerId="ADAL" clId="{3ED6EC58-4B4A-4FC3-9363-D854196FABDE}" dt="2023-05-10T10:14:51.905" v="53" actId="478"/>
          <ac:picMkLst>
            <pc:docMk/>
            <pc:sldMk cId="1976318985" sldId="531"/>
            <ac:picMk id="7" creationId="{AB340908-8B17-42E6-B672-8B761F3B9977}"/>
          </ac:picMkLst>
        </pc:picChg>
      </pc:sldChg>
      <pc:sldChg chg="addSp delSp modSp mod">
        <pc:chgData name="Gary Benkenstein" userId="85d4723c-9759-4045-b699-fdad861fb6d5" providerId="ADAL" clId="{3ED6EC58-4B4A-4FC3-9363-D854196FABDE}" dt="2023-05-10T10:14:40.846" v="52" actId="1076"/>
        <pc:sldMkLst>
          <pc:docMk/>
          <pc:sldMk cId="2420954147" sldId="535"/>
        </pc:sldMkLst>
        <pc:picChg chg="del">
          <ac:chgData name="Gary Benkenstein" userId="85d4723c-9759-4045-b699-fdad861fb6d5" providerId="ADAL" clId="{3ED6EC58-4B4A-4FC3-9363-D854196FABDE}" dt="2023-05-10T10:14:31.035" v="50" actId="478"/>
          <ac:picMkLst>
            <pc:docMk/>
            <pc:sldMk cId="2420954147" sldId="535"/>
            <ac:picMk id="3" creationId="{FE2D5AD5-563F-0149-B436-4FD1AB32455D}"/>
          </ac:picMkLst>
        </pc:picChg>
        <pc:picChg chg="add mod">
          <ac:chgData name="Gary Benkenstein" userId="85d4723c-9759-4045-b699-fdad861fb6d5" providerId="ADAL" clId="{3ED6EC58-4B4A-4FC3-9363-D854196FABDE}" dt="2023-05-10T10:14:40.846" v="52" actId="1076"/>
          <ac:picMkLst>
            <pc:docMk/>
            <pc:sldMk cId="2420954147" sldId="535"/>
            <ac:picMk id="4" creationId="{5BC4E92A-DFF0-2D79-713E-C74AE4D1FB35}"/>
          </ac:picMkLst>
        </pc:picChg>
      </pc:sldChg>
      <pc:sldChg chg="del">
        <pc:chgData name="Gary Benkenstein" userId="85d4723c-9759-4045-b699-fdad861fb6d5" providerId="ADAL" clId="{3ED6EC58-4B4A-4FC3-9363-D854196FABDE}" dt="2023-05-10T10:50:06.109" v="61" actId="47"/>
        <pc:sldMkLst>
          <pc:docMk/>
          <pc:sldMk cId="1792205849" sldId="537"/>
        </pc:sldMkLst>
      </pc:sldChg>
      <pc:sldChg chg="addSp modSp new mod ord">
        <pc:chgData name="Gary Benkenstein" userId="85d4723c-9759-4045-b699-fdad861fb6d5" providerId="ADAL" clId="{3ED6EC58-4B4A-4FC3-9363-D854196FABDE}" dt="2023-05-08T15:07:28.457" v="17" actId="1076"/>
        <pc:sldMkLst>
          <pc:docMk/>
          <pc:sldMk cId="2868066701" sldId="538"/>
        </pc:sldMkLst>
        <pc:spChg chg="mod">
          <ac:chgData name="Gary Benkenstein" userId="85d4723c-9759-4045-b699-fdad861fb6d5" providerId="ADAL" clId="{3ED6EC58-4B4A-4FC3-9363-D854196FABDE}" dt="2023-05-08T15:07:18.811" v="15" actId="20577"/>
          <ac:spMkLst>
            <pc:docMk/>
            <pc:sldMk cId="2868066701" sldId="538"/>
            <ac:spMk id="2" creationId="{80AEE525-8F8D-7E21-F140-2691C42719D8}"/>
          </ac:spMkLst>
        </pc:spChg>
        <pc:picChg chg="add mod">
          <ac:chgData name="Gary Benkenstein" userId="85d4723c-9759-4045-b699-fdad861fb6d5" providerId="ADAL" clId="{3ED6EC58-4B4A-4FC3-9363-D854196FABDE}" dt="2023-05-08T15:07:28.457" v="17" actId="1076"/>
          <ac:picMkLst>
            <pc:docMk/>
            <pc:sldMk cId="2868066701" sldId="538"/>
            <ac:picMk id="3" creationId="{57185C70-A04D-493B-6974-2FF997FB2C3C}"/>
          </ac:picMkLst>
        </pc:picChg>
      </pc:sldChg>
      <pc:sldChg chg="del">
        <pc:chgData name="Gary Benkenstein" userId="85d4723c-9759-4045-b699-fdad861fb6d5" providerId="ADAL" clId="{3ED6EC58-4B4A-4FC3-9363-D854196FABDE}" dt="2023-05-08T15:07:03.683" v="0" actId="2696"/>
        <pc:sldMkLst>
          <pc:docMk/>
          <pc:sldMk cId="2246068005" sldId="559"/>
        </pc:sldMkLst>
      </pc:sldChg>
      <pc:sldMasterChg chg="delSldLayout">
        <pc:chgData name="Gary Benkenstein" userId="85d4723c-9759-4045-b699-fdad861fb6d5" providerId="ADAL" clId="{3ED6EC58-4B4A-4FC3-9363-D854196FABDE}" dt="2023-05-10T10:50:09.073" v="63" actId="47"/>
        <pc:sldMasterMkLst>
          <pc:docMk/>
          <pc:sldMasterMk cId="3148813084" sldId="2147483653"/>
        </pc:sldMasterMkLst>
        <pc:sldLayoutChg chg="del">
          <pc:chgData name="Gary Benkenstein" userId="85d4723c-9759-4045-b699-fdad861fb6d5" providerId="ADAL" clId="{3ED6EC58-4B4A-4FC3-9363-D854196FABDE}" dt="2023-05-10T10:50:09.073" v="63" actId="47"/>
          <pc:sldLayoutMkLst>
            <pc:docMk/>
            <pc:sldMasterMk cId="3148813084" sldId="2147483653"/>
            <pc:sldLayoutMk cId="3429101507" sldId="2147483700"/>
          </pc:sldLayoutMkLst>
        </pc:sldLayoutChg>
      </pc:sldMasterChg>
    </pc:docChg>
  </pc:docChgLst>
  <pc:docChgLst>
    <pc:chgData name="Shaun Barrett" userId="2e21295b-21c9-4734-b4c8-23b29a1a1ba3" providerId="ADAL" clId="{CD9EEE57-0C08-4E51-ABDF-A0D863DF2841}"/>
    <pc:docChg chg="modSld">
      <pc:chgData name="Shaun Barrett" userId="2e21295b-21c9-4734-b4c8-23b29a1a1ba3" providerId="ADAL" clId="{CD9EEE57-0C08-4E51-ABDF-A0D863DF2841}" dt="2023-05-12T09:34:36.032" v="1"/>
      <pc:docMkLst>
        <pc:docMk/>
      </pc:docMkLst>
      <pc:sldChg chg="addSp delSp modSp">
        <pc:chgData name="Shaun Barrett" userId="2e21295b-21c9-4734-b4c8-23b29a1a1ba3" providerId="ADAL" clId="{CD9EEE57-0C08-4E51-ABDF-A0D863DF2841}" dt="2023-05-12T09:34:36.032" v="1"/>
        <pc:sldMkLst>
          <pc:docMk/>
          <pc:sldMk cId="3044971168" sldId="530"/>
        </pc:sldMkLst>
        <pc:spChg chg="add del mod">
          <ac:chgData name="Shaun Barrett" userId="2e21295b-21c9-4734-b4c8-23b29a1a1ba3" providerId="ADAL" clId="{CD9EEE57-0C08-4E51-ABDF-A0D863DF2841}" dt="2023-05-12T09:34:36.032" v="1"/>
          <ac:spMkLst>
            <pc:docMk/>
            <pc:sldMk cId="3044971168" sldId="530"/>
            <ac:spMk id="3" creationId="{D7474C12-2F05-FB73-744C-8AB196C69613}"/>
          </ac:spMkLst>
        </pc:spChg>
        <pc:spChg chg="add del mod">
          <ac:chgData name="Shaun Barrett" userId="2e21295b-21c9-4734-b4c8-23b29a1a1ba3" providerId="ADAL" clId="{CD9EEE57-0C08-4E51-ABDF-A0D863DF2841}" dt="2023-05-12T09:34:36.032" v="1"/>
          <ac:spMkLst>
            <pc:docMk/>
            <pc:sldMk cId="3044971168" sldId="530"/>
            <ac:spMk id="7" creationId="{F07F6742-B49C-BC64-9F84-211313AD103D}"/>
          </ac:spMkLst>
        </pc:spChg>
        <pc:spChg chg="add del mod">
          <ac:chgData name="Shaun Barrett" userId="2e21295b-21c9-4734-b4c8-23b29a1a1ba3" providerId="ADAL" clId="{CD9EEE57-0C08-4E51-ABDF-A0D863DF2841}" dt="2023-05-12T09:34:36.032" v="1"/>
          <ac:spMkLst>
            <pc:docMk/>
            <pc:sldMk cId="3044971168" sldId="530"/>
            <ac:spMk id="18" creationId="{6ED5CEDD-1A0C-9287-7D30-E4095008DE89}"/>
          </ac:spMkLst>
        </pc:spChg>
        <pc:spChg chg="add del mod">
          <ac:chgData name="Shaun Barrett" userId="2e21295b-21c9-4734-b4c8-23b29a1a1ba3" providerId="ADAL" clId="{CD9EEE57-0C08-4E51-ABDF-A0D863DF2841}" dt="2023-05-12T09:34:36.032" v="1"/>
          <ac:spMkLst>
            <pc:docMk/>
            <pc:sldMk cId="3044971168" sldId="530"/>
            <ac:spMk id="20" creationId="{902826BE-4CDE-CE94-B775-BEB11CC10403}"/>
          </ac:spMkLst>
        </pc:spChg>
        <pc:spChg chg="add del mod">
          <ac:chgData name="Shaun Barrett" userId="2e21295b-21c9-4734-b4c8-23b29a1a1ba3" providerId="ADAL" clId="{CD9EEE57-0C08-4E51-ABDF-A0D863DF2841}" dt="2023-05-12T09:34:36.032" v="1"/>
          <ac:spMkLst>
            <pc:docMk/>
            <pc:sldMk cId="3044971168" sldId="530"/>
            <ac:spMk id="21" creationId="{16E18EF2-3EBD-43E9-2FAE-D04E1C321EA5}"/>
          </ac:spMkLst>
        </pc:spChg>
        <pc:spChg chg="add del mod">
          <ac:chgData name="Shaun Barrett" userId="2e21295b-21c9-4734-b4c8-23b29a1a1ba3" providerId="ADAL" clId="{CD9EEE57-0C08-4E51-ABDF-A0D863DF2841}" dt="2023-05-12T09:34:36.032" v="1"/>
          <ac:spMkLst>
            <pc:docMk/>
            <pc:sldMk cId="3044971168" sldId="530"/>
            <ac:spMk id="22" creationId="{D084F48F-FDD7-3AA7-13C9-EBA33852C5D1}"/>
          </ac:spMkLst>
        </pc:spChg>
        <pc:spChg chg="add del mod">
          <ac:chgData name="Shaun Barrett" userId="2e21295b-21c9-4734-b4c8-23b29a1a1ba3" providerId="ADAL" clId="{CD9EEE57-0C08-4E51-ABDF-A0D863DF2841}" dt="2023-05-12T09:34:36.032" v="1"/>
          <ac:spMkLst>
            <pc:docMk/>
            <pc:sldMk cId="3044971168" sldId="530"/>
            <ac:spMk id="23" creationId="{584E4DFB-7C45-A55B-A0AA-0003FA09D16B}"/>
          </ac:spMkLst>
        </pc:spChg>
        <pc:spChg chg="add del mod">
          <ac:chgData name="Shaun Barrett" userId="2e21295b-21c9-4734-b4c8-23b29a1a1ba3" providerId="ADAL" clId="{CD9EEE57-0C08-4E51-ABDF-A0D863DF2841}" dt="2023-05-12T09:34:36.032" v="1"/>
          <ac:spMkLst>
            <pc:docMk/>
            <pc:sldMk cId="3044971168" sldId="530"/>
            <ac:spMk id="24" creationId="{B0DBE650-9E2E-F054-1883-328BA8D07B66}"/>
          </ac:spMkLst>
        </pc:spChg>
        <pc:spChg chg="add del mod">
          <ac:chgData name="Shaun Barrett" userId="2e21295b-21c9-4734-b4c8-23b29a1a1ba3" providerId="ADAL" clId="{CD9EEE57-0C08-4E51-ABDF-A0D863DF2841}" dt="2023-05-12T09:34:36.032" v="1"/>
          <ac:spMkLst>
            <pc:docMk/>
            <pc:sldMk cId="3044971168" sldId="530"/>
            <ac:spMk id="25" creationId="{5B8E4D81-862B-6596-C9B6-34E98909FC4D}"/>
          </ac:spMkLst>
        </pc:spChg>
        <pc:spChg chg="add del mod">
          <ac:chgData name="Shaun Barrett" userId="2e21295b-21c9-4734-b4c8-23b29a1a1ba3" providerId="ADAL" clId="{CD9EEE57-0C08-4E51-ABDF-A0D863DF2841}" dt="2023-05-12T09:34:36.032" v="1"/>
          <ac:spMkLst>
            <pc:docMk/>
            <pc:sldMk cId="3044971168" sldId="530"/>
            <ac:spMk id="26" creationId="{D5751665-55D1-26CE-1B07-F56913B8C360}"/>
          </ac:spMkLst>
        </pc:spChg>
        <pc:spChg chg="add del mod">
          <ac:chgData name="Shaun Barrett" userId="2e21295b-21c9-4734-b4c8-23b29a1a1ba3" providerId="ADAL" clId="{CD9EEE57-0C08-4E51-ABDF-A0D863DF2841}" dt="2023-05-12T09:34:36.032" v="1"/>
          <ac:spMkLst>
            <pc:docMk/>
            <pc:sldMk cId="3044971168" sldId="530"/>
            <ac:spMk id="27" creationId="{6FDFC2A0-C33D-B49B-130B-32F6D4E64869}"/>
          </ac:spMkLst>
        </pc:spChg>
        <pc:spChg chg="add del mod">
          <ac:chgData name="Shaun Barrett" userId="2e21295b-21c9-4734-b4c8-23b29a1a1ba3" providerId="ADAL" clId="{CD9EEE57-0C08-4E51-ABDF-A0D863DF2841}" dt="2023-05-12T09:34:36.032" v="1"/>
          <ac:spMkLst>
            <pc:docMk/>
            <pc:sldMk cId="3044971168" sldId="530"/>
            <ac:spMk id="28" creationId="{481AABF4-BBB2-6CC3-8B23-AECC84901303}"/>
          </ac:spMkLst>
        </pc:spChg>
        <pc:cxnChg chg="add del mod">
          <ac:chgData name="Shaun Barrett" userId="2e21295b-21c9-4734-b4c8-23b29a1a1ba3" providerId="ADAL" clId="{CD9EEE57-0C08-4E51-ABDF-A0D863DF2841}" dt="2023-05-12T09:34:36.032" v="1"/>
          <ac:cxnSpMkLst>
            <pc:docMk/>
            <pc:sldMk cId="3044971168" sldId="530"/>
            <ac:cxnSpMk id="19" creationId="{CA1F004C-320B-CCBF-B41A-43B196462946}"/>
          </ac:cxnSpMkLst>
        </pc:cxnChg>
      </pc:sldChg>
    </pc:docChg>
  </pc:docChgLst>
  <pc:docChgLst>
    <pc:chgData name="Nikki Papenfus" userId="S::npapenfus@openboxsoftware.com::2a405823-0c8b-419b-afb6-8159926c2e17" providerId="AD" clId="Web-{BB709745-F15E-4048-525E-EF1E721E4040}"/>
    <pc:docChg chg="modSld">
      <pc:chgData name="Nikki Papenfus" userId="S::npapenfus@openboxsoftware.com::2a405823-0c8b-419b-afb6-8159926c2e17" providerId="AD" clId="Web-{BB709745-F15E-4048-525E-EF1E721E4040}" dt="2025-03-31T07:55:13.387" v="91" actId="20577"/>
      <pc:docMkLst>
        <pc:docMk/>
      </pc:docMkLst>
      <pc:sldChg chg="delSp modSp">
        <pc:chgData name="Nikki Papenfus" userId="S::npapenfus@openboxsoftware.com::2a405823-0c8b-419b-afb6-8159926c2e17" providerId="AD" clId="Web-{BB709745-F15E-4048-525E-EF1E721E4040}" dt="2025-03-31T07:55:13.387" v="91" actId="20577"/>
        <pc:sldMkLst>
          <pc:docMk/>
          <pc:sldMk cId="3758008660" sldId="435"/>
        </pc:sldMkLst>
        <pc:spChg chg="mod">
          <ac:chgData name="Nikki Papenfus" userId="S::npapenfus@openboxsoftware.com::2a405823-0c8b-419b-afb6-8159926c2e17" providerId="AD" clId="Web-{BB709745-F15E-4048-525E-EF1E721E4040}" dt="2025-03-31T07:50:43.068" v="0"/>
          <ac:spMkLst>
            <pc:docMk/>
            <pc:sldMk cId="3758008660" sldId="435"/>
            <ac:spMk id="2" creationId="{95790587-6989-46CB-8CB9-AAA58DEDB5B1}"/>
          </ac:spMkLst>
        </pc:spChg>
        <pc:spChg chg="mod">
          <ac:chgData name="Nikki Papenfus" userId="S::npapenfus@openboxsoftware.com::2a405823-0c8b-419b-afb6-8159926c2e17" providerId="AD" clId="Web-{BB709745-F15E-4048-525E-EF1E721E4040}" dt="2025-03-31T07:50:43.068" v="1"/>
          <ac:spMkLst>
            <pc:docMk/>
            <pc:sldMk cId="3758008660" sldId="435"/>
            <ac:spMk id="3" creationId="{1A94A419-D1D2-43CD-98AF-85762651A062}"/>
          </ac:spMkLst>
        </pc:spChg>
        <pc:spChg chg="mod">
          <ac:chgData name="Nikki Papenfus" userId="S::npapenfus@openboxsoftware.com::2a405823-0c8b-419b-afb6-8159926c2e17" providerId="AD" clId="Web-{BB709745-F15E-4048-525E-EF1E721E4040}" dt="2025-03-31T07:51:16.178" v="46"/>
          <ac:spMkLst>
            <pc:docMk/>
            <pc:sldMk cId="3758008660" sldId="435"/>
            <ac:spMk id="17" creationId="{ED6E9740-9518-4AB5-B888-14F3FAEA6880}"/>
          </ac:spMkLst>
        </pc:spChg>
        <pc:spChg chg="mod">
          <ac:chgData name="Nikki Papenfus" userId="S::npapenfus@openboxsoftware.com::2a405823-0c8b-419b-afb6-8159926c2e17" providerId="AD" clId="Web-{BB709745-F15E-4048-525E-EF1E721E4040}" dt="2025-03-31T07:51:16.178" v="47"/>
          <ac:spMkLst>
            <pc:docMk/>
            <pc:sldMk cId="3758008660" sldId="435"/>
            <ac:spMk id="19" creationId="{65A8AD60-32D0-4DDD-A28F-503A4429E4EC}"/>
          </ac:spMkLst>
        </pc:spChg>
        <pc:spChg chg="mod">
          <ac:chgData name="Nikki Papenfus" userId="S::npapenfus@openboxsoftware.com::2a405823-0c8b-419b-afb6-8159926c2e17" providerId="AD" clId="Web-{BB709745-F15E-4048-525E-EF1E721E4040}" dt="2025-03-31T07:50:58.365" v="40" actId="20577"/>
          <ac:spMkLst>
            <pc:docMk/>
            <pc:sldMk cId="3758008660" sldId="435"/>
            <ac:spMk id="20" creationId="{3E4B34F2-68D6-42EE-AEA0-453D7A40A0FF}"/>
          </ac:spMkLst>
        </pc:spChg>
        <pc:spChg chg="mod">
          <ac:chgData name="Nikki Papenfus" userId="S::npapenfus@openboxsoftware.com::2a405823-0c8b-419b-afb6-8159926c2e17" providerId="AD" clId="Web-{BB709745-F15E-4048-525E-EF1E721E4040}" dt="2025-03-31T07:52:50.571" v="76" actId="20577"/>
          <ac:spMkLst>
            <pc:docMk/>
            <pc:sldMk cId="3758008660" sldId="435"/>
            <ac:spMk id="22" creationId="{D524A69E-BCF4-4F1F-B9C3-76515BBD28B6}"/>
          </ac:spMkLst>
        </pc:spChg>
        <pc:spChg chg="mod">
          <ac:chgData name="Nikki Papenfus" userId="S::npapenfus@openboxsoftware.com::2a405823-0c8b-419b-afb6-8159926c2e17" providerId="AD" clId="Web-{BB709745-F15E-4048-525E-EF1E721E4040}" dt="2025-03-31T07:51:16.178" v="48"/>
          <ac:spMkLst>
            <pc:docMk/>
            <pc:sldMk cId="3758008660" sldId="435"/>
            <ac:spMk id="25" creationId="{DE81E5E6-F323-4627-8D46-9DA9215332BE}"/>
          </ac:spMkLst>
        </pc:spChg>
        <pc:spChg chg="mod">
          <ac:chgData name="Nikki Papenfus" userId="S::npapenfus@openboxsoftware.com::2a405823-0c8b-419b-afb6-8159926c2e17" providerId="AD" clId="Web-{BB709745-F15E-4048-525E-EF1E721E4040}" dt="2025-03-31T07:51:16.178" v="50"/>
          <ac:spMkLst>
            <pc:docMk/>
            <pc:sldMk cId="3758008660" sldId="435"/>
            <ac:spMk id="28" creationId="{A4B0BDD9-7F3D-4E94-BCC5-E38A3738D875}"/>
          </ac:spMkLst>
        </pc:spChg>
        <pc:spChg chg="mod">
          <ac:chgData name="Nikki Papenfus" userId="S::npapenfus@openboxsoftware.com::2a405823-0c8b-419b-afb6-8159926c2e17" providerId="AD" clId="Web-{BB709745-F15E-4048-525E-EF1E721E4040}" dt="2025-03-31T07:51:16.178" v="51"/>
          <ac:spMkLst>
            <pc:docMk/>
            <pc:sldMk cId="3758008660" sldId="435"/>
            <ac:spMk id="29" creationId="{D0D13029-7FCE-4659-9B86-CF1918B21B7D}"/>
          </ac:spMkLst>
        </pc:spChg>
        <pc:spChg chg="mod">
          <ac:chgData name="Nikki Papenfus" userId="S::npapenfus@openboxsoftware.com::2a405823-0c8b-419b-afb6-8159926c2e17" providerId="AD" clId="Web-{BB709745-F15E-4048-525E-EF1E721E4040}" dt="2025-03-31T07:51:16.178" v="52"/>
          <ac:spMkLst>
            <pc:docMk/>
            <pc:sldMk cId="3758008660" sldId="435"/>
            <ac:spMk id="35" creationId="{F393811B-BF49-452D-ADAC-5EA305ADAAFF}"/>
          </ac:spMkLst>
        </pc:spChg>
        <pc:spChg chg="mod">
          <ac:chgData name="Nikki Papenfus" userId="S::npapenfus@openboxsoftware.com::2a405823-0c8b-419b-afb6-8159926c2e17" providerId="AD" clId="Web-{BB709745-F15E-4048-525E-EF1E721E4040}" dt="2025-03-31T07:52:13.304" v="72" actId="20577"/>
          <ac:spMkLst>
            <pc:docMk/>
            <pc:sldMk cId="3758008660" sldId="435"/>
            <ac:spMk id="36" creationId="{3AFCAE5F-808F-4A12-958B-5E40907C1789}"/>
          </ac:spMkLst>
        </pc:spChg>
        <pc:spChg chg="mod">
          <ac:chgData name="Nikki Papenfus" userId="S::npapenfus@openboxsoftware.com::2a405823-0c8b-419b-afb6-8159926c2e17" providerId="AD" clId="Web-{BB709745-F15E-4048-525E-EF1E721E4040}" dt="2025-03-31T07:51:16.178" v="53"/>
          <ac:spMkLst>
            <pc:docMk/>
            <pc:sldMk cId="3758008660" sldId="435"/>
            <ac:spMk id="37" creationId="{2DBD7E7B-F14E-48C8-9867-CD609923E0CB}"/>
          </ac:spMkLst>
        </pc:spChg>
        <pc:spChg chg="mod">
          <ac:chgData name="Nikki Papenfus" userId="S::npapenfus@openboxsoftware.com::2a405823-0c8b-419b-afb6-8159926c2e17" providerId="AD" clId="Web-{BB709745-F15E-4048-525E-EF1E721E4040}" dt="2025-03-31T07:51:03.334" v="43"/>
          <ac:spMkLst>
            <pc:docMk/>
            <pc:sldMk cId="3758008660" sldId="435"/>
            <ac:spMk id="39" creationId="{D4BA9FCA-B768-4488-BBD9-A5FDF12FBE27}"/>
          </ac:spMkLst>
        </pc:spChg>
        <pc:spChg chg="mod">
          <ac:chgData name="Nikki Papenfus" userId="S::npapenfus@openboxsoftware.com::2a405823-0c8b-419b-afb6-8159926c2e17" providerId="AD" clId="Web-{BB709745-F15E-4048-525E-EF1E721E4040}" dt="2025-03-31T07:51:03.412" v="44"/>
          <ac:spMkLst>
            <pc:docMk/>
            <pc:sldMk cId="3758008660" sldId="435"/>
            <ac:spMk id="40" creationId="{A6A7B1CE-674B-4322-ABC3-AEA4F422BFEA}"/>
          </ac:spMkLst>
        </pc:spChg>
        <pc:spChg chg="mod">
          <ac:chgData name="Nikki Papenfus" userId="S::npapenfus@openboxsoftware.com::2a405823-0c8b-419b-afb6-8159926c2e17" providerId="AD" clId="Web-{BB709745-F15E-4048-525E-EF1E721E4040}" dt="2025-03-31T07:51:16.178" v="49"/>
          <ac:spMkLst>
            <pc:docMk/>
            <pc:sldMk cId="3758008660" sldId="435"/>
            <ac:spMk id="45" creationId="{0CC90467-B3A7-41C5-8045-8839C0087B40}"/>
          </ac:spMkLst>
        </pc:spChg>
        <pc:spChg chg="mod">
          <ac:chgData name="Nikki Papenfus" userId="S::npapenfus@openboxsoftware.com::2a405823-0c8b-419b-afb6-8159926c2e17" providerId="AD" clId="Web-{BB709745-F15E-4048-525E-EF1E721E4040}" dt="2025-03-31T07:51:16.178" v="54"/>
          <ac:spMkLst>
            <pc:docMk/>
            <pc:sldMk cId="3758008660" sldId="435"/>
            <ac:spMk id="46" creationId="{2F9DEE2B-4757-4925-A013-03A8A30E0146}"/>
          </ac:spMkLst>
        </pc:spChg>
        <pc:spChg chg="mod">
          <ac:chgData name="Nikki Papenfus" userId="S::npapenfus@openboxsoftware.com::2a405823-0c8b-419b-afb6-8159926c2e17" providerId="AD" clId="Web-{BB709745-F15E-4048-525E-EF1E721E4040}" dt="2025-03-31T07:50:43.084" v="16"/>
          <ac:spMkLst>
            <pc:docMk/>
            <pc:sldMk cId="3758008660" sldId="435"/>
            <ac:spMk id="48" creationId="{830D1F3D-D634-40D5-8F72-81BF2FC49DA1}"/>
          </ac:spMkLst>
        </pc:spChg>
        <pc:spChg chg="mod">
          <ac:chgData name="Nikki Papenfus" userId="S::npapenfus@openboxsoftware.com::2a405823-0c8b-419b-afb6-8159926c2e17" providerId="AD" clId="Web-{BB709745-F15E-4048-525E-EF1E721E4040}" dt="2025-03-31T07:50:43.084" v="17"/>
          <ac:spMkLst>
            <pc:docMk/>
            <pc:sldMk cId="3758008660" sldId="435"/>
            <ac:spMk id="49" creationId="{D1778D04-2D06-4583-ABBF-ED976BBD4612}"/>
          </ac:spMkLst>
        </pc:spChg>
        <pc:spChg chg="mod">
          <ac:chgData name="Nikki Papenfus" userId="S::npapenfus@openboxsoftware.com::2a405823-0c8b-419b-afb6-8159926c2e17" providerId="AD" clId="Web-{BB709745-F15E-4048-525E-EF1E721E4040}" dt="2025-03-31T07:50:43.084" v="18"/>
          <ac:spMkLst>
            <pc:docMk/>
            <pc:sldMk cId="3758008660" sldId="435"/>
            <ac:spMk id="50" creationId="{7D027D6F-5C6D-4E62-B7FE-94A41831FC06}"/>
          </ac:spMkLst>
        </pc:spChg>
        <pc:spChg chg="mod">
          <ac:chgData name="Nikki Papenfus" userId="S::npapenfus@openboxsoftware.com::2a405823-0c8b-419b-afb6-8159926c2e17" providerId="AD" clId="Web-{BB709745-F15E-4048-525E-EF1E721E4040}" dt="2025-03-31T07:50:43.084" v="19"/>
          <ac:spMkLst>
            <pc:docMk/>
            <pc:sldMk cId="3758008660" sldId="435"/>
            <ac:spMk id="51" creationId="{0C68ED23-3705-438D-A362-2D7C3EBB5837}"/>
          </ac:spMkLst>
        </pc:spChg>
        <pc:spChg chg="del mod">
          <ac:chgData name="Nikki Papenfus" userId="S::npapenfus@openboxsoftware.com::2a405823-0c8b-419b-afb6-8159926c2e17" providerId="AD" clId="Web-{BB709745-F15E-4048-525E-EF1E721E4040}" dt="2025-03-31T07:52:16.367" v="73"/>
          <ac:spMkLst>
            <pc:docMk/>
            <pc:sldMk cId="3758008660" sldId="435"/>
            <ac:spMk id="52" creationId="{78C53321-B906-4288-9203-2CA6FBAC5A17}"/>
          </ac:spMkLst>
        </pc:spChg>
        <pc:spChg chg="mod">
          <ac:chgData name="Nikki Papenfus" userId="S::npapenfus@openboxsoftware.com::2a405823-0c8b-419b-afb6-8159926c2e17" providerId="AD" clId="Web-{BB709745-F15E-4048-525E-EF1E721E4040}" dt="2025-03-31T07:50:43.084" v="20"/>
          <ac:spMkLst>
            <pc:docMk/>
            <pc:sldMk cId="3758008660" sldId="435"/>
            <ac:spMk id="54" creationId="{3B5E817C-2B6E-4D8F-8EFF-9057FDDF98F2}"/>
          </ac:spMkLst>
        </pc:spChg>
        <pc:spChg chg="mod">
          <ac:chgData name="Nikki Papenfus" userId="S::npapenfus@openboxsoftware.com::2a405823-0c8b-419b-afb6-8159926c2e17" providerId="AD" clId="Web-{BB709745-F15E-4048-525E-EF1E721E4040}" dt="2025-03-31T07:50:43.084" v="21"/>
          <ac:spMkLst>
            <pc:docMk/>
            <pc:sldMk cId="3758008660" sldId="435"/>
            <ac:spMk id="55" creationId="{21D27733-94DD-44DF-8696-229A1DCD1CC2}"/>
          </ac:spMkLst>
        </pc:spChg>
        <pc:spChg chg="mod">
          <ac:chgData name="Nikki Papenfus" userId="S::npapenfus@openboxsoftware.com::2a405823-0c8b-419b-afb6-8159926c2e17" providerId="AD" clId="Web-{BB709745-F15E-4048-525E-EF1E721E4040}" dt="2025-03-31T07:50:43.084" v="22"/>
          <ac:spMkLst>
            <pc:docMk/>
            <pc:sldMk cId="3758008660" sldId="435"/>
            <ac:spMk id="56" creationId="{309888BD-7DF1-40B2-8133-22CBCCBF8137}"/>
          </ac:spMkLst>
        </pc:spChg>
        <pc:spChg chg="mod">
          <ac:chgData name="Nikki Papenfus" userId="S::npapenfus@openboxsoftware.com::2a405823-0c8b-419b-afb6-8159926c2e17" providerId="AD" clId="Web-{BB709745-F15E-4048-525E-EF1E721E4040}" dt="2025-03-31T07:50:43.084" v="23"/>
          <ac:spMkLst>
            <pc:docMk/>
            <pc:sldMk cId="3758008660" sldId="435"/>
            <ac:spMk id="57" creationId="{8F7763C0-0A4D-4FD9-87C6-0CA52327D256}"/>
          </ac:spMkLst>
        </pc:spChg>
        <pc:spChg chg="mod">
          <ac:chgData name="Nikki Papenfus" userId="S::npapenfus@openboxsoftware.com::2a405823-0c8b-419b-afb6-8159926c2e17" providerId="AD" clId="Web-{BB709745-F15E-4048-525E-EF1E721E4040}" dt="2025-03-31T07:50:43.084" v="24"/>
          <ac:spMkLst>
            <pc:docMk/>
            <pc:sldMk cId="3758008660" sldId="435"/>
            <ac:spMk id="58" creationId="{1478A1E9-85A4-4873-974B-B8029426C8FE}"/>
          </ac:spMkLst>
        </pc:spChg>
        <pc:spChg chg="mod">
          <ac:chgData name="Nikki Papenfus" userId="S::npapenfus@openboxsoftware.com::2a405823-0c8b-419b-afb6-8159926c2e17" providerId="AD" clId="Web-{BB709745-F15E-4048-525E-EF1E721E4040}" dt="2025-03-31T07:50:43.084" v="25"/>
          <ac:spMkLst>
            <pc:docMk/>
            <pc:sldMk cId="3758008660" sldId="435"/>
            <ac:spMk id="59" creationId="{AC37F25E-4E4B-4D4C-9673-5F8AAEB73D9F}"/>
          </ac:spMkLst>
        </pc:spChg>
        <pc:spChg chg="mod">
          <ac:chgData name="Nikki Papenfus" userId="S::npapenfus@openboxsoftware.com::2a405823-0c8b-419b-afb6-8159926c2e17" providerId="AD" clId="Web-{BB709745-F15E-4048-525E-EF1E721E4040}" dt="2025-03-31T07:50:43.084" v="26"/>
          <ac:spMkLst>
            <pc:docMk/>
            <pc:sldMk cId="3758008660" sldId="435"/>
            <ac:spMk id="60" creationId="{E191825F-1BB4-465A-BC6C-EA9A3F1CEE91}"/>
          </ac:spMkLst>
        </pc:spChg>
        <pc:spChg chg="mod">
          <ac:chgData name="Nikki Papenfus" userId="S::npapenfus@openboxsoftware.com::2a405823-0c8b-419b-afb6-8159926c2e17" providerId="AD" clId="Web-{BB709745-F15E-4048-525E-EF1E721E4040}" dt="2025-03-31T07:51:51.523" v="63" actId="14100"/>
          <ac:spMkLst>
            <pc:docMk/>
            <pc:sldMk cId="3758008660" sldId="435"/>
            <ac:spMk id="61" creationId="{1E8C199C-6085-45E5-A23A-B8F6E9CF7677}"/>
          </ac:spMkLst>
        </pc:spChg>
        <pc:spChg chg="mod">
          <ac:chgData name="Nikki Papenfus" userId="S::npapenfus@openboxsoftware.com::2a405823-0c8b-419b-afb6-8159926c2e17" providerId="AD" clId="Web-{BB709745-F15E-4048-525E-EF1E721E4040}" dt="2025-03-31T07:50:43.099" v="28"/>
          <ac:spMkLst>
            <pc:docMk/>
            <pc:sldMk cId="3758008660" sldId="435"/>
            <ac:spMk id="62" creationId="{954C1D1F-3B33-40BC-9DCC-88F812F6FABF}"/>
          </ac:spMkLst>
        </pc:spChg>
        <pc:spChg chg="mod">
          <ac:chgData name="Nikki Papenfus" userId="S::npapenfus@openboxsoftware.com::2a405823-0c8b-419b-afb6-8159926c2e17" providerId="AD" clId="Web-{BB709745-F15E-4048-525E-EF1E721E4040}" dt="2025-03-31T07:55:13.387" v="91" actId="20577"/>
          <ac:spMkLst>
            <pc:docMk/>
            <pc:sldMk cId="3758008660" sldId="435"/>
            <ac:spMk id="63" creationId="{FAF62AAA-FAFF-478D-84C5-7E5559983323}"/>
          </ac:spMkLst>
        </pc:spChg>
        <pc:spChg chg="mod">
          <ac:chgData name="Nikki Papenfus" userId="S::npapenfus@openboxsoftware.com::2a405823-0c8b-419b-afb6-8159926c2e17" providerId="AD" clId="Web-{BB709745-F15E-4048-525E-EF1E721E4040}" dt="2025-03-31T07:50:43.099" v="30"/>
          <ac:spMkLst>
            <pc:docMk/>
            <pc:sldMk cId="3758008660" sldId="435"/>
            <ac:spMk id="64" creationId="{784674FE-A3E7-4043-B665-F25CA8D5E328}"/>
          </ac:spMkLst>
        </pc:spChg>
        <pc:spChg chg="mod">
          <ac:chgData name="Nikki Papenfus" userId="S::npapenfus@openboxsoftware.com::2a405823-0c8b-419b-afb6-8159926c2e17" providerId="AD" clId="Web-{BB709745-F15E-4048-525E-EF1E721E4040}" dt="2025-03-31T07:50:43.099" v="31"/>
          <ac:spMkLst>
            <pc:docMk/>
            <pc:sldMk cId="3758008660" sldId="435"/>
            <ac:spMk id="65" creationId="{33C5F501-FFCF-4D93-9B9E-3474D5E9E499}"/>
          </ac:spMkLst>
        </pc:spChg>
        <pc:spChg chg="mod">
          <ac:chgData name="Nikki Papenfus" userId="S::npapenfus@openboxsoftware.com::2a405823-0c8b-419b-afb6-8159926c2e17" providerId="AD" clId="Web-{BB709745-F15E-4048-525E-EF1E721E4040}" dt="2025-03-31T07:51:59.085" v="65" actId="14100"/>
          <ac:spMkLst>
            <pc:docMk/>
            <pc:sldMk cId="3758008660" sldId="435"/>
            <ac:spMk id="66" creationId="{0BB4D593-BB94-4F12-AA8E-7FA4177AE2CE}"/>
          </ac:spMkLst>
        </pc:spChg>
        <pc:spChg chg="mod">
          <ac:chgData name="Nikki Papenfus" userId="S::npapenfus@openboxsoftware.com::2a405823-0c8b-419b-afb6-8159926c2e17" providerId="AD" clId="Web-{BB709745-F15E-4048-525E-EF1E721E4040}" dt="2025-03-31T07:50:43.099" v="33"/>
          <ac:spMkLst>
            <pc:docMk/>
            <pc:sldMk cId="3758008660" sldId="435"/>
            <ac:spMk id="68" creationId="{72AE277F-ADCE-4C0F-BB83-D7274AD337BB}"/>
          </ac:spMkLst>
        </pc:spChg>
        <pc:spChg chg="mod">
          <ac:chgData name="Nikki Papenfus" userId="S::npapenfus@openboxsoftware.com::2a405823-0c8b-419b-afb6-8159926c2e17" providerId="AD" clId="Web-{BB709745-F15E-4048-525E-EF1E721E4040}" dt="2025-03-31T07:53:20.790" v="88" actId="20577"/>
          <ac:spMkLst>
            <pc:docMk/>
            <pc:sldMk cId="3758008660" sldId="435"/>
            <ac:spMk id="69" creationId="{7DB9F6F4-A969-4044-933D-1F202F4DE512}"/>
          </ac:spMkLst>
        </pc:spChg>
        <pc:spChg chg="mod">
          <ac:chgData name="Nikki Papenfus" userId="S::npapenfus@openboxsoftware.com::2a405823-0c8b-419b-afb6-8159926c2e17" providerId="AD" clId="Web-{BB709745-F15E-4048-525E-EF1E721E4040}" dt="2025-03-31T07:51:16.334" v="56"/>
          <ac:spMkLst>
            <pc:docMk/>
            <pc:sldMk cId="3758008660" sldId="435"/>
            <ac:spMk id="70" creationId="{065F97B9-366C-4BC9-924E-E59577D9261B}"/>
          </ac:spMkLst>
        </pc:spChg>
        <pc:grpChg chg="mod">
          <ac:chgData name="Nikki Papenfus" userId="S::npapenfus@openboxsoftware.com::2a405823-0c8b-419b-afb6-8159926c2e17" providerId="AD" clId="Web-{BB709745-F15E-4048-525E-EF1E721E4040}" dt="2025-03-31T07:52:06.273" v="66" actId="1076"/>
          <ac:grpSpMkLst>
            <pc:docMk/>
            <pc:sldMk cId="3758008660" sldId="435"/>
            <ac:grpSpMk id="4" creationId="{899E3FA0-D02A-4DCD-BFCC-F99016983206}"/>
          </ac:grpSpMkLst>
        </pc:grpChg>
        <pc:picChg chg="del">
          <ac:chgData name="Nikki Papenfus" userId="S::npapenfus@openboxsoftware.com::2a405823-0c8b-419b-afb6-8159926c2e17" providerId="AD" clId="Web-{BB709745-F15E-4048-525E-EF1E721E4040}" dt="2025-03-31T07:52:16.664" v="74"/>
          <ac:picMkLst>
            <pc:docMk/>
            <pc:sldMk cId="3758008660" sldId="435"/>
            <ac:picMk id="5" creationId="{97D8C327-7029-4D4E-8225-991BB49F8512}"/>
          </ac:picMkLst>
        </pc:picChg>
      </pc:sldChg>
    </pc:docChg>
  </pc:docChgLst>
  <pc:docChgLst>
    <pc:chgData name="Sam Duncan" userId="S::sduncan@openboxsoftware.com::c1d0992b-0ec5-443a-8c6c-87e1361e2b1d" providerId="AD" clId="Web-{B89D8F7D-63A8-AB42-0987-AF038F5605FB}"/>
    <pc:docChg chg="modSld">
      <pc:chgData name="Sam Duncan" userId="S::sduncan@openboxsoftware.com::c1d0992b-0ec5-443a-8c6c-87e1361e2b1d" providerId="AD" clId="Web-{B89D8F7D-63A8-AB42-0987-AF038F5605FB}" dt="2023-05-11T14:50:40.186" v="18"/>
      <pc:docMkLst>
        <pc:docMk/>
      </pc:docMkLst>
      <pc:sldChg chg="modNotes">
        <pc:chgData name="Sam Duncan" userId="S::sduncan@openboxsoftware.com::c1d0992b-0ec5-443a-8c6c-87e1361e2b1d" providerId="AD" clId="Web-{B89D8F7D-63A8-AB42-0987-AF038F5605FB}" dt="2023-05-11T14:50:40.186" v="18"/>
        <pc:sldMkLst>
          <pc:docMk/>
          <pc:sldMk cId="2868066701" sldId="538"/>
        </pc:sldMkLst>
      </pc:sldChg>
    </pc:docChg>
  </pc:docChgLst>
  <pc:docChgLst>
    <pc:chgData name="Darrell Jamieson" userId="337f1f11-2016-41e8-856d-354f2f81071d" providerId="ADAL" clId="{E0280C1F-3447-4D6B-8E10-EC95AB6190E4}"/>
    <pc:docChg chg="modSld sldOrd">
      <pc:chgData name="Darrell Jamieson" userId="337f1f11-2016-41e8-856d-354f2f81071d" providerId="ADAL" clId="{E0280C1F-3447-4D6B-8E10-EC95AB6190E4}" dt="2023-10-18T17:47:37.683" v="1"/>
      <pc:docMkLst>
        <pc:docMk/>
      </pc:docMkLst>
      <pc:sldChg chg="ord">
        <pc:chgData name="Darrell Jamieson" userId="337f1f11-2016-41e8-856d-354f2f81071d" providerId="ADAL" clId="{E0280C1F-3447-4D6B-8E10-EC95AB6190E4}" dt="2023-10-18T17:47:37.683" v="1"/>
        <pc:sldMkLst>
          <pc:docMk/>
          <pc:sldMk cId="3758008660" sldId="435"/>
        </pc:sldMkLst>
      </pc:sldChg>
      <pc:sldChg chg="ord">
        <pc:chgData name="Darrell Jamieson" userId="337f1f11-2016-41e8-856d-354f2f81071d" providerId="ADAL" clId="{E0280C1F-3447-4D6B-8E10-EC95AB6190E4}" dt="2023-10-18T17:47:37.683" v="1"/>
        <pc:sldMkLst>
          <pc:docMk/>
          <pc:sldMk cId="3483073319" sldId="436"/>
        </pc:sldMkLst>
      </pc:sldChg>
      <pc:sldChg chg="ord">
        <pc:chgData name="Darrell Jamieson" userId="337f1f11-2016-41e8-856d-354f2f81071d" providerId="ADAL" clId="{E0280C1F-3447-4D6B-8E10-EC95AB6190E4}" dt="2023-10-18T17:47:37.683" v="1"/>
        <pc:sldMkLst>
          <pc:docMk/>
          <pc:sldMk cId="2392123730" sldId="440"/>
        </pc:sldMkLst>
      </pc:sldChg>
      <pc:sldChg chg="ord">
        <pc:chgData name="Darrell Jamieson" userId="337f1f11-2016-41e8-856d-354f2f81071d" providerId="ADAL" clId="{E0280C1F-3447-4D6B-8E10-EC95AB6190E4}" dt="2023-10-18T17:47:37.683" v="1"/>
        <pc:sldMkLst>
          <pc:docMk/>
          <pc:sldMk cId="2464578657" sldId="525"/>
        </pc:sldMkLst>
      </pc:sldChg>
      <pc:sldChg chg="ord">
        <pc:chgData name="Darrell Jamieson" userId="337f1f11-2016-41e8-856d-354f2f81071d" providerId="ADAL" clId="{E0280C1F-3447-4D6B-8E10-EC95AB6190E4}" dt="2023-10-18T17:47:37.683" v="1"/>
        <pc:sldMkLst>
          <pc:docMk/>
          <pc:sldMk cId="2381414967" sldId="526"/>
        </pc:sldMkLst>
      </pc:sldChg>
      <pc:sldChg chg="ord">
        <pc:chgData name="Darrell Jamieson" userId="337f1f11-2016-41e8-856d-354f2f81071d" providerId="ADAL" clId="{E0280C1F-3447-4D6B-8E10-EC95AB6190E4}" dt="2023-10-18T17:47:37.683" v="1"/>
        <pc:sldMkLst>
          <pc:docMk/>
          <pc:sldMk cId="3044971168" sldId="530"/>
        </pc:sldMkLst>
      </pc:sldChg>
      <pc:sldChg chg="ord">
        <pc:chgData name="Darrell Jamieson" userId="337f1f11-2016-41e8-856d-354f2f81071d" providerId="ADAL" clId="{E0280C1F-3447-4D6B-8E10-EC95AB6190E4}" dt="2023-10-18T17:47:37.683" v="1"/>
        <pc:sldMkLst>
          <pc:docMk/>
          <pc:sldMk cId="1976318985" sldId="531"/>
        </pc:sldMkLst>
      </pc:sldChg>
      <pc:sldChg chg="ord">
        <pc:chgData name="Darrell Jamieson" userId="337f1f11-2016-41e8-856d-354f2f81071d" providerId="ADAL" clId="{E0280C1F-3447-4D6B-8E10-EC95AB6190E4}" dt="2023-10-18T17:47:37.683" v="1"/>
        <pc:sldMkLst>
          <pc:docMk/>
          <pc:sldMk cId="2420954147" sldId="535"/>
        </pc:sldMkLst>
      </pc:sldChg>
      <pc:sldChg chg="ord">
        <pc:chgData name="Darrell Jamieson" userId="337f1f11-2016-41e8-856d-354f2f81071d" providerId="ADAL" clId="{E0280C1F-3447-4D6B-8E10-EC95AB6190E4}" dt="2023-10-18T17:47:37.683" v="1"/>
        <pc:sldMkLst>
          <pc:docMk/>
          <pc:sldMk cId="911635928" sldId="536"/>
        </pc:sldMkLst>
      </pc:sldChg>
    </pc:docChg>
  </pc:docChgLst>
  <pc:docChgLst>
    <pc:chgData name="Shaun Barrett" userId="S::sbarrett@openboxsoftware.com::2e21295b-21c9-4734-b4c8-23b29a1a1ba3" providerId="AD" clId="Web-{765E2883-1B79-F13A-7393-EC6794B39B42}"/>
    <pc:docChg chg="sldOrd">
      <pc:chgData name="Shaun Barrett" userId="S::sbarrett@openboxsoftware.com::2e21295b-21c9-4734-b4c8-23b29a1a1ba3" providerId="AD" clId="Web-{765E2883-1B79-F13A-7393-EC6794B39B42}" dt="2023-10-30T07:43:32.502" v="0"/>
      <pc:docMkLst>
        <pc:docMk/>
      </pc:docMkLst>
      <pc:sldChg chg="ord">
        <pc:chgData name="Shaun Barrett" userId="S::sbarrett@openboxsoftware.com::2e21295b-21c9-4734-b4c8-23b29a1a1ba3" providerId="AD" clId="Web-{765E2883-1B79-F13A-7393-EC6794B39B42}" dt="2023-10-30T07:43:32.502" v="0"/>
        <pc:sldMkLst>
          <pc:docMk/>
          <pc:sldMk cId="2420954147" sldId="53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7E34CA-0EC3-460C-B390-0948EE10801D}" type="datetimeFigureOut">
              <a:rPr lang="en-US"/>
              <a:t>3/31/2025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094135-D45E-499E-939E-01F4B6430191}" type="slidenum">
              <a:rPr lang="en-US"/>
              <a:t>‹#›</a:t>
            </a:fld>
            <a:endParaRPr lang="en-US"/>
          </a:p>
        </p:txBody>
      </p:sp>
    </p:spTree>
    <p:extLst>
      <p:ext uri="{BB962C8B-B14F-4D97-AF65-F5344CB8AC3E}">
        <p14:creationId xmlns:p14="http://schemas.microsoft.com/office/powerpoint/2010/main" val="37951410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4094135-D45E-499E-939E-01F4B6430191}" type="slidenum">
              <a:rPr lang="en-US" smtClean="0"/>
              <a:t>1</a:t>
            </a:fld>
            <a:endParaRPr lang="en-US"/>
          </a:p>
        </p:txBody>
      </p:sp>
    </p:spTree>
    <p:extLst>
      <p:ext uri="{BB962C8B-B14F-4D97-AF65-F5344CB8AC3E}">
        <p14:creationId xmlns:p14="http://schemas.microsoft.com/office/powerpoint/2010/main" val="1838755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CYNEFN framework by Dave Snowden</a:t>
            </a:r>
          </a:p>
        </p:txBody>
      </p:sp>
      <p:sp>
        <p:nvSpPr>
          <p:cNvPr id="4" name="Slide Number Placeholder 3"/>
          <p:cNvSpPr>
            <a:spLocks noGrp="1"/>
          </p:cNvSpPr>
          <p:nvPr>
            <p:ph type="sldNum" sz="quarter" idx="5"/>
          </p:nvPr>
        </p:nvSpPr>
        <p:spPr/>
        <p:txBody>
          <a:bodyPr/>
          <a:lstStyle/>
          <a:p>
            <a:fld id="{34094135-D45E-499E-939E-01F4B6430191}" type="slidenum">
              <a:rPr lang="en-US"/>
              <a:t>2</a:t>
            </a:fld>
            <a:endParaRPr lang="en-US"/>
          </a:p>
        </p:txBody>
      </p:sp>
    </p:spTree>
    <p:extLst>
      <p:ext uri="{BB962C8B-B14F-4D97-AF65-F5344CB8AC3E}">
        <p14:creationId xmlns:p14="http://schemas.microsoft.com/office/powerpoint/2010/main" val="21343880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4094135-D45E-499E-939E-01F4B643019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142405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Rule books tell people what to do. Frameworks guide people how to act. Rule books insist on discipline. Frameworks allow for creativity. Simon Sinek. Open Box always try to find a way to say yes</a:t>
            </a:r>
          </a:p>
          <a:p>
            <a:r>
              <a:rPr lang="en-US"/>
              <a:t>What this means is:</a:t>
            </a:r>
          </a:p>
          <a:p>
            <a:endParaRPr lang="en-US"/>
          </a:p>
          <a:p>
            <a:r>
              <a:rPr lang="en-US"/>
              <a:t>Working software</a:t>
            </a:r>
          </a:p>
          <a:p>
            <a:r>
              <a:rPr lang="en-US"/>
              <a:t>Doc – we still produce the best documentation </a:t>
            </a:r>
            <a:br>
              <a:rPr lang="en-US"/>
            </a:br>
            <a:r>
              <a:rPr lang="en-US"/>
              <a:t>  </a:t>
            </a:r>
          </a:p>
          <a:p>
            <a:endParaRPr lang="en-US"/>
          </a:p>
        </p:txBody>
      </p:sp>
      <p:sp>
        <p:nvSpPr>
          <p:cNvPr id="4" name="Slide Number Placeholder 3"/>
          <p:cNvSpPr>
            <a:spLocks noGrp="1"/>
          </p:cNvSpPr>
          <p:nvPr>
            <p:ph type="sldNum" sz="quarter" idx="5"/>
          </p:nvPr>
        </p:nvSpPr>
        <p:spPr/>
        <p:txBody>
          <a:bodyPr/>
          <a:lstStyle/>
          <a:p>
            <a:fld id="{34094135-D45E-499E-939E-01F4B6430191}" type="slidenum">
              <a:rPr lang="en-US" smtClean="0"/>
              <a:t>6</a:t>
            </a:fld>
            <a:endParaRPr lang="en-US"/>
          </a:p>
        </p:txBody>
      </p:sp>
    </p:spTree>
    <p:extLst>
      <p:ext uri="{BB962C8B-B14F-4D97-AF65-F5344CB8AC3E}">
        <p14:creationId xmlns:p14="http://schemas.microsoft.com/office/powerpoint/2010/main" val="41392632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NB: Effort is comparable to each other and not time based</a:t>
            </a:r>
            <a:endParaRPr lang="en-ZA"/>
          </a:p>
        </p:txBody>
      </p:sp>
      <p:sp>
        <p:nvSpPr>
          <p:cNvPr id="4" name="Slide Number Placeholder 3"/>
          <p:cNvSpPr>
            <a:spLocks noGrp="1"/>
          </p:cNvSpPr>
          <p:nvPr>
            <p:ph type="sldNum" sz="quarter" idx="5"/>
          </p:nvPr>
        </p:nvSpPr>
        <p:spPr/>
        <p:txBody>
          <a:bodyPr/>
          <a:lstStyle/>
          <a:p>
            <a:fld id="{34094135-D45E-499E-939E-01F4B6430191}" type="slidenum">
              <a:rPr lang="en-US" smtClean="0"/>
              <a:t>7</a:t>
            </a:fld>
            <a:endParaRPr lang="en-US"/>
          </a:p>
        </p:txBody>
      </p:sp>
    </p:spTree>
    <p:extLst>
      <p:ext uri="{BB962C8B-B14F-4D97-AF65-F5344CB8AC3E}">
        <p14:creationId xmlns:p14="http://schemas.microsoft.com/office/powerpoint/2010/main" val="26267353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NB: Effort is comparable to each other and not time based</a:t>
            </a:r>
            <a:endParaRPr lang="en-ZA"/>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4094135-D45E-499E-939E-01F4B643019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030585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NB: Effort is comparable to each other and not time based</a:t>
            </a:r>
            <a:endParaRPr lang="en-ZA"/>
          </a:p>
        </p:txBody>
      </p:sp>
      <p:sp>
        <p:nvSpPr>
          <p:cNvPr id="4" name="Slide Number Placeholder 3"/>
          <p:cNvSpPr>
            <a:spLocks noGrp="1"/>
          </p:cNvSpPr>
          <p:nvPr>
            <p:ph type="sldNum" sz="quarter" idx="5"/>
          </p:nvPr>
        </p:nvSpPr>
        <p:spPr/>
        <p:txBody>
          <a:bodyPr/>
          <a:lstStyle/>
          <a:p>
            <a:fld id="{34094135-D45E-499E-939E-01F4B6430191}" type="slidenum">
              <a:rPr lang="en-US" smtClean="0"/>
              <a:t>9</a:t>
            </a:fld>
            <a:endParaRPr lang="en-US"/>
          </a:p>
        </p:txBody>
      </p:sp>
    </p:spTree>
    <p:extLst>
      <p:ext uri="{BB962C8B-B14F-4D97-AF65-F5344CB8AC3E}">
        <p14:creationId xmlns:p14="http://schemas.microsoft.com/office/powerpoint/2010/main" val="6425455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Font typeface="Arial" panose="020B0604020202020204" pitchFamily="34" charset="0"/>
              <a:buNone/>
            </a:pPr>
            <a:endParaRPr lang="en-ZA"/>
          </a:p>
        </p:txBody>
      </p:sp>
      <p:sp>
        <p:nvSpPr>
          <p:cNvPr id="4" name="Slide Number Placeholder 3"/>
          <p:cNvSpPr>
            <a:spLocks noGrp="1"/>
          </p:cNvSpPr>
          <p:nvPr>
            <p:ph type="sldNum" sz="quarter" idx="5"/>
          </p:nvPr>
        </p:nvSpPr>
        <p:spPr/>
        <p:txBody>
          <a:bodyPr/>
          <a:lstStyle/>
          <a:p>
            <a:fld id="{34094135-D45E-499E-939E-01F4B6430191}" type="slidenum">
              <a:rPr lang="en-US" smtClean="0"/>
              <a:t>11</a:t>
            </a:fld>
            <a:endParaRPr lang="en-US"/>
          </a:p>
        </p:txBody>
      </p:sp>
    </p:spTree>
    <p:extLst>
      <p:ext uri="{BB962C8B-B14F-4D97-AF65-F5344CB8AC3E}">
        <p14:creationId xmlns:p14="http://schemas.microsoft.com/office/powerpoint/2010/main" val="31160824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7.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7.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7.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7.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7.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7.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7.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8.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8.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9.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resentation Titl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0A8EC68-FA28-440E-B08D-F8892DE0C69B}"/>
              </a:ext>
            </a:extLst>
          </p:cNvPr>
          <p:cNvSpPr>
            <a:spLocks noGrp="1"/>
          </p:cNvSpPr>
          <p:nvPr>
            <p:ph type="ctrTitle"/>
          </p:nvPr>
        </p:nvSpPr>
        <p:spPr>
          <a:xfrm>
            <a:off x="883920" y="2493819"/>
            <a:ext cx="10424160" cy="1032770"/>
          </a:xfrm>
        </p:spPr>
        <p:txBody>
          <a:bodyPr anchor="b"/>
          <a:lstStyle>
            <a:lvl1pPr algn="ctr">
              <a:defRPr sz="6000">
                <a:solidFill>
                  <a:srgbClr val="999999"/>
                </a:solidFill>
                <a:latin typeface="Proxima Nova Lt" panose="02000506030000020004" pitchFamily="50" charset="0"/>
              </a:defRPr>
            </a:lvl1pPr>
          </a:lstStyle>
          <a:p>
            <a:r>
              <a:rPr lang="en-US"/>
              <a:t>Click to edit Master title style</a:t>
            </a:r>
            <a:endParaRPr lang="en-ZA"/>
          </a:p>
        </p:txBody>
      </p:sp>
      <p:sp>
        <p:nvSpPr>
          <p:cNvPr id="4" name="Subtitle 2">
            <a:extLst>
              <a:ext uri="{FF2B5EF4-FFF2-40B4-BE49-F238E27FC236}">
                <a16:creationId xmlns:a16="http://schemas.microsoft.com/office/drawing/2014/main" id="{91A641CB-25B6-46DF-B429-231029DEF862}"/>
              </a:ext>
            </a:extLst>
          </p:cNvPr>
          <p:cNvSpPr>
            <a:spLocks noGrp="1"/>
          </p:cNvSpPr>
          <p:nvPr>
            <p:ph type="subTitle" idx="1"/>
          </p:nvPr>
        </p:nvSpPr>
        <p:spPr>
          <a:xfrm>
            <a:off x="1524000" y="3602037"/>
            <a:ext cx="9144000" cy="604203"/>
          </a:xfrm>
        </p:spPr>
        <p:txBody>
          <a:bodyPr/>
          <a:lstStyle>
            <a:lvl1pPr marL="0" indent="0" algn="ctr">
              <a:buNone/>
              <a:defRPr sz="2400">
                <a:solidFill>
                  <a:srgbClr val="999999"/>
                </a:solidFill>
                <a:latin typeface="Proxima Nova Lt" panose="02000506030000020004"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A"/>
          </a:p>
        </p:txBody>
      </p:sp>
    </p:spTree>
    <p:extLst>
      <p:ext uri="{BB962C8B-B14F-4D97-AF65-F5344CB8AC3E}">
        <p14:creationId xmlns:p14="http://schemas.microsoft.com/office/powerpoint/2010/main" val="31231038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ection Title">
    <p:spTree>
      <p:nvGrpSpPr>
        <p:cNvPr id="1" name=""/>
        <p:cNvGrpSpPr/>
        <p:nvPr/>
      </p:nvGrpSpPr>
      <p:grpSpPr>
        <a:xfrm>
          <a:off x="0" y="0"/>
          <a:ext cx="0" cy="0"/>
          <a:chOff x="0" y="0"/>
          <a:chExt cx="0" cy="0"/>
        </a:xfrm>
      </p:grpSpPr>
      <p:sp>
        <p:nvSpPr>
          <p:cNvPr id="14" name="Text Placeholder 13"/>
          <p:cNvSpPr>
            <a:spLocks noGrp="1"/>
          </p:cNvSpPr>
          <p:nvPr>
            <p:ph type="body" sz="quarter" idx="13"/>
          </p:nvPr>
        </p:nvSpPr>
        <p:spPr>
          <a:xfrm>
            <a:off x="2460624" y="2939040"/>
            <a:ext cx="7270751" cy="489960"/>
          </a:xfrm>
          <a:prstGeom prst="rect">
            <a:avLst/>
          </a:prstGeom>
        </p:spPr>
        <p:txBody>
          <a:bodyPr/>
          <a:lstStyle>
            <a:lvl1pPr marL="0" indent="0" algn="ctr">
              <a:buNone/>
              <a:defRPr sz="2400">
                <a:solidFill>
                  <a:srgbClr val="999999"/>
                </a:solidFill>
                <a:latin typeface="Proxima Nova Lt" panose="02000506030000020004" pitchFamily="50" charset="0"/>
              </a:defRPr>
            </a:lvl1pPr>
          </a:lstStyle>
          <a:p>
            <a:pPr lvl="0"/>
            <a:r>
              <a:rPr lang="en-US"/>
              <a:t>Edit Master text styles</a:t>
            </a:r>
          </a:p>
        </p:txBody>
      </p:sp>
    </p:spTree>
    <p:extLst>
      <p:ext uri="{BB962C8B-B14F-4D97-AF65-F5344CB8AC3E}">
        <p14:creationId xmlns:p14="http://schemas.microsoft.com/office/powerpoint/2010/main" val="9153595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FB7F015-2A57-4B5F-88D9-ACA26915962C}"/>
              </a:ext>
            </a:extLst>
          </p:cNvPr>
          <p:cNvSpPr txBox="1"/>
          <p:nvPr userDrawn="1"/>
        </p:nvSpPr>
        <p:spPr>
          <a:xfrm rot="16200000">
            <a:off x="1937041" y="2916497"/>
            <a:ext cx="3407872" cy="584775"/>
          </a:xfrm>
          <a:prstGeom prst="rect">
            <a:avLst/>
          </a:prstGeom>
          <a:noFill/>
        </p:spPr>
        <p:txBody>
          <a:bodyPr wrap="square" rtlCol="0">
            <a:spAutoFit/>
          </a:bodyPr>
          <a:lstStyle/>
          <a:p>
            <a:pPr algn="r"/>
            <a:r>
              <a:rPr lang="en-ZA" sz="3200">
                <a:solidFill>
                  <a:srgbClr val="7F7F7F"/>
                </a:solidFill>
                <a:latin typeface="Proxima Nova Rg" panose="02000506030000020004" pitchFamily="50" charset="0"/>
              </a:rPr>
              <a:t>Agenda</a:t>
            </a:r>
            <a:endParaRPr lang="en-GB" sz="3200">
              <a:solidFill>
                <a:srgbClr val="7F7F7F"/>
              </a:solidFill>
              <a:latin typeface="Proxima Nova Rg" panose="02000506030000020004" pitchFamily="50" charset="0"/>
            </a:endParaRPr>
          </a:p>
        </p:txBody>
      </p:sp>
      <p:sp>
        <p:nvSpPr>
          <p:cNvPr id="4" name="Text Placeholder 3">
            <a:extLst>
              <a:ext uri="{FF2B5EF4-FFF2-40B4-BE49-F238E27FC236}">
                <a16:creationId xmlns:a16="http://schemas.microsoft.com/office/drawing/2014/main" id="{15EE3339-B220-4E3D-AA10-3D4248C2727D}"/>
              </a:ext>
            </a:extLst>
          </p:cNvPr>
          <p:cNvSpPr>
            <a:spLocks noGrp="1"/>
          </p:cNvSpPr>
          <p:nvPr>
            <p:ph type="body" sz="quarter" idx="10" hasCustomPrompt="1"/>
          </p:nvPr>
        </p:nvSpPr>
        <p:spPr>
          <a:xfrm>
            <a:off x="4230688" y="1504950"/>
            <a:ext cx="5786437" cy="3965575"/>
          </a:xfrm>
          <a:prstGeom prst="rect">
            <a:avLst/>
          </a:prstGeom>
        </p:spPr>
        <p:txBody>
          <a:bodyPr/>
          <a:lstStyle>
            <a:lvl1pPr>
              <a:buClr>
                <a:srgbClr val="BCD727"/>
              </a:buClr>
              <a:defRPr sz="2000">
                <a:solidFill>
                  <a:srgbClr val="7F7F7F"/>
                </a:solidFill>
                <a:latin typeface="Proxima Nova Lt" panose="02000506030000020004" pitchFamily="50" charset="0"/>
              </a:defRPr>
            </a:lvl1pPr>
            <a:lvl2pPr marL="457200" indent="0">
              <a:buNone/>
              <a:defRPr sz="2000">
                <a:solidFill>
                  <a:srgbClr val="7F7F7F"/>
                </a:solidFill>
                <a:latin typeface="Proxima Nova Lt" panose="02000506030000020004" pitchFamily="50" charset="0"/>
              </a:defRPr>
            </a:lvl2pPr>
            <a:lvl3pPr>
              <a:defRPr>
                <a:solidFill>
                  <a:srgbClr val="7F7F7F"/>
                </a:solidFill>
                <a:latin typeface="Proxima Nova Lt" panose="02000506030000020004" pitchFamily="50" charset="0"/>
              </a:defRPr>
            </a:lvl3pPr>
            <a:lvl4pPr>
              <a:defRPr>
                <a:solidFill>
                  <a:srgbClr val="7F7F7F"/>
                </a:solidFill>
                <a:latin typeface="Proxima Nova Lt" panose="02000506030000020004" pitchFamily="50" charset="0"/>
              </a:defRPr>
            </a:lvl4pPr>
            <a:lvl5pPr>
              <a:defRPr>
                <a:solidFill>
                  <a:srgbClr val="7F7F7F"/>
                </a:solidFill>
                <a:latin typeface="Proxima Nova Lt" panose="02000506030000020004" pitchFamily="50" charset="0"/>
              </a:defRPr>
            </a:lvl5pPr>
          </a:lstStyle>
          <a:p>
            <a:pPr lvl="0"/>
            <a:r>
              <a:rPr lang="en-US"/>
              <a:t>Add agenda items here</a:t>
            </a:r>
          </a:p>
          <a:p>
            <a:pPr lvl="0"/>
            <a:r>
              <a:rPr lang="en-US"/>
              <a:t>Another one</a:t>
            </a:r>
          </a:p>
          <a:p>
            <a:pPr lvl="0"/>
            <a:r>
              <a:rPr lang="en-US"/>
              <a:t>And another</a:t>
            </a:r>
          </a:p>
          <a:p>
            <a:pPr lvl="1"/>
            <a:endParaRPr lang="en-GB"/>
          </a:p>
        </p:txBody>
      </p:sp>
    </p:spTree>
    <p:extLst>
      <p:ext uri="{BB962C8B-B14F-4D97-AF65-F5344CB8AC3E}">
        <p14:creationId xmlns:p14="http://schemas.microsoft.com/office/powerpoint/2010/main" val="22620449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age">
    <p:spTree>
      <p:nvGrpSpPr>
        <p:cNvPr id="1" name=""/>
        <p:cNvGrpSpPr/>
        <p:nvPr/>
      </p:nvGrpSpPr>
      <p:grpSpPr>
        <a:xfrm>
          <a:off x="0" y="0"/>
          <a:ext cx="0" cy="0"/>
          <a:chOff x="0" y="0"/>
          <a:chExt cx="0" cy="0"/>
        </a:xfrm>
      </p:grpSpPr>
      <p:sp>
        <p:nvSpPr>
          <p:cNvPr id="21" name="Text Placeholder 4"/>
          <p:cNvSpPr>
            <a:spLocks noGrp="1"/>
          </p:cNvSpPr>
          <p:nvPr>
            <p:ph type="body" sz="quarter" idx="12"/>
          </p:nvPr>
        </p:nvSpPr>
        <p:spPr>
          <a:xfrm>
            <a:off x="940444" y="1012789"/>
            <a:ext cx="10872776" cy="395872"/>
          </a:xfrm>
          <a:prstGeom prst="rect">
            <a:avLst/>
          </a:prstGeom>
        </p:spPr>
        <p:txBody>
          <a:bodyPr anchor="ctr"/>
          <a:lstStyle>
            <a:lvl1pPr marL="0" indent="0">
              <a:buNone/>
              <a:defRPr sz="2000" b="0" i="0">
                <a:solidFill>
                  <a:srgbClr val="ADADAD"/>
                </a:solidFill>
                <a:latin typeface="Proxima Nova Lt" panose="02000506030000020004" pitchFamily="50" charset="0"/>
                <a:cs typeface="Proxima Nova Lt" panose="02000506030000020004" pitchFamily="50" charset="0"/>
              </a:defRPr>
            </a:lvl1pPr>
          </a:lstStyle>
          <a:p>
            <a:pPr lvl="0"/>
            <a:r>
              <a:rPr lang="en-US"/>
              <a:t>Edit Master text styles</a:t>
            </a:r>
          </a:p>
        </p:txBody>
      </p:sp>
      <p:sp>
        <p:nvSpPr>
          <p:cNvPr id="20" name="Text Placeholder 4"/>
          <p:cNvSpPr>
            <a:spLocks noGrp="1"/>
          </p:cNvSpPr>
          <p:nvPr>
            <p:ph type="body" sz="quarter" idx="11"/>
          </p:nvPr>
        </p:nvSpPr>
        <p:spPr>
          <a:xfrm>
            <a:off x="940445" y="366301"/>
            <a:ext cx="8621692" cy="575344"/>
          </a:xfrm>
          <a:prstGeom prst="rect">
            <a:avLst/>
          </a:prstGeom>
        </p:spPr>
        <p:txBody>
          <a:bodyPr anchor="ctr"/>
          <a:lstStyle>
            <a:lvl1pPr marL="0" indent="0">
              <a:buNone/>
              <a:defRPr sz="2800" b="0" i="0">
                <a:solidFill>
                  <a:srgbClr val="999999"/>
                </a:solidFill>
                <a:latin typeface="Proxima Nova Lt" panose="02000506030000020004" pitchFamily="50" charset="0"/>
                <a:cs typeface="Proxima Nova Lt" panose="02000506030000020004" pitchFamily="50" charset="0"/>
              </a:defRPr>
            </a:lvl1pPr>
          </a:lstStyle>
          <a:p>
            <a:pPr lvl="0"/>
            <a:r>
              <a:rPr lang="en-US"/>
              <a:t>Edit Master text styles</a:t>
            </a:r>
          </a:p>
        </p:txBody>
      </p:sp>
      <p:pic>
        <p:nvPicPr>
          <p:cNvPr id="5" name="Picture 4"/>
          <p:cNvPicPr>
            <a:picLocks noChangeAspect="1"/>
          </p:cNvPicPr>
          <p:nvPr/>
        </p:nvPicPr>
        <p:blipFill>
          <a:blip r:embed="rId2"/>
          <a:stretch>
            <a:fillRect/>
          </a:stretch>
        </p:blipFill>
        <p:spPr>
          <a:xfrm>
            <a:off x="940444" y="1478256"/>
            <a:ext cx="1422400" cy="161925"/>
          </a:xfrm>
          <a:prstGeom prst="rect">
            <a:avLst/>
          </a:prstGeom>
        </p:spPr>
      </p:pic>
    </p:spTree>
    <p:extLst>
      <p:ext uri="{BB962C8B-B14F-4D97-AF65-F5344CB8AC3E}">
        <p14:creationId xmlns:p14="http://schemas.microsoft.com/office/powerpoint/2010/main" val="12511289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lumn Content">
    <p:spTree>
      <p:nvGrpSpPr>
        <p:cNvPr id="1" name=""/>
        <p:cNvGrpSpPr/>
        <p:nvPr/>
      </p:nvGrpSpPr>
      <p:grpSpPr>
        <a:xfrm>
          <a:off x="0" y="0"/>
          <a:ext cx="0" cy="0"/>
          <a:chOff x="0" y="0"/>
          <a:chExt cx="0" cy="0"/>
        </a:xfrm>
      </p:grpSpPr>
      <p:sp>
        <p:nvSpPr>
          <p:cNvPr id="21" name="Text Placeholder 4"/>
          <p:cNvSpPr>
            <a:spLocks noGrp="1"/>
          </p:cNvSpPr>
          <p:nvPr>
            <p:ph type="body" sz="quarter" idx="12"/>
          </p:nvPr>
        </p:nvSpPr>
        <p:spPr>
          <a:xfrm>
            <a:off x="940444" y="1012789"/>
            <a:ext cx="10872776" cy="395872"/>
          </a:xfrm>
          <a:prstGeom prst="rect">
            <a:avLst/>
          </a:prstGeom>
        </p:spPr>
        <p:txBody>
          <a:bodyPr anchor="ctr"/>
          <a:lstStyle>
            <a:lvl1pPr marL="0" indent="0">
              <a:buNone/>
              <a:defRPr sz="2000" b="0" i="0">
                <a:solidFill>
                  <a:srgbClr val="ADADAD"/>
                </a:solidFill>
                <a:latin typeface="Proxima Nova Lt" panose="02000506030000020004" pitchFamily="50" charset="0"/>
                <a:cs typeface="Proxima Nova Lt" panose="02000506030000020004" pitchFamily="50" charset="0"/>
              </a:defRPr>
            </a:lvl1pPr>
          </a:lstStyle>
          <a:p>
            <a:pPr lvl="0"/>
            <a:r>
              <a:rPr lang="en-US"/>
              <a:t>Edit Master text styles</a:t>
            </a:r>
          </a:p>
        </p:txBody>
      </p:sp>
      <p:sp>
        <p:nvSpPr>
          <p:cNvPr id="20" name="Text Placeholder 4"/>
          <p:cNvSpPr>
            <a:spLocks noGrp="1"/>
          </p:cNvSpPr>
          <p:nvPr>
            <p:ph type="body" sz="quarter" idx="11"/>
          </p:nvPr>
        </p:nvSpPr>
        <p:spPr>
          <a:xfrm>
            <a:off x="940445" y="366301"/>
            <a:ext cx="8621692" cy="575344"/>
          </a:xfrm>
          <a:prstGeom prst="rect">
            <a:avLst/>
          </a:prstGeom>
        </p:spPr>
        <p:txBody>
          <a:bodyPr anchor="ctr"/>
          <a:lstStyle>
            <a:lvl1pPr marL="0" indent="0">
              <a:buNone/>
              <a:defRPr sz="2800" b="0" i="0">
                <a:solidFill>
                  <a:srgbClr val="999999"/>
                </a:solidFill>
                <a:latin typeface="Proxima Nova Lt" panose="02000506030000020004" pitchFamily="50" charset="0"/>
                <a:cs typeface="Proxima Nova Lt" panose="02000506030000020004" pitchFamily="50" charset="0"/>
              </a:defRPr>
            </a:lvl1pPr>
          </a:lstStyle>
          <a:p>
            <a:pPr lvl="0"/>
            <a:r>
              <a:rPr lang="en-US"/>
              <a:t>Edit Master text styles</a:t>
            </a:r>
          </a:p>
        </p:txBody>
      </p:sp>
      <p:pic>
        <p:nvPicPr>
          <p:cNvPr id="5" name="Picture 4"/>
          <p:cNvPicPr>
            <a:picLocks noChangeAspect="1"/>
          </p:cNvPicPr>
          <p:nvPr/>
        </p:nvPicPr>
        <p:blipFill>
          <a:blip r:embed="rId2"/>
          <a:stretch>
            <a:fillRect/>
          </a:stretch>
        </p:blipFill>
        <p:spPr>
          <a:xfrm>
            <a:off x="940444" y="1478256"/>
            <a:ext cx="1422400" cy="161925"/>
          </a:xfrm>
          <a:prstGeom prst="rect">
            <a:avLst/>
          </a:prstGeom>
        </p:spPr>
      </p:pic>
      <p:sp>
        <p:nvSpPr>
          <p:cNvPr id="6" name="TextBox 5"/>
          <p:cNvSpPr txBox="1"/>
          <p:nvPr/>
        </p:nvSpPr>
        <p:spPr>
          <a:xfrm>
            <a:off x="6752701" y="1968011"/>
            <a:ext cx="4348905" cy="369332"/>
          </a:xfrm>
          <a:prstGeom prst="rect">
            <a:avLst/>
          </a:prstGeom>
          <a:noFill/>
        </p:spPr>
        <p:txBody>
          <a:bodyPr wrap="square" rtlCol="0">
            <a:spAutoFit/>
          </a:bodyPr>
          <a:lstStyle/>
          <a:p>
            <a:r>
              <a:rPr lang="en-US" sz="1800">
                <a:solidFill>
                  <a:srgbClr val="999999"/>
                </a:solidFill>
                <a:latin typeface="Proxima Nova Th" panose="02000506030000020004" pitchFamily="50" charset="0"/>
                <a:cs typeface="Proxima Nova Light"/>
              </a:rPr>
              <a:t>  </a:t>
            </a:r>
          </a:p>
        </p:txBody>
      </p:sp>
      <p:cxnSp>
        <p:nvCxnSpPr>
          <p:cNvPr id="8" name="Straight Connector 7"/>
          <p:cNvCxnSpPr>
            <a:cxnSpLocks/>
          </p:cNvCxnSpPr>
          <p:nvPr userDrawn="1"/>
        </p:nvCxnSpPr>
        <p:spPr>
          <a:xfrm>
            <a:off x="6096000" y="1659413"/>
            <a:ext cx="0" cy="3943365"/>
          </a:xfrm>
          <a:prstGeom prst="line">
            <a:avLst/>
          </a:prstGeom>
          <a:ln w="12700">
            <a:solidFill>
              <a:srgbClr val="DEDEDE"/>
            </a:solidFill>
          </a:ln>
        </p:spPr>
        <p:style>
          <a:lnRef idx="1">
            <a:schemeClr val="dk1"/>
          </a:lnRef>
          <a:fillRef idx="0">
            <a:schemeClr val="dk1"/>
          </a:fillRef>
          <a:effectRef idx="0">
            <a:schemeClr val="dk1"/>
          </a:effectRef>
          <a:fontRef idx="minor">
            <a:schemeClr val="tx1"/>
          </a:fontRef>
        </p:style>
      </p:cxnSp>
      <p:sp>
        <p:nvSpPr>
          <p:cNvPr id="3" name="Picture Placeholder 2">
            <a:extLst>
              <a:ext uri="{FF2B5EF4-FFF2-40B4-BE49-F238E27FC236}">
                <a16:creationId xmlns:a16="http://schemas.microsoft.com/office/drawing/2014/main" id="{C7CE91B0-AE4E-4EFD-A991-A560919DBC89}"/>
              </a:ext>
            </a:extLst>
          </p:cNvPr>
          <p:cNvSpPr>
            <a:spLocks noGrp="1"/>
          </p:cNvSpPr>
          <p:nvPr>
            <p:ph type="pic" sz="quarter" idx="13"/>
          </p:nvPr>
        </p:nvSpPr>
        <p:spPr>
          <a:xfrm>
            <a:off x="1289050" y="1870075"/>
            <a:ext cx="4139154" cy="2762250"/>
          </a:xfrm>
          <a:prstGeom prst="rect">
            <a:avLst/>
          </a:prstGeom>
        </p:spPr>
        <p:txBody>
          <a:bodyPr/>
          <a:lstStyle>
            <a:lvl1pPr marL="0" indent="0">
              <a:buNone/>
              <a:defRPr sz="1800">
                <a:solidFill>
                  <a:srgbClr val="999999"/>
                </a:solidFill>
                <a:latin typeface="Proxima Nova Lt" panose="02000506030000020004" pitchFamily="50" charset="0"/>
              </a:defRPr>
            </a:lvl1pPr>
          </a:lstStyle>
          <a:p>
            <a:endParaRPr lang="en-GB"/>
          </a:p>
        </p:txBody>
      </p:sp>
      <p:sp>
        <p:nvSpPr>
          <p:cNvPr id="4" name="Text Placeholder 3">
            <a:extLst>
              <a:ext uri="{FF2B5EF4-FFF2-40B4-BE49-F238E27FC236}">
                <a16:creationId xmlns:a16="http://schemas.microsoft.com/office/drawing/2014/main" id="{8D5C091D-460E-4A24-B2C3-90D1DD0590F3}"/>
              </a:ext>
            </a:extLst>
          </p:cNvPr>
          <p:cNvSpPr>
            <a:spLocks noGrp="1"/>
          </p:cNvSpPr>
          <p:nvPr>
            <p:ph type="body" sz="quarter" idx="14"/>
          </p:nvPr>
        </p:nvSpPr>
        <p:spPr>
          <a:xfrm>
            <a:off x="6379215" y="2337886"/>
            <a:ext cx="5095875" cy="3264892"/>
          </a:xfrm>
          <a:prstGeom prst="rect">
            <a:avLst/>
          </a:prstGeom>
        </p:spPr>
        <p:txBody>
          <a:bodyPr/>
          <a:lstStyle>
            <a:lvl1pPr>
              <a:defRPr sz="2000">
                <a:solidFill>
                  <a:schemeClr val="tx1">
                    <a:lumMod val="65000"/>
                    <a:lumOff val="35000"/>
                  </a:schemeClr>
                </a:solidFill>
                <a:latin typeface="Proxima Nova Lt" panose="02000506030000020004" pitchFamily="50" charset="0"/>
              </a:defRPr>
            </a:lvl1pPr>
            <a:lvl2pPr>
              <a:defRPr sz="1800">
                <a:solidFill>
                  <a:srgbClr val="999999"/>
                </a:solidFill>
                <a:latin typeface="Proxima Nova Lt" panose="02000506030000020004" pitchFamily="50" charset="0"/>
              </a:defRPr>
            </a:lvl2pPr>
            <a:lvl3pPr>
              <a:defRPr sz="1600">
                <a:solidFill>
                  <a:srgbClr val="999999"/>
                </a:solidFill>
                <a:latin typeface="Proxima Nova Lt" panose="02000506030000020004" pitchFamily="50" charset="0"/>
              </a:defRPr>
            </a:lvl3pPr>
            <a:lvl4pPr>
              <a:defRPr sz="1400">
                <a:solidFill>
                  <a:srgbClr val="999999"/>
                </a:solidFill>
                <a:latin typeface="Proxima Nova Lt" panose="02000506030000020004" pitchFamily="50" charset="0"/>
              </a:defRPr>
            </a:lvl4pPr>
            <a:lvl5pPr>
              <a:defRPr sz="1400">
                <a:solidFill>
                  <a:srgbClr val="999999"/>
                </a:solidFill>
                <a:latin typeface="Proxima Nova Lt" panose="02000506030000020004" pitchFamily="50" charset="0"/>
              </a:defRPr>
            </a:lvl5pPr>
          </a:lstStyle>
          <a:p>
            <a:pPr lvl="0"/>
            <a:endParaRPr lang="en-GB"/>
          </a:p>
        </p:txBody>
      </p:sp>
      <p:sp>
        <p:nvSpPr>
          <p:cNvPr id="11" name="Text Placeholder 3">
            <a:extLst>
              <a:ext uri="{FF2B5EF4-FFF2-40B4-BE49-F238E27FC236}">
                <a16:creationId xmlns:a16="http://schemas.microsoft.com/office/drawing/2014/main" id="{8BEF0F83-C73A-4B13-A662-B04DA15D1776}"/>
              </a:ext>
            </a:extLst>
          </p:cNvPr>
          <p:cNvSpPr>
            <a:spLocks noGrp="1"/>
          </p:cNvSpPr>
          <p:nvPr>
            <p:ph type="body" sz="quarter" idx="15"/>
          </p:nvPr>
        </p:nvSpPr>
        <p:spPr>
          <a:xfrm>
            <a:off x="6379215" y="1860869"/>
            <a:ext cx="5095875" cy="466725"/>
          </a:xfrm>
          <a:prstGeom prst="rect">
            <a:avLst/>
          </a:prstGeom>
        </p:spPr>
        <p:txBody>
          <a:bodyPr/>
          <a:lstStyle>
            <a:lvl1pPr marL="0" indent="0">
              <a:buNone/>
              <a:defRPr sz="2000">
                <a:solidFill>
                  <a:srgbClr val="999999"/>
                </a:solidFill>
                <a:latin typeface="Proxima Nova Lt" panose="02000506030000020004" pitchFamily="50" charset="0"/>
              </a:defRPr>
            </a:lvl1pPr>
            <a:lvl2pPr>
              <a:defRPr sz="1800">
                <a:solidFill>
                  <a:srgbClr val="999999"/>
                </a:solidFill>
                <a:latin typeface="Proxima Nova Lt" panose="02000506030000020004" pitchFamily="50" charset="0"/>
              </a:defRPr>
            </a:lvl2pPr>
            <a:lvl3pPr>
              <a:defRPr sz="1600">
                <a:solidFill>
                  <a:srgbClr val="999999"/>
                </a:solidFill>
                <a:latin typeface="Proxima Nova Lt" panose="02000506030000020004" pitchFamily="50" charset="0"/>
              </a:defRPr>
            </a:lvl3pPr>
            <a:lvl4pPr>
              <a:defRPr sz="1400">
                <a:solidFill>
                  <a:srgbClr val="999999"/>
                </a:solidFill>
                <a:latin typeface="Proxima Nova Lt" panose="02000506030000020004" pitchFamily="50" charset="0"/>
              </a:defRPr>
            </a:lvl4pPr>
            <a:lvl5pPr>
              <a:defRPr sz="1400">
                <a:solidFill>
                  <a:srgbClr val="999999"/>
                </a:solidFill>
                <a:latin typeface="Proxima Nova Lt" panose="02000506030000020004" pitchFamily="50" charset="0"/>
              </a:defRPr>
            </a:lvl5pPr>
          </a:lstStyle>
          <a:p>
            <a:pPr lvl="0"/>
            <a:endParaRPr lang="en-GB"/>
          </a:p>
        </p:txBody>
      </p:sp>
    </p:spTree>
    <p:extLst>
      <p:ext uri="{BB962C8B-B14F-4D97-AF65-F5344CB8AC3E}">
        <p14:creationId xmlns:p14="http://schemas.microsoft.com/office/powerpoint/2010/main" val="8931914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Icons and Bullets">
    <p:spTree>
      <p:nvGrpSpPr>
        <p:cNvPr id="1" name=""/>
        <p:cNvGrpSpPr/>
        <p:nvPr/>
      </p:nvGrpSpPr>
      <p:grpSpPr>
        <a:xfrm>
          <a:off x="0" y="0"/>
          <a:ext cx="0" cy="0"/>
          <a:chOff x="0" y="0"/>
          <a:chExt cx="0" cy="0"/>
        </a:xfrm>
      </p:grpSpPr>
      <p:sp>
        <p:nvSpPr>
          <p:cNvPr id="21" name="Text Placeholder 4"/>
          <p:cNvSpPr>
            <a:spLocks noGrp="1"/>
          </p:cNvSpPr>
          <p:nvPr>
            <p:ph type="body" sz="quarter" idx="12"/>
          </p:nvPr>
        </p:nvSpPr>
        <p:spPr>
          <a:xfrm>
            <a:off x="940444" y="1012789"/>
            <a:ext cx="10872776" cy="395872"/>
          </a:xfrm>
          <a:prstGeom prst="rect">
            <a:avLst/>
          </a:prstGeom>
        </p:spPr>
        <p:txBody>
          <a:bodyPr anchor="ctr"/>
          <a:lstStyle>
            <a:lvl1pPr marL="0" indent="0">
              <a:buNone/>
              <a:defRPr sz="2000" b="0" i="0">
                <a:solidFill>
                  <a:srgbClr val="ADADAD"/>
                </a:solidFill>
                <a:latin typeface="Proxima Nova Lt" panose="02000506030000020004" pitchFamily="50" charset="0"/>
                <a:cs typeface="Proxima Nova Lt" panose="02000506030000020004" pitchFamily="50" charset="0"/>
              </a:defRPr>
            </a:lvl1pPr>
          </a:lstStyle>
          <a:p>
            <a:pPr lvl="0"/>
            <a:r>
              <a:rPr lang="en-US"/>
              <a:t>Edit Master text styles</a:t>
            </a:r>
          </a:p>
        </p:txBody>
      </p:sp>
      <p:sp>
        <p:nvSpPr>
          <p:cNvPr id="20" name="Text Placeholder 4"/>
          <p:cNvSpPr>
            <a:spLocks noGrp="1"/>
          </p:cNvSpPr>
          <p:nvPr>
            <p:ph type="body" sz="quarter" idx="11"/>
          </p:nvPr>
        </p:nvSpPr>
        <p:spPr>
          <a:xfrm>
            <a:off x="940445" y="366301"/>
            <a:ext cx="8621692" cy="575344"/>
          </a:xfrm>
          <a:prstGeom prst="rect">
            <a:avLst/>
          </a:prstGeom>
        </p:spPr>
        <p:txBody>
          <a:bodyPr anchor="ctr"/>
          <a:lstStyle>
            <a:lvl1pPr marL="0" indent="0">
              <a:buNone/>
              <a:defRPr sz="2800" b="0" i="0">
                <a:solidFill>
                  <a:srgbClr val="999999"/>
                </a:solidFill>
                <a:latin typeface="Proxima Nova Lt" panose="02000506030000020004" pitchFamily="50" charset="0"/>
                <a:cs typeface="Proxima Nova Lt" panose="02000506030000020004" pitchFamily="50" charset="0"/>
              </a:defRPr>
            </a:lvl1pPr>
          </a:lstStyle>
          <a:p>
            <a:pPr lvl="0"/>
            <a:r>
              <a:rPr lang="en-US"/>
              <a:t>Edit Master text styles</a:t>
            </a:r>
          </a:p>
        </p:txBody>
      </p:sp>
      <p:pic>
        <p:nvPicPr>
          <p:cNvPr id="5" name="Picture 4"/>
          <p:cNvPicPr>
            <a:picLocks noChangeAspect="1"/>
          </p:cNvPicPr>
          <p:nvPr/>
        </p:nvPicPr>
        <p:blipFill>
          <a:blip r:embed="rId2"/>
          <a:stretch>
            <a:fillRect/>
          </a:stretch>
        </p:blipFill>
        <p:spPr>
          <a:xfrm>
            <a:off x="940444" y="1478256"/>
            <a:ext cx="1422400" cy="161925"/>
          </a:xfrm>
          <a:prstGeom prst="rect">
            <a:avLst/>
          </a:prstGeom>
        </p:spPr>
      </p:pic>
      <p:cxnSp>
        <p:nvCxnSpPr>
          <p:cNvPr id="6" name="Straight Connector 5">
            <a:extLst>
              <a:ext uri="{FF2B5EF4-FFF2-40B4-BE49-F238E27FC236}">
                <a16:creationId xmlns:a16="http://schemas.microsoft.com/office/drawing/2014/main" id="{590A6B00-5DED-49F2-8A48-E86C4A4A110F}"/>
              </a:ext>
            </a:extLst>
          </p:cNvPr>
          <p:cNvCxnSpPr>
            <a:cxnSpLocks/>
          </p:cNvCxnSpPr>
          <p:nvPr userDrawn="1"/>
        </p:nvCxnSpPr>
        <p:spPr>
          <a:xfrm>
            <a:off x="4246421" y="1723311"/>
            <a:ext cx="0" cy="4320000"/>
          </a:xfrm>
          <a:prstGeom prst="line">
            <a:avLst/>
          </a:prstGeom>
          <a:ln w="12700">
            <a:solidFill>
              <a:srgbClr val="D9D9D9"/>
            </a:solidFill>
          </a:ln>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A2FE737D-8EB7-4F9E-BE1C-2852A1FDA203}"/>
              </a:ext>
            </a:extLst>
          </p:cNvPr>
          <p:cNvCxnSpPr>
            <a:cxnSpLocks/>
          </p:cNvCxnSpPr>
          <p:nvPr userDrawn="1"/>
        </p:nvCxnSpPr>
        <p:spPr>
          <a:xfrm>
            <a:off x="8211592" y="1723311"/>
            <a:ext cx="0" cy="4320000"/>
          </a:xfrm>
          <a:prstGeom prst="line">
            <a:avLst/>
          </a:prstGeom>
          <a:ln w="12700">
            <a:solidFill>
              <a:srgbClr val="D9D9D9"/>
            </a:solidFill>
          </a:ln>
        </p:spPr>
        <p:style>
          <a:lnRef idx="1">
            <a:schemeClr val="dk1"/>
          </a:lnRef>
          <a:fillRef idx="0">
            <a:schemeClr val="dk1"/>
          </a:fillRef>
          <a:effectRef idx="0">
            <a:schemeClr val="dk1"/>
          </a:effectRef>
          <a:fontRef idx="minor">
            <a:schemeClr val="tx1"/>
          </a:fontRef>
        </p:style>
      </p:cxnSp>
      <p:sp>
        <p:nvSpPr>
          <p:cNvPr id="17" name="Text Placeholder 13">
            <a:extLst>
              <a:ext uri="{FF2B5EF4-FFF2-40B4-BE49-F238E27FC236}">
                <a16:creationId xmlns:a16="http://schemas.microsoft.com/office/drawing/2014/main" id="{6962751A-99D0-445E-87B4-F34E177E9D68}"/>
              </a:ext>
            </a:extLst>
          </p:cNvPr>
          <p:cNvSpPr>
            <a:spLocks noGrp="1"/>
          </p:cNvSpPr>
          <p:nvPr>
            <p:ph type="body" sz="quarter" idx="16" hasCustomPrompt="1"/>
          </p:nvPr>
        </p:nvSpPr>
        <p:spPr>
          <a:xfrm>
            <a:off x="1093847" y="2874126"/>
            <a:ext cx="2339975" cy="395288"/>
          </a:xfrm>
          <a:prstGeom prst="rect">
            <a:avLst/>
          </a:prstGeom>
        </p:spPr>
        <p:txBody>
          <a:bodyPr/>
          <a:lstStyle>
            <a:lvl1pPr marL="0" indent="0" algn="l">
              <a:buNone/>
              <a:defRPr sz="1600">
                <a:solidFill>
                  <a:srgbClr val="999999"/>
                </a:solidFill>
                <a:latin typeface="Proxima Nova Rg" panose="02000506030000020004" pitchFamily="50" charset="0"/>
              </a:defRPr>
            </a:lvl1pPr>
          </a:lstStyle>
          <a:p>
            <a:pPr lvl="0"/>
            <a:r>
              <a:rPr lang="en-US"/>
              <a:t>Option 1 Label</a:t>
            </a:r>
          </a:p>
        </p:txBody>
      </p:sp>
      <p:sp>
        <p:nvSpPr>
          <p:cNvPr id="18" name="Text Placeholder 13">
            <a:extLst>
              <a:ext uri="{FF2B5EF4-FFF2-40B4-BE49-F238E27FC236}">
                <a16:creationId xmlns:a16="http://schemas.microsoft.com/office/drawing/2014/main" id="{2FDD53D2-EF1E-4327-80DB-09C6FA6DDACC}"/>
              </a:ext>
            </a:extLst>
          </p:cNvPr>
          <p:cNvSpPr>
            <a:spLocks noGrp="1"/>
          </p:cNvSpPr>
          <p:nvPr>
            <p:ph type="body" sz="quarter" idx="17" hasCustomPrompt="1"/>
          </p:nvPr>
        </p:nvSpPr>
        <p:spPr>
          <a:xfrm>
            <a:off x="5059018" y="2874126"/>
            <a:ext cx="2339975" cy="395288"/>
          </a:xfrm>
          <a:prstGeom prst="rect">
            <a:avLst/>
          </a:prstGeom>
        </p:spPr>
        <p:txBody>
          <a:bodyPr/>
          <a:lstStyle>
            <a:lvl1pPr marL="0" indent="0" algn="l">
              <a:buNone/>
              <a:defRPr sz="1600">
                <a:solidFill>
                  <a:srgbClr val="999999"/>
                </a:solidFill>
                <a:latin typeface="Proxima Nova Rg" panose="02000506030000020004" pitchFamily="50" charset="0"/>
              </a:defRPr>
            </a:lvl1pPr>
          </a:lstStyle>
          <a:p>
            <a:pPr lvl="0"/>
            <a:r>
              <a:rPr lang="en-US"/>
              <a:t>Option 2 Label</a:t>
            </a:r>
          </a:p>
        </p:txBody>
      </p:sp>
      <p:sp>
        <p:nvSpPr>
          <p:cNvPr id="19" name="Text Placeholder 13">
            <a:extLst>
              <a:ext uri="{FF2B5EF4-FFF2-40B4-BE49-F238E27FC236}">
                <a16:creationId xmlns:a16="http://schemas.microsoft.com/office/drawing/2014/main" id="{AE7F4188-A282-4085-819C-DABD1A649ACB}"/>
              </a:ext>
            </a:extLst>
          </p:cNvPr>
          <p:cNvSpPr>
            <a:spLocks noGrp="1"/>
          </p:cNvSpPr>
          <p:nvPr>
            <p:ph type="body" sz="quarter" idx="18" hasCustomPrompt="1"/>
          </p:nvPr>
        </p:nvSpPr>
        <p:spPr>
          <a:xfrm>
            <a:off x="9024192" y="2874127"/>
            <a:ext cx="2339975" cy="395288"/>
          </a:xfrm>
          <a:prstGeom prst="rect">
            <a:avLst/>
          </a:prstGeom>
        </p:spPr>
        <p:txBody>
          <a:bodyPr/>
          <a:lstStyle>
            <a:lvl1pPr marL="0" indent="0" algn="l">
              <a:buNone/>
              <a:defRPr sz="1600">
                <a:solidFill>
                  <a:srgbClr val="999999"/>
                </a:solidFill>
                <a:latin typeface="Proxima Nova Rg" panose="02000506030000020004" pitchFamily="50" charset="0"/>
              </a:defRPr>
            </a:lvl1pPr>
          </a:lstStyle>
          <a:p>
            <a:pPr lvl="0"/>
            <a:r>
              <a:rPr lang="en-US"/>
              <a:t>Option 3 Label</a:t>
            </a:r>
          </a:p>
        </p:txBody>
      </p:sp>
      <p:sp>
        <p:nvSpPr>
          <p:cNvPr id="22" name="Text Placeholder 21">
            <a:extLst>
              <a:ext uri="{FF2B5EF4-FFF2-40B4-BE49-F238E27FC236}">
                <a16:creationId xmlns:a16="http://schemas.microsoft.com/office/drawing/2014/main" id="{FD1F5FCD-CBC5-4DE4-BA51-E7925407C2C8}"/>
              </a:ext>
            </a:extLst>
          </p:cNvPr>
          <p:cNvSpPr>
            <a:spLocks noGrp="1"/>
          </p:cNvSpPr>
          <p:nvPr>
            <p:ph type="body" sz="quarter" idx="19"/>
          </p:nvPr>
        </p:nvSpPr>
        <p:spPr>
          <a:xfrm>
            <a:off x="1093788" y="3292500"/>
            <a:ext cx="2339975" cy="2750812"/>
          </a:xfrm>
          <a:prstGeom prst="rect">
            <a:avLst/>
          </a:prstGeom>
        </p:spPr>
        <p:txBody>
          <a:bodyPr/>
          <a:lstStyle>
            <a:lvl1pPr>
              <a:buClr>
                <a:srgbClr val="BCD727"/>
              </a:buClr>
              <a:defRPr sz="1400">
                <a:solidFill>
                  <a:schemeClr val="tx1">
                    <a:lumMod val="65000"/>
                    <a:lumOff val="35000"/>
                  </a:schemeClr>
                </a:solidFill>
                <a:latin typeface="Proxima Nova Lt" panose="02000506030000020004" pitchFamily="50" charset="0"/>
              </a:defRPr>
            </a:lvl1pPr>
            <a:lvl2pPr>
              <a:defRPr sz="1800">
                <a:solidFill>
                  <a:srgbClr val="7F7F7F"/>
                </a:solidFill>
                <a:latin typeface="Proxima Nova Lt" panose="02000506030000020004" pitchFamily="50" charset="0"/>
              </a:defRPr>
            </a:lvl2pPr>
            <a:lvl3pPr>
              <a:defRPr sz="1600">
                <a:solidFill>
                  <a:srgbClr val="7F7F7F"/>
                </a:solidFill>
                <a:latin typeface="Proxima Nova Lt" panose="02000506030000020004" pitchFamily="50" charset="0"/>
              </a:defRPr>
            </a:lvl3pPr>
            <a:lvl4pPr>
              <a:defRPr sz="1400">
                <a:solidFill>
                  <a:srgbClr val="7F7F7F"/>
                </a:solidFill>
                <a:latin typeface="Proxima Nova Lt" panose="02000506030000020004" pitchFamily="50" charset="0"/>
              </a:defRPr>
            </a:lvl4pPr>
            <a:lvl5pPr>
              <a:defRPr sz="1400">
                <a:solidFill>
                  <a:srgbClr val="7F7F7F"/>
                </a:solidFill>
                <a:latin typeface="Proxima Nova Lt" panose="02000506030000020004" pitchFamily="50" charset="0"/>
              </a:defRPr>
            </a:lvl5pPr>
          </a:lstStyle>
          <a:p>
            <a:pPr lvl="0"/>
            <a:r>
              <a:rPr lang="en-US"/>
              <a:t>Click to edit Master text styles</a:t>
            </a:r>
          </a:p>
        </p:txBody>
      </p:sp>
      <p:sp>
        <p:nvSpPr>
          <p:cNvPr id="24" name="Text Placeholder 21">
            <a:extLst>
              <a:ext uri="{FF2B5EF4-FFF2-40B4-BE49-F238E27FC236}">
                <a16:creationId xmlns:a16="http://schemas.microsoft.com/office/drawing/2014/main" id="{66542237-0ADE-4F22-B7F2-B5DEF95705B7}"/>
              </a:ext>
            </a:extLst>
          </p:cNvPr>
          <p:cNvSpPr>
            <a:spLocks noGrp="1"/>
          </p:cNvSpPr>
          <p:nvPr>
            <p:ph type="body" sz="quarter" idx="20"/>
          </p:nvPr>
        </p:nvSpPr>
        <p:spPr>
          <a:xfrm>
            <a:off x="5058958" y="3301476"/>
            <a:ext cx="2339975" cy="2750813"/>
          </a:xfrm>
          <a:prstGeom prst="rect">
            <a:avLst/>
          </a:prstGeom>
        </p:spPr>
        <p:txBody>
          <a:bodyPr/>
          <a:lstStyle>
            <a:lvl1pPr>
              <a:buClr>
                <a:srgbClr val="BCD727"/>
              </a:buClr>
              <a:defRPr sz="1400">
                <a:solidFill>
                  <a:schemeClr val="tx1">
                    <a:lumMod val="65000"/>
                    <a:lumOff val="35000"/>
                  </a:schemeClr>
                </a:solidFill>
                <a:latin typeface="Proxima Nova Lt" panose="02000506030000020004" pitchFamily="50" charset="0"/>
              </a:defRPr>
            </a:lvl1pPr>
            <a:lvl2pPr>
              <a:defRPr sz="1800">
                <a:solidFill>
                  <a:srgbClr val="7F7F7F"/>
                </a:solidFill>
                <a:latin typeface="Proxima Nova Lt" panose="02000506030000020004" pitchFamily="50" charset="0"/>
              </a:defRPr>
            </a:lvl2pPr>
            <a:lvl3pPr>
              <a:defRPr sz="1600">
                <a:solidFill>
                  <a:srgbClr val="7F7F7F"/>
                </a:solidFill>
                <a:latin typeface="Proxima Nova Lt" panose="02000506030000020004" pitchFamily="50" charset="0"/>
              </a:defRPr>
            </a:lvl3pPr>
            <a:lvl4pPr>
              <a:defRPr sz="1400">
                <a:solidFill>
                  <a:srgbClr val="7F7F7F"/>
                </a:solidFill>
                <a:latin typeface="Proxima Nova Lt" panose="02000506030000020004" pitchFamily="50" charset="0"/>
              </a:defRPr>
            </a:lvl4pPr>
            <a:lvl5pPr>
              <a:defRPr sz="1400">
                <a:solidFill>
                  <a:srgbClr val="7F7F7F"/>
                </a:solidFill>
                <a:latin typeface="Proxima Nova Lt" panose="02000506030000020004" pitchFamily="50" charset="0"/>
              </a:defRPr>
            </a:lvl5pPr>
          </a:lstStyle>
          <a:p>
            <a:pPr lvl="0"/>
            <a:r>
              <a:rPr lang="en-US"/>
              <a:t>Click to edit Master text styles</a:t>
            </a:r>
          </a:p>
        </p:txBody>
      </p:sp>
      <p:sp>
        <p:nvSpPr>
          <p:cNvPr id="25" name="Text Placeholder 21">
            <a:extLst>
              <a:ext uri="{FF2B5EF4-FFF2-40B4-BE49-F238E27FC236}">
                <a16:creationId xmlns:a16="http://schemas.microsoft.com/office/drawing/2014/main" id="{19A6AB14-3A34-4213-B274-963A3A24DBCD}"/>
              </a:ext>
            </a:extLst>
          </p:cNvPr>
          <p:cNvSpPr>
            <a:spLocks noGrp="1"/>
          </p:cNvSpPr>
          <p:nvPr>
            <p:ph type="body" sz="quarter" idx="21"/>
          </p:nvPr>
        </p:nvSpPr>
        <p:spPr>
          <a:xfrm>
            <a:off x="9024128" y="3301476"/>
            <a:ext cx="2339975" cy="2750813"/>
          </a:xfrm>
          <a:prstGeom prst="rect">
            <a:avLst/>
          </a:prstGeom>
        </p:spPr>
        <p:txBody>
          <a:bodyPr/>
          <a:lstStyle>
            <a:lvl1pPr>
              <a:buClr>
                <a:srgbClr val="BCD727"/>
              </a:buClr>
              <a:defRPr sz="1400">
                <a:solidFill>
                  <a:schemeClr val="tx1">
                    <a:lumMod val="65000"/>
                    <a:lumOff val="35000"/>
                  </a:schemeClr>
                </a:solidFill>
                <a:latin typeface="Proxima Nova Lt" panose="02000506030000020004" pitchFamily="50" charset="0"/>
              </a:defRPr>
            </a:lvl1pPr>
            <a:lvl2pPr>
              <a:defRPr sz="1800">
                <a:solidFill>
                  <a:srgbClr val="7F7F7F"/>
                </a:solidFill>
                <a:latin typeface="Proxima Nova Lt" panose="02000506030000020004" pitchFamily="50" charset="0"/>
              </a:defRPr>
            </a:lvl2pPr>
            <a:lvl3pPr>
              <a:defRPr sz="1600">
                <a:solidFill>
                  <a:srgbClr val="7F7F7F"/>
                </a:solidFill>
                <a:latin typeface="Proxima Nova Lt" panose="02000506030000020004" pitchFamily="50" charset="0"/>
              </a:defRPr>
            </a:lvl3pPr>
            <a:lvl4pPr>
              <a:defRPr sz="1400">
                <a:solidFill>
                  <a:srgbClr val="7F7F7F"/>
                </a:solidFill>
                <a:latin typeface="Proxima Nova Lt" panose="02000506030000020004" pitchFamily="50" charset="0"/>
              </a:defRPr>
            </a:lvl4pPr>
            <a:lvl5pPr>
              <a:defRPr sz="1400">
                <a:solidFill>
                  <a:srgbClr val="7F7F7F"/>
                </a:solidFill>
                <a:latin typeface="Proxima Nova Lt" panose="02000506030000020004" pitchFamily="50" charset="0"/>
              </a:defRPr>
            </a:lvl5pPr>
          </a:lstStyle>
          <a:p>
            <a:pPr lvl="0"/>
            <a:r>
              <a:rPr lang="en-US"/>
              <a:t>Click to edit Master text styles</a:t>
            </a:r>
          </a:p>
        </p:txBody>
      </p:sp>
      <p:sp>
        <p:nvSpPr>
          <p:cNvPr id="3" name="Picture Placeholder 2">
            <a:extLst>
              <a:ext uri="{FF2B5EF4-FFF2-40B4-BE49-F238E27FC236}">
                <a16:creationId xmlns:a16="http://schemas.microsoft.com/office/drawing/2014/main" id="{B5D2CB5F-1B24-4E23-AB90-B8F31F2CD1F4}"/>
              </a:ext>
            </a:extLst>
          </p:cNvPr>
          <p:cNvSpPr>
            <a:spLocks noGrp="1"/>
          </p:cNvSpPr>
          <p:nvPr>
            <p:ph type="pic" sz="quarter" idx="22" hasCustomPrompt="1"/>
          </p:nvPr>
        </p:nvSpPr>
        <p:spPr>
          <a:xfrm>
            <a:off x="1748692" y="1820591"/>
            <a:ext cx="1030288" cy="873125"/>
          </a:xfrm>
          <a:prstGeom prst="rect">
            <a:avLst/>
          </a:prstGeom>
        </p:spPr>
        <p:txBody>
          <a:bodyPr/>
          <a:lstStyle>
            <a:lvl1pPr marL="0" indent="0">
              <a:buNone/>
              <a:defRPr sz="1800">
                <a:solidFill>
                  <a:schemeClr val="tx1">
                    <a:lumMod val="65000"/>
                    <a:lumOff val="35000"/>
                  </a:schemeClr>
                </a:solidFill>
                <a:latin typeface="Proxima Nova Lt" panose="02000506030000020004" pitchFamily="50" charset="0"/>
              </a:defRPr>
            </a:lvl1pPr>
          </a:lstStyle>
          <a:p>
            <a:r>
              <a:rPr lang="en-ZA"/>
              <a:t>Icon</a:t>
            </a:r>
            <a:endParaRPr lang="en-GB"/>
          </a:p>
        </p:txBody>
      </p:sp>
      <p:sp>
        <p:nvSpPr>
          <p:cNvPr id="15" name="Picture Placeholder 2">
            <a:extLst>
              <a:ext uri="{FF2B5EF4-FFF2-40B4-BE49-F238E27FC236}">
                <a16:creationId xmlns:a16="http://schemas.microsoft.com/office/drawing/2014/main" id="{C2683482-BCB0-4AC4-B5D0-9E9BCCCAF366}"/>
              </a:ext>
            </a:extLst>
          </p:cNvPr>
          <p:cNvSpPr>
            <a:spLocks noGrp="1"/>
          </p:cNvSpPr>
          <p:nvPr>
            <p:ph type="pic" sz="quarter" idx="23" hasCustomPrompt="1"/>
          </p:nvPr>
        </p:nvSpPr>
        <p:spPr>
          <a:xfrm>
            <a:off x="5713863" y="1820591"/>
            <a:ext cx="1030288" cy="873125"/>
          </a:xfrm>
          <a:prstGeom prst="rect">
            <a:avLst/>
          </a:prstGeom>
        </p:spPr>
        <p:txBody>
          <a:bodyPr/>
          <a:lstStyle>
            <a:lvl1pPr marL="0" indent="0">
              <a:buNone/>
              <a:defRPr sz="1800">
                <a:solidFill>
                  <a:schemeClr val="tx1">
                    <a:lumMod val="65000"/>
                    <a:lumOff val="35000"/>
                  </a:schemeClr>
                </a:solidFill>
                <a:latin typeface="Proxima Nova Lt" panose="02000506030000020004" pitchFamily="50" charset="0"/>
              </a:defRPr>
            </a:lvl1pPr>
          </a:lstStyle>
          <a:p>
            <a:r>
              <a:rPr lang="en-ZA"/>
              <a:t>Icon</a:t>
            </a:r>
            <a:endParaRPr lang="en-GB"/>
          </a:p>
        </p:txBody>
      </p:sp>
      <p:sp>
        <p:nvSpPr>
          <p:cNvPr id="16" name="Picture Placeholder 2">
            <a:extLst>
              <a:ext uri="{FF2B5EF4-FFF2-40B4-BE49-F238E27FC236}">
                <a16:creationId xmlns:a16="http://schemas.microsoft.com/office/drawing/2014/main" id="{9284356C-AE4E-4C32-ACE7-6BF468F218EF}"/>
              </a:ext>
            </a:extLst>
          </p:cNvPr>
          <p:cNvSpPr>
            <a:spLocks noGrp="1"/>
          </p:cNvSpPr>
          <p:nvPr>
            <p:ph type="pic" sz="quarter" idx="24" hasCustomPrompt="1"/>
          </p:nvPr>
        </p:nvSpPr>
        <p:spPr>
          <a:xfrm>
            <a:off x="9678971" y="1820591"/>
            <a:ext cx="1030288" cy="873125"/>
          </a:xfrm>
          <a:prstGeom prst="rect">
            <a:avLst/>
          </a:prstGeom>
        </p:spPr>
        <p:txBody>
          <a:bodyPr/>
          <a:lstStyle>
            <a:lvl1pPr marL="0" indent="0">
              <a:buNone/>
              <a:defRPr sz="1800">
                <a:solidFill>
                  <a:schemeClr val="tx1">
                    <a:lumMod val="65000"/>
                    <a:lumOff val="35000"/>
                  </a:schemeClr>
                </a:solidFill>
                <a:latin typeface="Proxima Nova Lt" panose="02000506030000020004" pitchFamily="50" charset="0"/>
              </a:defRPr>
            </a:lvl1pPr>
          </a:lstStyle>
          <a:p>
            <a:r>
              <a:rPr lang="en-ZA"/>
              <a:t>Icon</a:t>
            </a:r>
            <a:endParaRPr lang="en-GB"/>
          </a:p>
        </p:txBody>
      </p:sp>
    </p:spTree>
    <p:extLst>
      <p:ext uri="{BB962C8B-B14F-4D97-AF65-F5344CB8AC3E}">
        <p14:creationId xmlns:p14="http://schemas.microsoft.com/office/powerpoint/2010/main" val="7425038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mages with Labels">
    <p:spTree>
      <p:nvGrpSpPr>
        <p:cNvPr id="1" name=""/>
        <p:cNvGrpSpPr/>
        <p:nvPr/>
      </p:nvGrpSpPr>
      <p:grpSpPr>
        <a:xfrm>
          <a:off x="0" y="0"/>
          <a:ext cx="0" cy="0"/>
          <a:chOff x="0" y="0"/>
          <a:chExt cx="0" cy="0"/>
        </a:xfrm>
      </p:grpSpPr>
      <p:sp>
        <p:nvSpPr>
          <p:cNvPr id="21" name="Text Placeholder 4"/>
          <p:cNvSpPr>
            <a:spLocks noGrp="1"/>
          </p:cNvSpPr>
          <p:nvPr>
            <p:ph type="body" sz="quarter" idx="12"/>
          </p:nvPr>
        </p:nvSpPr>
        <p:spPr>
          <a:xfrm>
            <a:off x="940444" y="1012789"/>
            <a:ext cx="10872776" cy="395872"/>
          </a:xfrm>
          <a:prstGeom prst="rect">
            <a:avLst/>
          </a:prstGeom>
        </p:spPr>
        <p:txBody>
          <a:bodyPr anchor="ctr"/>
          <a:lstStyle>
            <a:lvl1pPr marL="0" indent="0">
              <a:buNone/>
              <a:defRPr sz="2000" b="0" i="0">
                <a:solidFill>
                  <a:srgbClr val="ADADAD"/>
                </a:solidFill>
                <a:latin typeface="Proxima Nova Lt" panose="02000506030000020004" pitchFamily="50" charset="0"/>
                <a:cs typeface="Proxima Nova Lt" panose="02000506030000020004" pitchFamily="50" charset="0"/>
              </a:defRPr>
            </a:lvl1pPr>
          </a:lstStyle>
          <a:p>
            <a:pPr lvl="0"/>
            <a:r>
              <a:rPr lang="en-US"/>
              <a:t>Edit Master text styles</a:t>
            </a:r>
          </a:p>
        </p:txBody>
      </p:sp>
      <p:sp>
        <p:nvSpPr>
          <p:cNvPr id="20" name="Text Placeholder 4"/>
          <p:cNvSpPr>
            <a:spLocks noGrp="1"/>
          </p:cNvSpPr>
          <p:nvPr>
            <p:ph type="body" sz="quarter" idx="11"/>
          </p:nvPr>
        </p:nvSpPr>
        <p:spPr>
          <a:xfrm>
            <a:off x="940445" y="366301"/>
            <a:ext cx="8621692" cy="575344"/>
          </a:xfrm>
          <a:prstGeom prst="rect">
            <a:avLst/>
          </a:prstGeom>
        </p:spPr>
        <p:txBody>
          <a:bodyPr anchor="ctr"/>
          <a:lstStyle>
            <a:lvl1pPr marL="0" indent="0">
              <a:buNone/>
              <a:defRPr sz="2800" b="0" i="0">
                <a:solidFill>
                  <a:srgbClr val="999999"/>
                </a:solidFill>
                <a:latin typeface="Proxima Nova Lt" panose="02000506030000020004" pitchFamily="50" charset="0"/>
                <a:cs typeface="Proxima Nova Lt" panose="02000506030000020004" pitchFamily="50" charset="0"/>
              </a:defRPr>
            </a:lvl1pPr>
          </a:lstStyle>
          <a:p>
            <a:pPr lvl="0"/>
            <a:r>
              <a:rPr lang="en-US"/>
              <a:t>Edit Master text styles</a:t>
            </a:r>
          </a:p>
        </p:txBody>
      </p:sp>
      <p:pic>
        <p:nvPicPr>
          <p:cNvPr id="5" name="Picture 4"/>
          <p:cNvPicPr>
            <a:picLocks noChangeAspect="1"/>
          </p:cNvPicPr>
          <p:nvPr/>
        </p:nvPicPr>
        <p:blipFill>
          <a:blip r:embed="rId2"/>
          <a:stretch>
            <a:fillRect/>
          </a:stretch>
        </p:blipFill>
        <p:spPr>
          <a:xfrm>
            <a:off x="940444" y="1478256"/>
            <a:ext cx="1422400" cy="161925"/>
          </a:xfrm>
          <a:prstGeom prst="rect">
            <a:avLst/>
          </a:prstGeom>
        </p:spPr>
      </p:pic>
      <p:sp>
        <p:nvSpPr>
          <p:cNvPr id="3" name="Picture Placeholder 2">
            <a:extLst>
              <a:ext uri="{FF2B5EF4-FFF2-40B4-BE49-F238E27FC236}">
                <a16:creationId xmlns:a16="http://schemas.microsoft.com/office/drawing/2014/main" id="{C7CE91B0-AE4E-4EFD-A991-A560919DBC89}"/>
              </a:ext>
            </a:extLst>
          </p:cNvPr>
          <p:cNvSpPr>
            <a:spLocks noGrp="1"/>
          </p:cNvSpPr>
          <p:nvPr>
            <p:ph type="pic" sz="quarter" idx="13"/>
          </p:nvPr>
        </p:nvSpPr>
        <p:spPr>
          <a:xfrm>
            <a:off x="1189555" y="1870073"/>
            <a:ext cx="2006575" cy="1758949"/>
          </a:xfrm>
          <a:prstGeom prst="rect">
            <a:avLst/>
          </a:prstGeom>
        </p:spPr>
        <p:txBody>
          <a:bodyPr/>
          <a:lstStyle>
            <a:lvl1pPr marL="0" indent="0">
              <a:buNone/>
              <a:defRPr sz="1400">
                <a:solidFill>
                  <a:srgbClr val="999999"/>
                </a:solidFill>
                <a:latin typeface="Proxima Nova Lt" panose="02000506030000020004" pitchFamily="50" charset="0"/>
              </a:defRPr>
            </a:lvl1pPr>
          </a:lstStyle>
          <a:p>
            <a:endParaRPr lang="en-GB"/>
          </a:p>
        </p:txBody>
      </p:sp>
      <p:cxnSp>
        <p:nvCxnSpPr>
          <p:cNvPr id="8" name="Straight Connector 7"/>
          <p:cNvCxnSpPr>
            <a:cxnSpLocks/>
          </p:cNvCxnSpPr>
          <p:nvPr userDrawn="1"/>
        </p:nvCxnSpPr>
        <p:spPr>
          <a:xfrm>
            <a:off x="4227771" y="1678463"/>
            <a:ext cx="0" cy="4238979"/>
          </a:xfrm>
          <a:prstGeom prst="line">
            <a:avLst/>
          </a:prstGeom>
          <a:ln w="12700">
            <a:solidFill>
              <a:srgbClr val="DEDEDE"/>
            </a:solidFill>
          </a:ln>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96E90B32-0C7F-4451-B943-A11959B7E84B}"/>
              </a:ext>
            </a:extLst>
          </p:cNvPr>
          <p:cNvCxnSpPr>
            <a:cxnSpLocks/>
          </p:cNvCxnSpPr>
          <p:nvPr userDrawn="1"/>
        </p:nvCxnSpPr>
        <p:spPr>
          <a:xfrm>
            <a:off x="7964230" y="1678463"/>
            <a:ext cx="0" cy="4238979"/>
          </a:xfrm>
          <a:prstGeom prst="line">
            <a:avLst/>
          </a:prstGeom>
          <a:ln w="12700">
            <a:solidFill>
              <a:srgbClr val="DEDEDE"/>
            </a:solidFill>
          </a:ln>
        </p:spPr>
        <p:style>
          <a:lnRef idx="1">
            <a:schemeClr val="dk1"/>
          </a:lnRef>
          <a:fillRef idx="0">
            <a:schemeClr val="dk1"/>
          </a:fillRef>
          <a:effectRef idx="0">
            <a:schemeClr val="dk1"/>
          </a:effectRef>
          <a:fontRef idx="minor">
            <a:schemeClr val="tx1"/>
          </a:fontRef>
        </p:style>
      </p:cxnSp>
      <p:sp>
        <p:nvSpPr>
          <p:cNvPr id="12" name="Picture Placeholder 2">
            <a:extLst>
              <a:ext uri="{FF2B5EF4-FFF2-40B4-BE49-F238E27FC236}">
                <a16:creationId xmlns:a16="http://schemas.microsoft.com/office/drawing/2014/main" id="{FF5D0B21-277E-4E8C-8209-481368342C6E}"/>
              </a:ext>
            </a:extLst>
          </p:cNvPr>
          <p:cNvSpPr>
            <a:spLocks noGrp="1"/>
          </p:cNvSpPr>
          <p:nvPr userDrawn="1">
            <p:ph type="pic" sz="quarter" idx="14"/>
          </p:nvPr>
        </p:nvSpPr>
        <p:spPr>
          <a:xfrm>
            <a:off x="5092712" y="1870073"/>
            <a:ext cx="2006575" cy="1758949"/>
          </a:xfrm>
          <a:prstGeom prst="rect">
            <a:avLst/>
          </a:prstGeom>
        </p:spPr>
        <p:txBody>
          <a:bodyPr/>
          <a:lstStyle>
            <a:lvl1pPr marL="0" indent="0">
              <a:buNone/>
              <a:defRPr sz="1400">
                <a:solidFill>
                  <a:srgbClr val="999999"/>
                </a:solidFill>
                <a:latin typeface="Proxima Nova Lt" panose="02000506030000020004" pitchFamily="50" charset="0"/>
              </a:defRPr>
            </a:lvl1pPr>
          </a:lstStyle>
          <a:p>
            <a:endParaRPr lang="en-GB"/>
          </a:p>
        </p:txBody>
      </p:sp>
      <p:sp>
        <p:nvSpPr>
          <p:cNvPr id="13" name="Picture Placeholder 2">
            <a:extLst>
              <a:ext uri="{FF2B5EF4-FFF2-40B4-BE49-F238E27FC236}">
                <a16:creationId xmlns:a16="http://schemas.microsoft.com/office/drawing/2014/main" id="{0BE36500-4AA0-4680-90CA-AA70749E4BB5}"/>
              </a:ext>
            </a:extLst>
          </p:cNvPr>
          <p:cNvSpPr>
            <a:spLocks noGrp="1"/>
          </p:cNvSpPr>
          <p:nvPr userDrawn="1">
            <p:ph type="pic" sz="quarter" idx="15"/>
          </p:nvPr>
        </p:nvSpPr>
        <p:spPr>
          <a:xfrm>
            <a:off x="8829170" y="1870073"/>
            <a:ext cx="2006575" cy="1758949"/>
          </a:xfrm>
          <a:prstGeom prst="rect">
            <a:avLst/>
          </a:prstGeom>
        </p:spPr>
        <p:txBody>
          <a:bodyPr/>
          <a:lstStyle>
            <a:lvl1pPr marL="0" indent="0">
              <a:buNone/>
              <a:defRPr sz="1400">
                <a:solidFill>
                  <a:srgbClr val="999999"/>
                </a:solidFill>
                <a:latin typeface="Proxima Nova Lt" panose="02000506030000020004" pitchFamily="50" charset="0"/>
              </a:defRPr>
            </a:lvl1pPr>
          </a:lstStyle>
          <a:p>
            <a:endParaRPr lang="en-GB"/>
          </a:p>
        </p:txBody>
      </p:sp>
      <p:sp>
        <p:nvSpPr>
          <p:cNvPr id="14" name="Text Placeholder 13">
            <a:extLst>
              <a:ext uri="{FF2B5EF4-FFF2-40B4-BE49-F238E27FC236}">
                <a16:creationId xmlns:a16="http://schemas.microsoft.com/office/drawing/2014/main" id="{02AA1CD9-21A2-4B12-8B19-306D6426E766}"/>
              </a:ext>
            </a:extLst>
          </p:cNvPr>
          <p:cNvSpPr>
            <a:spLocks noGrp="1"/>
          </p:cNvSpPr>
          <p:nvPr userDrawn="1">
            <p:ph type="body" sz="quarter" idx="16" hasCustomPrompt="1"/>
          </p:nvPr>
        </p:nvSpPr>
        <p:spPr>
          <a:xfrm>
            <a:off x="1022855" y="3771898"/>
            <a:ext cx="2339975" cy="395288"/>
          </a:xfrm>
          <a:prstGeom prst="rect">
            <a:avLst/>
          </a:prstGeom>
        </p:spPr>
        <p:txBody>
          <a:bodyPr/>
          <a:lstStyle>
            <a:lvl1pPr marL="0" indent="0" algn="ctr">
              <a:buNone/>
              <a:defRPr sz="1600">
                <a:solidFill>
                  <a:srgbClr val="999999"/>
                </a:solidFill>
                <a:latin typeface="Proxima Nova Rg" panose="02000506030000020004" pitchFamily="50" charset="0"/>
              </a:defRPr>
            </a:lvl1pPr>
          </a:lstStyle>
          <a:p>
            <a:pPr lvl="0"/>
            <a:r>
              <a:rPr lang="en-US"/>
              <a:t>Label</a:t>
            </a:r>
          </a:p>
        </p:txBody>
      </p:sp>
      <p:sp>
        <p:nvSpPr>
          <p:cNvPr id="17" name="Text Placeholder 13">
            <a:extLst>
              <a:ext uri="{FF2B5EF4-FFF2-40B4-BE49-F238E27FC236}">
                <a16:creationId xmlns:a16="http://schemas.microsoft.com/office/drawing/2014/main" id="{CF296288-C7AE-4C7B-9E3E-EFE033295FF5}"/>
              </a:ext>
            </a:extLst>
          </p:cNvPr>
          <p:cNvSpPr>
            <a:spLocks noGrp="1"/>
          </p:cNvSpPr>
          <p:nvPr userDrawn="1">
            <p:ph type="body" sz="quarter" idx="17" hasCustomPrompt="1"/>
          </p:nvPr>
        </p:nvSpPr>
        <p:spPr>
          <a:xfrm>
            <a:off x="4926012" y="3771899"/>
            <a:ext cx="2339975" cy="395288"/>
          </a:xfrm>
          <a:prstGeom prst="rect">
            <a:avLst/>
          </a:prstGeom>
        </p:spPr>
        <p:txBody>
          <a:bodyPr/>
          <a:lstStyle>
            <a:lvl1pPr marL="0" indent="0" algn="ctr">
              <a:buNone/>
              <a:defRPr sz="1600">
                <a:solidFill>
                  <a:srgbClr val="999999"/>
                </a:solidFill>
                <a:latin typeface="Proxima Nova Rg" panose="02000506030000020004" pitchFamily="50" charset="0"/>
              </a:defRPr>
            </a:lvl1pPr>
          </a:lstStyle>
          <a:p>
            <a:pPr lvl="0"/>
            <a:r>
              <a:rPr lang="en-US"/>
              <a:t>Label</a:t>
            </a:r>
          </a:p>
        </p:txBody>
      </p:sp>
      <p:sp>
        <p:nvSpPr>
          <p:cNvPr id="18" name="Text Placeholder 13">
            <a:extLst>
              <a:ext uri="{FF2B5EF4-FFF2-40B4-BE49-F238E27FC236}">
                <a16:creationId xmlns:a16="http://schemas.microsoft.com/office/drawing/2014/main" id="{4CEFF9C6-93F7-421F-B8DE-F81CCD829FA5}"/>
              </a:ext>
            </a:extLst>
          </p:cNvPr>
          <p:cNvSpPr>
            <a:spLocks noGrp="1"/>
          </p:cNvSpPr>
          <p:nvPr userDrawn="1">
            <p:ph type="body" sz="quarter" idx="18" hasCustomPrompt="1"/>
          </p:nvPr>
        </p:nvSpPr>
        <p:spPr>
          <a:xfrm>
            <a:off x="8662470" y="3771900"/>
            <a:ext cx="2339975" cy="395288"/>
          </a:xfrm>
          <a:prstGeom prst="rect">
            <a:avLst/>
          </a:prstGeom>
        </p:spPr>
        <p:txBody>
          <a:bodyPr/>
          <a:lstStyle>
            <a:lvl1pPr marL="0" indent="0" algn="ctr">
              <a:buNone/>
              <a:defRPr sz="1600">
                <a:solidFill>
                  <a:srgbClr val="999999"/>
                </a:solidFill>
                <a:latin typeface="Proxima Nova Rg" panose="02000506030000020004" pitchFamily="50" charset="0"/>
              </a:defRPr>
            </a:lvl1pPr>
          </a:lstStyle>
          <a:p>
            <a:pPr lvl="0"/>
            <a:r>
              <a:rPr lang="en-US"/>
              <a:t>Label</a:t>
            </a:r>
          </a:p>
        </p:txBody>
      </p:sp>
      <p:sp>
        <p:nvSpPr>
          <p:cNvPr id="22" name="Text Placeholder 21">
            <a:extLst>
              <a:ext uri="{FF2B5EF4-FFF2-40B4-BE49-F238E27FC236}">
                <a16:creationId xmlns:a16="http://schemas.microsoft.com/office/drawing/2014/main" id="{E6C4C3F9-0544-4D76-8F0E-94A006D2AA72}"/>
              </a:ext>
            </a:extLst>
          </p:cNvPr>
          <p:cNvSpPr>
            <a:spLocks noGrp="1"/>
          </p:cNvSpPr>
          <p:nvPr>
            <p:ph type="body" sz="quarter" idx="19"/>
          </p:nvPr>
        </p:nvSpPr>
        <p:spPr>
          <a:xfrm>
            <a:off x="1022855" y="4189671"/>
            <a:ext cx="2339975" cy="1802588"/>
          </a:xfrm>
          <a:prstGeom prst="rect">
            <a:avLst/>
          </a:prstGeom>
        </p:spPr>
        <p:txBody>
          <a:bodyPr/>
          <a:lstStyle>
            <a:lvl1pPr>
              <a:buClr>
                <a:srgbClr val="BCD727"/>
              </a:buClr>
              <a:defRPr sz="1400">
                <a:solidFill>
                  <a:schemeClr val="tx1">
                    <a:lumMod val="65000"/>
                    <a:lumOff val="35000"/>
                  </a:schemeClr>
                </a:solidFill>
                <a:latin typeface="Proxima Nova Lt" panose="02000506030000020004" pitchFamily="50" charset="0"/>
              </a:defRPr>
            </a:lvl1pPr>
            <a:lvl2pPr>
              <a:defRPr sz="1800">
                <a:solidFill>
                  <a:srgbClr val="7F7F7F"/>
                </a:solidFill>
                <a:latin typeface="Proxima Nova Lt" panose="02000506030000020004" pitchFamily="50" charset="0"/>
              </a:defRPr>
            </a:lvl2pPr>
            <a:lvl3pPr>
              <a:defRPr sz="1600">
                <a:solidFill>
                  <a:srgbClr val="7F7F7F"/>
                </a:solidFill>
                <a:latin typeface="Proxima Nova Lt" panose="02000506030000020004" pitchFamily="50" charset="0"/>
              </a:defRPr>
            </a:lvl3pPr>
            <a:lvl4pPr>
              <a:defRPr sz="1400">
                <a:solidFill>
                  <a:srgbClr val="7F7F7F"/>
                </a:solidFill>
                <a:latin typeface="Proxima Nova Lt" panose="02000506030000020004" pitchFamily="50" charset="0"/>
              </a:defRPr>
            </a:lvl4pPr>
            <a:lvl5pPr>
              <a:defRPr sz="1400">
                <a:solidFill>
                  <a:srgbClr val="7F7F7F"/>
                </a:solidFill>
                <a:latin typeface="Proxima Nova Lt" panose="02000506030000020004" pitchFamily="50" charset="0"/>
              </a:defRPr>
            </a:lvl5pPr>
          </a:lstStyle>
          <a:p>
            <a:pPr lvl="0"/>
            <a:r>
              <a:rPr lang="en-US"/>
              <a:t>Click to edit Master text styles</a:t>
            </a:r>
          </a:p>
        </p:txBody>
      </p:sp>
      <p:sp>
        <p:nvSpPr>
          <p:cNvPr id="23" name="Text Placeholder 21">
            <a:extLst>
              <a:ext uri="{FF2B5EF4-FFF2-40B4-BE49-F238E27FC236}">
                <a16:creationId xmlns:a16="http://schemas.microsoft.com/office/drawing/2014/main" id="{3A2A8EFC-B4C7-4687-B29E-8A32F4EA09C8}"/>
              </a:ext>
            </a:extLst>
          </p:cNvPr>
          <p:cNvSpPr>
            <a:spLocks noGrp="1"/>
          </p:cNvSpPr>
          <p:nvPr>
            <p:ph type="body" sz="quarter" idx="20"/>
          </p:nvPr>
        </p:nvSpPr>
        <p:spPr>
          <a:xfrm>
            <a:off x="4926012" y="4167186"/>
            <a:ext cx="2339975" cy="1802588"/>
          </a:xfrm>
          <a:prstGeom prst="rect">
            <a:avLst/>
          </a:prstGeom>
        </p:spPr>
        <p:txBody>
          <a:bodyPr/>
          <a:lstStyle>
            <a:lvl1pPr>
              <a:buClr>
                <a:srgbClr val="BCD727"/>
              </a:buClr>
              <a:defRPr sz="1400">
                <a:solidFill>
                  <a:schemeClr val="tx1">
                    <a:lumMod val="65000"/>
                    <a:lumOff val="35000"/>
                  </a:schemeClr>
                </a:solidFill>
                <a:latin typeface="Proxima Nova Lt" panose="02000506030000020004" pitchFamily="50" charset="0"/>
              </a:defRPr>
            </a:lvl1pPr>
            <a:lvl2pPr>
              <a:defRPr sz="1800">
                <a:solidFill>
                  <a:srgbClr val="7F7F7F"/>
                </a:solidFill>
                <a:latin typeface="Proxima Nova Lt" panose="02000506030000020004" pitchFamily="50" charset="0"/>
              </a:defRPr>
            </a:lvl2pPr>
            <a:lvl3pPr>
              <a:defRPr sz="1600">
                <a:solidFill>
                  <a:srgbClr val="7F7F7F"/>
                </a:solidFill>
                <a:latin typeface="Proxima Nova Lt" panose="02000506030000020004" pitchFamily="50" charset="0"/>
              </a:defRPr>
            </a:lvl3pPr>
            <a:lvl4pPr>
              <a:defRPr sz="1400">
                <a:solidFill>
                  <a:srgbClr val="7F7F7F"/>
                </a:solidFill>
                <a:latin typeface="Proxima Nova Lt" panose="02000506030000020004" pitchFamily="50" charset="0"/>
              </a:defRPr>
            </a:lvl4pPr>
            <a:lvl5pPr>
              <a:defRPr sz="1400">
                <a:solidFill>
                  <a:srgbClr val="7F7F7F"/>
                </a:solidFill>
                <a:latin typeface="Proxima Nova Lt" panose="02000506030000020004" pitchFamily="50" charset="0"/>
              </a:defRPr>
            </a:lvl5pPr>
          </a:lstStyle>
          <a:p>
            <a:pPr lvl="0"/>
            <a:r>
              <a:rPr lang="en-US"/>
              <a:t>Click to edit Master text styles</a:t>
            </a:r>
          </a:p>
        </p:txBody>
      </p:sp>
      <p:sp>
        <p:nvSpPr>
          <p:cNvPr id="24" name="Text Placeholder 21">
            <a:extLst>
              <a:ext uri="{FF2B5EF4-FFF2-40B4-BE49-F238E27FC236}">
                <a16:creationId xmlns:a16="http://schemas.microsoft.com/office/drawing/2014/main" id="{EAA8D789-F364-4C3A-BB27-9D3E53D4665F}"/>
              </a:ext>
            </a:extLst>
          </p:cNvPr>
          <p:cNvSpPr>
            <a:spLocks noGrp="1"/>
          </p:cNvSpPr>
          <p:nvPr>
            <p:ph type="body" sz="quarter" idx="21"/>
          </p:nvPr>
        </p:nvSpPr>
        <p:spPr>
          <a:xfrm>
            <a:off x="8662470" y="4167186"/>
            <a:ext cx="2339975" cy="1802588"/>
          </a:xfrm>
          <a:prstGeom prst="rect">
            <a:avLst/>
          </a:prstGeom>
        </p:spPr>
        <p:txBody>
          <a:bodyPr/>
          <a:lstStyle>
            <a:lvl1pPr>
              <a:buClr>
                <a:srgbClr val="BCD727"/>
              </a:buClr>
              <a:defRPr sz="1400">
                <a:solidFill>
                  <a:schemeClr val="tx1">
                    <a:lumMod val="65000"/>
                    <a:lumOff val="35000"/>
                  </a:schemeClr>
                </a:solidFill>
                <a:latin typeface="Proxima Nova Lt" panose="02000506030000020004" pitchFamily="50" charset="0"/>
              </a:defRPr>
            </a:lvl1pPr>
            <a:lvl2pPr>
              <a:defRPr sz="1800">
                <a:solidFill>
                  <a:srgbClr val="7F7F7F"/>
                </a:solidFill>
                <a:latin typeface="Proxima Nova Lt" panose="02000506030000020004" pitchFamily="50" charset="0"/>
              </a:defRPr>
            </a:lvl2pPr>
            <a:lvl3pPr>
              <a:defRPr sz="1600">
                <a:solidFill>
                  <a:srgbClr val="7F7F7F"/>
                </a:solidFill>
                <a:latin typeface="Proxima Nova Lt" panose="02000506030000020004" pitchFamily="50" charset="0"/>
              </a:defRPr>
            </a:lvl3pPr>
            <a:lvl4pPr>
              <a:defRPr sz="1400">
                <a:solidFill>
                  <a:srgbClr val="7F7F7F"/>
                </a:solidFill>
                <a:latin typeface="Proxima Nova Lt" panose="02000506030000020004" pitchFamily="50" charset="0"/>
              </a:defRPr>
            </a:lvl4pPr>
            <a:lvl5pPr>
              <a:defRPr sz="1400">
                <a:solidFill>
                  <a:srgbClr val="7F7F7F"/>
                </a:solidFill>
                <a:latin typeface="Proxima Nova Lt" panose="02000506030000020004" pitchFamily="50" charset="0"/>
              </a:defRPr>
            </a:lvl5pPr>
          </a:lstStyle>
          <a:p>
            <a:pPr lvl="0"/>
            <a:r>
              <a:rPr lang="en-US"/>
              <a:t>Click to edit Master text styles</a:t>
            </a:r>
          </a:p>
        </p:txBody>
      </p:sp>
    </p:spTree>
    <p:extLst>
      <p:ext uri="{BB962C8B-B14F-4D97-AF65-F5344CB8AC3E}">
        <p14:creationId xmlns:p14="http://schemas.microsoft.com/office/powerpoint/2010/main" val="28234728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mages with Links">
    <p:spTree>
      <p:nvGrpSpPr>
        <p:cNvPr id="1" name=""/>
        <p:cNvGrpSpPr/>
        <p:nvPr/>
      </p:nvGrpSpPr>
      <p:grpSpPr>
        <a:xfrm>
          <a:off x="0" y="0"/>
          <a:ext cx="0" cy="0"/>
          <a:chOff x="0" y="0"/>
          <a:chExt cx="0" cy="0"/>
        </a:xfrm>
      </p:grpSpPr>
      <p:sp>
        <p:nvSpPr>
          <p:cNvPr id="21" name="Text Placeholder 4"/>
          <p:cNvSpPr>
            <a:spLocks noGrp="1"/>
          </p:cNvSpPr>
          <p:nvPr>
            <p:ph type="body" sz="quarter" idx="12"/>
          </p:nvPr>
        </p:nvSpPr>
        <p:spPr>
          <a:xfrm>
            <a:off x="940444" y="1012789"/>
            <a:ext cx="10872776" cy="395872"/>
          </a:xfrm>
          <a:prstGeom prst="rect">
            <a:avLst/>
          </a:prstGeom>
        </p:spPr>
        <p:txBody>
          <a:bodyPr anchor="ctr"/>
          <a:lstStyle>
            <a:lvl1pPr marL="0" indent="0">
              <a:buNone/>
              <a:defRPr sz="2000" b="0" i="0">
                <a:solidFill>
                  <a:srgbClr val="ADADAD"/>
                </a:solidFill>
                <a:latin typeface="Proxima Nova Lt" panose="02000506030000020004" pitchFamily="50" charset="0"/>
                <a:cs typeface="Proxima Nova Lt" panose="02000506030000020004" pitchFamily="50" charset="0"/>
              </a:defRPr>
            </a:lvl1pPr>
          </a:lstStyle>
          <a:p>
            <a:pPr lvl="0"/>
            <a:r>
              <a:rPr lang="en-US"/>
              <a:t>Edit Master text styles</a:t>
            </a:r>
          </a:p>
        </p:txBody>
      </p:sp>
      <p:sp>
        <p:nvSpPr>
          <p:cNvPr id="20" name="Text Placeholder 4"/>
          <p:cNvSpPr>
            <a:spLocks noGrp="1"/>
          </p:cNvSpPr>
          <p:nvPr>
            <p:ph type="body" sz="quarter" idx="11"/>
          </p:nvPr>
        </p:nvSpPr>
        <p:spPr>
          <a:xfrm>
            <a:off x="940445" y="366301"/>
            <a:ext cx="8621692" cy="575344"/>
          </a:xfrm>
          <a:prstGeom prst="rect">
            <a:avLst/>
          </a:prstGeom>
        </p:spPr>
        <p:txBody>
          <a:bodyPr anchor="ctr"/>
          <a:lstStyle>
            <a:lvl1pPr marL="0" indent="0">
              <a:buNone/>
              <a:defRPr sz="2800" b="0" i="0">
                <a:solidFill>
                  <a:srgbClr val="999999"/>
                </a:solidFill>
                <a:latin typeface="Proxima Nova Lt" panose="02000506030000020004" pitchFamily="50" charset="0"/>
                <a:cs typeface="Proxima Nova Lt" panose="02000506030000020004" pitchFamily="50" charset="0"/>
              </a:defRPr>
            </a:lvl1pPr>
          </a:lstStyle>
          <a:p>
            <a:pPr lvl="0"/>
            <a:r>
              <a:rPr lang="en-US"/>
              <a:t>Edit Master text styles</a:t>
            </a:r>
          </a:p>
        </p:txBody>
      </p:sp>
      <p:pic>
        <p:nvPicPr>
          <p:cNvPr id="5" name="Picture 4"/>
          <p:cNvPicPr>
            <a:picLocks noChangeAspect="1"/>
          </p:cNvPicPr>
          <p:nvPr/>
        </p:nvPicPr>
        <p:blipFill>
          <a:blip r:embed="rId2"/>
          <a:stretch>
            <a:fillRect/>
          </a:stretch>
        </p:blipFill>
        <p:spPr>
          <a:xfrm>
            <a:off x="940444" y="1478256"/>
            <a:ext cx="1422400" cy="161925"/>
          </a:xfrm>
          <a:prstGeom prst="rect">
            <a:avLst/>
          </a:prstGeom>
        </p:spPr>
      </p:pic>
      <p:sp>
        <p:nvSpPr>
          <p:cNvPr id="3" name="Picture Placeholder 2">
            <a:extLst>
              <a:ext uri="{FF2B5EF4-FFF2-40B4-BE49-F238E27FC236}">
                <a16:creationId xmlns:a16="http://schemas.microsoft.com/office/drawing/2014/main" id="{C7CE91B0-AE4E-4EFD-A991-A560919DBC89}"/>
              </a:ext>
            </a:extLst>
          </p:cNvPr>
          <p:cNvSpPr>
            <a:spLocks noGrp="1"/>
          </p:cNvSpPr>
          <p:nvPr>
            <p:ph type="pic" sz="quarter" idx="13"/>
          </p:nvPr>
        </p:nvSpPr>
        <p:spPr>
          <a:xfrm>
            <a:off x="1356253" y="2443652"/>
            <a:ext cx="2006575" cy="1758949"/>
          </a:xfrm>
          <a:prstGeom prst="rect">
            <a:avLst/>
          </a:prstGeom>
        </p:spPr>
        <p:txBody>
          <a:bodyPr/>
          <a:lstStyle>
            <a:lvl1pPr marL="0" indent="0">
              <a:buNone/>
              <a:defRPr sz="1400">
                <a:solidFill>
                  <a:srgbClr val="999999"/>
                </a:solidFill>
                <a:latin typeface="Proxima Nova Lt" panose="02000506030000020004" pitchFamily="50" charset="0"/>
              </a:defRPr>
            </a:lvl1pPr>
          </a:lstStyle>
          <a:p>
            <a:endParaRPr lang="en-GB"/>
          </a:p>
        </p:txBody>
      </p:sp>
      <p:cxnSp>
        <p:nvCxnSpPr>
          <p:cNvPr id="8" name="Straight Connector 7"/>
          <p:cNvCxnSpPr/>
          <p:nvPr userDrawn="1"/>
        </p:nvCxnSpPr>
        <p:spPr>
          <a:xfrm>
            <a:off x="4227771" y="2252040"/>
            <a:ext cx="0" cy="2972877"/>
          </a:xfrm>
          <a:prstGeom prst="line">
            <a:avLst/>
          </a:prstGeom>
          <a:ln w="12700">
            <a:solidFill>
              <a:srgbClr val="DEDEDE"/>
            </a:solidFill>
          </a:ln>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96E90B32-0C7F-4451-B943-A11959B7E84B}"/>
              </a:ext>
            </a:extLst>
          </p:cNvPr>
          <p:cNvCxnSpPr/>
          <p:nvPr userDrawn="1"/>
        </p:nvCxnSpPr>
        <p:spPr>
          <a:xfrm>
            <a:off x="7964230" y="2252040"/>
            <a:ext cx="0" cy="2972877"/>
          </a:xfrm>
          <a:prstGeom prst="line">
            <a:avLst/>
          </a:prstGeom>
          <a:ln w="12700">
            <a:solidFill>
              <a:srgbClr val="DEDEDE"/>
            </a:solidFill>
          </a:ln>
        </p:spPr>
        <p:style>
          <a:lnRef idx="1">
            <a:schemeClr val="dk1"/>
          </a:lnRef>
          <a:fillRef idx="0">
            <a:schemeClr val="dk1"/>
          </a:fillRef>
          <a:effectRef idx="0">
            <a:schemeClr val="dk1"/>
          </a:effectRef>
          <a:fontRef idx="minor">
            <a:schemeClr val="tx1"/>
          </a:fontRef>
        </p:style>
      </p:cxnSp>
      <p:sp>
        <p:nvSpPr>
          <p:cNvPr id="12" name="Picture Placeholder 2">
            <a:extLst>
              <a:ext uri="{FF2B5EF4-FFF2-40B4-BE49-F238E27FC236}">
                <a16:creationId xmlns:a16="http://schemas.microsoft.com/office/drawing/2014/main" id="{FF5D0B21-277E-4E8C-8209-481368342C6E}"/>
              </a:ext>
            </a:extLst>
          </p:cNvPr>
          <p:cNvSpPr>
            <a:spLocks noGrp="1"/>
          </p:cNvSpPr>
          <p:nvPr userDrawn="1">
            <p:ph type="pic" sz="quarter" idx="14"/>
          </p:nvPr>
        </p:nvSpPr>
        <p:spPr>
          <a:xfrm>
            <a:off x="5092712" y="2435047"/>
            <a:ext cx="2006575" cy="1758949"/>
          </a:xfrm>
          <a:prstGeom prst="rect">
            <a:avLst/>
          </a:prstGeom>
        </p:spPr>
        <p:txBody>
          <a:bodyPr/>
          <a:lstStyle>
            <a:lvl1pPr marL="0" indent="0">
              <a:buNone/>
              <a:defRPr sz="1400">
                <a:solidFill>
                  <a:srgbClr val="999999"/>
                </a:solidFill>
                <a:latin typeface="Proxima Nova Lt" panose="02000506030000020004" pitchFamily="50" charset="0"/>
              </a:defRPr>
            </a:lvl1pPr>
          </a:lstStyle>
          <a:p>
            <a:endParaRPr lang="en-GB"/>
          </a:p>
        </p:txBody>
      </p:sp>
      <p:sp>
        <p:nvSpPr>
          <p:cNvPr id="13" name="Picture Placeholder 2">
            <a:extLst>
              <a:ext uri="{FF2B5EF4-FFF2-40B4-BE49-F238E27FC236}">
                <a16:creationId xmlns:a16="http://schemas.microsoft.com/office/drawing/2014/main" id="{0BE36500-4AA0-4680-90CA-AA70749E4BB5}"/>
              </a:ext>
            </a:extLst>
          </p:cNvPr>
          <p:cNvSpPr>
            <a:spLocks noGrp="1"/>
          </p:cNvSpPr>
          <p:nvPr userDrawn="1">
            <p:ph type="pic" sz="quarter" idx="15"/>
          </p:nvPr>
        </p:nvSpPr>
        <p:spPr>
          <a:xfrm>
            <a:off x="8829170" y="2443652"/>
            <a:ext cx="2006575" cy="1758949"/>
          </a:xfrm>
          <a:prstGeom prst="rect">
            <a:avLst/>
          </a:prstGeom>
        </p:spPr>
        <p:txBody>
          <a:bodyPr/>
          <a:lstStyle>
            <a:lvl1pPr marL="0" indent="0">
              <a:buNone/>
              <a:defRPr sz="1400">
                <a:solidFill>
                  <a:srgbClr val="999999"/>
                </a:solidFill>
                <a:latin typeface="Proxima Nova Lt" panose="02000506030000020004" pitchFamily="50" charset="0"/>
              </a:defRPr>
            </a:lvl1pPr>
          </a:lstStyle>
          <a:p>
            <a:endParaRPr lang="en-GB"/>
          </a:p>
        </p:txBody>
      </p:sp>
      <p:sp>
        <p:nvSpPr>
          <p:cNvPr id="2" name="Flowchart: Alternate Process 1">
            <a:extLst>
              <a:ext uri="{FF2B5EF4-FFF2-40B4-BE49-F238E27FC236}">
                <a16:creationId xmlns:a16="http://schemas.microsoft.com/office/drawing/2014/main" id="{83227BA5-8EDE-4503-BDAE-4C0580E01D2F}"/>
              </a:ext>
            </a:extLst>
          </p:cNvPr>
          <p:cNvSpPr/>
          <p:nvPr userDrawn="1"/>
        </p:nvSpPr>
        <p:spPr>
          <a:xfrm>
            <a:off x="1718848" y="4432495"/>
            <a:ext cx="1133473" cy="361950"/>
          </a:xfrm>
          <a:prstGeom prst="flowChartAlternateProcess">
            <a:avLst/>
          </a:prstGeom>
          <a:solidFill>
            <a:srgbClr val="BCD7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1200">
                <a:solidFill>
                  <a:schemeClr val="bg1"/>
                </a:solidFill>
                <a:latin typeface="Proxima Nova Rg" panose="02000506030000020004" pitchFamily="50" charset="0"/>
              </a:rPr>
              <a:t>Learn More</a:t>
            </a:r>
            <a:endParaRPr lang="en-GB" sz="1200">
              <a:solidFill>
                <a:schemeClr val="bg1"/>
              </a:solidFill>
              <a:latin typeface="Proxima Nova Rg" panose="02000506030000020004" pitchFamily="50" charset="0"/>
            </a:endParaRPr>
          </a:p>
        </p:txBody>
      </p:sp>
      <p:sp>
        <p:nvSpPr>
          <p:cNvPr id="15" name="Flowchart: Alternate Process 14">
            <a:extLst>
              <a:ext uri="{FF2B5EF4-FFF2-40B4-BE49-F238E27FC236}">
                <a16:creationId xmlns:a16="http://schemas.microsoft.com/office/drawing/2014/main" id="{2BE5057F-4ECF-4A9C-BCE7-0A056EB51E80}"/>
              </a:ext>
            </a:extLst>
          </p:cNvPr>
          <p:cNvSpPr/>
          <p:nvPr userDrawn="1"/>
        </p:nvSpPr>
        <p:spPr>
          <a:xfrm>
            <a:off x="5529263" y="4474434"/>
            <a:ext cx="1133473" cy="361950"/>
          </a:xfrm>
          <a:prstGeom prst="flowChartAlternateProcess">
            <a:avLst/>
          </a:prstGeom>
          <a:solidFill>
            <a:srgbClr val="BCD7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1200">
                <a:solidFill>
                  <a:schemeClr val="bg1"/>
                </a:solidFill>
                <a:latin typeface="Proxima Nova Rg" panose="02000506030000020004" pitchFamily="50" charset="0"/>
              </a:rPr>
              <a:t>Learn More</a:t>
            </a:r>
            <a:endParaRPr lang="en-GB" sz="1200">
              <a:solidFill>
                <a:schemeClr val="bg1"/>
              </a:solidFill>
              <a:latin typeface="Proxima Nova Rg" panose="02000506030000020004" pitchFamily="50" charset="0"/>
            </a:endParaRPr>
          </a:p>
        </p:txBody>
      </p:sp>
      <p:sp>
        <p:nvSpPr>
          <p:cNvPr id="16" name="Flowchart: Alternate Process 15">
            <a:extLst>
              <a:ext uri="{FF2B5EF4-FFF2-40B4-BE49-F238E27FC236}">
                <a16:creationId xmlns:a16="http://schemas.microsoft.com/office/drawing/2014/main" id="{549C6632-EBDD-4D96-9F02-8471DF2E0C60}"/>
              </a:ext>
            </a:extLst>
          </p:cNvPr>
          <p:cNvSpPr/>
          <p:nvPr userDrawn="1"/>
        </p:nvSpPr>
        <p:spPr>
          <a:xfrm>
            <a:off x="9265720" y="4483038"/>
            <a:ext cx="1133473" cy="361950"/>
          </a:xfrm>
          <a:prstGeom prst="flowChartAlternateProcess">
            <a:avLst/>
          </a:prstGeom>
          <a:solidFill>
            <a:srgbClr val="BCD7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1200">
                <a:solidFill>
                  <a:schemeClr val="bg1"/>
                </a:solidFill>
                <a:latin typeface="Proxima Nova Rg" panose="02000506030000020004" pitchFamily="50" charset="0"/>
              </a:rPr>
              <a:t>Learn More</a:t>
            </a:r>
            <a:endParaRPr lang="en-GB" sz="1200">
              <a:solidFill>
                <a:schemeClr val="bg1"/>
              </a:solidFill>
              <a:latin typeface="Proxima Nova Rg" panose="02000506030000020004" pitchFamily="50" charset="0"/>
            </a:endParaRPr>
          </a:p>
        </p:txBody>
      </p:sp>
    </p:spTree>
    <p:extLst>
      <p:ext uri="{BB962C8B-B14F-4D97-AF65-F5344CB8AC3E}">
        <p14:creationId xmlns:p14="http://schemas.microsoft.com/office/powerpoint/2010/main" val="29436799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oxes with Headers">
    <p:spTree>
      <p:nvGrpSpPr>
        <p:cNvPr id="1" name=""/>
        <p:cNvGrpSpPr/>
        <p:nvPr/>
      </p:nvGrpSpPr>
      <p:grpSpPr>
        <a:xfrm>
          <a:off x="0" y="0"/>
          <a:ext cx="0" cy="0"/>
          <a:chOff x="0" y="0"/>
          <a:chExt cx="0" cy="0"/>
        </a:xfrm>
      </p:grpSpPr>
      <p:sp>
        <p:nvSpPr>
          <p:cNvPr id="21" name="Text Placeholder 4"/>
          <p:cNvSpPr>
            <a:spLocks noGrp="1"/>
          </p:cNvSpPr>
          <p:nvPr>
            <p:ph type="body" sz="quarter" idx="12"/>
          </p:nvPr>
        </p:nvSpPr>
        <p:spPr>
          <a:xfrm>
            <a:off x="940444" y="1012789"/>
            <a:ext cx="10872776" cy="395872"/>
          </a:xfrm>
          <a:prstGeom prst="rect">
            <a:avLst/>
          </a:prstGeom>
        </p:spPr>
        <p:txBody>
          <a:bodyPr anchor="ctr"/>
          <a:lstStyle>
            <a:lvl1pPr marL="0" indent="0">
              <a:buNone/>
              <a:defRPr sz="2000" b="0" i="0">
                <a:solidFill>
                  <a:srgbClr val="ADADAD"/>
                </a:solidFill>
                <a:latin typeface="Proxima Nova Lt" panose="02000506030000020004" pitchFamily="50" charset="0"/>
                <a:cs typeface="Proxima Nova Lt" panose="02000506030000020004" pitchFamily="50" charset="0"/>
              </a:defRPr>
            </a:lvl1pPr>
          </a:lstStyle>
          <a:p>
            <a:pPr lvl="0"/>
            <a:r>
              <a:rPr lang="en-US"/>
              <a:t>Edit Master text styles</a:t>
            </a:r>
          </a:p>
        </p:txBody>
      </p:sp>
      <p:sp>
        <p:nvSpPr>
          <p:cNvPr id="20" name="Text Placeholder 4"/>
          <p:cNvSpPr>
            <a:spLocks noGrp="1"/>
          </p:cNvSpPr>
          <p:nvPr>
            <p:ph type="body" sz="quarter" idx="11"/>
          </p:nvPr>
        </p:nvSpPr>
        <p:spPr>
          <a:xfrm>
            <a:off x="940445" y="366301"/>
            <a:ext cx="8621692" cy="575344"/>
          </a:xfrm>
          <a:prstGeom prst="rect">
            <a:avLst/>
          </a:prstGeom>
        </p:spPr>
        <p:txBody>
          <a:bodyPr anchor="ctr"/>
          <a:lstStyle>
            <a:lvl1pPr marL="0" indent="0">
              <a:buNone/>
              <a:defRPr sz="2800" b="0" i="0">
                <a:solidFill>
                  <a:srgbClr val="999999"/>
                </a:solidFill>
                <a:latin typeface="Proxima Nova Lt" panose="02000506030000020004" pitchFamily="50" charset="0"/>
                <a:cs typeface="Proxima Nova Lt" panose="02000506030000020004" pitchFamily="50" charset="0"/>
              </a:defRPr>
            </a:lvl1pPr>
          </a:lstStyle>
          <a:p>
            <a:pPr lvl="0"/>
            <a:r>
              <a:rPr lang="en-US"/>
              <a:t>Edit Master text styles</a:t>
            </a:r>
          </a:p>
        </p:txBody>
      </p:sp>
      <p:pic>
        <p:nvPicPr>
          <p:cNvPr id="5" name="Picture 4"/>
          <p:cNvPicPr>
            <a:picLocks noChangeAspect="1"/>
          </p:cNvPicPr>
          <p:nvPr/>
        </p:nvPicPr>
        <p:blipFill>
          <a:blip r:embed="rId2"/>
          <a:stretch>
            <a:fillRect/>
          </a:stretch>
        </p:blipFill>
        <p:spPr>
          <a:xfrm>
            <a:off x="940444" y="1478256"/>
            <a:ext cx="1422400" cy="161925"/>
          </a:xfrm>
          <a:prstGeom prst="rect">
            <a:avLst/>
          </a:prstGeom>
        </p:spPr>
      </p:pic>
      <p:sp>
        <p:nvSpPr>
          <p:cNvPr id="4" name="Flowchart: Alternate Process 3">
            <a:extLst>
              <a:ext uri="{FF2B5EF4-FFF2-40B4-BE49-F238E27FC236}">
                <a16:creationId xmlns:a16="http://schemas.microsoft.com/office/drawing/2014/main" id="{28FA87FF-F373-4ACF-9D9A-CC3523EE2131}"/>
              </a:ext>
            </a:extLst>
          </p:cNvPr>
          <p:cNvSpPr/>
          <p:nvPr userDrawn="1"/>
        </p:nvSpPr>
        <p:spPr>
          <a:xfrm>
            <a:off x="1111894" y="2066925"/>
            <a:ext cx="3107681" cy="3778286"/>
          </a:xfrm>
          <a:prstGeom prst="flowChartAlternateProcess">
            <a:avLst/>
          </a:prstGeom>
          <a:noFill/>
          <a:ln>
            <a:solidFill>
              <a:srgbClr val="999999"/>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Flowchart: Alternate Process 1">
            <a:extLst>
              <a:ext uri="{FF2B5EF4-FFF2-40B4-BE49-F238E27FC236}">
                <a16:creationId xmlns:a16="http://schemas.microsoft.com/office/drawing/2014/main" id="{83227BA5-8EDE-4503-BDAE-4C0580E01D2F}"/>
              </a:ext>
            </a:extLst>
          </p:cNvPr>
          <p:cNvSpPr/>
          <p:nvPr userDrawn="1"/>
        </p:nvSpPr>
        <p:spPr>
          <a:xfrm>
            <a:off x="1794197" y="1835405"/>
            <a:ext cx="1743075" cy="361950"/>
          </a:xfrm>
          <a:prstGeom prst="flowChartAlternateProcess">
            <a:avLst/>
          </a:prstGeom>
          <a:solidFill>
            <a:srgbClr val="BCD7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1200">
                <a:solidFill>
                  <a:schemeClr val="bg1"/>
                </a:solidFill>
                <a:latin typeface="Proxima Nova Rg" panose="02000506030000020004" pitchFamily="50" charset="0"/>
              </a:rPr>
              <a:t>Heading</a:t>
            </a:r>
            <a:endParaRPr lang="en-GB" sz="1200">
              <a:solidFill>
                <a:schemeClr val="bg1"/>
              </a:solidFill>
              <a:latin typeface="Proxima Nova Rg" panose="02000506030000020004" pitchFamily="50" charset="0"/>
            </a:endParaRPr>
          </a:p>
        </p:txBody>
      </p:sp>
      <p:sp>
        <p:nvSpPr>
          <p:cNvPr id="14" name="Flowchart: Alternate Process 13">
            <a:extLst>
              <a:ext uri="{FF2B5EF4-FFF2-40B4-BE49-F238E27FC236}">
                <a16:creationId xmlns:a16="http://schemas.microsoft.com/office/drawing/2014/main" id="{5C7DAC6D-66E9-4B03-BEF6-79F0EEE2FBB3}"/>
              </a:ext>
            </a:extLst>
          </p:cNvPr>
          <p:cNvSpPr/>
          <p:nvPr userDrawn="1"/>
        </p:nvSpPr>
        <p:spPr>
          <a:xfrm>
            <a:off x="4627884" y="2035430"/>
            <a:ext cx="3107681" cy="3809781"/>
          </a:xfrm>
          <a:prstGeom prst="flowChartAlternateProcess">
            <a:avLst/>
          </a:prstGeom>
          <a:noFill/>
          <a:ln>
            <a:solidFill>
              <a:srgbClr val="999999"/>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Flowchart: Alternate Process 16">
            <a:extLst>
              <a:ext uri="{FF2B5EF4-FFF2-40B4-BE49-F238E27FC236}">
                <a16:creationId xmlns:a16="http://schemas.microsoft.com/office/drawing/2014/main" id="{B7BB1113-2215-4ED3-931A-8423ACBB71DC}"/>
              </a:ext>
            </a:extLst>
          </p:cNvPr>
          <p:cNvSpPr/>
          <p:nvPr userDrawn="1"/>
        </p:nvSpPr>
        <p:spPr>
          <a:xfrm>
            <a:off x="5310187" y="1803910"/>
            <a:ext cx="1743075" cy="361950"/>
          </a:xfrm>
          <a:prstGeom prst="flowChartAlternateProcess">
            <a:avLst/>
          </a:prstGeom>
          <a:solidFill>
            <a:srgbClr val="BCD7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1200">
                <a:solidFill>
                  <a:schemeClr val="bg1"/>
                </a:solidFill>
                <a:latin typeface="Proxima Nova Rg" panose="02000506030000020004" pitchFamily="50" charset="0"/>
              </a:rPr>
              <a:t>Heading</a:t>
            </a:r>
            <a:endParaRPr lang="en-GB" sz="1200">
              <a:solidFill>
                <a:schemeClr val="bg1"/>
              </a:solidFill>
              <a:latin typeface="Proxima Nova Rg" panose="02000506030000020004" pitchFamily="50" charset="0"/>
            </a:endParaRPr>
          </a:p>
        </p:txBody>
      </p:sp>
      <p:sp>
        <p:nvSpPr>
          <p:cNvPr id="22" name="Flowchart: Alternate Process 21">
            <a:extLst>
              <a:ext uri="{FF2B5EF4-FFF2-40B4-BE49-F238E27FC236}">
                <a16:creationId xmlns:a16="http://schemas.microsoft.com/office/drawing/2014/main" id="{7C902272-1128-4F92-A853-83B8BE3F1F0B}"/>
              </a:ext>
            </a:extLst>
          </p:cNvPr>
          <p:cNvSpPr/>
          <p:nvPr userDrawn="1"/>
        </p:nvSpPr>
        <p:spPr>
          <a:xfrm>
            <a:off x="8143874" y="2066925"/>
            <a:ext cx="3107681" cy="3778286"/>
          </a:xfrm>
          <a:prstGeom prst="flowChartAlternateProcess">
            <a:avLst/>
          </a:prstGeom>
          <a:noFill/>
          <a:ln>
            <a:solidFill>
              <a:srgbClr val="999999"/>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Flowchart: Alternate Process 22">
            <a:extLst>
              <a:ext uri="{FF2B5EF4-FFF2-40B4-BE49-F238E27FC236}">
                <a16:creationId xmlns:a16="http://schemas.microsoft.com/office/drawing/2014/main" id="{F4168ACA-1498-4071-B694-546C0A734FEC}"/>
              </a:ext>
            </a:extLst>
          </p:cNvPr>
          <p:cNvSpPr/>
          <p:nvPr userDrawn="1"/>
        </p:nvSpPr>
        <p:spPr>
          <a:xfrm>
            <a:off x="8826177" y="1835405"/>
            <a:ext cx="1743075" cy="361950"/>
          </a:xfrm>
          <a:prstGeom prst="flowChartAlternateProcess">
            <a:avLst/>
          </a:prstGeom>
          <a:solidFill>
            <a:srgbClr val="BCD7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1200">
                <a:solidFill>
                  <a:schemeClr val="bg1"/>
                </a:solidFill>
                <a:latin typeface="Proxima Nova Rg" panose="02000506030000020004" pitchFamily="50" charset="0"/>
              </a:rPr>
              <a:t>Heading</a:t>
            </a:r>
            <a:endParaRPr lang="en-GB" sz="1200">
              <a:solidFill>
                <a:schemeClr val="bg1"/>
              </a:solidFill>
              <a:latin typeface="Proxima Nova Rg" panose="02000506030000020004" pitchFamily="50" charset="0"/>
            </a:endParaRPr>
          </a:p>
        </p:txBody>
      </p:sp>
      <p:sp>
        <p:nvSpPr>
          <p:cNvPr id="24" name="Text Placeholder 3">
            <a:extLst>
              <a:ext uri="{FF2B5EF4-FFF2-40B4-BE49-F238E27FC236}">
                <a16:creationId xmlns:a16="http://schemas.microsoft.com/office/drawing/2014/main" id="{EB1D8CC8-7DDE-4EFF-9B2C-2DD9B2DEFB66}"/>
              </a:ext>
            </a:extLst>
          </p:cNvPr>
          <p:cNvSpPr>
            <a:spLocks noGrp="1"/>
          </p:cNvSpPr>
          <p:nvPr>
            <p:ph type="body" sz="quarter" idx="14"/>
          </p:nvPr>
        </p:nvSpPr>
        <p:spPr>
          <a:xfrm>
            <a:off x="1283345" y="2298445"/>
            <a:ext cx="2764779" cy="3362520"/>
          </a:xfrm>
          <a:prstGeom prst="rect">
            <a:avLst/>
          </a:prstGeom>
        </p:spPr>
        <p:txBody>
          <a:bodyPr/>
          <a:lstStyle>
            <a:lvl1pPr>
              <a:defRPr sz="1600">
                <a:solidFill>
                  <a:schemeClr val="tx1">
                    <a:lumMod val="65000"/>
                    <a:lumOff val="35000"/>
                  </a:schemeClr>
                </a:solidFill>
                <a:latin typeface="Proxima Nova Lt" panose="02000506030000020004" pitchFamily="50" charset="0"/>
              </a:defRPr>
            </a:lvl1pPr>
            <a:lvl2pPr>
              <a:defRPr sz="1800">
                <a:solidFill>
                  <a:srgbClr val="999999"/>
                </a:solidFill>
                <a:latin typeface="Proxima Nova Lt" panose="02000506030000020004" pitchFamily="50" charset="0"/>
              </a:defRPr>
            </a:lvl2pPr>
            <a:lvl3pPr>
              <a:defRPr sz="1600">
                <a:solidFill>
                  <a:srgbClr val="999999"/>
                </a:solidFill>
                <a:latin typeface="Proxima Nova Lt" panose="02000506030000020004" pitchFamily="50" charset="0"/>
              </a:defRPr>
            </a:lvl3pPr>
            <a:lvl4pPr>
              <a:defRPr sz="1400">
                <a:solidFill>
                  <a:srgbClr val="999999"/>
                </a:solidFill>
                <a:latin typeface="Proxima Nova Lt" panose="02000506030000020004" pitchFamily="50" charset="0"/>
              </a:defRPr>
            </a:lvl4pPr>
            <a:lvl5pPr>
              <a:defRPr sz="1400">
                <a:solidFill>
                  <a:srgbClr val="999999"/>
                </a:solidFill>
                <a:latin typeface="Proxima Nova Lt" panose="02000506030000020004" pitchFamily="50" charset="0"/>
              </a:defRPr>
            </a:lvl5pPr>
          </a:lstStyle>
          <a:p>
            <a:pPr lvl="0"/>
            <a:endParaRPr lang="en-GB"/>
          </a:p>
        </p:txBody>
      </p:sp>
      <p:sp>
        <p:nvSpPr>
          <p:cNvPr id="25" name="Text Placeholder 3">
            <a:extLst>
              <a:ext uri="{FF2B5EF4-FFF2-40B4-BE49-F238E27FC236}">
                <a16:creationId xmlns:a16="http://schemas.microsoft.com/office/drawing/2014/main" id="{0420EF98-93B7-4F67-A55F-4678EAADD273}"/>
              </a:ext>
            </a:extLst>
          </p:cNvPr>
          <p:cNvSpPr>
            <a:spLocks noGrp="1"/>
          </p:cNvSpPr>
          <p:nvPr>
            <p:ph type="body" sz="quarter" idx="15"/>
          </p:nvPr>
        </p:nvSpPr>
        <p:spPr>
          <a:xfrm>
            <a:off x="4799335" y="2260726"/>
            <a:ext cx="2764779" cy="3400239"/>
          </a:xfrm>
          <a:prstGeom prst="rect">
            <a:avLst/>
          </a:prstGeom>
        </p:spPr>
        <p:txBody>
          <a:bodyPr/>
          <a:lstStyle>
            <a:lvl1pPr>
              <a:defRPr sz="1600">
                <a:solidFill>
                  <a:schemeClr val="tx1">
                    <a:lumMod val="65000"/>
                    <a:lumOff val="35000"/>
                  </a:schemeClr>
                </a:solidFill>
                <a:latin typeface="Proxima Nova Lt" panose="02000506030000020004" pitchFamily="50" charset="0"/>
              </a:defRPr>
            </a:lvl1pPr>
            <a:lvl2pPr>
              <a:defRPr sz="1800">
                <a:solidFill>
                  <a:srgbClr val="999999"/>
                </a:solidFill>
                <a:latin typeface="Proxima Nova Lt" panose="02000506030000020004" pitchFamily="50" charset="0"/>
              </a:defRPr>
            </a:lvl2pPr>
            <a:lvl3pPr>
              <a:defRPr sz="1600">
                <a:solidFill>
                  <a:srgbClr val="999999"/>
                </a:solidFill>
                <a:latin typeface="Proxima Nova Lt" panose="02000506030000020004" pitchFamily="50" charset="0"/>
              </a:defRPr>
            </a:lvl3pPr>
            <a:lvl4pPr>
              <a:defRPr sz="1400">
                <a:solidFill>
                  <a:srgbClr val="999999"/>
                </a:solidFill>
                <a:latin typeface="Proxima Nova Lt" panose="02000506030000020004" pitchFamily="50" charset="0"/>
              </a:defRPr>
            </a:lvl4pPr>
            <a:lvl5pPr>
              <a:defRPr sz="1400">
                <a:solidFill>
                  <a:srgbClr val="999999"/>
                </a:solidFill>
                <a:latin typeface="Proxima Nova Lt" panose="02000506030000020004" pitchFamily="50" charset="0"/>
              </a:defRPr>
            </a:lvl5pPr>
          </a:lstStyle>
          <a:p>
            <a:pPr lvl="0"/>
            <a:endParaRPr lang="en-GB"/>
          </a:p>
        </p:txBody>
      </p:sp>
      <p:sp>
        <p:nvSpPr>
          <p:cNvPr id="26" name="Text Placeholder 3">
            <a:extLst>
              <a:ext uri="{FF2B5EF4-FFF2-40B4-BE49-F238E27FC236}">
                <a16:creationId xmlns:a16="http://schemas.microsoft.com/office/drawing/2014/main" id="{96268A48-FFBB-4123-A8A4-78C50654E12C}"/>
              </a:ext>
            </a:extLst>
          </p:cNvPr>
          <p:cNvSpPr>
            <a:spLocks noGrp="1"/>
          </p:cNvSpPr>
          <p:nvPr>
            <p:ph type="body" sz="quarter" idx="16"/>
          </p:nvPr>
        </p:nvSpPr>
        <p:spPr>
          <a:xfrm>
            <a:off x="8315325" y="2292221"/>
            <a:ext cx="2764779" cy="3368745"/>
          </a:xfrm>
          <a:prstGeom prst="rect">
            <a:avLst/>
          </a:prstGeom>
        </p:spPr>
        <p:txBody>
          <a:bodyPr/>
          <a:lstStyle>
            <a:lvl1pPr>
              <a:defRPr sz="1600">
                <a:solidFill>
                  <a:schemeClr val="tx1">
                    <a:lumMod val="65000"/>
                    <a:lumOff val="35000"/>
                  </a:schemeClr>
                </a:solidFill>
                <a:latin typeface="Proxima Nova Lt" panose="02000506030000020004" pitchFamily="50" charset="0"/>
              </a:defRPr>
            </a:lvl1pPr>
            <a:lvl2pPr>
              <a:defRPr sz="1800">
                <a:solidFill>
                  <a:srgbClr val="999999"/>
                </a:solidFill>
                <a:latin typeface="Proxima Nova Lt" panose="02000506030000020004" pitchFamily="50" charset="0"/>
              </a:defRPr>
            </a:lvl2pPr>
            <a:lvl3pPr>
              <a:defRPr sz="1600">
                <a:solidFill>
                  <a:srgbClr val="999999"/>
                </a:solidFill>
                <a:latin typeface="Proxima Nova Lt" panose="02000506030000020004" pitchFamily="50" charset="0"/>
              </a:defRPr>
            </a:lvl3pPr>
            <a:lvl4pPr>
              <a:defRPr sz="1400">
                <a:solidFill>
                  <a:srgbClr val="999999"/>
                </a:solidFill>
                <a:latin typeface="Proxima Nova Lt" panose="02000506030000020004" pitchFamily="50" charset="0"/>
              </a:defRPr>
            </a:lvl4pPr>
            <a:lvl5pPr>
              <a:defRPr sz="1400">
                <a:solidFill>
                  <a:srgbClr val="999999"/>
                </a:solidFill>
                <a:latin typeface="Proxima Nova Lt" panose="02000506030000020004" pitchFamily="50" charset="0"/>
              </a:defRPr>
            </a:lvl5pPr>
          </a:lstStyle>
          <a:p>
            <a:pPr lvl="0"/>
            <a:endParaRPr lang="en-GB"/>
          </a:p>
        </p:txBody>
      </p:sp>
    </p:spTree>
    <p:extLst>
      <p:ext uri="{BB962C8B-B14F-4D97-AF65-F5344CB8AC3E}">
        <p14:creationId xmlns:p14="http://schemas.microsoft.com/office/powerpoint/2010/main" val="35275534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External Content">
    <p:spTree>
      <p:nvGrpSpPr>
        <p:cNvPr id="1" name=""/>
        <p:cNvGrpSpPr/>
        <p:nvPr/>
      </p:nvGrpSpPr>
      <p:grpSpPr>
        <a:xfrm>
          <a:off x="0" y="0"/>
          <a:ext cx="0" cy="0"/>
          <a:chOff x="0" y="0"/>
          <a:chExt cx="0" cy="0"/>
        </a:xfrm>
      </p:grpSpPr>
      <p:sp>
        <p:nvSpPr>
          <p:cNvPr id="21" name="Text Placeholder 4"/>
          <p:cNvSpPr>
            <a:spLocks noGrp="1"/>
          </p:cNvSpPr>
          <p:nvPr>
            <p:ph type="body" sz="quarter" idx="12"/>
          </p:nvPr>
        </p:nvSpPr>
        <p:spPr>
          <a:xfrm>
            <a:off x="940444" y="1012789"/>
            <a:ext cx="10872776" cy="395872"/>
          </a:xfrm>
          <a:prstGeom prst="rect">
            <a:avLst/>
          </a:prstGeom>
        </p:spPr>
        <p:txBody>
          <a:bodyPr anchor="ctr"/>
          <a:lstStyle>
            <a:lvl1pPr marL="0" indent="0">
              <a:buNone/>
              <a:defRPr sz="2000" b="0" i="0">
                <a:solidFill>
                  <a:srgbClr val="ADADAD"/>
                </a:solidFill>
                <a:latin typeface="Proxima Nova Lt" panose="02000506030000020004" pitchFamily="50" charset="0"/>
                <a:cs typeface="Proxima Nova Lt" panose="02000506030000020004" pitchFamily="50" charset="0"/>
              </a:defRPr>
            </a:lvl1pPr>
          </a:lstStyle>
          <a:p>
            <a:pPr lvl="0"/>
            <a:r>
              <a:rPr lang="en-US"/>
              <a:t>Edit Master text styles</a:t>
            </a:r>
          </a:p>
        </p:txBody>
      </p:sp>
      <p:sp>
        <p:nvSpPr>
          <p:cNvPr id="20" name="Text Placeholder 4"/>
          <p:cNvSpPr>
            <a:spLocks noGrp="1"/>
          </p:cNvSpPr>
          <p:nvPr>
            <p:ph type="body" sz="quarter" idx="11"/>
          </p:nvPr>
        </p:nvSpPr>
        <p:spPr>
          <a:xfrm>
            <a:off x="940445" y="366301"/>
            <a:ext cx="8621692" cy="575344"/>
          </a:xfrm>
          <a:prstGeom prst="rect">
            <a:avLst/>
          </a:prstGeom>
        </p:spPr>
        <p:txBody>
          <a:bodyPr anchor="ctr"/>
          <a:lstStyle>
            <a:lvl1pPr marL="0" indent="0">
              <a:buNone/>
              <a:defRPr sz="2800" b="0" i="0">
                <a:solidFill>
                  <a:srgbClr val="999999"/>
                </a:solidFill>
                <a:latin typeface="Proxima Nova Lt" panose="02000506030000020004" pitchFamily="50" charset="0"/>
                <a:cs typeface="Proxima Nova Lt" panose="02000506030000020004" pitchFamily="50" charset="0"/>
              </a:defRPr>
            </a:lvl1pPr>
          </a:lstStyle>
          <a:p>
            <a:pPr lvl="0"/>
            <a:r>
              <a:rPr lang="en-US"/>
              <a:t>Edit Master text styles</a:t>
            </a:r>
          </a:p>
        </p:txBody>
      </p:sp>
      <p:pic>
        <p:nvPicPr>
          <p:cNvPr id="5" name="Picture 4"/>
          <p:cNvPicPr>
            <a:picLocks noChangeAspect="1"/>
          </p:cNvPicPr>
          <p:nvPr/>
        </p:nvPicPr>
        <p:blipFill>
          <a:blip r:embed="rId2"/>
          <a:stretch>
            <a:fillRect/>
          </a:stretch>
        </p:blipFill>
        <p:spPr>
          <a:xfrm>
            <a:off x="940444" y="1478256"/>
            <a:ext cx="1422400" cy="161925"/>
          </a:xfrm>
          <a:prstGeom prst="rect">
            <a:avLst/>
          </a:prstGeom>
        </p:spPr>
      </p:pic>
    </p:spTree>
    <p:extLst>
      <p:ext uri="{BB962C8B-B14F-4D97-AF65-F5344CB8AC3E}">
        <p14:creationId xmlns:p14="http://schemas.microsoft.com/office/powerpoint/2010/main" val="5703023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External Content 2">
    <p:spTree>
      <p:nvGrpSpPr>
        <p:cNvPr id="1" name=""/>
        <p:cNvGrpSpPr/>
        <p:nvPr/>
      </p:nvGrpSpPr>
      <p:grpSpPr>
        <a:xfrm>
          <a:off x="0" y="0"/>
          <a:ext cx="0" cy="0"/>
          <a:chOff x="0" y="0"/>
          <a:chExt cx="0" cy="0"/>
        </a:xfrm>
      </p:grpSpPr>
      <p:sp>
        <p:nvSpPr>
          <p:cNvPr id="20" name="Text Placeholder 4"/>
          <p:cNvSpPr>
            <a:spLocks noGrp="1"/>
          </p:cNvSpPr>
          <p:nvPr>
            <p:ph type="body" sz="quarter" idx="11"/>
          </p:nvPr>
        </p:nvSpPr>
        <p:spPr>
          <a:xfrm>
            <a:off x="940445" y="366301"/>
            <a:ext cx="8621692" cy="575344"/>
          </a:xfrm>
          <a:prstGeom prst="rect">
            <a:avLst/>
          </a:prstGeom>
        </p:spPr>
        <p:txBody>
          <a:bodyPr anchor="ctr"/>
          <a:lstStyle>
            <a:lvl1pPr marL="0" indent="0">
              <a:buNone/>
              <a:defRPr sz="2800" b="0" i="0">
                <a:solidFill>
                  <a:srgbClr val="999999"/>
                </a:solidFill>
                <a:latin typeface="Proxima Nova Lt" panose="02000506030000020004" pitchFamily="50" charset="0"/>
                <a:cs typeface="Proxima Nova Lt" panose="02000506030000020004" pitchFamily="50" charset="0"/>
              </a:defRPr>
            </a:lvl1pPr>
          </a:lstStyle>
          <a:p>
            <a:pPr lvl="0"/>
            <a:r>
              <a:rPr lang="en-US"/>
              <a:t>Edit Master text styles</a:t>
            </a:r>
          </a:p>
        </p:txBody>
      </p:sp>
      <p:pic>
        <p:nvPicPr>
          <p:cNvPr id="5" name="Picture 4"/>
          <p:cNvPicPr>
            <a:picLocks noChangeAspect="1"/>
          </p:cNvPicPr>
          <p:nvPr/>
        </p:nvPicPr>
        <p:blipFill>
          <a:blip r:embed="rId2"/>
          <a:stretch>
            <a:fillRect/>
          </a:stretch>
        </p:blipFill>
        <p:spPr>
          <a:xfrm>
            <a:off x="940445" y="975038"/>
            <a:ext cx="1422400" cy="161925"/>
          </a:xfrm>
          <a:prstGeom prst="rect">
            <a:avLst/>
          </a:prstGeom>
        </p:spPr>
      </p:pic>
    </p:spTree>
    <p:extLst>
      <p:ext uri="{BB962C8B-B14F-4D97-AF65-F5344CB8AC3E}">
        <p14:creationId xmlns:p14="http://schemas.microsoft.com/office/powerpoint/2010/main" val="27471656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sp>
        <p:nvSpPr>
          <p:cNvPr id="9" name="Slide Number Placeholder 8"/>
          <p:cNvSpPr>
            <a:spLocks noGrp="1"/>
          </p:cNvSpPr>
          <p:nvPr>
            <p:ph type="sldNum" sz="quarter" idx="10"/>
          </p:nvPr>
        </p:nvSpPr>
        <p:spPr/>
        <p:txBody>
          <a:bodyPr/>
          <a:lstStyle>
            <a:lvl1pPr>
              <a:defRPr>
                <a:effectLst>
                  <a:outerShdw blurRad="50800" dist="50800" dir="5400000" algn="ctr" rotWithShape="0">
                    <a:srgbClr val="999999"/>
                  </a:outerShdw>
                </a:effectLst>
              </a:defRPr>
            </a:lvl1pPr>
          </a:lstStyle>
          <a:p>
            <a:fld id="{4C24C49E-A3BD-4B69-ABAA-038F8F6029E2}" type="slidenum">
              <a:rPr lang="en-ZA" smtClean="0"/>
              <a:pPr/>
              <a:t>‹#›</a:t>
            </a:fld>
            <a:endParaRPr lang="en-ZA"/>
          </a:p>
        </p:txBody>
      </p:sp>
      <p:sp>
        <p:nvSpPr>
          <p:cNvPr id="21" name="Text Placeholder 4"/>
          <p:cNvSpPr>
            <a:spLocks noGrp="1"/>
          </p:cNvSpPr>
          <p:nvPr>
            <p:ph type="body" sz="quarter" idx="12"/>
          </p:nvPr>
        </p:nvSpPr>
        <p:spPr>
          <a:xfrm>
            <a:off x="940444" y="1012789"/>
            <a:ext cx="10872776" cy="395872"/>
          </a:xfrm>
          <a:prstGeom prst="rect">
            <a:avLst/>
          </a:prstGeom>
        </p:spPr>
        <p:txBody>
          <a:bodyPr anchor="ctr"/>
          <a:lstStyle>
            <a:lvl1pPr marL="0" indent="0">
              <a:buNone/>
              <a:defRPr sz="1800" b="0" i="0">
                <a:solidFill>
                  <a:srgbClr val="ADADAD"/>
                </a:solidFill>
                <a:latin typeface="Proxima Nova Lt" panose="02000506030000020004" pitchFamily="50" charset="0"/>
                <a:cs typeface="Proxima Nova Lt" panose="02000506030000020004" pitchFamily="50" charset="0"/>
              </a:defRPr>
            </a:lvl1pPr>
          </a:lstStyle>
          <a:p>
            <a:pPr lvl="0"/>
            <a:r>
              <a:rPr lang="en-US"/>
              <a:t>Edit Master text styles</a:t>
            </a:r>
          </a:p>
        </p:txBody>
      </p:sp>
      <p:sp>
        <p:nvSpPr>
          <p:cNvPr id="20" name="Text Placeholder 4"/>
          <p:cNvSpPr>
            <a:spLocks noGrp="1"/>
          </p:cNvSpPr>
          <p:nvPr>
            <p:ph type="body" sz="quarter" idx="11"/>
          </p:nvPr>
        </p:nvSpPr>
        <p:spPr>
          <a:xfrm>
            <a:off x="940445" y="366301"/>
            <a:ext cx="8621692" cy="575344"/>
          </a:xfrm>
          <a:prstGeom prst="rect">
            <a:avLst/>
          </a:prstGeom>
        </p:spPr>
        <p:txBody>
          <a:bodyPr anchor="ctr"/>
          <a:lstStyle>
            <a:lvl1pPr marL="0" indent="0">
              <a:buNone/>
              <a:defRPr sz="2400" b="0" i="0">
                <a:solidFill>
                  <a:srgbClr val="ADADAD"/>
                </a:solidFill>
                <a:latin typeface="Proxima Nova Lt" panose="02000506030000020004" pitchFamily="50" charset="0"/>
                <a:cs typeface="Proxima Nova Lt" panose="02000506030000020004" pitchFamily="50" charset="0"/>
              </a:defRPr>
            </a:lvl1pPr>
          </a:lstStyle>
          <a:p>
            <a:pPr lvl="0"/>
            <a:r>
              <a:rPr lang="en-US"/>
              <a:t>Edit Master text styles</a:t>
            </a:r>
          </a:p>
        </p:txBody>
      </p:sp>
      <p:pic>
        <p:nvPicPr>
          <p:cNvPr id="5" name="Picture 4"/>
          <p:cNvPicPr>
            <a:picLocks noChangeAspect="1"/>
          </p:cNvPicPr>
          <p:nvPr/>
        </p:nvPicPr>
        <p:blipFill>
          <a:blip r:embed="rId2"/>
          <a:stretch>
            <a:fillRect/>
          </a:stretch>
        </p:blipFill>
        <p:spPr>
          <a:xfrm>
            <a:off x="940444" y="1478256"/>
            <a:ext cx="1422400" cy="161925"/>
          </a:xfrm>
          <a:prstGeom prst="rect">
            <a:avLst/>
          </a:prstGeom>
        </p:spPr>
      </p:pic>
      <p:sp>
        <p:nvSpPr>
          <p:cNvPr id="6" name="TextBox 5"/>
          <p:cNvSpPr txBox="1"/>
          <p:nvPr/>
        </p:nvSpPr>
        <p:spPr>
          <a:xfrm>
            <a:off x="6752701" y="1968011"/>
            <a:ext cx="4348905" cy="369332"/>
          </a:xfrm>
          <a:prstGeom prst="rect">
            <a:avLst/>
          </a:prstGeom>
          <a:noFill/>
        </p:spPr>
        <p:txBody>
          <a:bodyPr wrap="square" rtlCol="0">
            <a:spAutoFit/>
          </a:bodyPr>
          <a:lstStyle/>
          <a:p>
            <a:r>
              <a:rPr lang="en-US" sz="1800">
                <a:solidFill>
                  <a:srgbClr val="999999"/>
                </a:solidFill>
                <a:latin typeface="Proxima Nova Th" panose="02000506030000020004" pitchFamily="50" charset="0"/>
                <a:cs typeface="Proxima Nova Light"/>
              </a:rPr>
              <a:t>  </a:t>
            </a:r>
          </a:p>
        </p:txBody>
      </p:sp>
      <p:pic>
        <p:nvPicPr>
          <p:cNvPr id="10" name="Picture 9"/>
          <p:cNvPicPr>
            <a:picLocks noChangeAspect="1"/>
          </p:cNvPicPr>
          <p:nvPr/>
        </p:nvPicPr>
        <p:blipFill rotWithShape="1">
          <a:blip r:embed="rId3">
            <a:extLst>
              <a:ext uri="{28A0092B-C50C-407E-A947-70E740481C1C}">
                <a14:useLocalDpi xmlns:a14="http://schemas.microsoft.com/office/drawing/2010/main" val="0"/>
              </a:ext>
            </a:extLst>
          </a:blip>
          <a:srcRect t="11968" b="4274"/>
          <a:stretch/>
        </p:blipFill>
        <p:spPr>
          <a:xfrm>
            <a:off x="0" y="4240093"/>
            <a:ext cx="12192000" cy="2617907"/>
          </a:xfrm>
          <a:prstGeom prst="rect">
            <a:avLst/>
          </a:prstGeom>
        </p:spPr>
      </p:pic>
      <p:cxnSp>
        <p:nvCxnSpPr>
          <p:cNvPr id="8" name="Straight Connector 7"/>
          <p:cNvCxnSpPr/>
          <p:nvPr/>
        </p:nvCxnSpPr>
        <p:spPr>
          <a:xfrm>
            <a:off x="6096000" y="1760194"/>
            <a:ext cx="0" cy="3061188"/>
          </a:xfrm>
          <a:prstGeom prst="line">
            <a:avLst/>
          </a:prstGeom>
          <a:ln>
            <a:solidFill>
              <a:srgbClr val="DEDEDE"/>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268165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ection Title">
    <p:spTree>
      <p:nvGrpSpPr>
        <p:cNvPr id="1" name=""/>
        <p:cNvGrpSpPr/>
        <p:nvPr/>
      </p:nvGrpSpPr>
      <p:grpSpPr>
        <a:xfrm>
          <a:off x="0" y="0"/>
          <a:ext cx="0" cy="0"/>
          <a:chOff x="0" y="0"/>
          <a:chExt cx="0" cy="0"/>
        </a:xfrm>
      </p:grpSpPr>
      <p:sp>
        <p:nvSpPr>
          <p:cNvPr id="2" name="Title 1"/>
          <p:cNvSpPr>
            <a:spLocks noGrp="1"/>
          </p:cNvSpPr>
          <p:nvPr>
            <p:ph type="title"/>
          </p:nvPr>
        </p:nvSpPr>
        <p:spPr>
          <a:xfrm>
            <a:off x="1148541" y="2177301"/>
            <a:ext cx="10515600" cy="1325563"/>
          </a:xfrm>
          <a:prstGeom prst="rect">
            <a:avLst/>
          </a:prstGeom>
        </p:spPr>
        <p:txBody>
          <a:bodyPr/>
          <a:lstStyle>
            <a:lvl1pPr algn="ctr">
              <a:defRPr sz="3600">
                <a:solidFill>
                  <a:schemeClr val="bg1"/>
                </a:solidFill>
                <a:latin typeface="Proxima Nova Lt" panose="02000506030000020004" pitchFamily="50" charset="0"/>
              </a:defRPr>
            </a:lvl1pPr>
          </a:lstStyle>
          <a:p>
            <a:r>
              <a:rPr lang="en-US"/>
              <a:t>Click to edit Master title style</a:t>
            </a:r>
            <a:endParaRPr lang="en-ZA"/>
          </a:p>
        </p:txBody>
      </p:sp>
    </p:spTree>
    <p:extLst>
      <p:ext uri="{BB962C8B-B14F-4D97-AF65-F5344CB8AC3E}">
        <p14:creationId xmlns:p14="http://schemas.microsoft.com/office/powerpoint/2010/main" val="38523942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1_Section Title">
    <p:spTree>
      <p:nvGrpSpPr>
        <p:cNvPr id="1" name=""/>
        <p:cNvGrpSpPr/>
        <p:nvPr/>
      </p:nvGrpSpPr>
      <p:grpSpPr>
        <a:xfrm>
          <a:off x="0" y="0"/>
          <a:ext cx="0" cy="0"/>
          <a:chOff x="0" y="0"/>
          <a:chExt cx="0" cy="0"/>
        </a:xfrm>
      </p:grpSpPr>
      <p:sp>
        <p:nvSpPr>
          <p:cNvPr id="14" name="Text Placeholder 13"/>
          <p:cNvSpPr>
            <a:spLocks noGrp="1"/>
          </p:cNvSpPr>
          <p:nvPr>
            <p:ph type="body" sz="quarter" idx="13"/>
          </p:nvPr>
        </p:nvSpPr>
        <p:spPr>
          <a:xfrm>
            <a:off x="2460624" y="2939040"/>
            <a:ext cx="7270751" cy="489960"/>
          </a:xfrm>
          <a:prstGeom prst="rect">
            <a:avLst/>
          </a:prstGeom>
        </p:spPr>
        <p:txBody>
          <a:bodyPr/>
          <a:lstStyle>
            <a:lvl1pPr marL="0" indent="0" algn="ctr">
              <a:buNone/>
              <a:defRPr sz="2400">
                <a:solidFill>
                  <a:srgbClr val="999999"/>
                </a:solidFill>
                <a:latin typeface="Proxima Nova Lt" panose="02000506030000020004" pitchFamily="50" charset="0"/>
              </a:defRPr>
            </a:lvl1pPr>
          </a:lstStyle>
          <a:p>
            <a:pPr lvl="0"/>
            <a:r>
              <a:rPr lang="en-US"/>
              <a:t>Edit Master text styles</a:t>
            </a:r>
          </a:p>
        </p:txBody>
      </p:sp>
    </p:spTree>
    <p:extLst>
      <p:ext uri="{BB962C8B-B14F-4D97-AF65-F5344CB8AC3E}">
        <p14:creationId xmlns:p14="http://schemas.microsoft.com/office/powerpoint/2010/main" val="16853813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Page">
    <p:spTree>
      <p:nvGrpSpPr>
        <p:cNvPr id="1" name=""/>
        <p:cNvGrpSpPr/>
        <p:nvPr/>
      </p:nvGrpSpPr>
      <p:grpSpPr>
        <a:xfrm>
          <a:off x="0" y="0"/>
          <a:ext cx="0" cy="0"/>
          <a:chOff x="0" y="0"/>
          <a:chExt cx="0" cy="0"/>
        </a:xfrm>
      </p:grpSpPr>
      <p:sp>
        <p:nvSpPr>
          <p:cNvPr id="21" name="Text Placeholder 4"/>
          <p:cNvSpPr>
            <a:spLocks noGrp="1"/>
          </p:cNvSpPr>
          <p:nvPr>
            <p:ph type="body" sz="quarter" idx="12"/>
          </p:nvPr>
        </p:nvSpPr>
        <p:spPr>
          <a:xfrm>
            <a:off x="940444" y="1012789"/>
            <a:ext cx="10872776" cy="395872"/>
          </a:xfrm>
          <a:prstGeom prst="rect">
            <a:avLst/>
          </a:prstGeom>
        </p:spPr>
        <p:txBody>
          <a:bodyPr anchor="ctr"/>
          <a:lstStyle>
            <a:lvl1pPr marL="0" indent="0">
              <a:buNone/>
              <a:defRPr sz="2000" b="0" i="0">
                <a:solidFill>
                  <a:srgbClr val="ADADAD"/>
                </a:solidFill>
                <a:latin typeface="Proxima Nova Lt" panose="02000506030000020004" pitchFamily="50" charset="0"/>
                <a:cs typeface="Proxima Nova Lt" panose="02000506030000020004" pitchFamily="50" charset="0"/>
              </a:defRPr>
            </a:lvl1pPr>
          </a:lstStyle>
          <a:p>
            <a:pPr lvl="0"/>
            <a:r>
              <a:rPr lang="en-US"/>
              <a:t>Edit Master text styles</a:t>
            </a:r>
          </a:p>
        </p:txBody>
      </p:sp>
      <p:sp>
        <p:nvSpPr>
          <p:cNvPr id="20" name="Text Placeholder 4"/>
          <p:cNvSpPr>
            <a:spLocks noGrp="1"/>
          </p:cNvSpPr>
          <p:nvPr>
            <p:ph type="body" sz="quarter" idx="11"/>
          </p:nvPr>
        </p:nvSpPr>
        <p:spPr>
          <a:xfrm>
            <a:off x="940445" y="366301"/>
            <a:ext cx="8621692" cy="575344"/>
          </a:xfrm>
          <a:prstGeom prst="rect">
            <a:avLst/>
          </a:prstGeom>
        </p:spPr>
        <p:txBody>
          <a:bodyPr anchor="ctr"/>
          <a:lstStyle>
            <a:lvl1pPr marL="0" indent="0">
              <a:buNone/>
              <a:defRPr sz="2800" b="0" i="0">
                <a:solidFill>
                  <a:srgbClr val="999999"/>
                </a:solidFill>
                <a:latin typeface="Proxima Nova Lt" panose="02000506030000020004" pitchFamily="50" charset="0"/>
                <a:cs typeface="Proxima Nova Lt" panose="02000506030000020004" pitchFamily="50" charset="0"/>
              </a:defRPr>
            </a:lvl1pPr>
          </a:lstStyle>
          <a:p>
            <a:pPr lvl="0"/>
            <a:r>
              <a:rPr lang="en-US"/>
              <a:t>Edit Master text styles</a:t>
            </a:r>
          </a:p>
        </p:txBody>
      </p:sp>
      <p:pic>
        <p:nvPicPr>
          <p:cNvPr id="5" name="Picture 4"/>
          <p:cNvPicPr>
            <a:picLocks noChangeAspect="1"/>
          </p:cNvPicPr>
          <p:nvPr/>
        </p:nvPicPr>
        <p:blipFill>
          <a:blip r:embed="rId2"/>
          <a:stretch>
            <a:fillRect/>
          </a:stretch>
        </p:blipFill>
        <p:spPr>
          <a:xfrm>
            <a:off x="940444" y="1478256"/>
            <a:ext cx="1422400" cy="161925"/>
          </a:xfrm>
          <a:prstGeom prst="rect">
            <a:avLst/>
          </a:prstGeom>
        </p:spPr>
      </p:pic>
    </p:spTree>
    <p:extLst>
      <p:ext uri="{BB962C8B-B14F-4D97-AF65-F5344CB8AC3E}">
        <p14:creationId xmlns:p14="http://schemas.microsoft.com/office/powerpoint/2010/main" val="110277117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Page No Subheading">
    <p:spTree>
      <p:nvGrpSpPr>
        <p:cNvPr id="1" name=""/>
        <p:cNvGrpSpPr/>
        <p:nvPr/>
      </p:nvGrpSpPr>
      <p:grpSpPr>
        <a:xfrm>
          <a:off x="0" y="0"/>
          <a:ext cx="0" cy="0"/>
          <a:chOff x="0" y="0"/>
          <a:chExt cx="0" cy="0"/>
        </a:xfrm>
      </p:grpSpPr>
      <p:sp>
        <p:nvSpPr>
          <p:cNvPr id="20" name="Text Placeholder 4"/>
          <p:cNvSpPr>
            <a:spLocks noGrp="1"/>
          </p:cNvSpPr>
          <p:nvPr>
            <p:ph type="body" sz="quarter" idx="11"/>
          </p:nvPr>
        </p:nvSpPr>
        <p:spPr>
          <a:xfrm>
            <a:off x="940445" y="366301"/>
            <a:ext cx="8621692" cy="575344"/>
          </a:xfrm>
          <a:prstGeom prst="rect">
            <a:avLst/>
          </a:prstGeom>
        </p:spPr>
        <p:txBody>
          <a:bodyPr anchor="ctr"/>
          <a:lstStyle>
            <a:lvl1pPr marL="0" indent="0">
              <a:buNone/>
              <a:defRPr sz="2800" b="0" i="0">
                <a:solidFill>
                  <a:srgbClr val="999999"/>
                </a:solidFill>
                <a:latin typeface="Proxima Nova Lt" panose="02000506030000020004" pitchFamily="50" charset="0"/>
                <a:cs typeface="Proxima Nova Lt" panose="02000506030000020004" pitchFamily="50" charset="0"/>
              </a:defRPr>
            </a:lvl1pPr>
          </a:lstStyle>
          <a:p>
            <a:pPr lvl="0"/>
            <a:r>
              <a:rPr lang="en-US"/>
              <a:t>Edit Master text styles</a:t>
            </a:r>
          </a:p>
        </p:txBody>
      </p:sp>
      <p:pic>
        <p:nvPicPr>
          <p:cNvPr id="5" name="Picture 4"/>
          <p:cNvPicPr>
            <a:picLocks noChangeAspect="1"/>
          </p:cNvPicPr>
          <p:nvPr/>
        </p:nvPicPr>
        <p:blipFill>
          <a:blip r:embed="rId2"/>
          <a:stretch>
            <a:fillRect/>
          </a:stretch>
        </p:blipFill>
        <p:spPr>
          <a:xfrm>
            <a:off x="940445" y="975038"/>
            <a:ext cx="1422400" cy="161925"/>
          </a:xfrm>
          <a:prstGeom prst="rect">
            <a:avLst/>
          </a:prstGeom>
        </p:spPr>
      </p:pic>
    </p:spTree>
    <p:extLst>
      <p:ext uri="{BB962C8B-B14F-4D97-AF65-F5344CB8AC3E}">
        <p14:creationId xmlns:p14="http://schemas.microsoft.com/office/powerpoint/2010/main" val="14478654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ection Title">
    <p:spTree>
      <p:nvGrpSpPr>
        <p:cNvPr id="1" name=""/>
        <p:cNvGrpSpPr/>
        <p:nvPr/>
      </p:nvGrpSpPr>
      <p:grpSpPr>
        <a:xfrm>
          <a:off x="0" y="0"/>
          <a:ext cx="0" cy="0"/>
          <a:chOff x="0" y="0"/>
          <a:chExt cx="0" cy="0"/>
        </a:xfrm>
      </p:grpSpPr>
      <p:sp>
        <p:nvSpPr>
          <p:cNvPr id="2" name="Title 1"/>
          <p:cNvSpPr>
            <a:spLocks noGrp="1"/>
          </p:cNvSpPr>
          <p:nvPr>
            <p:ph type="title"/>
          </p:nvPr>
        </p:nvSpPr>
        <p:spPr>
          <a:xfrm>
            <a:off x="1148541" y="2177301"/>
            <a:ext cx="10515600" cy="1325563"/>
          </a:xfrm>
          <a:prstGeom prst="rect">
            <a:avLst/>
          </a:prstGeom>
        </p:spPr>
        <p:txBody>
          <a:bodyPr/>
          <a:lstStyle>
            <a:lvl1pPr algn="ctr">
              <a:defRPr sz="3600">
                <a:solidFill>
                  <a:schemeClr val="bg1"/>
                </a:solidFill>
                <a:latin typeface="Proxima Nova Lt" panose="02000506030000020004" pitchFamily="50" charset="0"/>
              </a:defRPr>
            </a:lvl1pPr>
          </a:lstStyle>
          <a:p>
            <a:r>
              <a:rPr lang="en-US"/>
              <a:t>Click to edit Master title style</a:t>
            </a:r>
            <a:endParaRPr lang="en-ZA"/>
          </a:p>
        </p:txBody>
      </p:sp>
    </p:spTree>
    <p:extLst>
      <p:ext uri="{BB962C8B-B14F-4D97-AF65-F5344CB8AC3E}">
        <p14:creationId xmlns:p14="http://schemas.microsoft.com/office/powerpoint/2010/main" val="124543430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47403721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External Content 2">
    <p:spTree>
      <p:nvGrpSpPr>
        <p:cNvPr id="1" name=""/>
        <p:cNvGrpSpPr/>
        <p:nvPr/>
      </p:nvGrpSpPr>
      <p:grpSpPr>
        <a:xfrm>
          <a:off x="0" y="0"/>
          <a:ext cx="0" cy="0"/>
          <a:chOff x="0" y="0"/>
          <a:chExt cx="0" cy="0"/>
        </a:xfrm>
      </p:grpSpPr>
      <p:sp>
        <p:nvSpPr>
          <p:cNvPr id="20" name="Text Placeholder 4"/>
          <p:cNvSpPr>
            <a:spLocks noGrp="1"/>
          </p:cNvSpPr>
          <p:nvPr>
            <p:ph type="body" sz="quarter" idx="11"/>
          </p:nvPr>
        </p:nvSpPr>
        <p:spPr>
          <a:xfrm>
            <a:off x="940445" y="366301"/>
            <a:ext cx="8621692" cy="575344"/>
          </a:xfrm>
          <a:prstGeom prst="rect">
            <a:avLst/>
          </a:prstGeom>
        </p:spPr>
        <p:txBody>
          <a:bodyPr anchor="ctr"/>
          <a:lstStyle>
            <a:lvl1pPr marL="0" indent="0">
              <a:buNone/>
              <a:defRPr sz="2800" b="0" i="0">
                <a:solidFill>
                  <a:srgbClr val="999999"/>
                </a:solidFill>
                <a:latin typeface="Proxima Nova Lt" panose="02000506030000020004" pitchFamily="50" charset="0"/>
                <a:cs typeface="Proxima Nova Lt" panose="02000506030000020004" pitchFamily="50" charset="0"/>
              </a:defRPr>
            </a:lvl1pPr>
          </a:lstStyle>
          <a:p>
            <a:pPr lvl="0"/>
            <a:r>
              <a:rPr lang="en-US"/>
              <a:t>Edit Master text styles</a:t>
            </a:r>
          </a:p>
        </p:txBody>
      </p:sp>
      <p:pic>
        <p:nvPicPr>
          <p:cNvPr id="5" name="Picture 4"/>
          <p:cNvPicPr>
            <a:picLocks noChangeAspect="1"/>
          </p:cNvPicPr>
          <p:nvPr/>
        </p:nvPicPr>
        <p:blipFill>
          <a:blip r:embed="rId2"/>
          <a:stretch>
            <a:fillRect/>
          </a:stretch>
        </p:blipFill>
        <p:spPr>
          <a:xfrm>
            <a:off x="940445" y="975038"/>
            <a:ext cx="1422400" cy="161925"/>
          </a:xfrm>
          <a:prstGeom prst="rect">
            <a:avLst/>
          </a:prstGeom>
        </p:spPr>
      </p:pic>
    </p:spTree>
    <p:extLst>
      <p:ext uri="{BB962C8B-B14F-4D97-AF65-F5344CB8AC3E}">
        <p14:creationId xmlns:p14="http://schemas.microsoft.com/office/powerpoint/2010/main" val="77590268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Page">
    <p:spTree>
      <p:nvGrpSpPr>
        <p:cNvPr id="1" name=""/>
        <p:cNvGrpSpPr/>
        <p:nvPr/>
      </p:nvGrpSpPr>
      <p:grpSpPr>
        <a:xfrm>
          <a:off x="0" y="0"/>
          <a:ext cx="0" cy="0"/>
          <a:chOff x="0" y="0"/>
          <a:chExt cx="0" cy="0"/>
        </a:xfrm>
      </p:grpSpPr>
      <p:sp>
        <p:nvSpPr>
          <p:cNvPr id="21" name="Text Placeholder 4"/>
          <p:cNvSpPr>
            <a:spLocks noGrp="1"/>
          </p:cNvSpPr>
          <p:nvPr>
            <p:ph type="body" sz="quarter" idx="12"/>
          </p:nvPr>
        </p:nvSpPr>
        <p:spPr>
          <a:xfrm>
            <a:off x="940444" y="1012789"/>
            <a:ext cx="10872776" cy="395872"/>
          </a:xfrm>
          <a:prstGeom prst="rect">
            <a:avLst/>
          </a:prstGeom>
        </p:spPr>
        <p:txBody>
          <a:bodyPr anchor="ctr"/>
          <a:lstStyle>
            <a:lvl1pPr marL="0" indent="0">
              <a:buNone/>
              <a:defRPr sz="2000" b="0" i="0">
                <a:solidFill>
                  <a:srgbClr val="ADADAD"/>
                </a:solidFill>
                <a:latin typeface="Proxima Nova Lt" panose="02000506030000020004" pitchFamily="50" charset="0"/>
                <a:cs typeface="Proxima Nova Lt" panose="02000506030000020004" pitchFamily="50" charset="0"/>
              </a:defRPr>
            </a:lvl1pPr>
          </a:lstStyle>
          <a:p>
            <a:pPr lvl="0"/>
            <a:r>
              <a:rPr lang="en-US"/>
              <a:t>Edit Master text styles</a:t>
            </a:r>
          </a:p>
        </p:txBody>
      </p:sp>
      <p:sp>
        <p:nvSpPr>
          <p:cNvPr id="20" name="Text Placeholder 4"/>
          <p:cNvSpPr>
            <a:spLocks noGrp="1"/>
          </p:cNvSpPr>
          <p:nvPr>
            <p:ph type="body" sz="quarter" idx="11"/>
          </p:nvPr>
        </p:nvSpPr>
        <p:spPr>
          <a:xfrm>
            <a:off x="940445" y="366301"/>
            <a:ext cx="8621692" cy="575344"/>
          </a:xfrm>
          <a:prstGeom prst="rect">
            <a:avLst/>
          </a:prstGeom>
        </p:spPr>
        <p:txBody>
          <a:bodyPr anchor="ctr"/>
          <a:lstStyle>
            <a:lvl1pPr marL="0" indent="0">
              <a:buNone/>
              <a:defRPr sz="2800" b="0" i="0">
                <a:solidFill>
                  <a:srgbClr val="999999"/>
                </a:solidFill>
                <a:latin typeface="Proxima Nova Lt" panose="02000506030000020004" pitchFamily="50" charset="0"/>
                <a:cs typeface="Proxima Nova Lt" panose="02000506030000020004" pitchFamily="50" charset="0"/>
              </a:defRPr>
            </a:lvl1pPr>
          </a:lstStyle>
          <a:p>
            <a:pPr lvl="0"/>
            <a:r>
              <a:rPr lang="en-US"/>
              <a:t>Edit Master text styles</a:t>
            </a:r>
          </a:p>
        </p:txBody>
      </p:sp>
      <p:pic>
        <p:nvPicPr>
          <p:cNvPr id="5" name="Picture 4"/>
          <p:cNvPicPr>
            <a:picLocks noChangeAspect="1"/>
          </p:cNvPicPr>
          <p:nvPr/>
        </p:nvPicPr>
        <p:blipFill>
          <a:blip r:embed="rId2"/>
          <a:stretch>
            <a:fillRect/>
          </a:stretch>
        </p:blipFill>
        <p:spPr>
          <a:xfrm>
            <a:off x="940444" y="1478256"/>
            <a:ext cx="1422400" cy="161925"/>
          </a:xfrm>
          <a:prstGeom prst="rect">
            <a:avLst/>
          </a:prstGeom>
        </p:spPr>
      </p:pic>
    </p:spTree>
    <p:extLst>
      <p:ext uri="{BB962C8B-B14F-4D97-AF65-F5344CB8AC3E}">
        <p14:creationId xmlns:p14="http://schemas.microsoft.com/office/powerpoint/2010/main" val="299587200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Content Page">
    <p:spTree>
      <p:nvGrpSpPr>
        <p:cNvPr id="1" name=""/>
        <p:cNvGrpSpPr/>
        <p:nvPr/>
      </p:nvGrpSpPr>
      <p:grpSpPr>
        <a:xfrm>
          <a:off x="0" y="0"/>
          <a:ext cx="0" cy="0"/>
          <a:chOff x="0" y="0"/>
          <a:chExt cx="0" cy="0"/>
        </a:xfrm>
      </p:grpSpPr>
      <p:sp>
        <p:nvSpPr>
          <p:cNvPr id="20" name="Text Placeholder 4"/>
          <p:cNvSpPr>
            <a:spLocks noGrp="1"/>
          </p:cNvSpPr>
          <p:nvPr>
            <p:ph type="body" sz="quarter" idx="11"/>
          </p:nvPr>
        </p:nvSpPr>
        <p:spPr>
          <a:xfrm>
            <a:off x="940445" y="366301"/>
            <a:ext cx="8621692" cy="575344"/>
          </a:xfrm>
          <a:prstGeom prst="rect">
            <a:avLst/>
          </a:prstGeom>
        </p:spPr>
        <p:txBody>
          <a:bodyPr anchor="ctr"/>
          <a:lstStyle>
            <a:lvl1pPr marL="0" indent="0">
              <a:buNone/>
              <a:defRPr sz="2800" b="0" i="0">
                <a:solidFill>
                  <a:srgbClr val="999999"/>
                </a:solidFill>
                <a:latin typeface="Proxima Nova Lt" panose="02000506030000020004" pitchFamily="50" charset="0"/>
                <a:cs typeface="Proxima Nova Lt" panose="02000506030000020004" pitchFamily="50" charset="0"/>
              </a:defRPr>
            </a:lvl1pPr>
          </a:lstStyle>
          <a:p>
            <a:pPr lvl="0"/>
            <a:r>
              <a:rPr lang="en-US"/>
              <a:t>Edit Master text styles</a:t>
            </a:r>
          </a:p>
        </p:txBody>
      </p:sp>
      <p:pic>
        <p:nvPicPr>
          <p:cNvPr id="5" name="Picture 4"/>
          <p:cNvPicPr>
            <a:picLocks noChangeAspect="1"/>
          </p:cNvPicPr>
          <p:nvPr/>
        </p:nvPicPr>
        <p:blipFill>
          <a:blip r:embed="rId2"/>
          <a:stretch>
            <a:fillRect/>
          </a:stretch>
        </p:blipFill>
        <p:spPr>
          <a:xfrm>
            <a:off x="940444" y="859131"/>
            <a:ext cx="1422400" cy="161925"/>
          </a:xfrm>
          <a:prstGeom prst="rect">
            <a:avLst/>
          </a:prstGeom>
        </p:spPr>
      </p:pic>
    </p:spTree>
    <p:extLst>
      <p:ext uri="{BB962C8B-B14F-4D97-AF65-F5344CB8AC3E}">
        <p14:creationId xmlns:p14="http://schemas.microsoft.com/office/powerpoint/2010/main" val="412497955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Column Content">
    <p:spTree>
      <p:nvGrpSpPr>
        <p:cNvPr id="1" name=""/>
        <p:cNvGrpSpPr/>
        <p:nvPr/>
      </p:nvGrpSpPr>
      <p:grpSpPr>
        <a:xfrm>
          <a:off x="0" y="0"/>
          <a:ext cx="0" cy="0"/>
          <a:chOff x="0" y="0"/>
          <a:chExt cx="0" cy="0"/>
        </a:xfrm>
      </p:grpSpPr>
      <p:sp>
        <p:nvSpPr>
          <p:cNvPr id="21" name="Text Placeholder 4"/>
          <p:cNvSpPr>
            <a:spLocks noGrp="1"/>
          </p:cNvSpPr>
          <p:nvPr>
            <p:ph type="body" sz="quarter" idx="12"/>
          </p:nvPr>
        </p:nvSpPr>
        <p:spPr>
          <a:xfrm>
            <a:off x="940444" y="1012789"/>
            <a:ext cx="10872776" cy="395872"/>
          </a:xfrm>
          <a:prstGeom prst="rect">
            <a:avLst/>
          </a:prstGeom>
        </p:spPr>
        <p:txBody>
          <a:bodyPr anchor="ctr"/>
          <a:lstStyle>
            <a:lvl1pPr marL="0" indent="0">
              <a:buNone/>
              <a:defRPr sz="2000" b="0" i="0">
                <a:solidFill>
                  <a:srgbClr val="ADADAD"/>
                </a:solidFill>
                <a:latin typeface="Proxima Nova Lt" panose="02000506030000020004" pitchFamily="50" charset="0"/>
                <a:cs typeface="Proxima Nova Lt" panose="02000506030000020004" pitchFamily="50" charset="0"/>
              </a:defRPr>
            </a:lvl1pPr>
          </a:lstStyle>
          <a:p>
            <a:pPr lvl="0"/>
            <a:r>
              <a:rPr lang="en-US"/>
              <a:t>Edit Master text styles</a:t>
            </a:r>
          </a:p>
        </p:txBody>
      </p:sp>
      <p:sp>
        <p:nvSpPr>
          <p:cNvPr id="20" name="Text Placeholder 4"/>
          <p:cNvSpPr>
            <a:spLocks noGrp="1"/>
          </p:cNvSpPr>
          <p:nvPr>
            <p:ph type="body" sz="quarter" idx="11"/>
          </p:nvPr>
        </p:nvSpPr>
        <p:spPr>
          <a:xfrm>
            <a:off x="940445" y="366301"/>
            <a:ext cx="8621692" cy="575344"/>
          </a:xfrm>
          <a:prstGeom prst="rect">
            <a:avLst/>
          </a:prstGeom>
        </p:spPr>
        <p:txBody>
          <a:bodyPr anchor="ctr"/>
          <a:lstStyle>
            <a:lvl1pPr marL="0" indent="0">
              <a:buNone/>
              <a:defRPr sz="2800" b="0" i="0">
                <a:solidFill>
                  <a:srgbClr val="999999"/>
                </a:solidFill>
                <a:latin typeface="Proxima Nova Lt" panose="02000506030000020004" pitchFamily="50" charset="0"/>
                <a:cs typeface="Proxima Nova Lt" panose="02000506030000020004" pitchFamily="50" charset="0"/>
              </a:defRPr>
            </a:lvl1pPr>
          </a:lstStyle>
          <a:p>
            <a:pPr lvl="0"/>
            <a:r>
              <a:rPr lang="en-US"/>
              <a:t>Edit Master text styles</a:t>
            </a:r>
          </a:p>
        </p:txBody>
      </p:sp>
      <p:pic>
        <p:nvPicPr>
          <p:cNvPr id="5" name="Picture 4"/>
          <p:cNvPicPr>
            <a:picLocks noChangeAspect="1"/>
          </p:cNvPicPr>
          <p:nvPr/>
        </p:nvPicPr>
        <p:blipFill>
          <a:blip r:embed="rId2"/>
          <a:stretch>
            <a:fillRect/>
          </a:stretch>
        </p:blipFill>
        <p:spPr>
          <a:xfrm>
            <a:off x="940444" y="1478256"/>
            <a:ext cx="1422400" cy="161925"/>
          </a:xfrm>
          <a:prstGeom prst="rect">
            <a:avLst/>
          </a:prstGeom>
        </p:spPr>
      </p:pic>
      <p:sp>
        <p:nvSpPr>
          <p:cNvPr id="6" name="TextBox 5"/>
          <p:cNvSpPr txBox="1"/>
          <p:nvPr/>
        </p:nvSpPr>
        <p:spPr>
          <a:xfrm>
            <a:off x="6752701" y="1968011"/>
            <a:ext cx="4348905" cy="369332"/>
          </a:xfrm>
          <a:prstGeom prst="rect">
            <a:avLst/>
          </a:prstGeom>
          <a:noFill/>
        </p:spPr>
        <p:txBody>
          <a:bodyPr wrap="square" rtlCol="0">
            <a:spAutoFit/>
          </a:bodyPr>
          <a:lstStyle/>
          <a:p>
            <a:r>
              <a:rPr lang="en-US" sz="1800">
                <a:solidFill>
                  <a:srgbClr val="999999"/>
                </a:solidFill>
                <a:latin typeface="Proxima Nova Th" panose="02000506030000020004" pitchFamily="50" charset="0"/>
                <a:cs typeface="Proxima Nova Light"/>
              </a:rPr>
              <a:t>  </a:t>
            </a:r>
          </a:p>
        </p:txBody>
      </p:sp>
      <p:cxnSp>
        <p:nvCxnSpPr>
          <p:cNvPr id="8" name="Straight Connector 7"/>
          <p:cNvCxnSpPr>
            <a:cxnSpLocks/>
          </p:cNvCxnSpPr>
          <p:nvPr userDrawn="1"/>
        </p:nvCxnSpPr>
        <p:spPr>
          <a:xfrm>
            <a:off x="6096000" y="1659413"/>
            <a:ext cx="0" cy="3943365"/>
          </a:xfrm>
          <a:prstGeom prst="line">
            <a:avLst/>
          </a:prstGeom>
          <a:ln w="12700">
            <a:solidFill>
              <a:srgbClr val="DEDEDE"/>
            </a:solidFill>
          </a:ln>
        </p:spPr>
        <p:style>
          <a:lnRef idx="1">
            <a:schemeClr val="dk1"/>
          </a:lnRef>
          <a:fillRef idx="0">
            <a:schemeClr val="dk1"/>
          </a:fillRef>
          <a:effectRef idx="0">
            <a:schemeClr val="dk1"/>
          </a:effectRef>
          <a:fontRef idx="minor">
            <a:schemeClr val="tx1"/>
          </a:fontRef>
        </p:style>
      </p:cxnSp>
      <p:sp>
        <p:nvSpPr>
          <p:cNvPr id="3" name="Picture Placeholder 2">
            <a:extLst>
              <a:ext uri="{FF2B5EF4-FFF2-40B4-BE49-F238E27FC236}">
                <a16:creationId xmlns:a16="http://schemas.microsoft.com/office/drawing/2014/main" id="{C7CE91B0-AE4E-4EFD-A991-A560919DBC89}"/>
              </a:ext>
            </a:extLst>
          </p:cNvPr>
          <p:cNvSpPr>
            <a:spLocks noGrp="1"/>
          </p:cNvSpPr>
          <p:nvPr>
            <p:ph type="pic" sz="quarter" idx="13"/>
          </p:nvPr>
        </p:nvSpPr>
        <p:spPr>
          <a:xfrm>
            <a:off x="1289050" y="1870075"/>
            <a:ext cx="4139154" cy="2762250"/>
          </a:xfrm>
          <a:prstGeom prst="rect">
            <a:avLst/>
          </a:prstGeom>
        </p:spPr>
        <p:txBody>
          <a:bodyPr/>
          <a:lstStyle>
            <a:lvl1pPr marL="0" indent="0">
              <a:buNone/>
              <a:defRPr sz="1800">
                <a:solidFill>
                  <a:srgbClr val="999999"/>
                </a:solidFill>
                <a:latin typeface="Proxima Nova Lt" panose="02000506030000020004" pitchFamily="50" charset="0"/>
              </a:defRPr>
            </a:lvl1pPr>
          </a:lstStyle>
          <a:p>
            <a:endParaRPr lang="en-GB"/>
          </a:p>
        </p:txBody>
      </p:sp>
      <p:sp>
        <p:nvSpPr>
          <p:cNvPr id="4" name="Text Placeholder 3">
            <a:extLst>
              <a:ext uri="{FF2B5EF4-FFF2-40B4-BE49-F238E27FC236}">
                <a16:creationId xmlns:a16="http://schemas.microsoft.com/office/drawing/2014/main" id="{8D5C091D-460E-4A24-B2C3-90D1DD0590F3}"/>
              </a:ext>
            </a:extLst>
          </p:cNvPr>
          <p:cNvSpPr>
            <a:spLocks noGrp="1"/>
          </p:cNvSpPr>
          <p:nvPr>
            <p:ph type="body" sz="quarter" idx="14"/>
          </p:nvPr>
        </p:nvSpPr>
        <p:spPr>
          <a:xfrm>
            <a:off x="6379215" y="2337886"/>
            <a:ext cx="5095875" cy="3264892"/>
          </a:xfrm>
          <a:prstGeom prst="rect">
            <a:avLst/>
          </a:prstGeom>
        </p:spPr>
        <p:txBody>
          <a:bodyPr/>
          <a:lstStyle>
            <a:lvl1pPr>
              <a:defRPr sz="2000">
                <a:solidFill>
                  <a:schemeClr val="tx1">
                    <a:lumMod val="65000"/>
                    <a:lumOff val="35000"/>
                  </a:schemeClr>
                </a:solidFill>
                <a:latin typeface="Proxima Nova Lt" panose="02000506030000020004" pitchFamily="50" charset="0"/>
              </a:defRPr>
            </a:lvl1pPr>
            <a:lvl2pPr>
              <a:defRPr sz="1800">
                <a:solidFill>
                  <a:srgbClr val="999999"/>
                </a:solidFill>
                <a:latin typeface="Proxima Nova Lt" panose="02000506030000020004" pitchFamily="50" charset="0"/>
              </a:defRPr>
            </a:lvl2pPr>
            <a:lvl3pPr>
              <a:defRPr sz="1600">
                <a:solidFill>
                  <a:srgbClr val="999999"/>
                </a:solidFill>
                <a:latin typeface="Proxima Nova Lt" panose="02000506030000020004" pitchFamily="50" charset="0"/>
              </a:defRPr>
            </a:lvl3pPr>
            <a:lvl4pPr>
              <a:defRPr sz="1400">
                <a:solidFill>
                  <a:srgbClr val="999999"/>
                </a:solidFill>
                <a:latin typeface="Proxima Nova Lt" panose="02000506030000020004" pitchFamily="50" charset="0"/>
              </a:defRPr>
            </a:lvl4pPr>
            <a:lvl5pPr>
              <a:defRPr sz="1400">
                <a:solidFill>
                  <a:srgbClr val="999999"/>
                </a:solidFill>
                <a:latin typeface="Proxima Nova Lt" panose="02000506030000020004" pitchFamily="50" charset="0"/>
              </a:defRPr>
            </a:lvl5pPr>
          </a:lstStyle>
          <a:p>
            <a:pPr lvl="0"/>
            <a:endParaRPr lang="en-GB"/>
          </a:p>
        </p:txBody>
      </p:sp>
      <p:sp>
        <p:nvSpPr>
          <p:cNvPr id="11" name="Text Placeholder 3">
            <a:extLst>
              <a:ext uri="{FF2B5EF4-FFF2-40B4-BE49-F238E27FC236}">
                <a16:creationId xmlns:a16="http://schemas.microsoft.com/office/drawing/2014/main" id="{8BEF0F83-C73A-4B13-A662-B04DA15D1776}"/>
              </a:ext>
            </a:extLst>
          </p:cNvPr>
          <p:cNvSpPr>
            <a:spLocks noGrp="1"/>
          </p:cNvSpPr>
          <p:nvPr>
            <p:ph type="body" sz="quarter" idx="15"/>
          </p:nvPr>
        </p:nvSpPr>
        <p:spPr>
          <a:xfrm>
            <a:off x="6379215" y="1860869"/>
            <a:ext cx="5095875" cy="466725"/>
          </a:xfrm>
          <a:prstGeom prst="rect">
            <a:avLst/>
          </a:prstGeom>
        </p:spPr>
        <p:txBody>
          <a:bodyPr/>
          <a:lstStyle>
            <a:lvl1pPr marL="0" indent="0">
              <a:buNone/>
              <a:defRPr sz="2000">
                <a:solidFill>
                  <a:srgbClr val="999999"/>
                </a:solidFill>
                <a:latin typeface="Proxima Nova Lt" panose="02000506030000020004" pitchFamily="50" charset="0"/>
              </a:defRPr>
            </a:lvl1pPr>
            <a:lvl2pPr>
              <a:defRPr sz="1800">
                <a:solidFill>
                  <a:srgbClr val="999999"/>
                </a:solidFill>
                <a:latin typeface="Proxima Nova Lt" panose="02000506030000020004" pitchFamily="50" charset="0"/>
              </a:defRPr>
            </a:lvl2pPr>
            <a:lvl3pPr>
              <a:defRPr sz="1600">
                <a:solidFill>
                  <a:srgbClr val="999999"/>
                </a:solidFill>
                <a:latin typeface="Proxima Nova Lt" panose="02000506030000020004" pitchFamily="50" charset="0"/>
              </a:defRPr>
            </a:lvl3pPr>
            <a:lvl4pPr>
              <a:defRPr sz="1400">
                <a:solidFill>
                  <a:srgbClr val="999999"/>
                </a:solidFill>
                <a:latin typeface="Proxima Nova Lt" panose="02000506030000020004" pitchFamily="50" charset="0"/>
              </a:defRPr>
            </a:lvl4pPr>
            <a:lvl5pPr>
              <a:defRPr sz="1400">
                <a:solidFill>
                  <a:srgbClr val="999999"/>
                </a:solidFill>
                <a:latin typeface="Proxima Nova Lt" panose="02000506030000020004" pitchFamily="50" charset="0"/>
              </a:defRPr>
            </a:lvl5pPr>
          </a:lstStyle>
          <a:p>
            <a:pPr lvl="0"/>
            <a:endParaRPr lang="en-GB"/>
          </a:p>
        </p:txBody>
      </p:sp>
    </p:spTree>
    <p:extLst>
      <p:ext uri="{BB962C8B-B14F-4D97-AF65-F5344CB8AC3E}">
        <p14:creationId xmlns:p14="http://schemas.microsoft.com/office/powerpoint/2010/main" val="293060241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Icons and Bullets">
    <p:spTree>
      <p:nvGrpSpPr>
        <p:cNvPr id="1" name=""/>
        <p:cNvGrpSpPr/>
        <p:nvPr/>
      </p:nvGrpSpPr>
      <p:grpSpPr>
        <a:xfrm>
          <a:off x="0" y="0"/>
          <a:ext cx="0" cy="0"/>
          <a:chOff x="0" y="0"/>
          <a:chExt cx="0" cy="0"/>
        </a:xfrm>
      </p:grpSpPr>
      <p:sp>
        <p:nvSpPr>
          <p:cNvPr id="21" name="Text Placeholder 4"/>
          <p:cNvSpPr>
            <a:spLocks noGrp="1"/>
          </p:cNvSpPr>
          <p:nvPr>
            <p:ph type="body" sz="quarter" idx="12"/>
          </p:nvPr>
        </p:nvSpPr>
        <p:spPr>
          <a:xfrm>
            <a:off x="940444" y="1012789"/>
            <a:ext cx="10872776" cy="395872"/>
          </a:xfrm>
          <a:prstGeom prst="rect">
            <a:avLst/>
          </a:prstGeom>
        </p:spPr>
        <p:txBody>
          <a:bodyPr anchor="ctr"/>
          <a:lstStyle>
            <a:lvl1pPr marL="0" indent="0">
              <a:buNone/>
              <a:defRPr sz="2000" b="0" i="0">
                <a:solidFill>
                  <a:srgbClr val="ADADAD"/>
                </a:solidFill>
                <a:latin typeface="Proxima Nova Lt" panose="02000506030000020004" pitchFamily="50" charset="0"/>
                <a:cs typeface="Proxima Nova Lt" panose="02000506030000020004" pitchFamily="50" charset="0"/>
              </a:defRPr>
            </a:lvl1pPr>
          </a:lstStyle>
          <a:p>
            <a:pPr lvl="0"/>
            <a:r>
              <a:rPr lang="en-US"/>
              <a:t>Edit Master text styles</a:t>
            </a:r>
          </a:p>
        </p:txBody>
      </p:sp>
      <p:sp>
        <p:nvSpPr>
          <p:cNvPr id="20" name="Text Placeholder 4"/>
          <p:cNvSpPr>
            <a:spLocks noGrp="1"/>
          </p:cNvSpPr>
          <p:nvPr>
            <p:ph type="body" sz="quarter" idx="11"/>
          </p:nvPr>
        </p:nvSpPr>
        <p:spPr>
          <a:xfrm>
            <a:off x="940445" y="366301"/>
            <a:ext cx="8621692" cy="575344"/>
          </a:xfrm>
          <a:prstGeom prst="rect">
            <a:avLst/>
          </a:prstGeom>
        </p:spPr>
        <p:txBody>
          <a:bodyPr anchor="ctr"/>
          <a:lstStyle>
            <a:lvl1pPr marL="0" indent="0">
              <a:buNone/>
              <a:defRPr sz="2800" b="0" i="0">
                <a:solidFill>
                  <a:srgbClr val="999999"/>
                </a:solidFill>
                <a:latin typeface="Proxima Nova Lt" panose="02000506030000020004" pitchFamily="50" charset="0"/>
                <a:cs typeface="Proxima Nova Lt" panose="02000506030000020004" pitchFamily="50" charset="0"/>
              </a:defRPr>
            </a:lvl1pPr>
          </a:lstStyle>
          <a:p>
            <a:pPr lvl="0"/>
            <a:r>
              <a:rPr lang="en-US"/>
              <a:t>Edit Master text styles</a:t>
            </a:r>
          </a:p>
        </p:txBody>
      </p:sp>
      <p:pic>
        <p:nvPicPr>
          <p:cNvPr id="5" name="Picture 4"/>
          <p:cNvPicPr>
            <a:picLocks noChangeAspect="1"/>
          </p:cNvPicPr>
          <p:nvPr/>
        </p:nvPicPr>
        <p:blipFill>
          <a:blip r:embed="rId2"/>
          <a:stretch>
            <a:fillRect/>
          </a:stretch>
        </p:blipFill>
        <p:spPr>
          <a:xfrm>
            <a:off x="940444" y="1478256"/>
            <a:ext cx="1422400" cy="161925"/>
          </a:xfrm>
          <a:prstGeom prst="rect">
            <a:avLst/>
          </a:prstGeom>
        </p:spPr>
      </p:pic>
      <p:cxnSp>
        <p:nvCxnSpPr>
          <p:cNvPr id="6" name="Straight Connector 5">
            <a:extLst>
              <a:ext uri="{FF2B5EF4-FFF2-40B4-BE49-F238E27FC236}">
                <a16:creationId xmlns:a16="http://schemas.microsoft.com/office/drawing/2014/main" id="{590A6B00-5DED-49F2-8A48-E86C4A4A110F}"/>
              </a:ext>
            </a:extLst>
          </p:cNvPr>
          <p:cNvCxnSpPr>
            <a:cxnSpLocks/>
          </p:cNvCxnSpPr>
          <p:nvPr userDrawn="1"/>
        </p:nvCxnSpPr>
        <p:spPr>
          <a:xfrm>
            <a:off x="4246421" y="1723311"/>
            <a:ext cx="0" cy="4320000"/>
          </a:xfrm>
          <a:prstGeom prst="line">
            <a:avLst/>
          </a:prstGeom>
          <a:ln w="12700">
            <a:solidFill>
              <a:srgbClr val="D9D9D9"/>
            </a:solidFill>
          </a:ln>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A2FE737D-8EB7-4F9E-BE1C-2852A1FDA203}"/>
              </a:ext>
            </a:extLst>
          </p:cNvPr>
          <p:cNvCxnSpPr>
            <a:cxnSpLocks/>
          </p:cNvCxnSpPr>
          <p:nvPr userDrawn="1"/>
        </p:nvCxnSpPr>
        <p:spPr>
          <a:xfrm>
            <a:off x="8211592" y="1723311"/>
            <a:ext cx="0" cy="4320000"/>
          </a:xfrm>
          <a:prstGeom prst="line">
            <a:avLst/>
          </a:prstGeom>
          <a:ln w="12700">
            <a:solidFill>
              <a:srgbClr val="D9D9D9"/>
            </a:solidFill>
          </a:ln>
        </p:spPr>
        <p:style>
          <a:lnRef idx="1">
            <a:schemeClr val="dk1"/>
          </a:lnRef>
          <a:fillRef idx="0">
            <a:schemeClr val="dk1"/>
          </a:fillRef>
          <a:effectRef idx="0">
            <a:schemeClr val="dk1"/>
          </a:effectRef>
          <a:fontRef idx="minor">
            <a:schemeClr val="tx1"/>
          </a:fontRef>
        </p:style>
      </p:cxnSp>
      <p:sp>
        <p:nvSpPr>
          <p:cNvPr id="17" name="Text Placeholder 13">
            <a:extLst>
              <a:ext uri="{FF2B5EF4-FFF2-40B4-BE49-F238E27FC236}">
                <a16:creationId xmlns:a16="http://schemas.microsoft.com/office/drawing/2014/main" id="{6962751A-99D0-445E-87B4-F34E177E9D68}"/>
              </a:ext>
            </a:extLst>
          </p:cNvPr>
          <p:cNvSpPr>
            <a:spLocks noGrp="1"/>
          </p:cNvSpPr>
          <p:nvPr>
            <p:ph type="body" sz="quarter" idx="16" hasCustomPrompt="1"/>
          </p:nvPr>
        </p:nvSpPr>
        <p:spPr>
          <a:xfrm>
            <a:off x="1093847" y="2874126"/>
            <a:ext cx="2339975" cy="395288"/>
          </a:xfrm>
          <a:prstGeom prst="rect">
            <a:avLst/>
          </a:prstGeom>
        </p:spPr>
        <p:txBody>
          <a:bodyPr/>
          <a:lstStyle>
            <a:lvl1pPr marL="0" indent="0" algn="l">
              <a:buNone/>
              <a:defRPr sz="1600">
                <a:solidFill>
                  <a:srgbClr val="999999"/>
                </a:solidFill>
                <a:latin typeface="Proxima Nova Rg" panose="02000506030000020004" pitchFamily="50" charset="0"/>
              </a:defRPr>
            </a:lvl1pPr>
          </a:lstStyle>
          <a:p>
            <a:pPr lvl="0"/>
            <a:r>
              <a:rPr lang="en-US"/>
              <a:t>Option 1 Label</a:t>
            </a:r>
          </a:p>
        </p:txBody>
      </p:sp>
      <p:sp>
        <p:nvSpPr>
          <p:cNvPr id="18" name="Text Placeholder 13">
            <a:extLst>
              <a:ext uri="{FF2B5EF4-FFF2-40B4-BE49-F238E27FC236}">
                <a16:creationId xmlns:a16="http://schemas.microsoft.com/office/drawing/2014/main" id="{2FDD53D2-EF1E-4327-80DB-09C6FA6DDACC}"/>
              </a:ext>
            </a:extLst>
          </p:cNvPr>
          <p:cNvSpPr>
            <a:spLocks noGrp="1"/>
          </p:cNvSpPr>
          <p:nvPr>
            <p:ph type="body" sz="quarter" idx="17" hasCustomPrompt="1"/>
          </p:nvPr>
        </p:nvSpPr>
        <p:spPr>
          <a:xfrm>
            <a:off x="5059018" y="2874126"/>
            <a:ext cx="2339975" cy="395288"/>
          </a:xfrm>
          <a:prstGeom prst="rect">
            <a:avLst/>
          </a:prstGeom>
        </p:spPr>
        <p:txBody>
          <a:bodyPr/>
          <a:lstStyle>
            <a:lvl1pPr marL="0" indent="0" algn="l">
              <a:buNone/>
              <a:defRPr sz="1600">
                <a:solidFill>
                  <a:srgbClr val="999999"/>
                </a:solidFill>
                <a:latin typeface="Proxima Nova Rg" panose="02000506030000020004" pitchFamily="50" charset="0"/>
              </a:defRPr>
            </a:lvl1pPr>
          </a:lstStyle>
          <a:p>
            <a:pPr lvl="0"/>
            <a:r>
              <a:rPr lang="en-US"/>
              <a:t>Option 2 Label</a:t>
            </a:r>
          </a:p>
        </p:txBody>
      </p:sp>
      <p:sp>
        <p:nvSpPr>
          <p:cNvPr id="19" name="Text Placeholder 13">
            <a:extLst>
              <a:ext uri="{FF2B5EF4-FFF2-40B4-BE49-F238E27FC236}">
                <a16:creationId xmlns:a16="http://schemas.microsoft.com/office/drawing/2014/main" id="{AE7F4188-A282-4085-819C-DABD1A649ACB}"/>
              </a:ext>
            </a:extLst>
          </p:cNvPr>
          <p:cNvSpPr>
            <a:spLocks noGrp="1"/>
          </p:cNvSpPr>
          <p:nvPr>
            <p:ph type="body" sz="quarter" idx="18" hasCustomPrompt="1"/>
          </p:nvPr>
        </p:nvSpPr>
        <p:spPr>
          <a:xfrm>
            <a:off x="9024192" y="2874127"/>
            <a:ext cx="2339975" cy="395288"/>
          </a:xfrm>
          <a:prstGeom prst="rect">
            <a:avLst/>
          </a:prstGeom>
        </p:spPr>
        <p:txBody>
          <a:bodyPr/>
          <a:lstStyle>
            <a:lvl1pPr marL="0" indent="0" algn="l">
              <a:buNone/>
              <a:defRPr sz="1600">
                <a:solidFill>
                  <a:srgbClr val="999999"/>
                </a:solidFill>
                <a:latin typeface="Proxima Nova Rg" panose="02000506030000020004" pitchFamily="50" charset="0"/>
              </a:defRPr>
            </a:lvl1pPr>
          </a:lstStyle>
          <a:p>
            <a:pPr lvl="0"/>
            <a:r>
              <a:rPr lang="en-US"/>
              <a:t>Option 3 Label</a:t>
            </a:r>
          </a:p>
        </p:txBody>
      </p:sp>
      <p:sp>
        <p:nvSpPr>
          <p:cNvPr id="22" name="Text Placeholder 21">
            <a:extLst>
              <a:ext uri="{FF2B5EF4-FFF2-40B4-BE49-F238E27FC236}">
                <a16:creationId xmlns:a16="http://schemas.microsoft.com/office/drawing/2014/main" id="{FD1F5FCD-CBC5-4DE4-BA51-E7925407C2C8}"/>
              </a:ext>
            </a:extLst>
          </p:cNvPr>
          <p:cNvSpPr>
            <a:spLocks noGrp="1"/>
          </p:cNvSpPr>
          <p:nvPr>
            <p:ph type="body" sz="quarter" idx="19"/>
          </p:nvPr>
        </p:nvSpPr>
        <p:spPr>
          <a:xfrm>
            <a:off x="1093788" y="3292500"/>
            <a:ext cx="2339975" cy="2750812"/>
          </a:xfrm>
          <a:prstGeom prst="rect">
            <a:avLst/>
          </a:prstGeom>
        </p:spPr>
        <p:txBody>
          <a:bodyPr/>
          <a:lstStyle>
            <a:lvl1pPr>
              <a:buClr>
                <a:srgbClr val="BCD727"/>
              </a:buClr>
              <a:defRPr sz="1400">
                <a:solidFill>
                  <a:schemeClr val="tx1">
                    <a:lumMod val="65000"/>
                    <a:lumOff val="35000"/>
                  </a:schemeClr>
                </a:solidFill>
                <a:latin typeface="Proxima Nova Lt" panose="02000506030000020004" pitchFamily="50" charset="0"/>
              </a:defRPr>
            </a:lvl1pPr>
            <a:lvl2pPr>
              <a:defRPr sz="1800">
                <a:solidFill>
                  <a:srgbClr val="7F7F7F"/>
                </a:solidFill>
                <a:latin typeface="Proxima Nova Lt" panose="02000506030000020004" pitchFamily="50" charset="0"/>
              </a:defRPr>
            </a:lvl2pPr>
            <a:lvl3pPr>
              <a:defRPr sz="1600">
                <a:solidFill>
                  <a:srgbClr val="7F7F7F"/>
                </a:solidFill>
                <a:latin typeface="Proxima Nova Lt" panose="02000506030000020004" pitchFamily="50" charset="0"/>
              </a:defRPr>
            </a:lvl3pPr>
            <a:lvl4pPr>
              <a:defRPr sz="1400">
                <a:solidFill>
                  <a:srgbClr val="7F7F7F"/>
                </a:solidFill>
                <a:latin typeface="Proxima Nova Lt" panose="02000506030000020004" pitchFamily="50" charset="0"/>
              </a:defRPr>
            </a:lvl4pPr>
            <a:lvl5pPr>
              <a:defRPr sz="1400">
                <a:solidFill>
                  <a:srgbClr val="7F7F7F"/>
                </a:solidFill>
                <a:latin typeface="Proxima Nova Lt" panose="02000506030000020004" pitchFamily="50" charset="0"/>
              </a:defRPr>
            </a:lvl5pPr>
          </a:lstStyle>
          <a:p>
            <a:pPr lvl="0"/>
            <a:r>
              <a:rPr lang="en-US"/>
              <a:t>Click to edit Master text styles</a:t>
            </a:r>
          </a:p>
        </p:txBody>
      </p:sp>
      <p:sp>
        <p:nvSpPr>
          <p:cNvPr id="24" name="Text Placeholder 21">
            <a:extLst>
              <a:ext uri="{FF2B5EF4-FFF2-40B4-BE49-F238E27FC236}">
                <a16:creationId xmlns:a16="http://schemas.microsoft.com/office/drawing/2014/main" id="{66542237-0ADE-4F22-B7F2-B5DEF95705B7}"/>
              </a:ext>
            </a:extLst>
          </p:cNvPr>
          <p:cNvSpPr>
            <a:spLocks noGrp="1"/>
          </p:cNvSpPr>
          <p:nvPr>
            <p:ph type="body" sz="quarter" idx="20"/>
          </p:nvPr>
        </p:nvSpPr>
        <p:spPr>
          <a:xfrm>
            <a:off x="5058958" y="3301476"/>
            <a:ext cx="2339975" cy="2750813"/>
          </a:xfrm>
          <a:prstGeom prst="rect">
            <a:avLst/>
          </a:prstGeom>
        </p:spPr>
        <p:txBody>
          <a:bodyPr/>
          <a:lstStyle>
            <a:lvl1pPr>
              <a:buClr>
                <a:srgbClr val="BCD727"/>
              </a:buClr>
              <a:defRPr sz="1400">
                <a:solidFill>
                  <a:schemeClr val="tx1">
                    <a:lumMod val="65000"/>
                    <a:lumOff val="35000"/>
                  </a:schemeClr>
                </a:solidFill>
                <a:latin typeface="Proxima Nova Lt" panose="02000506030000020004" pitchFamily="50" charset="0"/>
              </a:defRPr>
            </a:lvl1pPr>
            <a:lvl2pPr>
              <a:defRPr sz="1800">
                <a:solidFill>
                  <a:srgbClr val="7F7F7F"/>
                </a:solidFill>
                <a:latin typeface="Proxima Nova Lt" panose="02000506030000020004" pitchFamily="50" charset="0"/>
              </a:defRPr>
            </a:lvl2pPr>
            <a:lvl3pPr>
              <a:defRPr sz="1600">
                <a:solidFill>
                  <a:srgbClr val="7F7F7F"/>
                </a:solidFill>
                <a:latin typeface="Proxima Nova Lt" panose="02000506030000020004" pitchFamily="50" charset="0"/>
              </a:defRPr>
            </a:lvl3pPr>
            <a:lvl4pPr>
              <a:defRPr sz="1400">
                <a:solidFill>
                  <a:srgbClr val="7F7F7F"/>
                </a:solidFill>
                <a:latin typeface="Proxima Nova Lt" panose="02000506030000020004" pitchFamily="50" charset="0"/>
              </a:defRPr>
            </a:lvl4pPr>
            <a:lvl5pPr>
              <a:defRPr sz="1400">
                <a:solidFill>
                  <a:srgbClr val="7F7F7F"/>
                </a:solidFill>
                <a:latin typeface="Proxima Nova Lt" panose="02000506030000020004" pitchFamily="50" charset="0"/>
              </a:defRPr>
            </a:lvl5pPr>
          </a:lstStyle>
          <a:p>
            <a:pPr lvl="0"/>
            <a:r>
              <a:rPr lang="en-US"/>
              <a:t>Click to edit Master text styles</a:t>
            </a:r>
          </a:p>
        </p:txBody>
      </p:sp>
      <p:sp>
        <p:nvSpPr>
          <p:cNvPr id="25" name="Text Placeholder 21">
            <a:extLst>
              <a:ext uri="{FF2B5EF4-FFF2-40B4-BE49-F238E27FC236}">
                <a16:creationId xmlns:a16="http://schemas.microsoft.com/office/drawing/2014/main" id="{19A6AB14-3A34-4213-B274-963A3A24DBCD}"/>
              </a:ext>
            </a:extLst>
          </p:cNvPr>
          <p:cNvSpPr>
            <a:spLocks noGrp="1"/>
          </p:cNvSpPr>
          <p:nvPr>
            <p:ph type="body" sz="quarter" idx="21"/>
          </p:nvPr>
        </p:nvSpPr>
        <p:spPr>
          <a:xfrm>
            <a:off x="9024128" y="3301476"/>
            <a:ext cx="2339975" cy="2750813"/>
          </a:xfrm>
          <a:prstGeom prst="rect">
            <a:avLst/>
          </a:prstGeom>
        </p:spPr>
        <p:txBody>
          <a:bodyPr/>
          <a:lstStyle>
            <a:lvl1pPr>
              <a:buClr>
                <a:srgbClr val="BCD727"/>
              </a:buClr>
              <a:defRPr sz="1400">
                <a:solidFill>
                  <a:schemeClr val="tx1">
                    <a:lumMod val="65000"/>
                    <a:lumOff val="35000"/>
                  </a:schemeClr>
                </a:solidFill>
                <a:latin typeface="Proxima Nova Lt" panose="02000506030000020004" pitchFamily="50" charset="0"/>
              </a:defRPr>
            </a:lvl1pPr>
            <a:lvl2pPr>
              <a:defRPr sz="1800">
                <a:solidFill>
                  <a:srgbClr val="7F7F7F"/>
                </a:solidFill>
                <a:latin typeface="Proxima Nova Lt" panose="02000506030000020004" pitchFamily="50" charset="0"/>
              </a:defRPr>
            </a:lvl2pPr>
            <a:lvl3pPr>
              <a:defRPr sz="1600">
                <a:solidFill>
                  <a:srgbClr val="7F7F7F"/>
                </a:solidFill>
                <a:latin typeface="Proxima Nova Lt" panose="02000506030000020004" pitchFamily="50" charset="0"/>
              </a:defRPr>
            </a:lvl3pPr>
            <a:lvl4pPr>
              <a:defRPr sz="1400">
                <a:solidFill>
                  <a:srgbClr val="7F7F7F"/>
                </a:solidFill>
                <a:latin typeface="Proxima Nova Lt" panose="02000506030000020004" pitchFamily="50" charset="0"/>
              </a:defRPr>
            </a:lvl4pPr>
            <a:lvl5pPr>
              <a:defRPr sz="1400">
                <a:solidFill>
                  <a:srgbClr val="7F7F7F"/>
                </a:solidFill>
                <a:latin typeface="Proxima Nova Lt" panose="02000506030000020004" pitchFamily="50" charset="0"/>
              </a:defRPr>
            </a:lvl5pPr>
          </a:lstStyle>
          <a:p>
            <a:pPr lvl="0"/>
            <a:r>
              <a:rPr lang="en-US"/>
              <a:t>Click to edit Master text styles</a:t>
            </a:r>
          </a:p>
        </p:txBody>
      </p:sp>
      <p:sp>
        <p:nvSpPr>
          <p:cNvPr id="3" name="Picture Placeholder 2">
            <a:extLst>
              <a:ext uri="{FF2B5EF4-FFF2-40B4-BE49-F238E27FC236}">
                <a16:creationId xmlns:a16="http://schemas.microsoft.com/office/drawing/2014/main" id="{B5D2CB5F-1B24-4E23-AB90-B8F31F2CD1F4}"/>
              </a:ext>
            </a:extLst>
          </p:cNvPr>
          <p:cNvSpPr>
            <a:spLocks noGrp="1"/>
          </p:cNvSpPr>
          <p:nvPr>
            <p:ph type="pic" sz="quarter" idx="22" hasCustomPrompt="1"/>
          </p:nvPr>
        </p:nvSpPr>
        <p:spPr>
          <a:xfrm>
            <a:off x="1748692" y="1820591"/>
            <a:ext cx="1030288" cy="873125"/>
          </a:xfrm>
          <a:prstGeom prst="rect">
            <a:avLst/>
          </a:prstGeom>
        </p:spPr>
        <p:txBody>
          <a:bodyPr/>
          <a:lstStyle>
            <a:lvl1pPr marL="0" indent="0">
              <a:buNone/>
              <a:defRPr sz="1800">
                <a:solidFill>
                  <a:schemeClr val="tx1">
                    <a:lumMod val="65000"/>
                    <a:lumOff val="35000"/>
                  </a:schemeClr>
                </a:solidFill>
                <a:latin typeface="Proxima Nova Lt" panose="02000506030000020004" pitchFamily="50" charset="0"/>
              </a:defRPr>
            </a:lvl1pPr>
          </a:lstStyle>
          <a:p>
            <a:r>
              <a:rPr lang="en-ZA"/>
              <a:t>Icon</a:t>
            </a:r>
            <a:endParaRPr lang="en-GB"/>
          </a:p>
        </p:txBody>
      </p:sp>
      <p:sp>
        <p:nvSpPr>
          <p:cNvPr id="15" name="Picture Placeholder 2">
            <a:extLst>
              <a:ext uri="{FF2B5EF4-FFF2-40B4-BE49-F238E27FC236}">
                <a16:creationId xmlns:a16="http://schemas.microsoft.com/office/drawing/2014/main" id="{C2683482-BCB0-4AC4-B5D0-9E9BCCCAF366}"/>
              </a:ext>
            </a:extLst>
          </p:cNvPr>
          <p:cNvSpPr>
            <a:spLocks noGrp="1"/>
          </p:cNvSpPr>
          <p:nvPr>
            <p:ph type="pic" sz="quarter" idx="23" hasCustomPrompt="1"/>
          </p:nvPr>
        </p:nvSpPr>
        <p:spPr>
          <a:xfrm>
            <a:off x="5713863" y="1820591"/>
            <a:ext cx="1030288" cy="873125"/>
          </a:xfrm>
          <a:prstGeom prst="rect">
            <a:avLst/>
          </a:prstGeom>
        </p:spPr>
        <p:txBody>
          <a:bodyPr/>
          <a:lstStyle>
            <a:lvl1pPr marL="0" indent="0">
              <a:buNone/>
              <a:defRPr sz="1800">
                <a:solidFill>
                  <a:schemeClr val="tx1">
                    <a:lumMod val="65000"/>
                    <a:lumOff val="35000"/>
                  </a:schemeClr>
                </a:solidFill>
                <a:latin typeface="Proxima Nova Lt" panose="02000506030000020004" pitchFamily="50" charset="0"/>
              </a:defRPr>
            </a:lvl1pPr>
          </a:lstStyle>
          <a:p>
            <a:r>
              <a:rPr lang="en-ZA"/>
              <a:t>Icon</a:t>
            </a:r>
            <a:endParaRPr lang="en-GB"/>
          </a:p>
        </p:txBody>
      </p:sp>
      <p:sp>
        <p:nvSpPr>
          <p:cNvPr id="16" name="Picture Placeholder 2">
            <a:extLst>
              <a:ext uri="{FF2B5EF4-FFF2-40B4-BE49-F238E27FC236}">
                <a16:creationId xmlns:a16="http://schemas.microsoft.com/office/drawing/2014/main" id="{9284356C-AE4E-4C32-ACE7-6BF468F218EF}"/>
              </a:ext>
            </a:extLst>
          </p:cNvPr>
          <p:cNvSpPr>
            <a:spLocks noGrp="1"/>
          </p:cNvSpPr>
          <p:nvPr>
            <p:ph type="pic" sz="quarter" idx="24" hasCustomPrompt="1"/>
          </p:nvPr>
        </p:nvSpPr>
        <p:spPr>
          <a:xfrm>
            <a:off x="9678971" y="1820591"/>
            <a:ext cx="1030288" cy="873125"/>
          </a:xfrm>
          <a:prstGeom prst="rect">
            <a:avLst/>
          </a:prstGeom>
        </p:spPr>
        <p:txBody>
          <a:bodyPr/>
          <a:lstStyle>
            <a:lvl1pPr marL="0" indent="0">
              <a:buNone/>
              <a:defRPr sz="1800">
                <a:solidFill>
                  <a:schemeClr val="tx1">
                    <a:lumMod val="65000"/>
                    <a:lumOff val="35000"/>
                  </a:schemeClr>
                </a:solidFill>
                <a:latin typeface="Proxima Nova Lt" panose="02000506030000020004" pitchFamily="50" charset="0"/>
              </a:defRPr>
            </a:lvl1pPr>
          </a:lstStyle>
          <a:p>
            <a:r>
              <a:rPr lang="en-ZA"/>
              <a:t>Icon</a:t>
            </a:r>
            <a:endParaRPr lang="en-GB"/>
          </a:p>
        </p:txBody>
      </p:sp>
    </p:spTree>
    <p:extLst>
      <p:ext uri="{BB962C8B-B14F-4D97-AF65-F5344CB8AC3E}">
        <p14:creationId xmlns:p14="http://schemas.microsoft.com/office/powerpoint/2010/main" val="39046275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Images with Labels">
    <p:spTree>
      <p:nvGrpSpPr>
        <p:cNvPr id="1" name=""/>
        <p:cNvGrpSpPr/>
        <p:nvPr/>
      </p:nvGrpSpPr>
      <p:grpSpPr>
        <a:xfrm>
          <a:off x="0" y="0"/>
          <a:ext cx="0" cy="0"/>
          <a:chOff x="0" y="0"/>
          <a:chExt cx="0" cy="0"/>
        </a:xfrm>
      </p:grpSpPr>
      <p:sp>
        <p:nvSpPr>
          <p:cNvPr id="21" name="Text Placeholder 4"/>
          <p:cNvSpPr>
            <a:spLocks noGrp="1"/>
          </p:cNvSpPr>
          <p:nvPr>
            <p:ph type="body" sz="quarter" idx="12"/>
          </p:nvPr>
        </p:nvSpPr>
        <p:spPr>
          <a:xfrm>
            <a:off x="940444" y="1012789"/>
            <a:ext cx="10872776" cy="395872"/>
          </a:xfrm>
          <a:prstGeom prst="rect">
            <a:avLst/>
          </a:prstGeom>
        </p:spPr>
        <p:txBody>
          <a:bodyPr anchor="ctr"/>
          <a:lstStyle>
            <a:lvl1pPr marL="0" indent="0">
              <a:buNone/>
              <a:defRPr sz="2000" b="0" i="0">
                <a:solidFill>
                  <a:srgbClr val="ADADAD"/>
                </a:solidFill>
                <a:latin typeface="Proxima Nova Lt" panose="02000506030000020004" pitchFamily="50" charset="0"/>
                <a:cs typeface="Proxima Nova Lt" panose="02000506030000020004" pitchFamily="50" charset="0"/>
              </a:defRPr>
            </a:lvl1pPr>
          </a:lstStyle>
          <a:p>
            <a:pPr lvl="0"/>
            <a:r>
              <a:rPr lang="en-US"/>
              <a:t>Edit Master text styles</a:t>
            </a:r>
          </a:p>
        </p:txBody>
      </p:sp>
      <p:sp>
        <p:nvSpPr>
          <p:cNvPr id="20" name="Text Placeholder 4"/>
          <p:cNvSpPr>
            <a:spLocks noGrp="1"/>
          </p:cNvSpPr>
          <p:nvPr>
            <p:ph type="body" sz="quarter" idx="11"/>
          </p:nvPr>
        </p:nvSpPr>
        <p:spPr>
          <a:xfrm>
            <a:off x="940445" y="366301"/>
            <a:ext cx="8621692" cy="575344"/>
          </a:xfrm>
          <a:prstGeom prst="rect">
            <a:avLst/>
          </a:prstGeom>
        </p:spPr>
        <p:txBody>
          <a:bodyPr anchor="ctr"/>
          <a:lstStyle>
            <a:lvl1pPr marL="0" indent="0">
              <a:buNone/>
              <a:defRPr sz="2800" b="0" i="0">
                <a:solidFill>
                  <a:srgbClr val="999999"/>
                </a:solidFill>
                <a:latin typeface="Proxima Nova Lt" panose="02000506030000020004" pitchFamily="50" charset="0"/>
                <a:cs typeface="Proxima Nova Lt" panose="02000506030000020004" pitchFamily="50" charset="0"/>
              </a:defRPr>
            </a:lvl1pPr>
          </a:lstStyle>
          <a:p>
            <a:pPr lvl="0"/>
            <a:r>
              <a:rPr lang="en-US"/>
              <a:t>Edit Master text styles</a:t>
            </a:r>
          </a:p>
        </p:txBody>
      </p:sp>
      <p:pic>
        <p:nvPicPr>
          <p:cNvPr id="5" name="Picture 4"/>
          <p:cNvPicPr>
            <a:picLocks noChangeAspect="1"/>
          </p:cNvPicPr>
          <p:nvPr/>
        </p:nvPicPr>
        <p:blipFill>
          <a:blip r:embed="rId2"/>
          <a:stretch>
            <a:fillRect/>
          </a:stretch>
        </p:blipFill>
        <p:spPr>
          <a:xfrm>
            <a:off x="940444" y="1478256"/>
            <a:ext cx="1422400" cy="161925"/>
          </a:xfrm>
          <a:prstGeom prst="rect">
            <a:avLst/>
          </a:prstGeom>
        </p:spPr>
      </p:pic>
      <p:sp>
        <p:nvSpPr>
          <p:cNvPr id="3" name="Picture Placeholder 2">
            <a:extLst>
              <a:ext uri="{FF2B5EF4-FFF2-40B4-BE49-F238E27FC236}">
                <a16:creationId xmlns:a16="http://schemas.microsoft.com/office/drawing/2014/main" id="{C7CE91B0-AE4E-4EFD-A991-A560919DBC89}"/>
              </a:ext>
            </a:extLst>
          </p:cNvPr>
          <p:cNvSpPr>
            <a:spLocks noGrp="1"/>
          </p:cNvSpPr>
          <p:nvPr>
            <p:ph type="pic" sz="quarter" idx="13"/>
          </p:nvPr>
        </p:nvSpPr>
        <p:spPr>
          <a:xfrm>
            <a:off x="1189555" y="1870073"/>
            <a:ext cx="2006575" cy="1758949"/>
          </a:xfrm>
          <a:prstGeom prst="rect">
            <a:avLst/>
          </a:prstGeom>
        </p:spPr>
        <p:txBody>
          <a:bodyPr/>
          <a:lstStyle>
            <a:lvl1pPr marL="0" indent="0">
              <a:buNone/>
              <a:defRPr sz="1400">
                <a:solidFill>
                  <a:srgbClr val="999999"/>
                </a:solidFill>
                <a:latin typeface="Proxima Nova Lt" panose="02000506030000020004" pitchFamily="50" charset="0"/>
              </a:defRPr>
            </a:lvl1pPr>
          </a:lstStyle>
          <a:p>
            <a:endParaRPr lang="en-GB"/>
          </a:p>
        </p:txBody>
      </p:sp>
      <p:cxnSp>
        <p:nvCxnSpPr>
          <p:cNvPr id="8" name="Straight Connector 7"/>
          <p:cNvCxnSpPr>
            <a:cxnSpLocks/>
          </p:cNvCxnSpPr>
          <p:nvPr userDrawn="1"/>
        </p:nvCxnSpPr>
        <p:spPr>
          <a:xfrm>
            <a:off x="4227771" y="1678463"/>
            <a:ext cx="0" cy="4238979"/>
          </a:xfrm>
          <a:prstGeom prst="line">
            <a:avLst/>
          </a:prstGeom>
          <a:ln w="12700">
            <a:solidFill>
              <a:srgbClr val="DEDEDE"/>
            </a:solidFill>
          </a:ln>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96E90B32-0C7F-4451-B943-A11959B7E84B}"/>
              </a:ext>
            </a:extLst>
          </p:cNvPr>
          <p:cNvCxnSpPr>
            <a:cxnSpLocks/>
          </p:cNvCxnSpPr>
          <p:nvPr userDrawn="1"/>
        </p:nvCxnSpPr>
        <p:spPr>
          <a:xfrm>
            <a:off x="7964230" y="1678463"/>
            <a:ext cx="0" cy="4238979"/>
          </a:xfrm>
          <a:prstGeom prst="line">
            <a:avLst/>
          </a:prstGeom>
          <a:ln w="12700">
            <a:solidFill>
              <a:srgbClr val="DEDEDE"/>
            </a:solidFill>
          </a:ln>
        </p:spPr>
        <p:style>
          <a:lnRef idx="1">
            <a:schemeClr val="dk1"/>
          </a:lnRef>
          <a:fillRef idx="0">
            <a:schemeClr val="dk1"/>
          </a:fillRef>
          <a:effectRef idx="0">
            <a:schemeClr val="dk1"/>
          </a:effectRef>
          <a:fontRef idx="minor">
            <a:schemeClr val="tx1"/>
          </a:fontRef>
        </p:style>
      </p:cxnSp>
      <p:sp>
        <p:nvSpPr>
          <p:cNvPr id="12" name="Picture Placeholder 2">
            <a:extLst>
              <a:ext uri="{FF2B5EF4-FFF2-40B4-BE49-F238E27FC236}">
                <a16:creationId xmlns:a16="http://schemas.microsoft.com/office/drawing/2014/main" id="{FF5D0B21-277E-4E8C-8209-481368342C6E}"/>
              </a:ext>
            </a:extLst>
          </p:cNvPr>
          <p:cNvSpPr>
            <a:spLocks noGrp="1"/>
          </p:cNvSpPr>
          <p:nvPr userDrawn="1">
            <p:ph type="pic" sz="quarter" idx="14"/>
          </p:nvPr>
        </p:nvSpPr>
        <p:spPr>
          <a:xfrm>
            <a:off x="5092712" y="1870073"/>
            <a:ext cx="2006575" cy="1758949"/>
          </a:xfrm>
          <a:prstGeom prst="rect">
            <a:avLst/>
          </a:prstGeom>
        </p:spPr>
        <p:txBody>
          <a:bodyPr/>
          <a:lstStyle>
            <a:lvl1pPr marL="0" indent="0">
              <a:buNone/>
              <a:defRPr sz="1400">
                <a:solidFill>
                  <a:srgbClr val="999999"/>
                </a:solidFill>
                <a:latin typeface="Proxima Nova Lt" panose="02000506030000020004" pitchFamily="50" charset="0"/>
              </a:defRPr>
            </a:lvl1pPr>
          </a:lstStyle>
          <a:p>
            <a:endParaRPr lang="en-GB"/>
          </a:p>
        </p:txBody>
      </p:sp>
      <p:sp>
        <p:nvSpPr>
          <p:cNvPr id="13" name="Picture Placeholder 2">
            <a:extLst>
              <a:ext uri="{FF2B5EF4-FFF2-40B4-BE49-F238E27FC236}">
                <a16:creationId xmlns:a16="http://schemas.microsoft.com/office/drawing/2014/main" id="{0BE36500-4AA0-4680-90CA-AA70749E4BB5}"/>
              </a:ext>
            </a:extLst>
          </p:cNvPr>
          <p:cNvSpPr>
            <a:spLocks noGrp="1"/>
          </p:cNvSpPr>
          <p:nvPr userDrawn="1">
            <p:ph type="pic" sz="quarter" idx="15"/>
          </p:nvPr>
        </p:nvSpPr>
        <p:spPr>
          <a:xfrm>
            <a:off x="8829170" y="1870073"/>
            <a:ext cx="2006575" cy="1758949"/>
          </a:xfrm>
          <a:prstGeom prst="rect">
            <a:avLst/>
          </a:prstGeom>
        </p:spPr>
        <p:txBody>
          <a:bodyPr/>
          <a:lstStyle>
            <a:lvl1pPr marL="0" indent="0">
              <a:buNone/>
              <a:defRPr sz="1400">
                <a:solidFill>
                  <a:srgbClr val="999999"/>
                </a:solidFill>
                <a:latin typeface="Proxima Nova Lt" panose="02000506030000020004" pitchFamily="50" charset="0"/>
              </a:defRPr>
            </a:lvl1pPr>
          </a:lstStyle>
          <a:p>
            <a:endParaRPr lang="en-GB"/>
          </a:p>
        </p:txBody>
      </p:sp>
      <p:sp>
        <p:nvSpPr>
          <p:cNvPr id="14" name="Text Placeholder 13">
            <a:extLst>
              <a:ext uri="{FF2B5EF4-FFF2-40B4-BE49-F238E27FC236}">
                <a16:creationId xmlns:a16="http://schemas.microsoft.com/office/drawing/2014/main" id="{02AA1CD9-21A2-4B12-8B19-306D6426E766}"/>
              </a:ext>
            </a:extLst>
          </p:cNvPr>
          <p:cNvSpPr>
            <a:spLocks noGrp="1"/>
          </p:cNvSpPr>
          <p:nvPr userDrawn="1">
            <p:ph type="body" sz="quarter" idx="16" hasCustomPrompt="1"/>
          </p:nvPr>
        </p:nvSpPr>
        <p:spPr>
          <a:xfrm>
            <a:off x="1022855" y="3771898"/>
            <a:ext cx="2339975" cy="395288"/>
          </a:xfrm>
          <a:prstGeom prst="rect">
            <a:avLst/>
          </a:prstGeom>
        </p:spPr>
        <p:txBody>
          <a:bodyPr/>
          <a:lstStyle>
            <a:lvl1pPr marL="0" indent="0" algn="ctr">
              <a:buNone/>
              <a:defRPr sz="1600">
                <a:solidFill>
                  <a:srgbClr val="999999"/>
                </a:solidFill>
                <a:latin typeface="Proxima Nova Rg" panose="02000506030000020004" pitchFamily="50" charset="0"/>
              </a:defRPr>
            </a:lvl1pPr>
          </a:lstStyle>
          <a:p>
            <a:pPr lvl="0"/>
            <a:r>
              <a:rPr lang="en-US"/>
              <a:t>Label</a:t>
            </a:r>
          </a:p>
        </p:txBody>
      </p:sp>
      <p:sp>
        <p:nvSpPr>
          <p:cNvPr id="17" name="Text Placeholder 13">
            <a:extLst>
              <a:ext uri="{FF2B5EF4-FFF2-40B4-BE49-F238E27FC236}">
                <a16:creationId xmlns:a16="http://schemas.microsoft.com/office/drawing/2014/main" id="{CF296288-C7AE-4C7B-9E3E-EFE033295FF5}"/>
              </a:ext>
            </a:extLst>
          </p:cNvPr>
          <p:cNvSpPr>
            <a:spLocks noGrp="1"/>
          </p:cNvSpPr>
          <p:nvPr userDrawn="1">
            <p:ph type="body" sz="quarter" idx="17" hasCustomPrompt="1"/>
          </p:nvPr>
        </p:nvSpPr>
        <p:spPr>
          <a:xfrm>
            <a:off x="4926012" y="3771899"/>
            <a:ext cx="2339975" cy="395288"/>
          </a:xfrm>
          <a:prstGeom prst="rect">
            <a:avLst/>
          </a:prstGeom>
        </p:spPr>
        <p:txBody>
          <a:bodyPr/>
          <a:lstStyle>
            <a:lvl1pPr marL="0" indent="0" algn="ctr">
              <a:buNone/>
              <a:defRPr sz="1600">
                <a:solidFill>
                  <a:srgbClr val="999999"/>
                </a:solidFill>
                <a:latin typeface="Proxima Nova Rg" panose="02000506030000020004" pitchFamily="50" charset="0"/>
              </a:defRPr>
            </a:lvl1pPr>
          </a:lstStyle>
          <a:p>
            <a:pPr lvl="0"/>
            <a:r>
              <a:rPr lang="en-US"/>
              <a:t>Label</a:t>
            </a:r>
          </a:p>
        </p:txBody>
      </p:sp>
      <p:sp>
        <p:nvSpPr>
          <p:cNvPr id="18" name="Text Placeholder 13">
            <a:extLst>
              <a:ext uri="{FF2B5EF4-FFF2-40B4-BE49-F238E27FC236}">
                <a16:creationId xmlns:a16="http://schemas.microsoft.com/office/drawing/2014/main" id="{4CEFF9C6-93F7-421F-B8DE-F81CCD829FA5}"/>
              </a:ext>
            </a:extLst>
          </p:cNvPr>
          <p:cNvSpPr>
            <a:spLocks noGrp="1"/>
          </p:cNvSpPr>
          <p:nvPr userDrawn="1">
            <p:ph type="body" sz="quarter" idx="18" hasCustomPrompt="1"/>
          </p:nvPr>
        </p:nvSpPr>
        <p:spPr>
          <a:xfrm>
            <a:off x="8662470" y="3771900"/>
            <a:ext cx="2339975" cy="395288"/>
          </a:xfrm>
          <a:prstGeom prst="rect">
            <a:avLst/>
          </a:prstGeom>
        </p:spPr>
        <p:txBody>
          <a:bodyPr/>
          <a:lstStyle>
            <a:lvl1pPr marL="0" indent="0" algn="ctr">
              <a:buNone/>
              <a:defRPr sz="1600">
                <a:solidFill>
                  <a:srgbClr val="999999"/>
                </a:solidFill>
                <a:latin typeface="Proxima Nova Rg" panose="02000506030000020004" pitchFamily="50" charset="0"/>
              </a:defRPr>
            </a:lvl1pPr>
          </a:lstStyle>
          <a:p>
            <a:pPr lvl="0"/>
            <a:r>
              <a:rPr lang="en-US"/>
              <a:t>Label</a:t>
            </a:r>
          </a:p>
        </p:txBody>
      </p:sp>
      <p:sp>
        <p:nvSpPr>
          <p:cNvPr id="22" name="Text Placeholder 21">
            <a:extLst>
              <a:ext uri="{FF2B5EF4-FFF2-40B4-BE49-F238E27FC236}">
                <a16:creationId xmlns:a16="http://schemas.microsoft.com/office/drawing/2014/main" id="{E6C4C3F9-0544-4D76-8F0E-94A006D2AA72}"/>
              </a:ext>
            </a:extLst>
          </p:cNvPr>
          <p:cNvSpPr>
            <a:spLocks noGrp="1"/>
          </p:cNvSpPr>
          <p:nvPr>
            <p:ph type="body" sz="quarter" idx="19"/>
          </p:nvPr>
        </p:nvSpPr>
        <p:spPr>
          <a:xfrm>
            <a:off x="1022855" y="4189671"/>
            <a:ext cx="2339975" cy="1802588"/>
          </a:xfrm>
          <a:prstGeom prst="rect">
            <a:avLst/>
          </a:prstGeom>
        </p:spPr>
        <p:txBody>
          <a:bodyPr/>
          <a:lstStyle>
            <a:lvl1pPr>
              <a:buClr>
                <a:srgbClr val="BCD727"/>
              </a:buClr>
              <a:defRPr sz="1400">
                <a:solidFill>
                  <a:schemeClr val="tx1">
                    <a:lumMod val="65000"/>
                    <a:lumOff val="35000"/>
                  </a:schemeClr>
                </a:solidFill>
                <a:latin typeface="Proxima Nova Lt" panose="02000506030000020004" pitchFamily="50" charset="0"/>
              </a:defRPr>
            </a:lvl1pPr>
            <a:lvl2pPr>
              <a:defRPr sz="1800">
                <a:solidFill>
                  <a:srgbClr val="7F7F7F"/>
                </a:solidFill>
                <a:latin typeface="Proxima Nova Lt" panose="02000506030000020004" pitchFamily="50" charset="0"/>
              </a:defRPr>
            </a:lvl2pPr>
            <a:lvl3pPr>
              <a:defRPr sz="1600">
                <a:solidFill>
                  <a:srgbClr val="7F7F7F"/>
                </a:solidFill>
                <a:latin typeface="Proxima Nova Lt" panose="02000506030000020004" pitchFamily="50" charset="0"/>
              </a:defRPr>
            </a:lvl3pPr>
            <a:lvl4pPr>
              <a:defRPr sz="1400">
                <a:solidFill>
                  <a:srgbClr val="7F7F7F"/>
                </a:solidFill>
                <a:latin typeface="Proxima Nova Lt" panose="02000506030000020004" pitchFamily="50" charset="0"/>
              </a:defRPr>
            </a:lvl4pPr>
            <a:lvl5pPr>
              <a:defRPr sz="1400">
                <a:solidFill>
                  <a:srgbClr val="7F7F7F"/>
                </a:solidFill>
                <a:latin typeface="Proxima Nova Lt" panose="02000506030000020004" pitchFamily="50" charset="0"/>
              </a:defRPr>
            </a:lvl5pPr>
          </a:lstStyle>
          <a:p>
            <a:pPr lvl="0"/>
            <a:r>
              <a:rPr lang="en-US"/>
              <a:t>Click to edit Master text styles</a:t>
            </a:r>
          </a:p>
        </p:txBody>
      </p:sp>
      <p:sp>
        <p:nvSpPr>
          <p:cNvPr id="23" name="Text Placeholder 21">
            <a:extLst>
              <a:ext uri="{FF2B5EF4-FFF2-40B4-BE49-F238E27FC236}">
                <a16:creationId xmlns:a16="http://schemas.microsoft.com/office/drawing/2014/main" id="{3A2A8EFC-B4C7-4687-B29E-8A32F4EA09C8}"/>
              </a:ext>
            </a:extLst>
          </p:cNvPr>
          <p:cNvSpPr>
            <a:spLocks noGrp="1"/>
          </p:cNvSpPr>
          <p:nvPr>
            <p:ph type="body" sz="quarter" idx="20"/>
          </p:nvPr>
        </p:nvSpPr>
        <p:spPr>
          <a:xfrm>
            <a:off x="4926012" y="4167186"/>
            <a:ext cx="2339975" cy="1802588"/>
          </a:xfrm>
          <a:prstGeom prst="rect">
            <a:avLst/>
          </a:prstGeom>
        </p:spPr>
        <p:txBody>
          <a:bodyPr/>
          <a:lstStyle>
            <a:lvl1pPr>
              <a:buClr>
                <a:srgbClr val="BCD727"/>
              </a:buClr>
              <a:defRPr sz="1400">
                <a:solidFill>
                  <a:schemeClr val="tx1">
                    <a:lumMod val="65000"/>
                    <a:lumOff val="35000"/>
                  </a:schemeClr>
                </a:solidFill>
                <a:latin typeface="Proxima Nova Lt" panose="02000506030000020004" pitchFamily="50" charset="0"/>
              </a:defRPr>
            </a:lvl1pPr>
            <a:lvl2pPr>
              <a:defRPr sz="1800">
                <a:solidFill>
                  <a:srgbClr val="7F7F7F"/>
                </a:solidFill>
                <a:latin typeface="Proxima Nova Lt" panose="02000506030000020004" pitchFamily="50" charset="0"/>
              </a:defRPr>
            </a:lvl2pPr>
            <a:lvl3pPr>
              <a:defRPr sz="1600">
                <a:solidFill>
                  <a:srgbClr val="7F7F7F"/>
                </a:solidFill>
                <a:latin typeface="Proxima Nova Lt" panose="02000506030000020004" pitchFamily="50" charset="0"/>
              </a:defRPr>
            </a:lvl3pPr>
            <a:lvl4pPr>
              <a:defRPr sz="1400">
                <a:solidFill>
                  <a:srgbClr val="7F7F7F"/>
                </a:solidFill>
                <a:latin typeface="Proxima Nova Lt" panose="02000506030000020004" pitchFamily="50" charset="0"/>
              </a:defRPr>
            </a:lvl4pPr>
            <a:lvl5pPr>
              <a:defRPr sz="1400">
                <a:solidFill>
                  <a:srgbClr val="7F7F7F"/>
                </a:solidFill>
                <a:latin typeface="Proxima Nova Lt" panose="02000506030000020004" pitchFamily="50" charset="0"/>
              </a:defRPr>
            </a:lvl5pPr>
          </a:lstStyle>
          <a:p>
            <a:pPr lvl="0"/>
            <a:r>
              <a:rPr lang="en-US"/>
              <a:t>Click to edit Master text styles</a:t>
            </a:r>
          </a:p>
        </p:txBody>
      </p:sp>
      <p:sp>
        <p:nvSpPr>
          <p:cNvPr id="24" name="Text Placeholder 21">
            <a:extLst>
              <a:ext uri="{FF2B5EF4-FFF2-40B4-BE49-F238E27FC236}">
                <a16:creationId xmlns:a16="http://schemas.microsoft.com/office/drawing/2014/main" id="{EAA8D789-F364-4C3A-BB27-9D3E53D4665F}"/>
              </a:ext>
            </a:extLst>
          </p:cNvPr>
          <p:cNvSpPr>
            <a:spLocks noGrp="1"/>
          </p:cNvSpPr>
          <p:nvPr>
            <p:ph type="body" sz="quarter" idx="21"/>
          </p:nvPr>
        </p:nvSpPr>
        <p:spPr>
          <a:xfrm>
            <a:off x="8662470" y="4167186"/>
            <a:ext cx="2339975" cy="1802588"/>
          </a:xfrm>
          <a:prstGeom prst="rect">
            <a:avLst/>
          </a:prstGeom>
        </p:spPr>
        <p:txBody>
          <a:bodyPr/>
          <a:lstStyle>
            <a:lvl1pPr>
              <a:buClr>
                <a:srgbClr val="BCD727"/>
              </a:buClr>
              <a:defRPr sz="1400">
                <a:solidFill>
                  <a:schemeClr val="tx1">
                    <a:lumMod val="65000"/>
                    <a:lumOff val="35000"/>
                  </a:schemeClr>
                </a:solidFill>
                <a:latin typeface="Proxima Nova Lt" panose="02000506030000020004" pitchFamily="50" charset="0"/>
              </a:defRPr>
            </a:lvl1pPr>
            <a:lvl2pPr>
              <a:defRPr sz="1800">
                <a:solidFill>
                  <a:srgbClr val="7F7F7F"/>
                </a:solidFill>
                <a:latin typeface="Proxima Nova Lt" panose="02000506030000020004" pitchFamily="50" charset="0"/>
              </a:defRPr>
            </a:lvl2pPr>
            <a:lvl3pPr>
              <a:defRPr sz="1600">
                <a:solidFill>
                  <a:srgbClr val="7F7F7F"/>
                </a:solidFill>
                <a:latin typeface="Proxima Nova Lt" panose="02000506030000020004" pitchFamily="50" charset="0"/>
              </a:defRPr>
            </a:lvl3pPr>
            <a:lvl4pPr>
              <a:defRPr sz="1400">
                <a:solidFill>
                  <a:srgbClr val="7F7F7F"/>
                </a:solidFill>
                <a:latin typeface="Proxima Nova Lt" panose="02000506030000020004" pitchFamily="50" charset="0"/>
              </a:defRPr>
            </a:lvl4pPr>
            <a:lvl5pPr>
              <a:defRPr sz="1400">
                <a:solidFill>
                  <a:srgbClr val="7F7F7F"/>
                </a:solidFill>
                <a:latin typeface="Proxima Nova Lt" panose="02000506030000020004" pitchFamily="50" charset="0"/>
              </a:defRPr>
            </a:lvl5pPr>
          </a:lstStyle>
          <a:p>
            <a:pPr lvl="0"/>
            <a:r>
              <a:rPr lang="en-US"/>
              <a:t>Click to edit Master text styles</a:t>
            </a:r>
          </a:p>
        </p:txBody>
      </p:sp>
    </p:spTree>
    <p:extLst>
      <p:ext uri="{BB962C8B-B14F-4D97-AF65-F5344CB8AC3E}">
        <p14:creationId xmlns:p14="http://schemas.microsoft.com/office/powerpoint/2010/main" val="228208955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Images with Links">
    <p:spTree>
      <p:nvGrpSpPr>
        <p:cNvPr id="1" name=""/>
        <p:cNvGrpSpPr/>
        <p:nvPr/>
      </p:nvGrpSpPr>
      <p:grpSpPr>
        <a:xfrm>
          <a:off x="0" y="0"/>
          <a:ext cx="0" cy="0"/>
          <a:chOff x="0" y="0"/>
          <a:chExt cx="0" cy="0"/>
        </a:xfrm>
      </p:grpSpPr>
      <p:sp>
        <p:nvSpPr>
          <p:cNvPr id="21" name="Text Placeholder 4"/>
          <p:cNvSpPr>
            <a:spLocks noGrp="1"/>
          </p:cNvSpPr>
          <p:nvPr>
            <p:ph type="body" sz="quarter" idx="12"/>
          </p:nvPr>
        </p:nvSpPr>
        <p:spPr>
          <a:xfrm>
            <a:off x="940444" y="1012789"/>
            <a:ext cx="10872776" cy="395872"/>
          </a:xfrm>
          <a:prstGeom prst="rect">
            <a:avLst/>
          </a:prstGeom>
        </p:spPr>
        <p:txBody>
          <a:bodyPr anchor="ctr"/>
          <a:lstStyle>
            <a:lvl1pPr marL="0" indent="0">
              <a:buNone/>
              <a:defRPr sz="2000" b="0" i="0">
                <a:solidFill>
                  <a:srgbClr val="ADADAD"/>
                </a:solidFill>
                <a:latin typeface="Proxima Nova Lt" panose="02000506030000020004" pitchFamily="50" charset="0"/>
                <a:cs typeface="Proxima Nova Lt" panose="02000506030000020004" pitchFamily="50" charset="0"/>
              </a:defRPr>
            </a:lvl1pPr>
          </a:lstStyle>
          <a:p>
            <a:pPr lvl="0"/>
            <a:r>
              <a:rPr lang="en-US"/>
              <a:t>Edit Master text styles</a:t>
            </a:r>
          </a:p>
        </p:txBody>
      </p:sp>
      <p:sp>
        <p:nvSpPr>
          <p:cNvPr id="20" name="Text Placeholder 4"/>
          <p:cNvSpPr>
            <a:spLocks noGrp="1"/>
          </p:cNvSpPr>
          <p:nvPr>
            <p:ph type="body" sz="quarter" idx="11"/>
          </p:nvPr>
        </p:nvSpPr>
        <p:spPr>
          <a:xfrm>
            <a:off x="940445" y="366301"/>
            <a:ext cx="8621692" cy="575344"/>
          </a:xfrm>
          <a:prstGeom prst="rect">
            <a:avLst/>
          </a:prstGeom>
        </p:spPr>
        <p:txBody>
          <a:bodyPr anchor="ctr"/>
          <a:lstStyle>
            <a:lvl1pPr marL="0" indent="0">
              <a:buNone/>
              <a:defRPr sz="2800" b="0" i="0">
                <a:solidFill>
                  <a:srgbClr val="999999"/>
                </a:solidFill>
                <a:latin typeface="Proxima Nova Lt" panose="02000506030000020004" pitchFamily="50" charset="0"/>
                <a:cs typeface="Proxima Nova Lt" panose="02000506030000020004" pitchFamily="50" charset="0"/>
              </a:defRPr>
            </a:lvl1pPr>
          </a:lstStyle>
          <a:p>
            <a:pPr lvl="0"/>
            <a:r>
              <a:rPr lang="en-US"/>
              <a:t>Edit Master text styles</a:t>
            </a:r>
          </a:p>
        </p:txBody>
      </p:sp>
      <p:pic>
        <p:nvPicPr>
          <p:cNvPr id="5" name="Picture 4"/>
          <p:cNvPicPr>
            <a:picLocks noChangeAspect="1"/>
          </p:cNvPicPr>
          <p:nvPr/>
        </p:nvPicPr>
        <p:blipFill>
          <a:blip r:embed="rId2"/>
          <a:stretch>
            <a:fillRect/>
          </a:stretch>
        </p:blipFill>
        <p:spPr>
          <a:xfrm>
            <a:off x="940444" y="1478256"/>
            <a:ext cx="1422400" cy="161925"/>
          </a:xfrm>
          <a:prstGeom prst="rect">
            <a:avLst/>
          </a:prstGeom>
        </p:spPr>
      </p:pic>
      <p:sp>
        <p:nvSpPr>
          <p:cNvPr id="3" name="Picture Placeholder 2">
            <a:extLst>
              <a:ext uri="{FF2B5EF4-FFF2-40B4-BE49-F238E27FC236}">
                <a16:creationId xmlns:a16="http://schemas.microsoft.com/office/drawing/2014/main" id="{C7CE91B0-AE4E-4EFD-A991-A560919DBC89}"/>
              </a:ext>
            </a:extLst>
          </p:cNvPr>
          <p:cNvSpPr>
            <a:spLocks noGrp="1"/>
          </p:cNvSpPr>
          <p:nvPr>
            <p:ph type="pic" sz="quarter" idx="13"/>
          </p:nvPr>
        </p:nvSpPr>
        <p:spPr>
          <a:xfrm>
            <a:off x="1356253" y="2443652"/>
            <a:ext cx="2006575" cy="1758949"/>
          </a:xfrm>
          <a:prstGeom prst="rect">
            <a:avLst/>
          </a:prstGeom>
        </p:spPr>
        <p:txBody>
          <a:bodyPr/>
          <a:lstStyle>
            <a:lvl1pPr marL="0" indent="0">
              <a:buNone/>
              <a:defRPr sz="1400">
                <a:solidFill>
                  <a:srgbClr val="999999"/>
                </a:solidFill>
                <a:latin typeface="Proxima Nova Lt" panose="02000506030000020004" pitchFamily="50" charset="0"/>
              </a:defRPr>
            </a:lvl1pPr>
          </a:lstStyle>
          <a:p>
            <a:endParaRPr lang="en-GB"/>
          </a:p>
        </p:txBody>
      </p:sp>
      <p:cxnSp>
        <p:nvCxnSpPr>
          <p:cNvPr id="8" name="Straight Connector 7"/>
          <p:cNvCxnSpPr/>
          <p:nvPr userDrawn="1"/>
        </p:nvCxnSpPr>
        <p:spPr>
          <a:xfrm>
            <a:off x="4227771" y="2252040"/>
            <a:ext cx="0" cy="2972877"/>
          </a:xfrm>
          <a:prstGeom prst="line">
            <a:avLst/>
          </a:prstGeom>
          <a:ln w="12700">
            <a:solidFill>
              <a:srgbClr val="DEDEDE"/>
            </a:solidFill>
          </a:ln>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96E90B32-0C7F-4451-B943-A11959B7E84B}"/>
              </a:ext>
            </a:extLst>
          </p:cNvPr>
          <p:cNvCxnSpPr/>
          <p:nvPr userDrawn="1"/>
        </p:nvCxnSpPr>
        <p:spPr>
          <a:xfrm>
            <a:off x="7964230" y="2252040"/>
            <a:ext cx="0" cy="2972877"/>
          </a:xfrm>
          <a:prstGeom prst="line">
            <a:avLst/>
          </a:prstGeom>
          <a:ln w="12700">
            <a:solidFill>
              <a:srgbClr val="DEDEDE"/>
            </a:solidFill>
          </a:ln>
        </p:spPr>
        <p:style>
          <a:lnRef idx="1">
            <a:schemeClr val="dk1"/>
          </a:lnRef>
          <a:fillRef idx="0">
            <a:schemeClr val="dk1"/>
          </a:fillRef>
          <a:effectRef idx="0">
            <a:schemeClr val="dk1"/>
          </a:effectRef>
          <a:fontRef idx="minor">
            <a:schemeClr val="tx1"/>
          </a:fontRef>
        </p:style>
      </p:cxnSp>
      <p:sp>
        <p:nvSpPr>
          <p:cNvPr id="12" name="Picture Placeholder 2">
            <a:extLst>
              <a:ext uri="{FF2B5EF4-FFF2-40B4-BE49-F238E27FC236}">
                <a16:creationId xmlns:a16="http://schemas.microsoft.com/office/drawing/2014/main" id="{FF5D0B21-277E-4E8C-8209-481368342C6E}"/>
              </a:ext>
            </a:extLst>
          </p:cNvPr>
          <p:cNvSpPr>
            <a:spLocks noGrp="1"/>
          </p:cNvSpPr>
          <p:nvPr userDrawn="1">
            <p:ph type="pic" sz="quarter" idx="14"/>
          </p:nvPr>
        </p:nvSpPr>
        <p:spPr>
          <a:xfrm>
            <a:off x="5092712" y="2435047"/>
            <a:ext cx="2006575" cy="1758949"/>
          </a:xfrm>
          <a:prstGeom prst="rect">
            <a:avLst/>
          </a:prstGeom>
        </p:spPr>
        <p:txBody>
          <a:bodyPr/>
          <a:lstStyle>
            <a:lvl1pPr marL="0" indent="0">
              <a:buNone/>
              <a:defRPr sz="1400">
                <a:solidFill>
                  <a:srgbClr val="999999"/>
                </a:solidFill>
                <a:latin typeface="Proxima Nova Lt" panose="02000506030000020004" pitchFamily="50" charset="0"/>
              </a:defRPr>
            </a:lvl1pPr>
          </a:lstStyle>
          <a:p>
            <a:endParaRPr lang="en-GB"/>
          </a:p>
        </p:txBody>
      </p:sp>
      <p:sp>
        <p:nvSpPr>
          <p:cNvPr id="13" name="Picture Placeholder 2">
            <a:extLst>
              <a:ext uri="{FF2B5EF4-FFF2-40B4-BE49-F238E27FC236}">
                <a16:creationId xmlns:a16="http://schemas.microsoft.com/office/drawing/2014/main" id="{0BE36500-4AA0-4680-90CA-AA70749E4BB5}"/>
              </a:ext>
            </a:extLst>
          </p:cNvPr>
          <p:cNvSpPr>
            <a:spLocks noGrp="1"/>
          </p:cNvSpPr>
          <p:nvPr userDrawn="1">
            <p:ph type="pic" sz="quarter" idx="15"/>
          </p:nvPr>
        </p:nvSpPr>
        <p:spPr>
          <a:xfrm>
            <a:off x="8829170" y="2443652"/>
            <a:ext cx="2006575" cy="1758949"/>
          </a:xfrm>
          <a:prstGeom prst="rect">
            <a:avLst/>
          </a:prstGeom>
        </p:spPr>
        <p:txBody>
          <a:bodyPr/>
          <a:lstStyle>
            <a:lvl1pPr marL="0" indent="0">
              <a:buNone/>
              <a:defRPr sz="1400">
                <a:solidFill>
                  <a:srgbClr val="999999"/>
                </a:solidFill>
                <a:latin typeface="Proxima Nova Lt" panose="02000506030000020004" pitchFamily="50" charset="0"/>
              </a:defRPr>
            </a:lvl1pPr>
          </a:lstStyle>
          <a:p>
            <a:endParaRPr lang="en-GB"/>
          </a:p>
        </p:txBody>
      </p:sp>
      <p:sp>
        <p:nvSpPr>
          <p:cNvPr id="2" name="Flowchart: Alternate Process 1">
            <a:extLst>
              <a:ext uri="{FF2B5EF4-FFF2-40B4-BE49-F238E27FC236}">
                <a16:creationId xmlns:a16="http://schemas.microsoft.com/office/drawing/2014/main" id="{83227BA5-8EDE-4503-BDAE-4C0580E01D2F}"/>
              </a:ext>
            </a:extLst>
          </p:cNvPr>
          <p:cNvSpPr/>
          <p:nvPr userDrawn="1"/>
        </p:nvSpPr>
        <p:spPr>
          <a:xfrm>
            <a:off x="1718848" y="4432495"/>
            <a:ext cx="1133473" cy="361950"/>
          </a:xfrm>
          <a:prstGeom prst="flowChartAlternateProcess">
            <a:avLst/>
          </a:prstGeom>
          <a:solidFill>
            <a:srgbClr val="BCD7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1200">
                <a:solidFill>
                  <a:schemeClr val="bg1"/>
                </a:solidFill>
                <a:latin typeface="Proxima Nova Rg" panose="02000506030000020004" pitchFamily="50" charset="0"/>
              </a:rPr>
              <a:t>Learn More</a:t>
            </a:r>
            <a:endParaRPr lang="en-GB" sz="1200">
              <a:solidFill>
                <a:schemeClr val="bg1"/>
              </a:solidFill>
              <a:latin typeface="Proxima Nova Rg" panose="02000506030000020004" pitchFamily="50" charset="0"/>
            </a:endParaRPr>
          </a:p>
        </p:txBody>
      </p:sp>
      <p:sp>
        <p:nvSpPr>
          <p:cNvPr id="15" name="Flowchart: Alternate Process 14">
            <a:extLst>
              <a:ext uri="{FF2B5EF4-FFF2-40B4-BE49-F238E27FC236}">
                <a16:creationId xmlns:a16="http://schemas.microsoft.com/office/drawing/2014/main" id="{2BE5057F-4ECF-4A9C-BCE7-0A056EB51E80}"/>
              </a:ext>
            </a:extLst>
          </p:cNvPr>
          <p:cNvSpPr/>
          <p:nvPr userDrawn="1"/>
        </p:nvSpPr>
        <p:spPr>
          <a:xfrm>
            <a:off x="5529263" y="4474434"/>
            <a:ext cx="1133473" cy="361950"/>
          </a:xfrm>
          <a:prstGeom prst="flowChartAlternateProcess">
            <a:avLst/>
          </a:prstGeom>
          <a:solidFill>
            <a:srgbClr val="BCD7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1200">
                <a:solidFill>
                  <a:schemeClr val="bg1"/>
                </a:solidFill>
                <a:latin typeface="Proxima Nova Rg" panose="02000506030000020004" pitchFamily="50" charset="0"/>
              </a:rPr>
              <a:t>Learn More</a:t>
            </a:r>
            <a:endParaRPr lang="en-GB" sz="1200">
              <a:solidFill>
                <a:schemeClr val="bg1"/>
              </a:solidFill>
              <a:latin typeface="Proxima Nova Rg" panose="02000506030000020004" pitchFamily="50" charset="0"/>
            </a:endParaRPr>
          </a:p>
        </p:txBody>
      </p:sp>
      <p:sp>
        <p:nvSpPr>
          <p:cNvPr id="16" name="Flowchart: Alternate Process 15">
            <a:extLst>
              <a:ext uri="{FF2B5EF4-FFF2-40B4-BE49-F238E27FC236}">
                <a16:creationId xmlns:a16="http://schemas.microsoft.com/office/drawing/2014/main" id="{549C6632-EBDD-4D96-9F02-8471DF2E0C60}"/>
              </a:ext>
            </a:extLst>
          </p:cNvPr>
          <p:cNvSpPr/>
          <p:nvPr userDrawn="1"/>
        </p:nvSpPr>
        <p:spPr>
          <a:xfrm>
            <a:off x="9265720" y="4483038"/>
            <a:ext cx="1133473" cy="361950"/>
          </a:xfrm>
          <a:prstGeom prst="flowChartAlternateProcess">
            <a:avLst/>
          </a:prstGeom>
          <a:solidFill>
            <a:srgbClr val="BCD7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1200">
                <a:solidFill>
                  <a:schemeClr val="bg1"/>
                </a:solidFill>
                <a:latin typeface="Proxima Nova Rg" panose="02000506030000020004" pitchFamily="50" charset="0"/>
              </a:rPr>
              <a:t>Learn More</a:t>
            </a:r>
            <a:endParaRPr lang="en-GB" sz="1200">
              <a:solidFill>
                <a:schemeClr val="bg1"/>
              </a:solidFill>
              <a:latin typeface="Proxima Nova Rg" panose="02000506030000020004" pitchFamily="50" charset="0"/>
            </a:endParaRPr>
          </a:p>
        </p:txBody>
      </p:sp>
    </p:spTree>
    <p:extLst>
      <p:ext uri="{BB962C8B-B14F-4D97-AF65-F5344CB8AC3E}">
        <p14:creationId xmlns:p14="http://schemas.microsoft.com/office/powerpoint/2010/main" val="40629483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oxes with Headers">
    <p:spTree>
      <p:nvGrpSpPr>
        <p:cNvPr id="1" name=""/>
        <p:cNvGrpSpPr/>
        <p:nvPr/>
      </p:nvGrpSpPr>
      <p:grpSpPr>
        <a:xfrm>
          <a:off x="0" y="0"/>
          <a:ext cx="0" cy="0"/>
          <a:chOff x="0" y="0"/>
          <a:chExt cx="0" cy="0"/>
        </a:xfrm>
      </p:grpSpPr>
      <p:sp>
        <p:nvSpPr>
          <p:cNvPr id="21" name="Text Placeholder 4"/>
          <p:cNvSpPr>
            <a:spLocks noGrp="1"/>
          </p:cNvSpPr>
          <p:nvPr>
            <p:ph type="body" sz="quarter" idx="12"/>
          </p:nvPr>
        </p:nvSpPr>
        <p:spPr>
          <a:xfrm>
            <a:off x="940444" y="1012789"/>
            <a:ext cx="10872776" cy="395872"/>
          </a:xfrm>
          <a:prstGeom prst="rect">
            <a:avLst/>
          </a:prstGeom>
        </p:spPr>
        <p:txBody>
          <a:bodyPr anchor="ctr"/>
          <a:lstStyle>
            <a:lvl1pPr marL="0" indent="0">
              <a:buNone/>
              <a:defRPr sz="2000" b="0" i="0">
                <a:solidFill>
                  <a:srgbClr val="ADADAD"/>
                </a:solidFill>
                <a:latin typeface="Proxima Nova Lt" panose="02000506030000020004" pitchFamily="50" charset="0"/>
                <a:cs typeface="Proxima Nova Lt" panose="02000506030000020004" pitchFamily="50" charset="0"/>
              </a:defRPr>
            </a:lvl1pPr>
          </a:lstStyle>
          <a:p>
            <a:pPr lvl="0"/>
            <a:r>
              <a:rPr lang="en-US"/>
              <a:t>Edit Master text styles</a:t>
            </a:r>
          </a:p>
        </p:txBody>
      </p:sp>
      <p:sp>
        <p:nvSpPr>
          <p:cNvPr id="20" name="Text Placeholder 4"/>
          <p:cNvSpPr>
            <a:spLocks noGrp="1"/>
          </p:cNvSpPr>
          <p:nvPr>
            <p:ph type="body" sz="quarter" idx="11"/>
          </p:nvPr>
        </p:nvSpPr>
        <p:spPr>
          <a:xfrm>
            <a:off x="940445" y="366301"/>
            <a:ext cx="8621692" cy="575344"/>
          </a:xfrm>
          <a:prstGeom prst="rect">
            <a:avLst/>
          </a:prstGeom>
        </p:spPr>
        <p:txBody>
          <a:bodyPr anchor="ctr"/>
          <a:lstStyle>
            <a:lvl1pPr marL="0" indent="0">
              <a:buNone/>
              <a:defRPr sz="2800" b="0" i="0">
                <a:solidFill>
                  <a:srgbClr val="999999"/>
                </a:solidFill>
                <a:latin typeface="Proxima Nova Lt" panose="02000506030000020004" pitchFamily="50" charset="0"/>
                <a:cs typeface="Proxima Nova Lt" panose="02000506030000020004" pitchFamily="50" charset="0"/>
              </a:defRPr>
            </a:lvl1pPr>
          </a:lstStyle>
          <a:p>
            <a:pPr lvl="0"/>
            <a:r>
              <a:rPr lang="en-US"/>
              <a:t>Edit Master text styles</a:t>
            </a:r>
          </a:p>
        </p:txBody>
      </p:sp>
      <p:pic>
        <p:nvPicPr>
          <p:cNvPr id="5" name="Picture 4"/>
          <p:cNvPicPr>
            <a:picLocks noChangeAspect="1"/>
          </p:cNvPicPr>
          <p:nvPr/>
        </p:nvPicPr>
        <p:blipFill>
          <a:blip r:embed="rId2"/>
          <a:stretch>
            <a:fillRect/>
          </a:stretch>
        </p:blipFill>
        <p:spPr>
          <a:xfrm>
            <a:off x="940444" y="1478256"/>
            <a:ext cx="1422400" cy="161925"/>
          </a:xfrm>
          <a:prstGeom prst="rect">
            <a:avLst/>
          </a:prstGeom>
        </p:spPr>
      </p:pic>
      <p:sp>
        <p:nvSpPr>
          <p:cNvPr id="4" name="Flowchart: Alternate Process 3">
            <a:extLst>
              <a:ext uri="{FF2B5EF4-FFF2-40B4-BE49-F238E27FC236}">
                <a16:creationId xmlns:a16="http://schemas.microsoft.com/office/drawing/2014/main" id="{28FA87FF-F373-4ACF-9D9A-CC3523EE2131}"/>
              </a:ext>
            </a:extLst>
          </p:cNvPr>
          <p:cNvSpPr/>
          <p:nvPr userDrawn="1"/>
        </p:nvSpPr>
        <p:spPr>
          <a:xfrm>
            <a:off x="1111894" y="2066925"/>
            <a:ext cx="3107681" cy="3778286"/>
          </a:xfrm>
          <a:prstGeom prst="flowChartAlternateProcess">
            <a:avLst/>
          </a:prstGeom>
          <a:noFill/>
          <a:ln>
            <a:solidFill>
              <a:srgbClr val="999999"/>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Flowchart: Alternate Process 1">
            <a:extLst>
              <a:ext uri="{FF2B5EF4-FFF2-40B4-BE49-F238E27FC236}">
                <a16:creationId xmlns:a16="http://schemas.microsoft.com/office/drawing/2014/main" id="{83227BA5-8EDE-4503-BDAE-4C0580E01D2F}"/>
              </a:ext>
            </a:extLst>
          </p:cNvPr>
          <p:cNvSpPr/>
          <p:nvPr userDrawn="1"/>
        </p:nvSpPr>
        <p:spPr>
          <a:xfrm>
            <a:off x="1794197" y="1835405"/>
            <a:ext cx="1743075" cy="361950"/>
          </a:xfrm>
          <a:prstGeom prst="flowChartAlternateProcess">
            <a:avLst/>
          </a:prstGeom>
          <a:solidFill>
            <a:srgbClr val="BCD7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1200">
                <a:solidFill>
                  <a:schemeClr val="bg1"/>
                </a:solidFill>
                <a:latin typeface="Proxima Nova Rg" panose="02000506030000020004" pitchFamily="50" charset="0"/>
              </a:rPr>
              <a:t>Heading</a:t>
            </a:r>
            <a:endParaRPr lang="en-GB" sz="1200">
              <a:solidFill>
                <a:schemeClr val="bg1"/>
              </a:solidFill>
              <a:latin typeface="Proxima Nova Rg" panose="02000506030000020004" pitchFamily="50" charset="0"/>
            </a:endParaRPr>
          </a:p>
        </p:txBody>
      </p:sp>
      <p:sp>
        <p:nvSpPr>
          <p:cNvPr id="14" name="Flowchart: Alternate Process 13">
            <a:extLst>
              <a:ext uri="{FF2B5EF4-FFF2-40B4-BE49-F238E27FC236}">
                <a16:creationId xmlns:a16="http://schemas.microsoft.com/office/drawing/2014/main" id="{5C7DAC6D-66E9-4B03-BEF6-79F0EEE2FBB3}"/>
              </a:ext>
            </a:extLst>
          </p:cNvPr>
          <p:cNvSpPr/>
          <p:nvPr userDrawn="1"/>
        </p:nvSpPr>
        <p:spPr>
          <a:xfrm>
            <a:off x="4627884" y="2035430"/>
            <a:ext cx="3107681" cy="3809781"/>
          </a:xfrm>
          <a:prstGeom prst="flowChartAlternateProcess">
            <a:avLst/>
          </a:prstGeom>
          <a:noFill/>
          <a:ln>
            <a:solidFill>
              <a:srgbClr val="999999"/>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Flowchart: Alternate Process 16">
            <a:extLst>
              <a:ext uri="{FF2B5EF4-FFF2-40B4-BE49-F238E27FC236}">
                <a16:creationId xmlns:a16="http://schemas.microsoft.com/office/drawing/2014/main" id="{B7BB1113-2215-4ED3-931A-8423ACBB71DC}"/>
              </a:ext>
            </a:extLst>
          </p:cNvPr>
          <p:cNvSpPr/>
          <p:nvPr userDrawn="1"/>
        </p:nvSpPr>
        <p:spPr>
          <a:xfrm>
            <a:off x="5310187" y="1803910"/>
            <a:ext cx="1743075" cy="361950"/>
          </a:xfrm>
          <a:prstGeom prst="flowChartAlternateProcess">
            <a:avLst/>
          </a:prstGeom>
          <a:solidFill>
            <a:srgbClr val="BCD7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1200">
                <a:solidFill>
                  <a:schemeClr val="bg1"/>
                </a:solidFill>
                <a:latin typeface="Proxima Nova Rg" panose="02000506030000020004" pitchFamily="50" charset="0"/>
              </a:rPr>
              <a:t>Heading</a:t>
            </a:r>
            <a:endParaRPr lang="en-GB" sz="1200">
              <a:solidFill>
                <a:schemeClr val="bg1"/>
              </a:solidFill>
              <a:latin typeface="Proxima Nova Rg" panose="02000506030000020004" pitchFamily="50" charset="0"/>
            </a:endParaRPr>
          </a:p>
        </p:txBody>
      </p:sp>
      <p:sp>
        <p:nvSpPr>
          <p:cNvPr id="22" name="Flowchart: Alternate Process 21">
            <a:extLst>
              <a:ext uri="{FF2B5EF4-FFF2-40B4-BE49-F238E27FC236}">
                <a16:creationId xmlns:a16="http://schemas.microsoft.com/office/drawing/2014/main" id="{7C902272-1128-4F92-A853-83B8BE3F1F0B}"/>
              </a:ext>
            </a:extLst>
          </p:cNvPr>
          <p:cNvSpPr/>
          <p:nvPr userDrawn="1"/>
        </p:nvSpPr>
        <p:spPr>
          <a:xfrm>
            <a:off x="8143874" y="2066925"/>
            <a:ext cx="3107681" cy="3778286"/>
          </a:xfrm>
          <a:prstGeom prst="flowChartAlternateProcess">
            <a:avLst/>
          </a:prstGeom>
          <a:noFill/>
          <a:ln>
            <a:solidFill>
              <a:srgbClr val="999999"/>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Flowchart: Alternate Process 22">
            <a:extLst>
              <a:ext uri="{FF2B5EF4-FFF2-40B4-BE49-F238E27FC236}">
                <a16:creationId xmlns:a16="http://schemas.microsoft.com/office/drawing/2014/main" id="{F4168ACA-1498-4071-B694-546C0A734FEC}"/>
              </a:ext>
            </a:extLst>
          </p:cNvPr>
          <p:cNvSpPr/>
          <p:nvPr userDrawn="1"/>
        </p:nvSpPr>
        <p:spPr>
          <a:xfrm>
            <a:off x="8826177" y="1835405"/>
            <a:ext cx="1743075" cy="361950"/>
          </a:xfrm>
          <a:prstGeom prst="flowChartAlternateProcess">
            <a:avLst/>
          </a:prstGeom>
          <a:solidFill>
            <a:srgbClr val="BCD7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1200">
                <a:solidFill>
                  <a:schemeClr val="bg1"/>
                </a:solidFill>
                <a:latin typeface="Proxima Nova Rg" panose="02000506030000020004" pitchFamily="50" charset="0"/>
              </a:rPr>
              <a:t>Heading</a:t>
            </a:r>
            <a:endParaRPr lang="en-GB" sz="1200">
              <a:solidFill>
                <a:schemeClr val="bg1"/>
              </a:solidFill>
              <a:latin typeface="Proxima Nova Rg" panose="02000506030000020004" pitchFamily="50" charset="0"/>
            </a:endParaRPr>
          </a:p>
        </p:txBody>
      </p:sp>
      <p:sp>
        <p:nvSpPr>
          <p:cNvPr id="24" name="Text Placeholder 3">
            <a:extLst>
              <a:ext uri="{FF2B5EF4-FFF2-40B4-BE49-F238E27FC236}">
                <a16:creationId xmlns:a16="http://schemas.microsoft.com/office/drawing/2014/main" id="{EB1D8CC8-7DDE-4EFF-9B2C-2DD9B2DEFB66}"/>
              </a:ext>
            </a:extLst>
          </p:cNvPr>
          <p:cNvSpPr>
            <a:spLocks noGrp="1"/>
          </p:cNvSpPr>
          <p:nvPr>
            <p:ph type="body" sz="quarter" idx="14"/>
          </p:nvPr>
        </p:nvSpPr>
        <p:spPr>
          <a:xfrm>
            <a:off x="1283345" y="2298445"/>
            <a:ext cx="2764779" cy="3362520"/>
          </a:xfrm>
          <a:prstGeom prst="rect">
            <a:avLst/>
          </a:prstGeom>
        </p:spPr>
        <p:txBody>
          <a:bodyPr/>
          <a:lstStyle>
            <a:lvl1pPr>
              <a:defRPr sz="1600">
                <a:solidFill>
                  <a:schemeClr val="tx1">
                    <a:lumMod val="65000"/>
                    <a:lumOff val="35000"/>
                  </a:schemeClr>
                </a:solidFill>
                <a:latin typeface="Proxima Nova Lt" panose="02000506030000020004" pitchFamily="50" charset="0"/>
              </a:defRPr>
            </a:lvl1pPr>
            <a:lvl2pPr>
              <a:defRPr sz="1800">
                <a:solidFill>
                  <a:srgbClr val="999999"/>
                </a:solidFill>
                <a:latin typeface="Proxima Nova Lt" panose="02000506030000020004" pitchFamily="50" charset="0"/>
              </a:defRPr>
            </a:lvl2pPr>
            <a:lvl3pPr>
              <a:defRPr sz="1600">
                <a:solidFill>
                  <a:srgbClr val="999999"/>
                </a:solidFill>
                <a:latin typeface="Proxima Nova Lt" panose="02000506030000020004" pitchFamily="50" charset="0"/>
              </a:defRPr>
            </a:lvl3pPr>
            <a:lvl4pPr>
              <a:defRPr sz="1400">
                <a:solidFill>
                  <a:srgbClr val="999999"/>
                </a:solidFill>
                <a:latin typeface="Proxima Nova Lt" panose="02000506030000020004" pitchFamily="50" charset="0"/>
              </a:defRPr>
            </a:lvl4pPr>
            <a:lvl5pPr>
              <a:defRPr sz="1400">
                <a:solidFill>
                  <a:srgbClr val="999999"/>
                </a:solidFill>
                <a:latin typeface="Proxima Nova Lt" panose="02000506030000020004" pitchFamily="50" charset="0"/>
              </a:defRPr>
            </a:lvl5pPr>
          </a:lstStyle>
          <a:p>
            <a:pPr lvl="0"/>
            <a:endParaRPr lang="en-GB"/>
          </a:p>
        </p:txBody>
      </p:sp>
      <p:sp>
        <p:nvSpPr>
          <p:cNvPr id="25" name="Text Placeholder 3">
            <a:extLst>
              <a:ext uri="{FF2B5EF4-FFF2-40B4-BE49-F238E27FC236}">
                <a16:creationId xmlns:a16="http://schemas.microsoft.com/office/drawing/2014/main" id="{0420EF98-93B7-4F67-A55F-4678EAADD273}"/>
              </a:ext>
            </a:extLst>
          </p:cNvPr>
          <p:cNvSpPr>
            <a:spLocks noGrp="1"/>
          </p:cNvSpPr>
          <p:nvPr>
            <p:ph type="body" sz="quarter" idx="15"/>
          </p:nvPr>
        </p:nvSpPr>
        <p:spPr>
          <a:xfrm>
            <a:off x="4799335" y="2260726"/>
            <a:ext cx="2764779" cy="3400239"/>
          </a:xfrm>
          <a:prstGeom prst="rect">
            <a:avLst/>
          </a:prstGeom>
        </p:spPr>
        <p:txBody>
          <a:bodyPr/>
          <a:lstStyle>
            <a:lvl1pPr>
              <a:defRPr sz="1600">
                <a:solidFill>
                  <a:schemeClr val="tx1">
                    <a:lumMod val="65000"/>
                    <a:lumOff val="35000"/>
                  </a:schemeClr>
                </a:solidFill>
                <a:latin typeface="Proxima Nova Lt" panose="02000506030000020004" pitchFamily="50" charset="0"/>
              </a:defRPr>
            </a:lvl1pPr>
            <a:lvl2pPr>
              <a:defRPr sz="1800">
                <a:solidFill>
                  <a:srgbClr val="999999"/>
                </a:solidFill>
                <a:latin typeface="Proxima Nova Lt" panose="02000506030000020004" pitchFamily="50" charset="0"/>
              </a:defRPr>
            </a:lvl2pPr>
            <a:lvl3pPr>
              <a:defRPr sz="1600">
                <a:solidFill>
                  <a:srgbClr val="999999"/>
                </a:solidFill>
                <a:latin typeface="Proxima Nova Lt" panose="02000506030000020004" pitchFamily="50" charset="0"/>
              </a:defRPr>
            </a:lvl3pPr>
            <a:lvl4pPr>
              <a:defRPr sz="1400">
                <a:solidFill>
                  <a:srgbClr val="999999"/>
                </a:solidFill>
                <a:latin typeface="Proxima Nova Lt" panose="02000506030000020004" pitchFamily="50" charset="0"/>
              </a:defRPr>
            </a:lvl4pPr>
            <a:lvl5pPr>
              <a:defRPr sz="1400">
                <a:solidFill>
                  <a:srgbClr val="999999"/>
                </a:solidFill>
                <a:latin typeface="Proxima Nova Lt" panose="02000506030000020004" pitchFamily="50" charset="0"/>
              </a:defRPr>
            </a:lvl5pPr>
          </a:lstStyle>
          <a:p>
            <a:pPr lvl="0"/>
            <a:endParaRPr lang="en-GB"/>
          </a:p>
        </p:txBody>
      </p:sp>
      <p:sp>
        <p:nvSpPr>
          <p:cNvPr id="26" name="Text Placeholder 3">
            <a:extLst>
              <a:ext uri="{FF2B5EF4-FFF2-40B4-BE49-F238E27FC236}">
                <a16:creationId xmlns:a16="http://schemas.microsoft.com/office/drawing/2014/main" id="{96268A48-FFBB-4123-A8A4-78C50654E12C}"/>
              </a:ext>
            </a:extLst>
          </p:cNvPr>
          <p:cNvSpPr>
            <a:spLocks noGrp="1"/>
          </p:cNvSpPr>
          <p:nvPr>
            <p:ph type="body" sz="quarter" idx="16"/>
          </p:nvPr>
        </p:nvSpPr>
        <p:spPr>
          <a:xfrm>
            <a:off x="8315325" y="2292221"/>
            <a:ext cx="2764779" cy="3368745"/>
          </a:xfrm>
          <a:prstGeom prst="rect">
            <a:avLst/>
          </a:prstGeom>
        </p:spPr>
        <p:txBody>
          <a:bodyPr/>
          <a:lstStyle>
            <a:lvl1pPr>
              <a:defRPr sz="1600">
                <a:solidFill>
                  <a:schemeClr val="tx1">
                    <a:lumMod val="65000"/>
                    <a:lumOff val="35000"/>
                  </a:schemeClr>
                </a:solidFill>
                <a:latin typeface="Proxima Nova Lt" panose="02000506030000020004" pitchFamily="50" charset="0"/>
              </a:defRPr>
            </a:lvl1pPr>
            <a:lvl2pPr>
              <a:defRPr sz="1800">
                <a:solidFill>
                  <a:srgbClr val="999999"/>
                </a:solidFill>
                <a:latin typeface="Proxima Nova Lt" panose="02000506030000020004" pitchFamily="50" charset="0"/>
              </a:defRPr>
            </a:lvl2pPr>
            <a:lvl3pPr>
              <a:defRPr sz="1600">
                <a:solidFill>
                  <a:srgbClr val="999999"/>
                </a:solidFill>
                <a:latin typeface="Proxima Nova Lt" panose="02000506030000020004" pitchFamily="50" charset="0"/>
              </a:defRPr>
            </a:lvl3pPr>
            <a:lvl4pPr>
              <a:defRPr sz="1400">
                <a:solidFill>
                  <a:srgbClr val="999999"/>
                </a:solidFill>
                <a:latin typeface="Proxima Nova Lt" panose="02000506030000020004" pitchFamily="50" charset="0"/>
              </a:defRPr>
            </a:lvl4pPr>
            <a:lvl5pPr>
              <a:defRPr sz="1400">
                <a:solidFill>
                  <a:srgbClr val="999999"/>
                </a:solidFill>
                <a:latin typeface="Proxima Nova Lt" panose="02000506030000020004" pitchFamily="50" charset="0"/>
              </a:defRPr>
            </a:lvl5pPr>
          </a:lstStyle>
          <a:p>
            <a:pPr lvl="0"/>
            <a:endParaRPr lang="en-GB"/>
          </a:p>
        </p:txBody>
      </p:sp>
    </p:spTree>
    <p:extLst>
      <p:ext uri="{BB962C8B-B14F-4D97-AF65-F5344CB8AC3E}">
        <p14:creationId xmlns:p14="http://schemas.microsoft.com/office/powerpoint/2010/main" val="90487348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No Skyline">
    <p:spTree>
      <p:nvGrpSpPr>
        <p:cNvPr id="1" name=""/>
        <p:cNvGrpSpPr/>
        <p:nvPr/>
      </p:nvGrpSpPr>
      <p:grpSpPr>
        <a:xfrm>
          <a:off x="0" y="0"/>
          <a:ext cx="0" cy="0"/>
          <a:chOff x="0" y="0"/>
          <a:chExt cx="0" cy="0"/>
        </a:xfrm>
      </p:grpSpPr>
      <p:sp>
        <p:nvSpPr>
          <p:cNvPr id="21" name="Text Placeholder 4"/>
          <p:cNvSpPr>
            <a:spLocks noGrp="1"/>
          </p:cNvSpPr>
          <p:nvPr>
            <p:ph type="body" sz="quarter" idx="12"/>
          </p:nvPr>
        </p:nvSpPr>
        <p:spPr>
          <a:xfrm>
            <a:off x="940444" y="1012789"/>
            <a:ext cx="10872776" cy="395872"/>
          </a:xfrm>
          <a:prstGeom prst="rect">
            <a:avLst/>
          </a:prstGeom>
        </p:spPr>
        <p:txBody>
          <a:bodyPr anchor="ctr"/>
          <a:lstStyle>
            <a:lvl1pPr marL="0" indent="0">
              <a:buNone/>
              <a:defRPr sz="2000" b="0" i="0">
                <a:solidFill>
                  <a:schemeClr val="accent1"/>
                </a:solidFill>
                <a:latin typeface="Proxima Nova Lt" panose="02000506030000020004" pitchFamily="50" charset="0"/>
                <a:cs typeface="Proxima Nova Lt" panose="02000506030000020004" pitchFamily="50" charset="0"/>
              </a:defRPr>
            </a:lvl1pPr>
          </a:lstStyle>
          <a:p>
            <a:pPr lvl="0"/>
            <a:r>
              <a:rPr lang="en-US"/>
              <a:t>Edit Master text styles</a:t>
            </a:r>
          </a:p>
        </p:txBody>
      </p:sp>
      <p:sp>
        <p:nvSpPr>
          <p:cNvPr id="20" name="Text Placeholder 4"/>
          <p:cNvSpPr>
            <a:spLocks noGrp="1"/>
          </p:cNvSpPr>
          <p:nvPr>
            <p:ph type="body" sz="quarter" idx="11"/>
          </p:nvPr>
        </p:nvSpPr>
        <p:spPr>
          <a:xfrm>
            <a:off x="940445" y="366301"/>
            <a:ext cx="8621692" cy="575344"/>
          </a:xfrm>
          <a:prstGeom prst="rect">
            <a:avLst/>
          </a:prstGeom>
        </p:spPr>
        <p:txBody>
          <a:bodyPr anchor="ctr"/>
          <a:lstStyle>
            <a:lvl1pPr marL="0" indent="0">
              <a:buNone/>
              <a:defRPr sz="2800" b="0" i="0">
                <a:solidFill>
                  <a:schemeClr val="bg2"/>
                </a:solidFill>
                <a:latin typeface="Proxima Nova Lt" panose="02000506030000020004" pitchFamily="50" charset="0"/>
                <a:cs typeface="Proxima Nova Lt" panose="02000506030000020004" pitchFamily="50" charset="0"/>
              </a:defRPr>
            </a:lvl1pPr>
          </a:lstStyle>
          <a:p>
            <a:pPr lvl="0"/>
            <a:r>
              <a:rPr lang="en-US"/>
              <a:t>Edit Master text styles</a:t>
            </a:r>
          </a:p>
        </p:txBody>
      </p:sp>
      <p:pic>
        <p:nvPicPr>
          <p:cNvPr id="5" name="Picture 4"/>
          <p:cNvPicPr>
            <a:picLocks noChangeAspect="1"/>
          </p:cNvPicPr>
          <p:nvPr/>
        </p:nvPicPr>
        <p:blipFill>
          <a:blip r:embed="rId2"/>
          <a:stretch>
            <a:fillRect/>
          </a:stretch>
        </p:blipFill>
        <p:spPr>
          <a:xfrm>
            <a:off x="940444" y="1478256"/>
            <a:ext cx="1422400" cy="161925"/>
          </a:xfrm>
          <a:prstGeom prst="rect">
            <a:avLst/>
          </a:prstGeom>
        </p:spPr>
      </p:pic>
    </p:spTree>
    <p:extLst>
      <p:ext uri="{BB962C8B-B14F-4D97-AF65-F5344CB8AC3E}">
        <p14:creationId xmlns:p14="http://schemas.microsoft.com/office/powerpoint/2010/main" val="57030231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No Skyline No Subheading">
    <p:spTree>
      <p:nvGrpSpPr>
        <p:cNvPr id="1" name=""/>
        <p:cNvGrpSpPr/>
        <p:nvPr/>
      </p:nvGrpSpPr>
      <p:grpSpPr>
        <a:xfrm>
          <a:off x="0" y="0"/>
          <a:ext cx="0" cy="0"/>
          <a:chOff x="0" y="0"/>
          <a:chExt cx="0" cy="0"/>
        </a:xfrm>
      </p:grpSpPr>
      <p:sp>
        <p:nvSpPr>
          <p:cNvPr id="20" name="Text Placeholder 4"/>
          <p:cNvSpPr>
            <a:spLocks noGrp="1"/>
          </p:cNvSpPr>
          <p:nvPr>
            <p:ph type="body" sz="quarter" idx="11"/>
          </p:nvPr>
        </p:nvSpPr>
        <p:spPr>
          <a:xfrm>
            <a:off x="940445" y="366301"/>
            <a:ext cx="8621692" cy="575344"/>
          </a:xfrm>
          <a:prstGeom prst="rect">
            <a:avLst/>
          </a:prstGeom>
        </p:spPr>
        <p:txBody>
          <a:bodyPr anchor="ctr"/>
          <a:lstStyle>
            <a:lvl1pPr marL="0" indent="0">
              <a:buNone/>
              <a:defRPr sz="2800" b="0" i="0">
                <a:solidFill>
                  <a:schemeClr val="bg2"/>
                </a:solidFill>
                <a:latin typeface="Proxima Nova Lt" panose="02000506030000020004" pitchFamily="50" charset="0"/>
                <a:cs typeface="Proxima Nova Lt" panose="02000506030000020004" pitchFamily="50" charset="0"/>
              </a:defRPr>
            </a:lvl1pPr>
          </a:lstStyle>
          <a:p>
            <a:pPr lvl="0"/>
            <a:r>
              <a:rPr lang="en-US"/>
              <a:t>Edit Master text styles</a:t>
            </a:r>
          </a:p>
        </p:txBody>
      </p:sp>
      <p:pic>
        <p:nvPicPr>
          <p:cNvPr id="5" name="Picture 4"/>
          <p:cNvPicPr>
            <a:picLocks noChangeAspect="1"/>
          </p:cNvPicPr>
          <p:nvPr/>
        </p:nvPicPr>
        <p:blipFill>
          <a:blip r:embed="rId2"/>
          <a:stretch>
            <a:fillRect/>
          </a:stretch>
        </p:blipFill>
        <p:spPr>
          <a:xfrm>
            <a:off x="940445" y="975038"/>
            <a:ext cx="1422400" cy="161925"/>
          </a:xfrm>
          <a:prstGeom prst="rect">
            <a:avLst/>
          </a:prstGeom>
        </p:spPr>
      </p:pic>
    </p:spTree>
    <p:extLst>
      <p:ext uri="{BB962C8B-B14F-4D97-AF65-F5344CB8AC3E}">
        <p14:creationId xmlns:p14="http://schemas.microsoft.com/office/powerpoint/2010/main" val="274716561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Section Title">
    <p:spTree>
      <p:nvGrpSpPr>
        <p:cNvPr id="1" name=""/>
        <p:cNvGrpSpPr/>
        <p:nvPr/>
      </p:nvGrpSpPr>
      <p:grpSpPr>
        <a:xfrm>
          <a:off x="0" y="0"/>
          <a:ext cx="0" cy="0"/>
          <a:chOff x="0" y="0"/>
          <a:chExt cx="0" cy="0"/>
        </a:xfrm>
      </p:grpSpPr>
      <p:sp>
        <p:nvSpPr>
          <p:cNvPr id="14" name="Text Placeholder 13"/>
          <p:cNvSpPr>
            <a:spLocks noGrp="1"/>
          </p:cNvSpPr>
          <p:nvPr>
            <p:ph type="body" sz="quarter" idx="13"/>
          </p:nvPr>
        </p:nvSpPr>
        <p:spPr>
          <a:xfrm>
            <a:off x="2460624" y="2939040"/>
            <a:ext cx="7270751" cy="489960"/>
          </a:xfrm>
          <a:prstGeom prst="rect">
            <a:avLst/>
          </a:prstGeom>
        </p:spPr>
        <p:txBody>
          <a:bodyPr/>
          <a:lstStyle>
            <a:lvl1pPr marL="0" indent="0" algn="ctr">
              <a:buNone/>
              <a:defRPr sz="2400">
                <a:solidFill>
                  <a:schemeClr val="bg2"/>
                </a:solidFill>
                <a:latin typeface="Proxima Nova Lt" panose="02000506030000020004" pitchFamily="50" charset="0"/>
              </a:defRPr>
            </a:lvl1pPr>
          </a:lstStyle>
          <a:p>
            <a:pPr lvl="0"/>
            <a:r>
              <a:rPr lang="en-US"/>
              <a:t>Edit Master text styles</a:t>
            </a:r>
          </a:p>
        </p:txBody>
      </p:sp>
    </p:spTree>
    <p:extLst>
      <p:ext uri="{BB962C8B-B14F-4D97-AF65-F5344CB8AC3E}">
        <p14:creationId xmlns:p14="http://schemas.microsoft.com/office/powerpoint/2010/main" val="421713987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Page">
    <p:spTree>
      <p:nvGrpSpPr>
        <p:cNvPr id="1" name=""/>
        <p:cNvGrpSpPr/>
        <p:nvPr/>
      </p:nvGrpSpPr>
      <p:grpSpPr>
        <a:xfrm>
          <a:off x="0" y="0"/>
          <a:ext cx="0" cy="0"/>
          <a:chOff x="0" y="0"/>
          <a:chExt cx="0" cy="0"/>
        </a:xfrm>
      </p:grpSpPr>
      <p:sp>
        <p:nvSpPr>
          <p:cNvPr id="21" name="Text Placeholder 4"/>
          <p:cNvSpPr>
            <a:spLocks noGrp="1"/>
          </p:cNvSpPr>
          <p:nvPr>
            <p:ph type="body" sz="quarter" idx="12"/>
          </p:nvPr>
        </p:nvSpPr>
        <p:spPr>
          <a:xfrm>
            <a:off x="940444" y="1012789"/>
            <a:ext cx="10872776" cy="395872"/>
          </a:xfrm>
          <a:prstGeom prst="rect">
            <a:avLst/>
          </a:prstGeom>
        </p:spPr>
        <p:txBody>
          <a:bodyPr anchor="ctr"/>
          <a:lstStyle>
            <a:lvl1pPr marL="0" indent="0">
              <a:buNone/>
              <a:defRPr sz="2000" b="0" i="0">
                <a:solidFill>
                  <a:schemeClr val="accent1"/>
                </a:solidFill>
                <a:latin typeface="Proxima Nova Lt" panose="02000506030000020004" pitchFamily="50" charset="0"/>
                <a:cs typeface="Proxima Nova Lt" panose="02000506030000020004" pitchFamily="50" charset="0"/>
              </a:defRPr>
            </a:lvl1pPr>
          </a:lstStyle>
          <a:p>
            <a:pPr lvl="0"/>
            <a:r>
              <a:rPr lang="en-US"/>
              <a:t>Edit Master text styles</a:t>
            </a:r>
          </a:p>
        </p:txBody>
      </p:sp>
      <p:sp>
        <p:nvSpPr>
          <p:cNvPr id="20" name="Text Placeholder 4"/>
          <p:cNvSpPr>
            <a:spLocks noGrp="1"/>
          </p:cNvSpPr>
          <p:nvPr>
            <p:ph type="body" sz="quarter" idx="11"/>
          </p:nvPr>
        </p:nvSpPr>
        <p:spPr>
          <a:xfrm>
            <a:off x="940445" y="366301"/>
            <a:ext cx="8621692" cy="575344"/>
          </a:xfrm>
          <a:prstGeom prst="rect">
            <a:avLst/>
          </a:prstGeom>
        </p:spPr>
        <p:txBody>
          <a:bodyPr anchor="ctr"/>
          <a:lstStyle>
            <a:lvl1pPr marL="0" indent="0">
              <a:buNone/>
              <a:defRPr sz="2800" b="0" i="0">
                <a:solidFill>
                  <a:schemeClr val="bg2"/>
                </a:solidFill>
                <a:latin typeface="Proxima Nova Lt" panose="02000506030000020004" pitchFamily="50" charset="0"/>
                <a:cs typeface="Proxima Nova Lt" panose="02000506030000020004" pitchFamily="50" charset="0"/>
              </a:defRPr>
            </a:lvl1pPr>
          </a:lstStyle>
          <a:p>
            <a:pPr lvl="0"/>
            <a:r>
              <a:rPr lang="en-US"/>
              <a:t>Edit Master text styles</a:t>
            </a:r>
          </a:p>
        </p:txBody>
      </p:sp>
      <p:pic>
        <p:nvPicPr>
          <p:cNvPr id="5" name="Picture 4"/>
          <p:cNvPicPr>
            <a:picLocks noChangeAspect="1"/>
          </p:cNvPicPr>
          <p:nvPr/>
        </p:nvPicPr>
        <p:blipFill>
          <a:blip r:embed="rId2"/>
          <a:stretch>
            <a:fillRect/>
          </a:stretch>
        </p:blipFill>
        <p:spPr>
          <a:xfrm>
            <a:off x="940444" y="1478256"/>
            <a:ext cx="1422400" cy="161925"/>
          </a:xfrm>
          <a:prstGeom prst="rect">
            <a:avLst/>
          </a:prstGeom>
        </p:spPr>
      </p:pic>
    </p:spTree>
    <p:extLst>
      <p:ext uri="{BB962C8B-B14F-4D97-AF65-F5344CB8AC3E}">
        <p14:creationId xmlns:p14="http://schemas.microsoft.com/office/powerpoint/2010/main" val="125112898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Page No Subheading">
    <p:spTree>
      <p:nvGrpSpPr>
        <p:cNvPr id="1" name=""/>
        <p:cNvGrpSpPr/>
        <p:nvPr/>
      </p:nvGrpSpPr>
      <p:grpSpPr>
        <a:xfrm>
          <a:off x="0" y="0"/>
          <a:ext cx="0" cy="0"/>
          <a:chOff x="0" y="0"/>
          <a:chExt cx="0" cy="0"/>
        </a:xfrm>
      </p:grpSpPr>
      <p:sp>
        <p:nvSpPr>
          <p:cNvPr id="20" name="Text Placeholder 4"/>
          <p:cNvSpPr>
            <a:spLocks noGrp="1"/>
          </p:cNvSpPr>
          <p:nvPr>
            <p:ph type="body" sz="quarter" idx="11"/>
          </p:nvPr>
        </p:nvSpPr>
        <p:spPr>
          <a:xfrm>
            <a:off x="940445" y="366301"/>
            <a:ext cx="8621692" cy="575344"/>
          </a:xfrm>
          <a:prstGeom prst="rect">
            <a:avLst/>
          </a:prstGeom>
        </p:spPr>
        <p:txBody>
          <a:bodyPr anchor="ctr"/>
          <a:lstStyle>
            <a:lvl1pPr marL="0" indent="0">
              <a:buNone/>
              <a:defRPr sz="2800" b="0" i="0">
                <a:solidFill>
                  <a:schemeClr val="bg2"/>
                </a:solidFill>
                <a:latin typeface="Proxima Nova Lt" panose="02000506030000020004" pitchFamily="50" charset="0"/>
                <a:cs typeface="Proxima Nova Lt" panose="02000506030000020004" pitchFamily="50" charset="0"/>
              </a:defRPr>
            </a:lvl1pPr>
          </a:lstStyle>
          <a:p>
            <a:pPr lvl="0"/>
            <a:r>
              <a:rPr lang="en-US"/>
              <a:t>Edit Master text styles</a:t>
            </a:r>
          </a:p>
        </p:txBody>
      </p:sp>
      <p:pic>
        <p:nvPicPr>
          <p:cNvPr id="5" name="Picture 4"/>
          <p:cNvPicPr>
            <a:picLocks noChangeAspect="1"/>
          </p:cNvPicPr>
          <p:nvPr/>
        </p:nvPicPr>
        <p:blipFill>
          <a:blip r:embed="rId2"/>
          <a:stretch>
            <a:fillRect/>
          </a:stretch>
        </p:blipFill>
        <p:spPr>
          <a:xfrm>
            <a:off x="940444" y="967268"/>
            <a:ext cx="1422400" cy="161925"/>
          </a:xfrm>
          <a:prstGeom prst="rect">
            <a:avLst/>
          </a:prstGeom>
        </p:spPr>
      </p:pic>
    </p:spTree>
    <p:extLst>
      <p:ext uri="{BB962C8B-B14F-4D97-AF65-F5344CB8AC3E}">
        <p14:creationId xmlns:p14="http://schemas.microsoft.com/office/powerpoint/2010/main" val="391939871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jpeg"/><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2.jpeg"/><Relationship Id="rId3" Type="http://schemas.openxmlformats.org/officeDocument/2006/relationships/slideLayout" Target="../slideLayouts/slideLayout6.xml"/><Relationship Id="rId7" Type="http://schemas.openxmlformats.org/officeDocument/2006/relationships/theme" Target="../theme/theme3.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5" Type="http://schemas.openxmlformats.org/officeDocument/2006/relationships/slideLayout" Target="../slideLayouts/slideLayout8.xml"/><Relationship Id="rId4" Type="http://schemas.openxmlformats.org/officeDocument/2006/relationships/slideLayout" Target="../slideLayouts/slideLayout7.xml"/><Relationship Id="rId9" Type="http://schemas.openxmlformats.org/officeDocument/2006/relationships/image" Target="../media/image1.png"/></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12.xml"/><Relationship Id="rId7" Type="http://schemas.openxmlformats.org/officeDocument/2006/relationships/image" Target="../media/image2.jpeg"/><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theme" Target="../theme/theme4.xml"/><Relationship Id="rId5" Type="http://schemas.openxmlformats.org/officeDocument/2006/relationships/slideLayout" Target="../slideLayouts/slideLayout14.xml"/><Relationship Id="rId4" Type="http://schemas.openxmlformats.org/officeDocument/2006/relationships/slideLayout" Target="../slideLayouts/slideLayout13.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6.xml"/><Relationship Id="rId1" Type="http://schemas.openxmlformats.org/officeDocument/2006/relationships/slideLayout" Target="../slideLayouts/slideLayout15.xml"/><Relationship Id="rId5" Type="http://schemas.openxmlformats.org/officeDocument/2006/relationships/image" Target="../media/image4.png"/><Relationship Id="rId4" Type="http://schemas.openxmlformats.org/officeDocument/2006/relationships/image" Target="../media/image2.jpeg"/></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slideLayout" Target="../slideLayouts/slideLayout18.xml"/><Relationship Id="rId1" Type="http://schemas.openxmlformats.org/officeDocument/2006/relationships/slideLayout" Target="../slideLayouts/slideLayout17.xml"/><Relationship Id="rId5" Type="http://schemas.openxmlformats.org/officeDocument/2006/relationships/image" Target="../media/image5.png"/><Relationship Id="rId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8" Type="http://schemas.openxmlformats.org/officeDocument/2006/relationships/theme" Target="../theme/theme7.xml"/><Relationship Id="rId3" Type="http://schemas.openxmlformats.org/officeDocument/2006/relationships/slideLayout" Target="../slideLayouts/slideLayout22.xml"/><Relationship Id="rId7" Type="http://schemas.openxmlformats.org/officeDocument/2006/relationships/slideLayout" Target="../slideLayouts/slideLayout26.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5" Type="http://schemas.openxmlformats.org/officeDocument/2006/relationships/slideLayout" Target="../slideLayouts/slideLayout24.xml"/><Relationship Id="rId10" Type="http://schemas.openxmlformats.org/officeDocument/2006/relationships/image" Target="../media/image1.png"/><Relationship Id="rId4" Type="http://schemas.openxmlformats.org/officeDocument/2006/relationships/slideLayout" Target="../slideLayouts/slideLayout23.xml"/><Relationship Id="rId9" Type="http://schemas.openxmlformats.org/officeDocument/2006/relationships/image" Target="../media/image2.jpeg"/></Relationships>
</file>

<file path=ppt/slideMasters/_rels/slideMaster8.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slideLayout" Target="../slideLayouts/slideLayout28.xml"/><Relationship Id="rId1" Type="http://schemas.openxmlformats.org/officeDocument/2006/relationships/slideLayout" Target="../slideLayouts/slideLayout27.xml"/><Relationship Id="rId5" Type="http://schemas.openxmlformats.org/officeDocument/2006/relationships/image" Target="../media/image2.jpeg"/><Relationship Id="rId4"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3" Type="http://schemas.openxmlformats.org/officeDocument/2006/relationships/theme" Target="../theme/theme9.xml"/><Relationship Id="rId2" Type="http://schemas.openxmlformats.org/officeDocument/2006/relationships/slideLayout" Target="../slideLayouts/slideLayout31.xml"/><Relationship Id="rId1" Type="http://schemas.openxmlformats.org/officeDocument/2006/relationships/slideLayout" Target="../slideLayouts/slideLayout30.xml"/><Relationship Id="rId5" Type="http://schemas.openxmlformats.org/officeDocument/2006/relationships/image" Target="../media/image1.png"/><Relationship Id="rId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3732416"/>
            <a:ext cx="12192000" cy="3125585"/>
          </a:xfrm>
          <a:prstGeom prst="rect">
            <a:avLst/>
          </a:prstGeom>
        </p:spPr>
      </p:pic>
      <p:pic>
        <p:nvPicPr>
          <p:cNvPr id="3" name="Picture 2"/>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4328930" y="1105593"/>
            <a:ext cx="3534140" cy="1150362"/>
          </a:xfrm>
          <a:prstGeom prst="rect">
            <a:avLst/>
          </a:prstGeom>
        </p:spPr>
      </p:pic>
    </p:spTree>
    <p:extLst>
      <p:ext uri="{BB962C8B-B14F-4D97-AF65-F5344CB8AC3E}">
        <p14:creationId xmlns:p14="http://schemas.microsoft.com/office/powerpoint/2010/main" val="470687262"/>
      </p:ext>
    </p:extLst>
  </p:cSld>
  <p:clrMap bg1="lt1" tx1="dk1" bg2="lt2" tx2="dk2" accent1="accent1" accent2="accent2" accent3="accent3" accent4="accent4" accent5="accent5" accent6="accent6" hlink="hlink" folHlink="folHlink"/>
  <p:sldLayoutIdLst>
    <p:sldLayoutId id="2147483670" r:id="rId1"/>
    <p:sldLayoutId id="2147483651"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135836" y="240458"/>
            <a:ext cx="1815096" cy="590814"/>
          </a:xfrm>
          <a:prstGeom prst="rect">
            <a:avLst/>
          </a:prstGeom>
        </p:spPr>
      </p:pic>
      <p:sp>
        <p:nvSpPr>
          <p:cNvPr id="2" name="Flowchart: Connector 1">
            <a:extLst>
              <a:ext uri="{FF2B5EF4-FFF2-40B4-BE49-F238E27FC236}">
                <a16:creationId xmlns:a16="http://schemas.microsoft.com/office/drawing/2014/main" id="{2F76AFB7-1003-4470-A486-9F16A6B0B005}"/>
              </a:ext>
            </a:extLst>
          </p:cNvPr>
          <p:cNvSpPr/>
          <p:nvPr userDrawn="1"/>
        </p:nvSpPr>
        <p:spPr>
          <a:xfrm>
            <a:off x="1310140" y="5533090"/>
            <a:ext cx="286164" cy="295650"/>
          </a:xfrm>
          <a:prstGeom prst="flowChartConnector">
            <a:avLst/>
          </a:prstGeom>
          <a:solidFill>
            <a:srgbClr val="BCD7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Flowchart: Connector 4">
            <a:extLst>
              <a:ext uri="{FF2B5EF4-FFF2-40B4-BE49-F238E27FC236}">
                <a16:creationId xmlns:a16="http://schemas.microsoft.com/office/drawing/2014/main" id="{12A3F5E3-7A1A-4052-9CA3-E02DE8D7065B}"/>
              </a:ext>
            </a:extLst>
          </p:cNvPr>
          <p:cNvSpPr/>
          <p:nvPr userDrawn="1"/>
        </p:nvSpPr>
        <p:spPr>
          <a:xfrm>
            <a:off x="348921" y="3395313"/>
            <a:ext cx="221860" cy="229214"/>
          </a:xfrm>
          <a:prstGeom prst="flowChartConnector">
            <a:avLst/>
          </a:prstGeom>
          <a:solidFill>
            <a:srgbClr val="BCD7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Flowchart: Connector 5">
            <a:extLst>
              <a:ext uri="{FF2B5EF4-FFF2-40B4-BE49-F238E27FC236}">
                <a16:creationId xmlns:a16="http://schemas.microsoft.com/office/drawing/2014/main" id="{60109550-75F1-4AF1-8BE0-73B319B04DE9}"/>
              </a:ext>
            </a:extLst>
          </p:cNvPr>
          <p:cNvSpPr/>
          <p:nvPr userDrawn="1"/>
        </p:nvSpPr>
        <p:spPr>
          <a:xfrm>
            <a:off x="2073244" y="5868434"/>
            <a:ext cx="183439" cy="189520"/>
          </a:xfrm>
          <a:prstGeom prst="flowChartConnector">
            <a:avLst/>
          </a:prstGeom>
          <a:solidFill>
            <a:srgbClr val="BCD7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Flowchart: Connector 7">
            <a:extLst>
              <a:ext uri="{FF2B5EF4-FFF2-40B4-BE49-F238E27FC236}">
                <a16:creationId xmlns:a16="http://schemas.microsoft.com/office/drawing/2014/main" id="{0407E0E1-7C84-44F8-84CD-928527462235}"/>
              </a:ext>
            </a:extLst>
          </p:cNvPr>
          <p:cNvSpPr/>
          <p:nvPr userDrawn="1"/>
        </p:nvSpPr>
        <p:spPr>
          <a:xfrm>
            <a:off x="1269783" y="4274682"/>
            <a:ext cx="110930" cy="114607"/>
          </a:xfrm>
          <a:prstGeom prst="flowChartConnector">
            <a:avLst/>
          </a:prstGeom>
          <a:solidFill>
            <a:srgbClr val="BCD7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lowchart: Connector 8">
            <a:extLst>
              <a:ext uri="{FF2B5EF4-FFF2-40B4-BE49-F238E27FC236}">
                <a16:creationId xmlns:a16="http://schemas.microsoft.com/office/drawing/2014/main" id="{CDE90955-8311-47A8-81B7-FFBE56AC216A}"/>
              </a:ext>
            </a:extLst>
          </p:cNvPr>
          <p:cNvSpPr/>
          <p:nvPr userDrawn="1"/>
        </p:nvSpPr>
        <p:spPr>
          <a:xfrm>
            <a:off x="348921" y="6251747"/>
            <a:ext cx="110930" cy="114607"/>
          </a:xfrm>
          <a:prstGeom prst="flowChartConnector">
            <a:avLst/>
          </a:prstGeom>
          <a:solidFill>
            <a:srgbClr val="BCD7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Flowchart: Connector 9">
            <a:extLst>
              <a:ext uri="{FF2B5EF4-FFF2-40B4-BE49-F238E27FC236}">
                <a16:creationId xmlns:a16="http://schemas.microsoft.com/office/drawing/2014/main" id="{D921F102-C3FC-43DF-B0CD-D09171469D32}"/>
              </a:ext>
            </a:extLst>
          </p:cNvPr>
          <p:cNvSpPr/>
          <p:nvPr userDrawn="1"/>
        </p:nvSpPr>
        <p:spPr>
          <a:xfrm>
            <a:off x="712863" y="5245021"/>
            <a:ext cx="110930" cy="114607"/>
          </a:xfrm>
          <a:prstGeom prst="flowChartConnector">
            <a:avLst/>
          </a:prstGeom>
          <a:solidFill>
            <a:srgbClr val="BCD7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Flowchart: Connector 10">
            <a:extLst>
              <a:ext uri="{FF2B5EF4-FFF2-40B4-BE49-F238E27FC236}">
                <a16:creationId xmlns:a16="http://schemas.microsoft.com/office/drawing/2014/main" id="{D7F1074A-ABA7-4C76-A743-3636552CF302}"/>
              </a:ext>
            </a:extLst>
          </p:cNvPr>
          <p:cNvSpPr/>
          <p:nvPr userDrawn="1"/>
        </p:nvSpPr>
        <p:spPr>
          <a:xfrm>
            <a:off x="3964862" y="6194444"/>
            <a:ext cx="110930" cy="114607"/>
          </a:xfrm>
          <a:prstGeom prst="flowChartConnector">
            <a:avLst/>
          </a:prstGeom>
          <a:solidFill>
            <a:srgbClr val="BCD7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Flowchart: Connector 11">
            <a:extLst>
              <a:ext uri="{FF2B5EF4-FFF2-40B4-BE49-F238E27FC236}">
                <a16:creationId xmlns:a16="http://schemas.microsoft.com/office/drawing/2014/main" id="{4978C4DE-8EF1-43E3-8107-58EEA77969A2}"/>
              </a:ext>
            </a:extLst>
          </p:cNvPr>
          <p:cNvSpPr/>
          <p:nvPr userDrawn="1"/>
        </p:nvSpPr>
        <p:spPr>
          <a:xfrm>
            <a:off x="2784985" y="6503739"/>
            <a:ext cx="110930" cy="114607"/>
          </a:xfrm>
          <a:prstGeom prst="flowChartConnector">
            <a:avLst/>
          </a:prstGeom>
          <a:solidFill>
            <a:srgbClr val="BCD7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3" name="Straight Connector 12">
            <a:extLst>
              <a:ext uri="{FF2B5EF4-FFF2-40B4-BE49-F238E27FC236}">
                <a16:creationId xmlns:a16="http://schemas.microsoft.com/office/drawing/2014/main" id="{A5245853-5F6C-4373-A49F-3170CD94818E}"/>
              </a:ext>
            </a:extLst>
          </p:cNvPr>
          <p:cNvCxnSpPr>
            <a:cxnSpLocks/>
            <a:endCxn id="8" idx="5"/>
          </p:cNvCxnSpPr>
          <p:nvPr userDrawn="1"/>
        </p:nvCxnSpPr>
        <p:spPr>
          <a:xfrm>
            <a:off x="459851" y="3509920"/>
            <a:ext cx="904616" cy="862585"/>
          </a:xfrm>
          <a:prstGeom prst="line">
            <a:avLst/>
          </a:prstGeom>
          <a:ln w="12700">
            <a:solidFill>
              <a:srgbClr val="BCD727"/>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467996C-5080-45B2-8D61-8B31A565D2F5}"/>
              </a:ext>
            </a:extLst>
          </p:cNvPr>
          <p:cNvCxnSpPr>
            <a:cxnSpLocks/>
          </p:cNvCxnSpPr>
          <p:nvPr userDrawn="1"/>
        </p:nvCxnSpPr>
        <p:spPr>
          <a:xfrm>
            <a:off x="10111" y="2017340"/>
            <a:ext cx="449740" cy="1492580"/>
          </a:xfrm>
          <a:prstGeom prst="line">
            <a:avLst/>
          </a:prstGeom>
          <a:ln w="12700">
            <a:solidFill>
              <a:srgbClr val="BCD727"/>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C12C77DD-91B1-4ED2-AA52-6C8C9954B5D4}"/>
              </a:ext>
            </a:extLst>
          </p:cNvPr>
          <p:cNvCxnSpPr>
            <a:cxnSpLocks/>
            <a:endCxn id="10" idx="4"/>
          </p:cNvCxnSpPr>
          <p:nvPr userDrawn="1"/>
        </p:nvCxnSpPr>
        <p:spPr>
          <a:xfrm>
            <a:off x="459851" y="3509920"/>
            <a:ext cx="308477" cy="1849708"/>
          </a:xfrm>
          <a:prstGeom prst="line">
            <a:avLst/>
          </a:prstGeom>
          <a:ln w="12700">
            <a:solidFill>
              <a:srgbClr val="BCD727"/>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48E5930D-6A19-4036-9D4C-D258CF5625A0}"/>
              </a:ext>
            </a:extLst>
          </p:cNvPr>
          <p:cNvCxnSpPr>
            <a:cxnSpLocks/>
            <a:endCxn id="6" idx="5"/>
          </p:cNvCxnSpPr>
          <p:nvPr userDrawn="1"/>
        </p:nvCxnSpPr>
        <p:spPr>
          <a:xfrm>
            <a:off x="1310140" y="4320978"/>
            <a:ext cx="919679" cy="1709221"/>
          </a:xfrm>
          <a:prstGeom prst="line">
            <a:avLst/>
          </a:prstGeom>
          <a:ln w="12700">
            <a:solidFill>
              <a:srgbClr val="BCD727"/>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B1C82D16-5DA9-4042-A21A-CF15A8791763}"/>
              </a:ext>
            </a:extLst>
          </p:cNvPr>
          <p:cNvCxnSpPr>
            <a:cxnSpLocks/>
            <a:stCxn id="6" idx="6"/>
            <a:endCxn id="11" idx="6"/>
          </p:cNvCxnSpPr>
          <p:nvPr userDrawn="1"/>
        </p:nvCxnSpPr>
        <p:spPr>
          <a:xfrm>
            <a:off x="2256683" y="5963194"/>
            <a:ext cx="1819109" cy="288553"/>
          </a:xfrm>
          <a:prstGeom prst="line">
            <a:avLst/>
          </a:prstGeom>
          <a:ln w="12700">
            <a:solidFill>
              <a:srgbClr val="BCD727"/>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174AC98E-9171-4C0D-8CCD-4697EE1E60DA}"/>
              </a:ext>
            </a:extLst>
          </p:cNvPr>
          <p:cNvCxnSpPr>
            <a:cxnSpLocks/>
          </p:cNvCxnSpPr>
          <p:nvPr userDrawn="1"/>
        </p:nvCxnSpPr>
        <p:spPr>
          <a:xfrm>
            <a:off x="4030752" y="6257930"/>
            <a:ext cx="1645226" cy="581964"/>
          </a:xfrm>
          <a:prstGeom prst="line">
            <a:avLst/>
          </a:prstGeom>
          <a:ln w="12700">
            <a:solidFill>
              <a:srgbClr val="BCD727"/>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CC8514B0-DA65-4698-AA65-F8FD3E2DD54F}"/>
              </a:ext>
            </a:extLst>
          </p:cNvPr>
          <p:cNvCxnSpPr>
            <a:cxnSpLocks/>
            <a:stCxn id="6" idx="5"/>
            <a:endCxn id="12" idx="5"/>
          </p:cNvCxnSpPr>
          <p:nvPr userDrawn="1"/>
        </p:nvCxnSpPr>
        <p:spPr>
          <a:xfrm>
            <a:off x="2229819" y="6030199"/>
            <a:ext cx="649851" cy="571363"/>
          </a:xfrm>
          <a:prstGeom prst="line">
            <a:avLst/>
          </a:prstGeom>
          <a:ln w="12700">
            <a:solidFill>
              <a:srgbClr val="BCD727"/>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06BFC29-6506-4A19-B7FC-E4D7B504DF92}"/>
              </a:ext>
            </a:extLst>
          </p:cNvPr>
          <p:cNvCxnSpPr>
            <a:cxnSpLocks/>
            <a:stCxn id="12" idx="2"/>
          </p:cNvCxnSpPr>
          <p:nvPr userDrawn="1"/>
        </p:nvCxnSpPr>
        <p:spPr>
          <a:xfrm>
            <a:off x="2784985" y="6561043"/>
            <a:ext cx="738647" cy="278851"/>
          </a:xfrm>
          <a:prstGeom prst="line">
            <a:avLst/>
          </a:prstGeom>
          <a:ln w="12700">
            <a:solidFill>
              <a:srgbClr val="BCD727"/>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8E8A5394-C8F8-416B-955F-23D0B7CE2DCB}"/>
              </a:ext>
            </a:extLst>
          </p:cNvPr>
          <p:cNvCxnSpPr>
            <a:cxnSpLocks/>
            <a:endCxn id="11" idx="6"/>
          </p:cNvCxnSpPr>
          <p:nvPr userDrawn="1"/>
        </p:nvCxnSpPr>
        <p:spPr>
          <a:xfrm flipV="1">
            <a:off x="2784985" y="6251747"/>
            <a:ext cx="1290807" cy="321164"/>
          </a:xfrm>
          <a:prstGeom prst="line">
            <a:avLst/>
          </a:prstGeom>
          <a:ln w="12700">
            <a:solidFill>
              <a:srgbClr val="BCD727"/>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087A2802-863D-4280-87D6-C2BC3ECB4C86}"/>
              </a:ext>
            </a:extLst>
          </p:cNvPr>
          <p:cNvCxnSpPr>
            <a:cxnSpLocks/>
            <a:stCxn id="8" idx="7"/>
            <a:endCxn id="10" idx="4"/>
          </p:cNvCxnSpPr>
          <p:nvPr userDrawn="1"/>
        </p:nvCxnSpPr>
        <p:spPr>
          <a:xfrm flipH="1">
            <a:off x="768328" y="4291465"/>
            <a:ext cx="596139" cy="1068162"/>
          </a:xfrm>
          <a:prstGeom prst="line">
            <a:avLst/>
          </a:prstGeom>
          <a:ln w="12700">
            <a:solidFill>
              <a:srgbClr val="BCD727"/>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7979BBAB-4A06-47BB-A0F6-D2C4AE9DC315}"/>
              </a:ext>
            </a:extLst>
          </p:cNvPr>
          <p:cNvCxnSpPr>
            <a:cxnSpLocks/>
          </p:cNvCxnSpPr>
          <p:nvPr userDrawn="1"/>
        </p:nvCxnSpPr>
        <p:spPr>
          <a:xfrm flipH="1" flipV="1">
            <a:off x="10111" y="4645600"/>
            <a:ext cx="757434" cy="649059"/>
          </a:xfrm>
          <a:prstGeom prst="line">
            <a:avLst/>
          </a:prstGeom>
          <a:ln w="12700">
            <a:solidFill>
              <a:srgbClr val="BCD727"/>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6886BE85-506F-42E8-9B51-3F21D8AE86E2}"/>
              </a:ext>
            </a:extLst>
          </p:cNvPr>
          <p:cNvCxnSpPr>
            <a:cxnSpLocks/>
            <a:stCxn id="2" idx="5"/>
          </p:cNvCxnSpPr>
          <p:nvPr userDrawn="1"/>
        </p:nvCxnSpPr>
        <p:spPr>
          <a:xfrm flipH="1" flipV="1">
            <a:off x="768479" y="5303220"/>
            <a:ext cx="785917" cy="482223"/>
          </a:xfrm>
          <a:prstGeom prst="line">
            <a:avLst/>
          </a:prstGeom>
          <a:ln w="12700">
            <a:solidFill>
              <a:srgbClr val="BCD727"/>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C8BC2169-009E-42C7-AC15-EA947E762538}"/>
              </a:ext>
            </a:extLst>
          </p:cNvPr>
          <p:cNvCxnSpPr>
            <a:cxnSpLocks/>
            <a:stCxn id="6" idx="6"/>
          </p:cNvCxnSpPr>
          <p:nvPr userDrawn="1"/>
        </p:nvCxnSpPr>
        <p:spPr>
          <a:xfrm flipH="1" flipV="1">
            <a:off x="1326982" y="5641678"/>
            <a:ext cx="929701" cy="321515"/>
          </a:xfrm>
          <a:prstGeom prst="line">
            <a:avLst/>
          </a:prstGeom>
          <a:ln w="12700">
            <a:solidFill>
              <a:srgbClr val="BCD727"/>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B3504F00-A334-44C2-80B4-A028B3640367}"/>
              </a:ext>
            </a:extLst>
          </p:cNvPr>
          <p:cNvCxnSpPr>
            <a:cxnSpLocks/>
            <a:stCxn id="2" idx="7"/>
            <a:endCxn id="9" idx="7"/>
          </p:cNvCxnSpPr>
          <p:nvPr userDrawn="1"/>
        </p:nvCxnSpPr>
        <p:spPr>
          <a:xfrm flipH="1">
            <a:off x="443606" y="5576387"/>
            <a:ext cx="1110791" cy="692144"/>
          </a:xfrm>
          <a:prstGeom prst="line">
            <a:avLst/>
          </a:prstGeom>
          <a:ln w="12700">
            <a:solidFill>
              <a:srgbClr val="BCD727"/>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3B5A8164-4D7D-4944-B2B6-B1EB90B3C236}"/>
              </a:ext>
            </a:extLst>
          </p:cNvPr>
          <p:cNvCxnSpPr>
            <a:cxnSpLocks/>
            <a:stCxn id="6" idx="6"/>
            <a:endCxn id="9" idx="2"/>
          </p:cNvCxnSpPr>
          <p:nvPr userDrawn="1"/>
        </p:nvCxnSpPr>
        <p:spPr>
          <a:xfrm flipH="1">
            <a:off x="348921" y="5963194"/>
            <a:ext cx="1907762" cy="345857"/>
          </a:xfrm>
          <a:prstGeom prst="line">
            <a:avLst/>
          </a:prstGeom>
          <a:ln w="12700">
            <a:solidFill>
              <a:srgbClr val="BCD727"/>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02619A60-2C30-4672-9C9A-43DEFB15B38F}"/>
              </a:ext>
            </a:extLst>
          </p:cNvPr>
          <p:cNvCxnSpPr>
            <a:cxnSpLocks/>
            <a:stCxn id="10" idx="0"/>
            <a:endCxn id="9" idx="3"/>
          </p:cNvCxnSpPr>
          <p:nvPr userDrawn="1"/>
        </p:nvCxnSpPr>
        <p:spPr>
          <a:xfrm flipH="1">
            <a:off x="365166" y="5245021"/>
            <a:ext cx="403162" cy="1104550"/>
          </a:xfrm>
          <a:prstGeom prst="line">
            <a:avLst/>
          </a:prstGeom>
          <a:ln w="12700">
            <a:solidFill>
              <a:srgbClr val="BCD727"/>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1C6BE020-595A-4B89-9834-F8B9DD384458}"/>
              </a:ext>
            </a:extLst>
          </p:cNvPr>
          <p:cNvCxnSpPr>
            <a:cxnSpLocks/>
            <a:stCxn id="12" idx="6"/>
            <a:endCxn id="9" idx="2"/>
          </p:cNvCxnSpPr>
          <p:nvPr userDrawn="1"/>
        </p:nvCxnSpPr>
        <p:spPr>
          <a:xfrm flipH="1" flipV="1">
            <a:off x="348921" y="6309051"/>
            <a:ext cx="2546994" cy="251992"/>
          </a:xfrm>
          <a:prstGeom prst="line">
            <a:avLst/>
          </a:prstGeom>
          <a:ln w="12700">
            <a:solidFill>
              <a:srgbClr val="BCD727"/>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DBFC03B2-FEA4-4E25-A088-8EBA5A308E82}"/>
              </a:ext>
            </a:extLst>
          </p:cNvPr>
          <p:cNvCxnSpPr>
            <a:cxnSpLocks/>
            <a:endCxn id="12" idx="3"/>
          </p:cNvCxnSpPr>
          <p:nvPr userDrawn="1"/>
        </p:nvCxnSpPr>
        <p:spPr>
          <a:xfrm flipV="1">
            <a:off x="2229819" y="6601562"/>
            <a:ext cx="571412" cy="238332"/>
          </a:xfrm>
          <a:prstGeom prst="line">
            <a:avLst/>
          </a:prstGeom>
          <a:ln w="12700">
            <a:solidFill>
              <a:srgbClr val="BCD727"/>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6C56C630-6A73-48B0-84CF-2283B07B4E75}"/>
              </a:ext>
            </a:extLst>
          </p:cNvPr>
          <p:cNvCxnSpPr>
            <a:cxnSpLocks/>
            <a:stCxn id="9" idx="1"/>
          </p:cNvCxnSpPr>
          <p:nvPr userDrawn="1"/>
        </p:nvCxnSpPr>
        <p:spPr>
          <a:xfrm flipH="1" flipV="1">
            <a:off x="24501" y="5785443"/>
            <a:ext cx="340665" cy="483087"/>
          </a:xfrm>
          <a:prstGeom prst="line">
            <a:avLst/>
          </a:prstGeom>
          <a:ln w="12700">
            <a:solidFill>
              <a:srgbClr val="BCD727"/>
            </a:soli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9BACA2B0-6BE0-4462-9C37-2633A2A395AB}"/>
              </a:ext>
            </a:extLst>
          </p:cNvPr>
          <p:cNvCxnSpPr>
            <a:cxnSpLocks/>
          </p:cNvCxnSpPr>
          <p:nvPr userDrawn="1"/>
        </p:nvCxnSpPr>
        <p:spPr>
          <a:xfrm flipH="1" flipV="1">
            <a:off x="418867" y="6362102"/>
            <a:ext cx="336744" cy="477792"/>
          </a:xfrm>
          <a:prstGeom prst="line">
            <a:avLst/>
          </a:prstGeom>
          <a:ln w="12700">
            <a:solidFill>
              <a:srgbClr val="BCD727"/>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B0D48B3F-0FCA-4EEB-8190-A6B3D62DDC71}"/>
              </a:ext>
            </a:extLst>
          </p:cNvPr>
          <p:cNvCxnSpPr>
            <a:cxnSpLocks/>
          </p:cNvCxnSpPr>
          <p:nvPr userDrawn="1"/>
        </p:nvCxnSpPr>
        <p:spPr>
          <a:xfrm flipV="1">
            <a:off x="10111" y="6356253"/>
            <a:ext cx="354904" cy="281871"/>
          </a:xfrm>
          <a:prstGeom prst="line">
            <a:avLst/>
          </a:prstGeom>
          <a:ln w="12700">
            <a:solidFill>
              <a:srgbClr val="BCD727"/>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CAC1C4A6-0D79-445C-9C24-D75B843E6C29}"/>
              </a:ext>
            </a:extLst>
          </p:cNvPr>
          <p:cNvCxnSpPr>
            <a:cxnSpLocks/>
            <a:stCxn id="8" idx="4"/>
            <a:endCxn id="2" idx="4"/>
          </p:cNvCxnSpPr>
          <p:nvPr userDrawn="1"/>
        </p:nvCxnSpPr>
        <p:spPr>
          <a:xfrm>
            <a:off x="1325248" y="4389289"/>
            <a:ext cx="127974" cy="1439451"/>
          </a:xfrm>
          <a:prstGeom prst="line">
            <a:avLst/>
          </a:prstGeom>
          <a:ln w="12700">
            <a:solidFill>
              <a:srgbClr val="BCD727"/>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66300725"/>
      </p:ext>
    </p:extLst>
  </p:cSld>
  <p:clrMap bg1="lt1" tx1="dk1" bg2="lt2" tx2="dk2" accent1="accent1" accent2="accent2" accent3="accent3" accent4="accent4" accent5="accent5" accent6="accent6" hlink="hlink" folHlink="folHlink"/>
  <p:sldLayoutIdLst>
    <p:sldLayoutId id="2147483680"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10135836" y="240458"/>
            <a:ext cx="1815096" cy="590814"/>
          </a:xfrm>
          <a:prstGeom prst="rect">
            <a:avLst/>
          </a:prstGeom>
        </p:spPr>
      </p:pic>
      <p:pic>
        <p:nvPicPr>
          <p:cNvPr id="4" name="Picture 3">
            <a:extLst>
              <a:ext uri="{FF2B5EF4-FFF2-40B4-BE49-F238E27FC236}">
                <a16:creationId xmlns:a16="http://schemas.microsoft.com/office/drawing/2014/main" id="{C349DD86-B84C-42A5-8D81-9D0A1C1F941B}"/>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0" y="3732416"/>
            <a:ext cx="12192000" cy="3125585"/>
          </a:xfrm>
          <a:prstGeom prst="rect">
            <a:avLst/>
          </a:prstGeom>
        </p:spPr>
      </p:pic>
      <p:sp>
        <p:nvSpPr>
          <p:cNvPr id="5" name="Rectangle 4">
            <a:extLst>
              <a:ext uri="{FF2B5EF4-FFF2-40B4-BE49-F238E27FC236}">
                <a16:creationId xmlns:a16="http://schemas.microsoft.com/office/drawing/2014/main" id="{FF5568AF-2C93-464D-B6A5-A6987190E1DF}"/>
              </a:ext>
            </a:extLst>
          </p:cNvPr>
          <p:cNvSpPr/>
          <p:nvPr userDrawn="1"/>
        </p:nvSpPr>
        <p:spPr>
          <a:xfrm>
            <a:off x="0" y="831272"/>
            <a:ext cx="12192000" cy="6026728"/>
          </a:xfrm>
          <a:prstGeom prst="rect">
            <a:avLst/>
          </a:prstGeom>
          <a:gradFill flip="none" rotWithShape="1">
            <a:gsLst>
              <a:gs pos="0">
                <a:schemeClr val="bg1"/>
              </a:gs>
              <a:gs pos="65000">
                <a:srgbClr val="FFFFFF"/>
              </a:gs>
              <a:gs pos="83000">
                <a:srgbClr val="FFFFFF">
                  <a:alpha val="82000"/>
                </a:srgbClr>
              </a:gs>
              <a:gs pos="100000">
                <a:srgbClr val="C7D5ED">
                  <a:alpha val="0"/>
                </a:srgbClr>
              </a:gs>
            </a:gsLst>
            <a:lin ang="54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70968056"/>
      </p:ext>
    </p:extLst>
  </p:cSld>
  <p:clrMap bg1="lt1" tx1="dk1" bg2="lt2" tx2="dk2" accent1="accent1" accent2="accent2" accent3="accent3" accent4="accent4" accent5="accent5" accent6="accent6" hlink="hlink" folHlink="folHlink"/>
  <p:sldLayoutIdLst>
    <p:sldLayoutId id="2147483664" r:id="rId1"/>
    <p:sldLayoutId id="2147483656" r:id="rId2"/>
    <p:sldLayoutId id="2147483681" r:id="rId3"/>
    <p:sldLayoutId id="2147483671" r:id="rId4"/>
    <p:sldLayoutId id="2147483672" r:id="rId5"/>
    <p:sldLayoutId id="2147483673"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10135836" y="240458"/>
            <a:ext cx="1815096" cy="590814"/>
          </a:xfrm>
          <a:prstGeom prst="rect">
            <a:avLst/>
          </a:prstGeom>
        </p:spPr>
      </p:pic>
    </p:spTree>
    <p:extLst>
      <p:ext uri="{BB962C8B-B14F-4D97-AF65-F5344CB8AC3E}">
        <p14:creationId xmlns:p14="http://schemas.microsoft.com/office/powerpoint/2010/main" val="3148813084"/>
      </p:ext>
    </p:extLst>
  </p:cSld>
  <p:clrMap bg1="lt1" tx1="dk1" bg2="lt2" tx2="dk2" accent1="accent1" accent2="accent2" accent3="accent3" accent4="accent4" accent5="accent5" accent6="accent6" hlink="hlink" folHlink="folHlink"/>
  <p:sldLayoutIdLst>
    <p:sldLayoutId id="2147483654" r:id="rId1"/>
    <p:sldLayoutId id="2147483667" r:id="rId2"/>
    <p:sldLayoutId id="2147483682" r:id="rId3"/>
    <p:sldLayoutId id="2147483693" r:id="rId4"/>
    <p:sldLayoutId id="2147483701"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135836" y="240458"/>
            <a:ext cx="1815096" cy="590814"/>
          </a:xfrm>
          <a:prstGeom prst="rect">
            <a:avLst/>
          </a:prstGeom>
        </p:spPr>
      </p:pic>
      <p:pic>
        <p:nvPicPr>
          <p:cNvPr id="3" name="Picture 2">
            <a:extLst>
              <a:ext uri="{FF2B5EF4-FFF2-40B4-BE49-F238E27FC236}">
                <a16:creationId xmlns:a16="http://schemas.microsoft.com/office/drawing/2014/main" id="{E892CD88-0309-40C8-8EF7-701E8E9D91BF}"/>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2124426553"/>
      </p:ext>
    </p:extLst>
  </p:cSld>
  <p:clrMap bg1="lt1" tx1="dk1" bg2="lt2" tx2="dk2" accent1="accent1" accent2="accent2" accent3="accent3" accent4="accent4" accent5="accent5" accent6="accent6" hlink="hlink" folHlink="folHlink"/>
  <p:sldLayoutIdLst>
    <p:sldLayoutId id="2147483675" r:id="rId1"/>
    <p:sldLayoutId id="2147483676"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5">
            <a:lum/>
          </a:blip>
          <a:srcRect/>
          <a:tile tx="0" ty="0" sx="70000" sy="70000" flip="none" algn="bl"/>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65836726"/>
      </p:ext>
    </p:extLst>
  </p:cSld>
  <p:clrMap bg1="lt1" tx1="dk1" bg2="lt2" tx2="dk2" accent1="accent1" accent2="accent2" accent3="accent3" accent4="accent4" accent5="accent5" accent6="accent6" hlink="hlink" folHlink="folHlink"/>
  <p:sldLayoutIdLst>
    <p:sldLayoutId id="2147483660" r:id="rId1"/>
    <p:sldLayoutId id="2147483666" r:id="rId2"/>
    <p:sldLayoutId id="2147483694"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10135836" y="240458"/>
            <a:ext cx="1815096" cy="590814"/>
          </a:xfrm>
          <a:prstGeom prst="rect">
            <a:avLst/>
          </a:prstGeom>
        </p:spPr>
      </p:pic>
      <p:pic>
        <p:nvPicPr>
          <p:cNvPr id="4" name="Picture 3">
            <a:extLst>
              <a:ext uri="{FF2B5EF4-FFF2-40B4-BE49-F238E27FC236}">
                <a16:creationId xmlns:a16="http://schemas.microsoft.com/office/drawing/2014/main" id="{C349DD86-B84C-42A5-8D81-9D0A1C1F941B}"/>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0" y="3732416"/>
            <a:ext cx="12192000" cy="3125585"/>
          </a:xfrm>
          <a:prstGeom prst="rect">
            <a:avLst/>
          </a:prstGeom>
        </p:spPr>
      </p:pic>
      <p:sp>
        <p:nvSpPr>
          <p:cNvPr id="5" name="Rectangle 4">
            <a:extLst>
              <a:ext uri="{FF2B5EF4-FFF2-40B4-BE49-F238E27FC236}">
                <a16:creationId xmlns:a16="http://schemas.microsoft.com/office/drawing/2014/main" id="{FF5568AF-2C93-464D-B6A5-A6987190E1DF}"/>
              </a:ext>
            </a:extLst>
          </p:cNvPr>
          <p:cNvSpPr/>
          <p:nvPr userDrawn="1"/>
        </p:nvSpPr>
        <p:spPr>
          <a:xfrm>
            <a:off x="0" y="831272"/>
            <a:ext cx="12192000" cy="6026728"/>
          </a:xfrm>
          <a:prstGeom prst="rect">
            <a:avLst/>
          </a:prstGeom>
          <a:gradFill flip="none" rotWithShape="1">
            <a:gsLst>
              <a:gs pos="0">
                <a:schemeClr val="bg1"/>
              </a:gs>
              <a:gs pos="65000">
                <a:srgbClr val="FFFFFF"/>
              </a:gs>
              <a:gs pos="83000">
                <a:srgbClr val="FFFFFF">
                  <a:alpha val="82000"/>
                </a:srgbClr>
              </a:gs>
              <a:gs pos="100000">
                <a:srgbClr val="C7D5ED">
                  <a:alpha val="0"/>
                </a:srgbClr>
              </a:gs>
            </a:gsLst>
            <a:lin ang="54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852599879"/>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0135836" y="240458"/>
            <a:ext cx="1815096" cy="590814"/>
          </a:xfrm>
          <a:prstGeom prst="rect">
            <a:avLst/>
          </a:prstGeom>
        </p:spPr>
      </p:pic>
    </p:spTree>
    <p:extLst>
      <p:ext uri="{BB962C8B-B14F-4D97-AF65-F5344CB8AC3E}">
        <p14:creationId xmlns:p14="http://schemas.microsoft.com/office/powerpoint/2010/main" val="3148813084"/>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84"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135836" y="240458"/>
            <a:ext cx="1815096" cy="590814"/>
          </a:xfrm>
          <a:prstGeom prst="rect">
            <a:avLst/>
          </a:prstGeom>
        </p:spPr>
      </p:pic>
      <p:pic>
        <p:nvPicPr>
          <p:cNvPr id="4" name="Picture 3">
            <a:extLst>
              <a:ext uri="{FF2B5EF4-FFF2-40B4-BE49-F238E27FC236}">
                <a16:creationId xmlns:a16="http://schemas.microsoft.com/office/drawing/2014/main" id="{C349DD86-B84C-42A5-8D81-9D0A1C1F941B}"/>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0" y="3732416"/>
            <a:ext cx="12192000" cy="3125585"/>
          </a:xfrm>
          <a:prstGeom prst="rect">
            <a:avLst/>
          </a:prstGeom>
        </p:spPr>
      </p:pic>
      <p:sp>
        <p:nvSpPr>
          <p:cNvPr id="5" name="Rectangle 4">
            <a:extLst>
              <a:ext uri="{FF2B5EF4-FFF2-40B4-BE49-F238E27FC236}">
                <a16:creationId xmlns:a16="http://schemas.microsoft.com/office/drawing/2014/main" id="{FF5568AF-2C93-464D-B6A5-A6987190E1DF}"/>
              </a:ext>
            </a:extLst>
          </p:cNvPr>
          <p:cNvSpPr/>
          <p:nvPr userDrawn="1"/>
        </p:nvSpPr>
        <p:spPr>
          <a:xfrm>
            <a:off x="0" y="831272"/>
            <a:ext cx="12192000" cy="6026728"/>
          </a:xfrm>
          <a:prstGeom prst="rect">
            <a:avLst/>
          </a:prstGeom>
          <a:gradFill flip="none" rotWithShape="1">
            <a:gsLst>
              <a:gs pos="0">
                <a:schemeClr val="bg1"/>
              </a:gs>
              <a:gs pos="65000">
                <a:srgbClr val="FFFFFF"/>
              </a:gs>
              <a:gs pos="83000">
                <a:srgbClr val="FFFFFF">
                  <a:alpha val="82000"/>
                </a:srgbClr>
              </a:gs>
              <a:gs pos="100000">
                <a:srgbClr val="C7D5ED">
                  <a:alpha val="0"/>
                </a:srgbClr>
              </a:gs>
            </a:gsLst>
            <a:lin ang="54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70968056"/>
      </p:ext>
    </p:extLst>
  </p:cSld>
  <p:clrMap bg1="lt1" tx1="dk1" bg2="lt2" tx2="dk2" accent1="accent1" accent2="accent2" accent3="accent3" accent4="accent4" accent5="accent5" accent6="accent6" hlink="hlink" folHlink="folHlink"/>
  <p:sldLayoutIdLst>
    <p:sldLayoutId id="2147483699" r:id="rId1"/>
    <p:sldLayoutId id="2147483683"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21.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1.xml"/><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0.xml"/><Relationship Id="rId5" Type="http://schemas.openxmlformats.org/officeDocument/2006/relationships/image" Target="../media/image15.sv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svg"/><Relationship Id="rId2" Type="http://schemas.openxmlformats.org/officeDocument/2006/relationships/notesSlide" Target="../notesSlides/notesSlide8.xml"/><Relationship Id="rId1" Type="http://schemas.openxmlformats.org/officeDocument/2006/relationships/slideLayout" Target="../slideLayouts/slideLayout10.xml"/><Relationship Id="rId6" Type="http://schemas.openxmlformats.org/officeDocument/2006/relationships/image" Target="../media/image21.png"/><Relationship Id="rId5" Type="http://schemas.openxmlformats.org/officeDocument/2006/relationships/image" Target="../media/image20.svg"/><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6E63D-F4BB-4F29-BDE2-EE93BC645E0D}"/>
              </a:ext>
            </a:extLst>
          </p:cNvPr>
          <p:cNvSpPr>
            <a:spLocks noGrp="1"/>
          </p:cNvSpPr>
          <p:nvPr>
            <p:ph type="ctrTitle"/>
          </p:nvPr>
        </p:nvSpPr>
        <p:spPr>
          <a:xfrm>
            <a:off x="883920" y="2502762"/>
            <a:ext cx="10424160" cy="1032770"/>
          </a:xfrm>
        </p:spPr>
        <p:txBody>
          <a:bodyPr/>
          <a:lstStyle/>
          <a:p>
            <a:r>
              <a:rPr lang="en-US" sz="4800"/>
              <a:t>Understanding your business goals</a:t>
            </a:r>
          </a:p>
        </p:txBody>
      </p:sp>
      <p:sp>
        <p:nvSpPr>
          <p:cNvPr id="3" name="Subtitle 2">
            <a:extLst>
              <a:ext uri="{FF2B5EF4-FFF2-40B4-BE49-F238E27FC236}">
                <a16:creationId xmlns:a16="http://schemas.microsoft.com/office/drawing/2014/main" id="{0571342D-6F78-4C6C-A341-99A8F041B41D}"/>
              </a:ext>
            </a:extLst>
          </p:cNvPr>
          <p:cNvSpPr>
            <a:spLocks noGrp="1"/>
          </p:cNvSpPr>
          <p:nvPr>
            <p:ph type="subTitle" idx="1"/>
          </p:nvPr>
        </p:nvSpPr>
        <p:spPr>
          <a:xfrm>
            <a:off x="1524000" y="3762656"/>
            <a:ext cx="9144000" cy="739144"/>
          </a:xfrm>
        </p:spPr>
        <p:txBody>
          <a:bodyPr anchor="t"/>
          <a:lstStyle/>
          <a:p>
            <a:r>
              <a:rPr lang="en-US">
                <a:latin typeface="Proxima Nova Lt"/>
              </a:rPr>
              <a:t>Open Box Approach</a:t>
            </a:r>
            <a:endParaRPr lang="en-US"/>
          </a:p>
        </p:txBody>
      </p:sp>
    </p:spTree>
    <p:extLst>
      <p:ext uri="{BB962C8B-B14F-4D97-AF65-F5344CB8AC3E}">
        <p14:creationId xmlns:p14="http://schemas.microsoft.com/office/powerpoint/2010/main" val="36707391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0AEE525-8F8D-7E21-F140-2691C42719D8}"/>
              </a:ext>
            </a:extLst>
          </p:cNvPr>
          <p:cNvSpPr>
            <a:spLocks noGrp="1"/>
          </p:cNvSpPr>
          <p:nvPr>
            <p:ph type="body" sz="quarter" idx="11"/>
          </p:nvPr>
        </p:nvSpPr>
        <p:spPr/>
        <p:txBody>
          <a:bodyPr/>
          <a:lstStyle/>
          <a:p>
            <a:r>
              <a:rPr lang="en-US"/>
              <a:t>Why Agile?</a:t>
            </a:r>
            <a:endParaRPr lang="en-ZA"/>
          </a:p>
        </p:txBody>
      </p:sp>
      <p:pic>
        <p:nvPicPr>
          <p:cNvPr id="3" name="Picture 4" descr="https://upload.wikimedia.org/wikipedia/commons/thumb/f/f7/Cynefin_framework_by_Edwin_Stoop.jpg/1920px-Cynefin_framework_by_Edwin_Stoop.jpg">
            <a:extLst>
              <a:ext uri="{FF2B5EF4-FFF2-40B4-BE49-F238E27FC236}">
                <a16:creationId xmlns:a16="http://schemas.microsoft.com/office/drawing/2014/main" id="{57185C70-A04D-493B-6974-2FF997FB2C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6751" y="1220916"/>
            <a:ext cx="11335618" cy="44161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80667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F304B45-2966-156A-ED13-7C724D847B99}"/>
              </a:ext>
            </a:extLst>
          </p:cNvPr>
          <p:cNvSpPr>
            <a:spLocks noGrp="1"/>
          </p:cNvSpPr>
          <p:nvPr>
            <p:ph type="body" sz="quarter" idx="11"/>
          </p:nvPr>
        </p:nvSpPr>
        <p:spPr/>
        <p:txBody>
          <a:bodyPr/>
          <a:lstStyle/>
          <a:p>
            <a:r>
              <a:rPr lang="en-US"/>
              <a:t>Value Driven Delivery</a:t>
            </a:r>
            <a:endParaRPr lang="en-ZA"/>
          </a:p>
        </p:txBody>
      </p:sp>
      <p:pic>
        <p:nvPicPr>
          <p:cNvPr id="4" name="Picture 3">
            <a:extLst>
              <a:ext uri="{FF2B5EF4-FFF2-40B4-BE49-F238E27FC236}">
                <a16:creationId xmlns:a16="http://schemas.microsoft.com/office/drawing/2014/main" id="{1836105B-5612-3884-922A-AFB1AA1925B2}"/>
              </a:ext>
            </a:extLst>
          </p:cNvPr>
          <p:cNvPicPr>
            <a:picLocks noChangeAspect="1"/>
          </p:cNvPicPr>
          <p:nvPr/>
        </p:nvPicPr>
        <p:blipFill rotWithShape="1">
          <a:blip r:embed="rId2"/>
          <a:srcRect r="1658" b="4887"/>
          <a:stretch/>
        </p:blipFill>
        <p:spPr>
          <a:xfrm>
            <a:off x="1160574" y="1202382"/>
            <a:ext cx="8786583" cy="3859399"/>
          </a:xfrm>
          <a:prstGeom prst="rect">
            <a:avLst/>
          </a:prstGeom>
        </p:spPr>
      </p:pic>
    </p:spTree>
    <p:extLst>
      <p:ext uri="{BB962C8B-B14F-4D97-AF65-F5344CB8AC3E}">
        <p14:creationId xmlns:p14="http://schemas.microsoft.com/office/powerpoint/2010/main" val="9116359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14">
            <a:extLst>
              <a:ext uri="{FF2B5EF4-FFF2-40B4-BE49-F238E27FC236}">
                <a16:creationId xmlns:a16="http://schemas.microsoft.com/office/drawing/2014/main" id="{DFEE7E76-EA12-18BA-520A-2C1E0DCED637}"/>
              </a:ext>
            </a:extLst>
          </p:cNvPr>
          <p:cNvSpPr>
            <a:spLocks noGrp="1"/>
          </p:cNvSpPr>
          <p:nvPr>
            <p:ph type="body" sz="quarter" idx="11"/>
          </p:nvPr>
        </p:nvSpPr>
        <p:spPr/>
        <p:txBody>
          <a:bodyPr/>
          <a:lstStyle/>
          <a:p>
            <a:r>
              <a:rPr lang="en-US"/>
              <a:t>Why Agile?</a:t>
            </a:r>
            <a:endParaRPr lang="en-ZA"/>
          </a:p>
        </p:txBody>
      </p:sp>
      <p:pic>
        <p:nvPicPr>
          <p:cNvPr id="1026" name="Picture 2">
            <a:extLst>
              <a:ext uri="{FF2B5EF4-FFF2-40B4-BE49-F238E27FC236}">
                <a16:creationId xmlns:a16="http://schemas.microsoft.com/office/drawing/2014/main" id="{29512D6D-F298-A322-F8F3-B59DEE411F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599" y="1379410"/>
            <a:ext cx="9029319" cy="46678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14149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D628B39-4FF8-40B0-B688-3F2373C3FE1F}"/>
              </a:ext>
            </a:extLst>
          </p:cNvPr>
          <p:cNvSpPr>
            <a:spLocks noGrp="1"/>
          </p:cNvSpPr>
          <p:nvPr>
            <p:ph type="body" sz="quarter" idx="11"/>
          </p:nvPr>
        </p:nvSpPr>
        <p:spPr/>
        <p:txBody>
          <a:bodyPr/>
          <a:lstStyle/>
          <a:p>
            <a:r>
              <a:rPr lang="en-US"/>
              <a:t>Why Agile?</a:t>
            </a:r>
            <a:endParaRPr lang="en-ZA"/>
          </a:p>
        </p:txBody>
      </p:sp>
      <p:sp>
        <p:nvSpPr>
          <p:cNvPr id="16" name="Rectangle 15">
            <a:extLst>
              <a:ext uri="{FF2B5EF4-FFF2-40B4-BE49-F238E27FC236}">
                <a16:creationId xmlns:a16="http://schemas.microsoft.com/office/drawing/2014/main" id="{31F753FE-AD78-3738-82FA-88825A06F7AF}"/>
              </a:ext>
            </a:extLst>
          </p:cNvPr>
          <p:cNvSpPr/>
          <p:nvPr/>
        </p:nvSpPr>
        <p:spPr>
          <a:xfrm>
            <a:off x="358025" y="4438075"/>
            <a:ext cx="2704963" cy="847344"/>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marL="0" marR="0" lvl="0" indent="0" algn="ctr" defTabSz="755650" rtl="0" eaLnBrk="1" fontAlgn="auto" latinLnBrk="0" hangingPunct="1">
              <a:lnSpc>
                <a:spcPct val="90000"/>
              </a:lnSpc>
              <a:spcBef>
                <a:spcPct val="0"/>
              </a:spcBef>
              <a:spcAft>
                <a:spcPct val="3500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a:ea typeface="+mn-ea"/>
                <a:cs typeface="+mn-cs"/>
              </a:rPr>
              <a:t>Better Positioned to act to change</a:t>
            </a:r>
            <a:endParaRPr kumimoji="0" lang="en-ZA"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Rectangle 17">
            <a:extLst>
              <a:ext uri="{FF2B5EF4-FFF2-40B4-BE49-F238E27FC236}">
                <a16:creationId xmlns:a16="http://schemas.microsoft.com/office/drawing/2014/main" id="{3FB01814-97E1-1E9A-7924-E1182FADE340}"/>
              </a:ext>
            </a:extLst>
          </p:cNvPr>
          <p:cNvSpPr/>
          <p:nvPr/>
        </p:nvSpPr>
        <p:spPr>
          <a:xfrm>
            <a:off x="3274950" y="4438075"/>
            <a:ext cx="2704963" cy="847344"/>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marL="0" marR="0" lvl="0" indent="0" algn="ctr" defTabSz="755650" rtl="0" eaLnBrk="1" fontAlgn="auto" latinLnBrk="0" hangingPunct="1">
              <a:lnSpc>
                <a:spcPct val="90000"/>
              </a:lnSpc>
              <a:spcBef>
                <a:spcPct val="0"/>
              </a:spcBef>
              <a:spcAft>
                <a:spcPct val="3500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a:ea typeface="+mn-ea"/>
                <a:cs typeface="+mn-cs"/>
              </a:rPr>
              <a:t>Maximize value delivery incrementally</a:t>
            </a:r>
            <a:endParaRPr kumimoji="0" lang="en-ZA" sz="1800" b="0" i="0" u="none" strike="noStrike" kern="1200" cap="none" spc="0" normalizeH="0" baseline="0" noProof="0">
              <a:ln>
                <a:noFill/>
              </a:ln>
              <a:solidFill>
                <a:prstClr val="white"/>
              </a:solidFill>
              <a:effectLst/>
              <a:uLnTx/>
              <a:uFillTx/>
              <a:latin typeface="Calibri"/>
              <a:ea typeface="+mn-ea"/>
              <a:cs typeface="+mn-cs"/>
            </a:endParaRPr>
          </a:p>
        </p:txBody>
      </p:sp>
      <p:sp>
        <p:nvSpPr>
          <p:cNvPr id="19" name="Rectangle 18">
            <a:extLst>
              <a:ext uri="{FF2B5EF4-FFF2-40B4-BE49-F238E27FC236}">
                <a16:creationId xmlns:a16="http://schemas.microsoft.com/office/drawing/2014/main" id="{E6BDF5AB-7F08-213B-F5E7-046D3A709C72}"/>
              </a:ext>
            </a:extLst>
          </p:cNvPr>
          <p:cNvSpPr/>
          <p:nvPr/>
        </p:nvSpPr>
        <p:spPr>
          <a:xfrm>
            <a:off x="6191875" y="4438075"/>
            <a:ext cx="2704963" cy="847344"/>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marL="0" marR="0" lvl="0" indent="0" algn="ctr" defTabSz="755650" rtl="0" eaLnBrk="1" fontAlgn="auto" latinLnBrk="0" hangingPunct="1">
              <a:lnSpc>
                <a:spcPct val="90000"/>
              </a:lnSpc>
              <a:spcBef>
                <a:spcPct val="0"/>
              </a:spcBef>
              <a:spcAft>
                <a:spcPct val="3500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a:ea typeface="+mn-ea"/>
                <a:cs typeface="+mn-cs"/>
              </a:rPr>
              <a:t>Greater collaboration and communication</a:t>
            </a:r>
            <a:endParaRPr kumimoji="0" lang="en-ZA" sz="1800" b="0" i="0" u="none" strike="noStrike" kern="1200" cap="none" spc="0" normalizeH="0" baseline="0" noProof="0">
              <a:ln>
                <a:noFill/>
              </a:ln>
              <a:solidFill>
                <a:prstClr val="white"/>
              </a:solidFill>
              <a:effectLst/>
              <a:uLnTx/>
              <a:uFillTx/>
              <a:latin typeface="Calibri"/>
              <a:ea typeface="+mn-ea"/>
              <a:cs typeface="+mn-cs"/>
            </a:endParaRPr>
          </a:p>
        </p:txBody>
      </p:sp>
      <p:sp>
        <p:nvSpPr>
          <p:cNvPr id="20" name="Rectangle 19">
            <a:extLst>
              <a:ext uri="{FF2B5EF4-FFF2-40B4-BE49-F238E27FC236}">
                <a16:creationId xmlns:a16="http://schemas.microsoft.com/office/drawing/2014/main" id="{FBFBD7D4-E489-5A03-6ED3-358A6D9DF225}"/>
              </a:ext>
            </a:extLst>
          </p:cNvPr>
          <p:cNvSpPr/>
          <p:nvPr/>
        </p:nvSpPr>
        <p:spPr>
          <a:xfrm>
            <a:off x="9108800" y="4438075"/>
            <a:ext cx="2704963" cy="847344"/>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marL="0" marR="0" lvl="0" indent="0" algn="ctr" defTabSz="755650" rtl="0" eaLnBrk="1" fontAlgn="auto" latinLnBrk="0" hangingPunct="1">
              <a:lnSpc>
                <a:spcPct val="90000"/>
              </a:lnSpc>
              <a:spcBef>
                <a:spcPct val="0"/>
              </a:spcBef>
              <a:spcAft>
                <a:spcPct val="3500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a:ea typeface="+mn-ea"/>
                <a:cs typeface="+mn-cs"/>
              </a:rPr>
              <a:t>Better end-result, achieving business objectives</a:t>
            </a:r>
            <a:endParaRPr kumimoji="0" lang="en-ZA" sz="1800" b="0" i="0" u="none" strike="noStrike" kern="1200" cap="none" spc="0" normalizeH="0" baseline="0" noProof="0">
              <a:ln>
                <a:noFill/>
              </a:ln>
              <a:solidFill>
                <a:prstClr val="white"/>
              </a:solidFill>
              <a:effectLst/>
              <a:uLnTx/>
              <a:uFillTx/>
              <a:latin typeface="Calibri"/>
              <a:ea typeface="+mn-ea"/>
              <a:cs typeface="+mn-cs"/>
            </a:endParaRPr>
          </a:p>
        </p:txBody>
      </p:sp>
      <p:pic>
        <p:nvPicPr>
          <p:cNvPr id="7" name="Picture 6">
            <a:extLst>
              <a:ext uri="{FF2B5EF4-FFF2-40B4-BE49-F238E27FC236}">
                <a16:creationId xmlns:a16="http://schemas.microsoft.com/office/drawing/2014/main" id="{6EDFB888-3AF3-26D3-DB70-7482207E9E6A}"/>
              </a:ext>
            </a:extLst>
          </p:cNvPr>
          <p:cNvPicPr>
            <a:picLocks noChangeAspect="1"/>
          </p:cNvPicPr>
          <p:nvPr/>
        </p:nvPicPr>
        <p:blipFill>
          <a:blip r:embed="rId2"/>
          <a:stretch>
            <a:fillRect/>
          </a:stretch>
        </p:blipFill>
        <p:spPr>
          <a:xfrm>
            <a:off x="3403147" y="1650446"/>
            <a:ext cx="2387345" cy="2276948"/>
          </a:xfrm>
          <a:prstGeom prst="rect">
            <a:avLst/>
          </a:prstGeom>
        </p:spPr>
      </p:pic>
      <p:pic>
        <p:nvPicPr>
          <p:cNvPr id="9" name="Picture 8">
            <a:extLst>
              <a:ext uri="{FF2B5EF4-FFF2-40B4-BE49-F238E27FC236}">
                <a16:creationId xmlns:a16="http://schemas.microsoft.com/office/drawing/2014/main" id="{CDFC9E29-01C5-8F80-36DC-812EB82D02D0}"/>
              </a:ext>
            </a:extLst>
          </p:cNvPr>
          <p:cNvPicPr>
            <a:picLocks noChangeAspect="1"/>
          </p:cNvPicPr>
          <p:nvPr/>
        </p:nvPicPr>
        <p:blipFill>
          <a:blip r:embed="rId3"/>
          <a:stretch>
            <a:fillRect/>
          </a:stretch>
        </p:blipFill>
        <p:spPr>
          <a:xfrm>
            <a:off x="6295865" y="1650446"/>
            <a:ext cx="2337578" cy="2276949"/>
          </a:xfrm>
          <a:prstGeom prst="rect">
            <a:avLst/>
          </a:prstGeom>
        </p:spPr>
      </p:pic>
      <p:pic>
        <p:nvPicPr>
          <p:cNvPr id="11" name="Picture 10">
            <a:extLst>
              <a:ext uri="{FF2B5EF4-FFF2-40B4-BE49-F238E27FC236}">
                <a16:creationId xmlns:a16="http://schemas.microsoft.com/office/drawing/2014/main" id="{87872B46-856F-0494-7219-C2A50C435C0F}"/>
              </a:ext>
            </a:extLst>
          </p:cNvPr>
          <p:cNvPicPr>
            <a:picLocks noChangeAspect="1"/>
          </p:cNvPicPr>
          <p:nvPr/>
        </p:nvPicPr>
        <p:blipFill>
          <a:blip r:embed="rId4"/>
          <a:stretch>
            <a:fillRect/>
          </a:stretch>
        </p:blipFill>
        <p:spPr>
          <a:xfrm>
            <a:off x="9138816" y="1650446"/>
            <a:ext cx="2529943" cy="2276949"/>
          </a:xfrm>
          <a:prstGeom prst="rect">
            <a:avLst/>
          </a:prstGeom>
        </p:spPr>
      </p:pic>
      <p:pic>
        <p:nvPicPr>
          <p:cNvPr id="13" name="Picture 12">
            <a:extLst>
              <a:ext uri="{FF2B5EF4-FFF2-40B4-BE49-F238E27FC236}">
                <a16:creationId xmlns:a16="http://schemas.microsoft.com/office/drawing/2014/main" id="{C6E28CB7-C5C8-14D0-8952-2723C65929F1}"/>
              </a:ext>
            </a:extLst>
          </p:cNvPr>
          <p:cNvPicPr>
            <a:picLocks noChangeAspect="1"/>
          </p:cNvPicPr>
          <p:nvPr/>
        </p:nvPicPr>
        <p:blipFill>
          <a:blip r:embed="rId5"/>
          <a:stretch>
            <a:fillRect/>
          </a:stretch>
        </p:blipFill>
        <p:spPr>
          <a:xfrm>
            <a:off x="523241" y="1650446"/>
            <a:ext cx="2374533" cy="2276949"/>
          </a:xfrm>
          <a:prstGeom prst="rect">
            <a:avLst/>
          </a:prstGeom>
        </p:spPr>
      </p:pic>
    </p:spTree>
    <p:extLst>
      <p:ext uri="{BB962C8B-B14F-4D97-AF65-F5344CB8AC3E}">
        <p14:creationId xmlns:p14="http://schemas.microsoft.com/office/powerpoint/2010/main" val="24645786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BF0AF7D-1198-4785-9537-AF57A4253D48}"/>
              </a:ext>
            </a:extLst>
          </p:cNvPr>
          <p:cNvSpPr>
            <a:spLocks noGrp="1"/>
          </p:cNvSpPr>
          <p:nvPr>
            <p:ph type="body" sz="quarter" idx="12"/>
          </p:nvPr>
        </p:nvSpPr>
        <p:spPr/>
        <p:txBody>
          <a:bodyPr/>
          <a:lstStyle/>
          <a:p>
            <a:r>
              <a:rPr lang="en-GB">
                <a:latin typeface="Proxima Nova Lt"/>
              </a:rPr>
              <a:t>Open Box embraces the agile manifesto for flexible, results-driven delivery</a:t>
            </a:r>
            <a:endParaRPr lang="en-GB"/>
          </a:p>
        </p:txBody>
      </p:sp>
      <p:sp>
        <p:nvSpPr>
          <p:cNvPr id="3" name="Text Placeholder 2">
            <a:extLst>
              <a:ext uri="{FF2B5EF4-FFF2-40B4-BE49-F238E27FC236}">
                <a16:creationId xmlns:a16="http://schemas.microsoft.com/office/drawing/2014/main" id="{879D272B-143E-45C1-A219-E421403C8D74}"/>
              </a:ext>
            </a:extLst>
          </p:cNvPr>
          <p:cNvSpPr>
            <a:spLocks noGrp="1"/>
          </p:cNvSpPr>
          <p:nvPr>
            <p:ph type="body" sz="quarter" idx="11"/>
          </p:nvPr>
        </p:nvSpPr>
        <p:spPr>
          <a:xfrm>
            <a:off x="940444" y="391766"/>
            <a:ext cx="8621692" cy="575344"/>
          </a:xfrm>
        </p:spPr>
        <p:txBody>
          <a:bodyPr/>
          <a:lstStyle/>
          <a:p>
            <a:r>
              <a:rPr lang="en-GB">
                <a:latin typeface="Proxima Nova Lt"/>
              </a:rPr>
              <a:t>Agile Delivery</a:t>
            </a:r>
            <a:endParaRPr lang="en-GB"/>
          </a:p>
        </p:txBody>
      </p:sp>
      <p:cxnSp>
        <p:nvCxnSpPr>
          <p:cNvPr id="5" name="Connector: Elbow 4">
            <a:extLst>
              <a:ext uri="{FF2B5EF4-FFF2-40B4-BE49-F238E27FC236}">
                <a16:creationId xmlns:a16="http://schemas.microsoft.com/office/drawing/2014/main" id="{E5290C7C-DAFC-4362-BA27-9E075F0F56C1}"/>
              </a:ext>
            </a:extLst>
          </p:cNvPr>
          <p:cNvCxnSpPr>
            <a:cxnSpLocks/>
          </p:cNvCxnSpPr>
          <p:nvPr/>
        </p:nvCxnSpPr>
        <p:spPr>
          <a:xfrm rot="10800000">
            <a:off x="2993572" y="1918077"/>
            <a:ext cx="2487513" cy="1125013"/>
          </a:xfrm>
          <a:prstGeom prst="bentConnector3">
            <a:avLst>
              <a:gd name="adj1" fmla="val 50000"/>
            </a:avLst>
          </a:prstGeom>
          <a:ln w="12700">
            <a:solidFill>
              <a:srgbClr val="BCD727"/>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12" name="Text Placeholder 5">
            <a:extLst>
              <a:ext uri="{FF2B5EF4-FFF2-40B4-BE49-F238E27FC236}">
                <a16:creationId xmlns:a16="http://schemas.microsoft.com/office/drawing/2014/main" id="{02984721-0813-488F-B87F-666D21160D3D}"/>
              </a:ext>
            </a:extLst>
          </p:cNvPr>
          <p:cNvSpPr txBox="1">
            <a:spLocks/>
          </p:cNvSpPr>
          <p:nvPr/>
        </p:nvSpPr>
        <p:spPr>
          <a:xfrm>
            <a:off x="342125" y="1704872"/>
            <a:ext cx="2672034" cy="327788"/>
          </a:xfrm>
          <a:prstGeom prst="rect">
            <a:avLst/>
          </a:prstGeo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1800">
                <a:solidFill>
                  <a:srgbClr val="7F7F7F"/>
                </a:solidFill>
                <a:latin typeface="Proxima Nova Rg"/>
              </a:rPr>
              <a:t>Customer Collaboration</a:t>
            </a:r>
          </a:p>
        </p:txBody>
      </p:sp>
      <p:sp>
        <p:nvSpPr>
          <p:cNvPr id="10" name="Rectangle 9">
            <a:extLst>
              <a:ext uri="{FF2B5EF4-FFF2-40B4-BE49-F238E27FC236}">
                <a16:creationId xmlns:a16="http://schemas.microsoft.com/office/drawing/2014/main" id="{2D6A493E-401F-47A2-A9DA-739880D64685}"/>
              </a:ext>
            </a:extLst>
          </p:cNvPr>
          <p:cNvSpPr/>
          <p:nvPr/>
        </p:nvSpPr>
        <p:spPr>
          <a:xfrm>
            <a:off x="370524" y="2195659"/>
            <a:ext cx="3152795" cy="1354217"/>
          </a:xfrm>
          <a:prstGeom prst="rect">
            <a:avLst/>
          </a:prstGeom>
        </p:spPr>
        <p:txBody>
          <a:bodyPr wrap="square" anchor="t">
            <a:spAutoFit/>
          </a:bodyPr>
          <a:lstStyle/>
          <a:p>
            <a:pPr marL="180000" indent="-180000">
              <a:spcBef>
                <a:spcPts val="600"/>
              </a:spcBef>
              <a:buClr>
                <a:srgbClr val="BCD727"/>
              </a:buClr>
              <a:buFont typeface="Arial" panose="020B0604020202020204" pitchFamily="34" charset="0"/>
              <a:buChar char="•"/>
            </a:pPr>
            <a:r>
              <a:rPr lang="en-GB" sz="1100">
                <a:solidFill>
                  <a:schemeClr val="tx1">
                    <a:lumMod val="65000"/>
                    <a:lumOff val="35000"/>
                  </a:schemeClr>
                </a:solidFill>
                <a:latin typeface="Proxima Nova Lt"/>
              </a:rPr>
              <a:t>Strong working relationship between client and delivery team</a:t>
            </a:r>
          </a:p>
          <a:p>
            <a:pPr marL="180000" indent="-180000">
              <a:spcBef>
                <a:spcPts val="600"/>
              </a:spcBef>
              <a:buClr>
                <a:srgbClr val="BCD727"/>
              </a:buClr>
              <a:buFont typeface="Arial" panose="020B0604020202020204" pitchFamily="34" charset="0"/>
              <a:buChar char="•"/>
            </a:pPr>
            <a:r>
              <a:rPr lang="en-GB" sz="1100">
                <a:solidFill>
                  <a:schemeClr val="tx1">
                    <a:lumMod val="65000"/>
                    <a:lumOff val="35000"/>
                  </a:schemeClr>
                </a:solidFill>
                <a:latin typeface="Proxima Nova Lt"/>
              </a:rPr>
              <a:t>Regular interaction and collaboration </a:t>
            </a:r>
          </a:p>
          <a:p>
            <a:pPr marL="180000" indent="-180000">
              <a:spcBef>
                <a:spcPts val="600"/>
              </a:spcBef>
              <a:buClr>
                <a:srgbClr val="BCD727"/>
              </a:buClr>
              <a:buFont typeface="Arial" panose="020B0604020202020204" pitchFamily="34" charset="0"/>
              <a:buChar char="•"/>
            </a:pPr>
            <a:r>
              <a:rPr lang="en-GB" sz="1100">
                <a:solidFill>
                  <a:schemeClr val="tx1">
                    <a:lumMod val="65000"/>
                    <a:lumOff val="35000"/>
                  </a:schemeClr>
                </a:solidFill>
                <a:latin typeface="Proxima Nova Lt"/>
              </a:rPr>
              <a:t>Changes to requirements should not require renegotiation of contracts</a:t>
            </a:r>
          </a:p>
          <a:p>
            <a:pPr marL="180000" indent="-180000">
              <a:spcBef>
                <a:spcPts val="600"/>
              </a:spcBef>
              <a:buClr>
                <a:srgbClr val="BCD727"/>
              </a:buClr>
              <a:buFont typeface="Arial" panose="020B0604020202020204" pitchFamily="34" charset="0"/>
              <a:buChar char="•"/>
            </a:pPr>
            <a:endParaRPr lang="en-GB" sz="1200">
              <a:solidFill>
                <a:schemeClr val="tx1">
                  <a:lumMod val="65000"/>
                  <a:lumOff val="35000"/>
                </a:schemeClr>
              </a:solidFill>
              <a:latin typeface="Proxima Nova Lt"/>
            </a:endParaRPr>
          </a:p>
        </p:txBody>
      </p:sp>
      <p:cxnSp>
        <p:nvCxnSpPr>
          <p:cNvPr id="24" name="Connector: Elbow 23">
            <a:extLst>
              <a:ext uri="{FF2B5EF4-FFF2-40B4-BE49-F238E27FC236}">
                <a16:creationId xmlns:a16="http://schemas.microsoft.com/office/drawing/2014/main" id="{397A6269-F354-4E3E-8160-702706C34F2B}"/>
              </a:ext>
            </a:extLst>
          </p:cNvPr>
          <p:cNvCxnSpPr>
            <a:cxnSpLocks/>
          </p:cNvCxnSpPr>
          <p:nvPr/>
        </p:nvCxnSpPr>
        <p:spPr>
          <a:xfrm flipV="1">
            <a:off x="6710916" y="1776148"/>
            <a:ext cx="1652110" cy="1373484"/>
          </a:xfrm>
          <a:prstGeom prst="bentConnector3">
            <a:avLst>
              <a:gd name="adj1" fmla="val 50000"/>
            </a:avLst>
          </a:prstGeom>
          <a:ln w="12700">
            <a:solidFill>
              <a:srgbClr val="BCD727"/>
            </a:solidFill>
            <a:headEnd type="oval"/>
            <a:tailEnd type="oval"/>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E91DA83C-ECED-438D-987E-D05C5B4E2205}"/>
              </a:ext>
            </a:extLst>
          </p:cNvPr>
          <p:cNvPicPr>
            <a:picLocks noChangeAspect="1"/>
          </p:cNvPicPr>
          <p:nvPr/>
        </p:nvPicPr>
        <p:blipFill>
          <a:blip r:embed="rId3"/>
          <a:stretch>
            <a:fillRect/>
          </a:stretch>
        </p:blipFill>
        <p:spPr>
          <a:xfrm>
            <a:off x="5498841" y="2744023"/>
            <a:ext cx="1194319" cy="1198367"/>
          </a:xfrm>
          <a:prstGeom prst="rect">
            <a:avLst/>
          </a:prstGeom>
        </p:spPr>
      </p:pic>
      <p:sp>
        <p:nvSpPr>
          <p:cNvPr id="16" name="Rectangle 15">
            <a:extLst>
              <a:ext uri="{FF2B5EF4-FFF2-40B4-BE49-F238E27FC236}">
                <a16:creationId xmlns:a16="http://schemas.microsoft.com/office/drawing/2014/main" id="{4FAB8183-C854-4F99-A841-54076DDA4353}"/>
              </a:ext>
            </a:extLst>
          </p:cNvPr>
          <p:cNvSpPr/>
          <p:nvPr/>
        </p:nvSpPr>
        <p:spPr>
          <a:xfrm>
            <a:off x="8537098" y="2015916"/>
            <a:ext cx="3441353" cy="1938992"/>
          </a:xfrm>
          <a:prstGeom prst="rect">
            <a:avLst/>
          </a:prstGeom>
        </p:spPr>
        <p:txBody>
          <a:bodyPr wrap="square" anchor="t">
            <a:spAutoFit/>
          </a:bodyPr>
          <a:lstStyle/>
          <a:p>
            <a:pPr marL="180000" indent="-180000">
              <a:spcBef>
                <a:spcPts val="600"/>
              </a:spcBef>
              <a:buClr>
                <a:srgbClr val="BCD727"/>
              </a:buClr>
              <a:buFont typeface="Arial" panose="020B0604020202020204" pitchFamily="34" charset="0"/>
              <a:buChar char="•"/>
            </a:pPr>
            <a:r>
              <a:rPr lang="en-GB" sz="1100">
                <a:solidFill>
                  <a:schemeClr val="tx1">
                    <a:lumMod val="65000"/>
                    <a:lumOff val="35000"/>
                  </a:schemeClr>
                </a:solidFill>
                <a:latin typeface="Proxima Nova Lt"/>
              </a:rPr>
              <a:t>Processes and tools adjusted to each project and client’s needs.</a:t>
            </a:r>
          </a:p>
          <a:p>
            <a:pPr marL="180000" indent="-180000">
              <a:spcBef>
                <a:spcPts val="600"/>
              </a:spcBef>
              <a:buClr>
                <a:srgbClr val="BCD727"/>
              </a:buClr>
              <a:buFont typeface="Arial" panose="020B0604020202020204" pitchFamily="34" charset="0"/>
              <a:buChar char="•"/>
            </a:pPr>
            <a:r>
              <a:rPr lang="en-GB" sz="1100">
                <a:solidFill>
                  <a:schemeClr val="tx1">
                    <a:lumMod val="65000"/>
                    <a:lumOff val="35000"/>
                  </a:schemeClr>
                </a:solidFill>
                <a:latin typeface="Proxima Nova Lt"/>
              </a:rPr>
              <a:t>Teams fully committed to the project and take personal ownership of deliverables</a:t>
            </a:r>
          </a:p>
          <a:p>
            <a:pPr marL="180000" indent="-180000">
              <a:spcBef>
                <a:spcPts val="600"/>
              </a:spcBef>
              <a:buClr>
                <a:srgbClr val="BCD727"/>
              </a:buClr>
              <a:buFont typeface="Arial" panose="020B0604020202020204" pitchFamily="34" charset="0"/>
              <a:buChar char="•"/>
            </a:pPr>
            <a:r>
              <a:rPr lang="en-GB" sz="1100">
                <a:solidFill>
                  <a:schemeClr val="tx1">
                    <a:lumMod val="65000"/>
                    <a:lumOff val="35000"/>
                  </a:schemeClr>
                </a:solidFill>
                <a:latin typeface="Proxima Nova Lt"/>
              </a:rPr>
              <a:t>Teams reflect on their own performance and continuously make improvements</a:t>
            </a:r>
          </a:p>
          <a:p>
            <a:pPr marL="180000" indent="-180000">
              <a:spcBef>
                <a:spcPts val="600"/>
              </a:spcBef>
              <a:buClr>
                <a:srgbClr val="BCD727"/>
              </a:buClr>
              <a:buFont typeface="Arial" panose="020B0604020202020204" pitchFamily="34" charset="0"/>
              <a:buChar char="•"/>
            </a:pPr>
            <a:r>
              <a:rPr lang="en-GB" sz="1100">
                <a:solidFill>
                  <a:schemeClr val="tx1">
                    <a:lumMod val="65000"/>
                    <a:lumOff val="35000"/>
                  </a:schemeClr>
                </a:solidFill>
                <a:latin typeface="Proxima Nova Lt"/>
              </a:rPr>
              <a:t>Processes are geared towards encouraging people having face to face communication.</a:t>
            </a:r>
          </a:p>
          <a:p>
            <a:pPr marL="180000" indent="-180000">
              <a:spcBef>
                <a:spcPts val="600"/>
              </a:spcBef>
              <a:buClr>
                <a:srgbClr val="BCD727"/>
              </a:buClr>
              <a:buFont typeface="Arial" panose="020B0604020202020204" pitchFamily="34" charset="0"/>
              <a:buChar char="•"/>
            </a:pPr>
            <a:endParaRPr lang="en-GB" sz="1200">
              <a:solidFill>
                <a:schemeClr val="tx1">
                  <a:lumMod val="65000"/>
                  <a:lumOff val="35000"/>
                </a:schemeClr>
              </a:solidFill>
              <a:latin typeface="Proxima Nova Lt"/>
            </a:endParaRPr>
          </a:p>
        </p:txBody>
      </p:sp>
      <p:sp>
        <p:nvSpPr>
          <p:cNvPr id="18" name="Text Placeholder 5">
            <a:extLst>
              <a:ext uri="{FF2B5EF4-FFF2-40B4-BE49-F238E27FC236}">
                <a16:creationId xmlns:a16="http://schemas.microsoft.com/office/drawing/2014/main" id="{F4B7BF5E-FC68-4FBF-B87D-E9C3B2A7DEDA}"/>
              </a:ext>
            </a:extLst>
          </p:cNvPr>
          <p:cNvSpPr txBox="1">
            <a:spLocks/>
          </p:cNvSpPr>
          <p:nvPr/>
        </p:nvSpPr>
        <p:spPr>
          <a:xfrm>
            <a:off x="359881" y="1998573"/>
            <a:ext cx="2672034" cy="327788"/>
          </a:xfrm>
          <a:prstGeom prst="rect">
            <a:avLst/>
          </a:prstGeo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1100" cap="all">
                <a:solidFill>
                  <a:srgbClr val="7F7F7F"/>
                </a:solidFill>
                <a:latin typeface="Proxima Nova Lt" panose="02000506030000020004" pitchFamily="50" charset="0"/>
              </a:rPr>
              <a:t>Over Contract Negotiation</a:t>
            </a:r>
          </a:p>
        </p:txBody>
      </p:sp>
      <p:sp>
        <p:nvSpPr>
          <p:cNvPr id="19" name="Text Placeholder 5">
            <a:extLst>
              <a:ext uri="{FF2B5EF4-FFF2-40B4-BE49-F238E27FC236}">
                <a16:creationId xmlns:a16="http://schemas.microsoft.com/office/drawing/2014/main" id="{E60D112C-2812-461A-846A-220581029A85}"/>
              </a:ext>
            </a:extLst>
          </p:cNvPr>
          <p:cNvSpPr txBox="1">
            <a:spLocks/>
          </p:cNvSpPr>
          <p:nvPr/>
        </p:nvSpPr>
        <p:spPr>
          <a:xfrm>
            <a:off x="8537098" y="1522283"/>
            <a:ext cx="3101788" cy="327788"/>
          </a:xfrm>
          <a:prstGeom prst="rect">
            <a:avLst/>
          </a:prstGeo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1800">
                <a:solidFill>
                  <a:srgbClr val="7F7F7F"/>
                </a:solidFill>
                <a:latin typeface="Proxima Nova Rg"/>
              </a:rPr>
              <a:t>Individuals and interactions</a:t>
            </a:r>
          </a:p>
        </p:txBody>
      </p:sp>
      <p:sp>
        <p:nvSpPr>
          <p:cNvPr id="20" name="Text Placeholder 5">
            <a:extLst>
              <a:ext uri="{FF2B5EF4-FFF2-40B4-BE49-F238E27FC236}">
                <a16:creationId xmlns:a16="http://schemas.microsoft.com/office/drawing/2014/main" id="{27D0E3BC-2059-42E1-9F5E-CF2C16B47918}"/>
              </a:ext>
            </a:extLst>
          </p:cNvPr>
          <p:cNvSpPr txBox="1">
            <a:spLocks/>
          </p:cNvSpPr>
          <p:nvPr/>
        </p:nvSpPr>
        <p:spPr>
          <a:xfrm>
            <a:off x="8554854" y="1815984"/>
            <a:ext cx="2672034" cy="327788"/>
          </a:xfrm>
          <a:prstGeom prst="rect">
            <a:avLst/>
          </a:prstGeo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1100" cap="all">
                <a:solidFill>
                  <a:srgbClr val="7F7F7F"/>
                </a:solidFill>
                <a:latin typeface="Proxima Nova Lt" panose="02000506030000020004" pitchFamily="50" charset="0"/>
              </a:rPr>
              <a:t>Over processes and tools</a:t>
            </a:r>
          </a:p>
        </p:txBody>
      </p:sp>
      <p:cxnSp>
        <p:nvCxnSpPr>
          <p:cNvPr id="21" name="Connector: Elbow 20">
            <a:extLst>
              <a:ext uri="{FF2B5EF4-FFF2-40B4-BE49-F238E27FC236}">
                <a16:creationId xmlns:a16="http://schemas.microsoft.com/office/drawing/2014/main" id="{72E735A5-70F6-4B46-83B8-F980BFDCD530}"/>
              </a:ext>
            </a:extLst>
          </p:cNvPr>
          <p:cNvCxnSpPr>
            <a:cxnSpLocks/>
          </p:cNvCxnSpPr>
          <p:nvPr/>
        </p:nvCxnSpPr>
        <p:spPr>
          <a:xfrm rot="10800000" flipV="1">
            <a:off x="2503672" y="3539388"/>
            <a:ext cx="2998000" cy="345581"/>
          </a:xfrm>
          <a:prstGeom prst="bentConnector3">
            <a:avLst>
              <a:gd name="adj1" fmla="val 50000"/>
            </a:avLst>
          </a:prstGeom>
          <a:ln w="12700">
            <a:solidFill>
              <a:srgbClr val="BCD727"/>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22" name="Text Placeholder 5">
            <a:extLst>
              <a:ext uri="{FF2B5EF4-FFF2-40B4-BE49-F238E27FC236}">
                <a16:creationId xmlns:a16="http://schemas.microsoft.com/office/drawing/2014/main" id="{95FE3969-C5D6-4F6A-B941-601A3116B3A1}"/>
              </a:ext>
            </a:extLst>
          </p:cNvPr>
          <p:cNvSpPr txBox="1">
            <a:spLocks/>
          </p:cNvSpPr>
          <p:nvPr/>
        </p:nvSpPr>
        <p:spPr>
          <a:xfrm>
            <a:off x="306486" y="3768857"/>
            <a:ext cx="2672034" cy="327788"/>
          </a:xfrm>
          <a:prstGeom prst="rect">
            <a:avLst/>
          </a:prstGeo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1800">
                <a:solidFill>
                  <a:srgbClr val="7F7F7F"/>
                </a:solidFill>
                <a:latin typeface="Proxima Nova Rg"/>
              </a:rPr>
              <a:t>Working Software</a:t>
            </a:r>
          </a:p>
        </p:txBody>
      </p:sp>
      <p:sp>
        <p:nvSpPr>
          <p:cNvPr id="25" name="Rectangle 24">
            <a:extLst>
              <a:ext uri="{FF2B5EF4-FFF2-40B4-BE49-F238E27FC236}">
                <a16:creationId xmlns:a16="http://schemas.microsoft.com/office/drawing/2014/main" id="{64B49520-4F13-411F-B69C-D77754722310}"/>
              </a:ext>
            </a:extLst>
          </p:cNvPr>
          <p:cNvSpPr/>
          <p:nvPr/>
        </p:nvSpPr>
        <p:spPr>
          <a:xfrm>
            <a:off x="324242" y="4340074"/>
            <a:ext cx="3762826" cy="1261884"/>
          </a:xfrm>
          <a:prstGeom prst="rect">
            <a:avLst/>
          </a:prstGeom>
        </p:spPr>
        <p:txBody>
          <a:bodyPr wrap="square" anchor="t">
            <a:spAutoFit/>
          </a:bodyPr>
          <a:lstStyle/>
          <a:p>
            <a:pPr marL="180000" indent="-180000">
              <a:spcBef>
                <a:spcPts val="600"/>
              </a:spcBef>
              <a:buClr>
                <a:srgbClr val="BCD727"/>
              </a:buClr>
              <a:buFont typeface="Arial" panose="020B0604020202020204" pitchFamily="34" charset="0"/>
              <a:buChar char="•"/>
            </a:pPr>
            <a:r>
              <a:rPr lang="en-GB" sz="1100">
                <a:solidFill>
                  <a:schemeClr val="tx1">
                    <a:lumMod val="65000"/>
                    <a:lumOff val="35000"/>
                  </a:schemeClr>
                </a:solidFill>
                <a:latin typeface="Proxima Nova Lt"/>
              </a:rPr>
              <a:t>Early and continuous delivery of working software is highest priority</a:t>
            </a:r>
          </a:p>
          <a:p>
            <a:pPr marL="180000" indent="-180000">
              <a:spcBef>
                <a:spcPts val="600"/>
              </a:spcBef>
              <a:buClr>
                <a:srgbClr val="BCD727"/>
              </a:buClr>
              <a:buFont typeface="Arial" panose="020B0604020202020204" pitchFamily="34" charset="0"/>
              <a:buChar char="•"/>
            </a:pPr>
            <a:r>
              <a:rPr lang="en-GB" sz="1100">
                <a:solidFill>
                  <a:schemeClr val="tx1">
                    <a:lumMod val="65000"/>
                    <a:lumOff val="35000"/>
                  </a:schemeClr>
                </a:solidFill>
                <a:latin typeface="Proxima Nova Lt"/>
              </a:rPr>
              <a:t>Documentation produced through delivery as a living, real-time record of the project</a:t>
            </a:r>
          </a:p>
          <a:p>
            <a:pPr marL="180000" indent="-180000">
              <a:spcBef>
                <a:spcPts val="600"/>
              </a:spcBef>
              <a:buClr>
                <a:srgbClr val="BCD727"/>
              </a:buClr>
              <a:buFont typeface="Arial" panose="020B0604020202020204" pitchFamily="34" charset="0"/>
              <a:buChar char="•"/>
            </a:pPr>
            <a:r>
              <a:rPr lang="en-GB" sz="1100">
                <a:solidFill>
                  <a:schemeClr val="tx1">
                    <a:lumMod val="65000"/>
                    <a:lumOff val="35000"/>
                  </a:schemeClr>
                </a:solidFill>
                <a:latin typeface="Proxima Nova Lt"/>
              </a:rPr>
              <a:t>Digital documentation at the user story level favoured over lengthy specs</a:t>
            </a:r>
          </a:p>
        </p:txBody>
      </p:sp>
      <p:sp>
        <p:nvSpPr>
          <p:cNvPr id="26" name="Text Placeholder 5">
            <a:extLst>
              <a:ext uri="{FF2B5EF4-FFF2-40B4-BE49-F238E27FC236}">
                <a16:creationId xmlns:a16="http://schemas.microsoft.com/office/drawing/2014/main" id="{CC703125-5A76-4A1D-B84D-FD8DD30A7BDB}"/>
              </a:ext>
            </a:extLst>
          </p:cNvPr>
          <p:cNvSpPr txBox="1">
            <a:spLocks/>
          </p:cNvSpPr>
          <p:nvPr/>
        </p:nvSpPr>
        <p:spPr>
          <a:xfrm>
            <a:off x="324242" y="4062558"/>
            <a:ext cx="3152794" cy="327788"/>
          </a:xfrm>
          <a:prstGeom prst="rect">
            <a:avLst/>
          </a:prstGeo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1100" cap="all">
                <a:solidFill>
                  <a:srgbClr val="7F7F7F"/>
                </a:solidFill>
                <a:latin typeface="Proxima Nova Lt" panose="02000506030000020004" pitchFamily="50" charset="0"/>
              </a:rPr>
              <a:t>Over comprehensive documentation</a:t>
            </a:r>
          </a:p>
        </p:txBody>
      </p:sp>
      <p:sp>
        <p:nvSpPr>
          <p:cNvPr id="28" name="Rectangle 27">
            <a:extLst>
              <a:ext uri="{FF2B5EF4-FFF2-40B4-BE49-F238E27FC236}">
                <a16:creationId xmlns:a16="http://schemas.microsoft.com/office/drawing/2014/main" id="{DAC5FE0C-B94D-4B7C-8D82-326F1B9960EE}"/>
              </a:ext>
            </a:extLst>
          </p:cNvPr>
          <p:cNvSpPr/>
          <p:nvPr/>
        </p:nvSpPr>
        <p:spPr>
          <a:xfrm>
            <a:off x="8481781" y="4644619"/>
            <a:ext cx="3598191" cy="1938992"/>
          </a:xfrm>
          <a:prstGeom prst="rect">
            <a:avLst/>
          </a:prstGeom>
        </p:spPr>
        <p:txBody>
          <a:bodyPr wrap="square" anchor="t">
            <a:spAutoFit/>
          </a:bodyPr>
          <a:lstStyle/>
          <a:p>
            <a:pPr marL="180000" indent="-180000">
              <a:spcBef>
                <a:spcPts val="600"/>
              </a:spcBef>
              <a:buClr>
                <a:srgbClr val="BCD727"/>
              </a:buClr>
              <a:buFont typeface="Arial" panose="020B0604020202020204" pitchFamily="34" charset="0"/>
              <a:buChar char="•"/>
            </a:pPr>
            <a:r>
              <a:rPr lang="en-GB" sz="1100">
                <a:solidFill>
                  <a:schemeClr val="tx1">
                    <a:lumMod val="65000"/>
                    <a:lumOff val="35000"/>
                  </a:schemeClr>
                </a:solidFill>
                <a:latin typeface="Proxima Nova Lt"/>
              </a:rPr>
              <a:t>Projects must respond to changing business needs in the real world environment</a:t>
            </a:r>
          </a:p>
          <a:p>
            <a:pPr marL="180000" indent="-180000">
              <a:spcBef>
                <a:spcPts val="600"/>
              </a:spcBef>
              <a:buClr>
                <a:srgbClr val="BCD727"/>
              </a:buClr>
              <a:buFont typeface="Arial" panose="020B0604020202020204" pitchFamily="34" charset="0"/>
              <a:buChar char="•"/>
            </a:pPr>
            <a:r>
              <a:rPr lang="en-GB" sz="1100">
                <a:solidFill>
                  <a:schemeClr val="tx1">
                    <a:lumMod val="65000"/>
                    <a:lumOff val="35000"/>
                  </a:schemeClr>
                </a:solidFill>
                <a:latin typeface="Proxima Nova Lt"/>
              </a:rPr>
              <a:t>Incremental delivery means regular review and re-assessment of scope and priorities</a:t>
            </a:r>
          </a:p>
          <a:p>
            <a:pPr marL="180000" indent="-180000">
              <a:spcBef>
                <a:spcPts val="600"/>
              </a:spcBef>
              <a:buClr>
                <a:srgbClr val="BCD727"/>
              </a:buClr>
              <a:buFont typeface="Arial" panose="020B0604020202020204" pitchFamily="34" charset="0"/>
              <a:buChar char="•"/>
            </a:pPr>
            <a:r>
              <a:rPr lang="en-GB" sz="1100">
                <a:solidFill>
                  <a:schemeClr val="tx1">
                    <a:lumMod val="65000"/>
                    <a:lumOff val="35000"/>
                  </a:schemeClr>
                </a:solidFill>
                <a:latin typeface="Proxima Nova Lt"/>
              </a:rPr>
              <a:t>Changes to requirements are expected  and are not show-stoppers.</a:t>
            </a:r>
          </a:p>
          <a:p>
            <a:pPr marL="180000" indent="-180000">
              <a:spcBef>
                <a:spcPts val="600"/>
              </a:spcBef>
              <a:buClr>
                <a:srgbClr val="BCD727"/>
              </a:buClr>
              <a:buFont typeface="Arial" panose="020B0604020202020204" pitchFamily="34" charset="0"/>
              <a:buChar char="•"/>
            </a:pPr>
            <a:r>
              <a:rPr lang="en-GB" sz="1100">
                <a:solidFill>
                  <a:schemeClr val="tx1">
                    <a:lumMod val="65000"/>
                    <a:lumOff val="35000"/>
                  </a:schemeClr>
                </a:solidFill>
                <a:latin typeface="Proxima Nova Lt"/>
              </a:rPr>
              <a:t>Projects are optimised for adaptability as opposed to predictability</a:t>
            </a:r>
          </a:p>
          <a:p>
            <a:pPr marL="180000" indent="-180000">
              <a:spcBef>
                <a:spcPts val="600"/>
              </a:spcBef>
              <a:buClr>
                <a:srgbClr val="BCD727"/>
              </a:buClr>
              <a:buFont typeface="Arial" panose="020B0604020202020204" pitchFamily="34" charset="0"/>
              <a:buChar char="•"/>
            </a:pPr>
            <a:endParaRPr lang="en-GB" sz="1200">
              <a:solidFill>
                <a:schemeClr val="tx1">
                  <a:lumMod val="65000"/>
                  <a:lumOff val="35000"/>
                </a:schemeClr>
              </a:solidFill>
              <a:latin typeface="Proxima Nova Lt"/>
            </a:endParaRPr>
          </a:p>
        </p:txBody>
      </p:sp>
      <p:sp>
        <p:nvSpPr>
          <p:cNvPr id="29" name="Text Placeholder 5">
            <a:extLst>
              <a:ext uri="{FF2B5EF4-FFF2-40B4-BE49-F238E27FC236}">
                <a16:creationId xmlns:a16="http://schemas.microsoft.com/office/drawing/2014/main" id="{5AAF41FF-AE3C-459F-A10D-12EF998BD758}"/>
              </a:ext>
            </a:extLst>
          </p:cNvPr>
          <p:cNvSpPr txBox="1">
            <a:spLocks/>
          </p:cNvSpPr>
          <p:nvPr/>
        </p:nvSpPr>
        <p:spPr>
          <a:xfrm>
            <a:off x="8438667" y="4120753"/>
            <a:ext cx="3101788" cy="327788"/>
          </a:xfrm>
          <a:prstGeom prst="rect">
            <a:avLst/>
          </a:prstGeo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1800">
                <a:solidFill>
                  <a:srgbClr val="7F7F7F"/>
                </a:solidFill>
                <a:latin typeface="Proxima Nova Rg"/>
              </a:rPr>
              <a:t>Responding to change</a:t>
            </a:r>
          </a:p>
        </p:txBody>
      </p:sp>
      <p:sp>
        <p:nvSpPr>
          <p:cNvPr id="30" name="Text Placeholder 5">
            <a:extLst>
              <a:ext uri="{FF2B5EF4-FFF2-40B4-BE49-F238E27FC236}">
                <a16:creationId xmlns:a16="http://schemas.microsoft.com/office/drawing/2014/main" id="{45706A61-AD27-43B7-AE03-72E917CCF0AB}"/>
              </a:ext>
            </a:extLst>
          </p:cNvPr>
          <p:cNvSpPr txBox="1">
            <a:spLocks/>
          </p:cNvSpPr>
          <p:nvPr/>
        </p:nvSpPr>
        <p:spPr>
          <a:xfrm>
            <a:off x="8438667" y="4414454"/>
            <a:ext cx="2672034" cy="327788"/>
          </a:xfrm>
          <a:prstGeom prst="rect">
            <a:avLst/>
          </a:prstGeo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1100" cap="all">
                <a:solidFill>
                  <a:srgbClr val="7F7F7F"/>
                </a:solidFill>
                <a:latin typeface="Proxima Nova Lt" panose="02000506030000020004" pitchFamily="50" charset="0"/>
              </a:rPr>
              <a:t>Over following a plan</a:t>
            </a:r>
          </a:p>
        </p:txBody>
      </p:sp>
      <p:cxnSp>
        <p:nvCxnSpPr>
          <p:cNvPr id="34" name="Connector: Elbow 33">
            <a:extLst>
              <a:ext uri="{FF2B5EF4-FFF2-40B4-BE49-F238E27FC236}">
                <a16:creationId xmlns:a16="http://schemas.microsoft.com/office/drawing/2014/main" id="{C7B540AC-DA04-476E-9EDF-B1E379AA0233}"/>
              </a:ext>
            </a:extLst>
          </p:cNvPr>
          <p:cNvCxnSpPr>
            <a:cxnSpLocks/>
            <a:endCxn id="29" idx="1"/>
          </p:cNvCxnSpPr>
          <p:nvPr/>
        </p:nvCxnSpPr>
        <p:spPr>
          <a:xfrm>
            <a:off x="6710916" y="3539388"/>
            <a:ext cx="1727751" cy="745259"/>
          </a:xfrm>
          <a:prstGeom prst="bentConnector3">
            <a:avLst>
              <a:gd name="adj1" fmla="val 50000"/>
            </a:avLst>
          </a:prstGeom>
          <a:ln w="12700">
            <a:solidFill>
              <a:srgbClr val="BCD727"/>
            </a:solidFill>
            <a:headEnd type="oval"/>
            <a:tailEnd type="oval"/>
          </a:ln>
        </p:spPr>
        <p:style>
          <a:lnRef idx="1">
            <a:schemeClr val="accent1"/>
          </a:lnRef>
          <a:fillRef idx="0">
            <a:schemeClr val="accent1"/>
          </a:fillRef>
          <a:effectRef idx="0">
            <a:schemeClr val="accent1"/>
          </a:effectRef>
          <a:fontRef idx="minor">
            <a:schemeClr val="tx1"/>
          </a:fontRef>
        </p:style>
      </p:cxnSp>
      <p:graphicFrame>
        <p:nvGraphicFramePr>
          <p:cNvPr id="23" name="Table 11">
            <a:extLst>
              <a:ext uri="{FF2B5EF4-FFF2-40B4-BE49-F238E27FC236}">
                <a16:creationId xmlns:a16="http://schemas.microsoft.com/office/drawing/2014/main" id="{66403941-668B-4CDC-B99A-E51BBA7AC1A3}"/>
              </a:ext>
            </a:extLst>
          </p:cNvPr>
          <p:cNvGraphicFramePr>
            <a:graphicFrameLocks noGrp="1"/>
          </p:cNvGraphicFramePr>
          <p:nvPr>
            <p:extLst>
              <p:ext uri="{D42A27DB-BD31-4B8C-83A1-F6EECF244321}">
                <p14:modId xmlns:p14="http://schemas.microsoft.com/office/powerpoint/2010/main" val="1628136001"/>
              </p:ext>
            </p:extLst>
          </p:nvPr>
        </p:nvGraphicFramePr>
        <p:xfrm>
          <a:off x="0" y="5960950"/>
          <a:ext cx="6576879" cy="814819"/>
        </p:xfrm>
        <a:graphic>
          <a:graphicData uri="http://schemas.openxmlformats.org/drawingml/2006/table">
            <a:tbl>
              <a:tblPr firstRow="1" bandRow="1">
                <a:tableStyleId>{5C22544A-7EE6-4342-B048-85BDC9FD1C3A}</a:tableStyleId>
              </a:tblPr>
              <a:tblGrid>
                <a:gridCol w="6576879">
                  <a:extLst>
                    <a:ext uri="{9D8B030D-6E8A-4147-A177-3AD203B41FA5}">
                      <a16:colId xmlns:a16="http://schemas.microsoft.com/office/drawing/2014/main" val="1196964842"/>
                    </a:ext>
                  </a:extLst>
                </a:gridCol>
              </a:tblGrid>
              <a:tr h="814819">
                <a:tc>
                  <a:txBody>
                    <a:bodyPr/>
                    <a:lstStyle/>
                    <a:p>
                      <a:endParaRPr lang="en-GB"/>
                    </a:p>
                  </a:txBody>
                  <a:tcPr>
                    <a:lnL w="12700" cmpd="sng">
                      <a:noFill/>
                    </a:lnL>
                    <a:lnR w="12700" cmpd="sng">
                      <a:noFill/>
                    </a:lnR>
                    <a:lnT w="28575" cap="flat" cmpd="sng" algn="ctr">
                      <a:solidFill>
                        <a:schemeClr val="accent6"/>
                      </a:solidFill>
                      <a:prstDash val="solid"/>
                      <a:round/>
                      <a:headEnd type="none" w="med" len="med"/>
                      <a:tailEnd type="none" w="med" len="med"/>
                    </a:lnT>
                    <a:lnB w="2857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91274222"/>
                  </a:ext>
                </a:extLst>
              </a:tr>
            </a:tbl>
          </a:graphicData>
        </a:graphic>
      </p:graphicFrame>
      <p:sp>
        <p:nvSpPr>
          <p:cNvPr id="27" name="Rectangle 3">
            <a:extLst>
              <a:ext uri="{FF2B5EF4-FFF2-40B4-BE49-F238E27FC236}">
                <a16:creationId xmlns:a16="http://schemas.microsoft.com/office/drawing/2014/main" id="{0B46DD58-AC6E-4C03-9E48-DFDFAAC31214}"/>
              </a:ext>
            </a:extLst>
          </p:cNvPr>
          <p:cNvSpPr>
            <a:spLocks noChangeArrowheads="1"/>
          </p:cNvSpPr>
          <p:nvPr/>
        </p:nvSpPr>
        <p:spPr bwMode="auto">
          <a:xfrm>
            <a:off x="-116919" y="6071753"/>
            <a:ext cx="6493751" cy="461665"/>
          </a:xfrm>
          <a:prstGeom prst="rect">
            <a:avLst/>
          </a:prstGeom>
          <a:noFill/>
          <a:ln>
            <a:noFill/>
          </a:ln>
          <a:effec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1" defTabSz="914400"/>
            <a:r>
              <a:rPr lang="en-US" sz="1200">
                <a:solidFill>
                  <a:srgbClr val="6E7878"/>
                </a:solidFill>
                <a:latin typeface="Proxima Nova Lt"/>
              </a:rPr>
              <a:t>Open Box’s </a:t>
            </a:r>
            <a:r>
              <a:rPr lang="en-US" sz="1200" b="1">
                <a:solidFill>
                  <a:srgbClr val="6E7878"/>
                </a:solidFill>
                <a:latin typeface="Proxima Nova Lt"/>
              </a:rPr>
              <a:t>willingness to work alongside us</a:t>
            </a:r>
            <a:r>
              <a:rPr lang="en-US" sz="1200">
                <a:solidFill>
                  <a:srgbClr val="6E7878"/>
                </a:solidFill>
                <a:latin typeface="Proxima Nova Lt"/>
              </a:rPr>
              <a:t>, even before a contract is signed means that the cost and timelines are always highly accurate</a:t>
            </a:r>
            <a:endParaRPr lang="en-ZA" sz="1200">
              <a:solidFill>
                <a:srgbClr val="6E7878"/>
              </a:solidFill>
              <a:latin typeface="Proxima Nova Lt"/>
            </a:endParaRPr>
          </a:p>
        </p:txBody>
      </p:sp>
      <p:sp>
        <p:nvSpPr>
          <p:cNvPr id="31" name="Rectangle 3">
            <a:extLst>
              <a:ext uri="{FF2B5EF4-FFF2-40B4-BE49-F238E27FC236}">
                <a16:creationId xmlns:a16="http://schemas.microsoft.com/office/drawing/2014/main" id="{7634E347-6C84-4DC1-B75C-CC8D19C11080}"/>
              </a:ext>
            </a:extLst>
          </p:cNvPr>
          <p:cNvSpPr>
            <a:spLocks noChangeArrowheads="1"/>
          </p:cNvSpPr>
          <p:nvPr/>
        </p:nvSpPr>
        <p:spPr bwMode="auto">
          <a:xfrm>
            <a:off x="2932918" y="6436650"/>
            <a:ext cx="3268404" cy="400110"/>
          </a:xfrm>
          <a:prstGeom prst="rect">
            <a:avLst/>
          </a:prstGeom>
          <a:noFill/>
          <a:ln>
            <a:noFill/>
          </a:ln>
          <a:effectLst/>
        </p:spPr>
        <p:txBody>
          <a:bodyPr vert="horz" wrap="square" lIns="91440" tIns="45720" rIns="91440" bIns="4572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r" defTabSz="914400"/>
            <a:r>
              <a:rPr lang="en-US" sz="1000" i="1">
                <a:solidFill>
                  <a:schemeClr val="bg1">
                    <a:lumMod val="65000"/>
                  </a:schemeClr>
                </a:solidFill>
                <a:latin typeface="Proxima Nova Lt"/>
              </a:rPr>
              <a:t>Head of Product Delivery, JLL</a:t>
            </a:r>
          </a:p>
          <a:p>
            <a:pPr algn="r" defTabSz="914400"/>
            <a:endParaRPr lang="en-ZA" sz="1000" i="1">
              <a:solidFill>
                <a:schemeClr val="bg1">
                  <a:lumMod val="65000"/>
                </a:schemeClr>
              </a:solidFill>
              <a:latin typeface="Proxima Nova Lt"/>
            </a:endParaRPr>
          </a:p>
        </p:txBody>
      </p:sp>
      <p:pic>
        <p:nvPicPr>
          <p:cNvPr id="32" name="Graphic 9" descr="Open quotation mark">
            <a:extLst>
              <a:ext uri="{FF2B5EF4-FFF2-40B4-BE49-F238E27FC236}">
                <a16:creationId xmlns:a16="http://schemas.microsoft.com/office/drawing/2014/main" id="{7EECA85F-EA63-42A3-83EF-0F3C18B8996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4754" y="5868419"/>
            <a:ext cx="535173" cy="552271"/>
          </a:xfrm>
          <a:prstGeom prst="rect">
            <a:avLst/>
          </a:prstGeom>
        </p:spPr>
      </p:pic>
      <p:pic>
        <p:nvPicPr>
          <p:cNvPr id="4" name="Graphic 9" descr="Open quotation mark">
            <a:extLst>
              <a:ext uri="{FF2B5EF4-FFF2-40B4-BE49-F238E27FC236}">
                <a16:creationId xmlns:a16="http://schemas.microsoft.com/office/drawing/2014/main" id="{A2112869-0766-0C64-0306-C33C1A1A670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0800000">
            <a:off x="3930926" y="6144554"/>
            <a:ext cx="535173" cy="552271"/>
          </a:xfrm>
          <a:prstGeom prst="rect">
            <a:avLst/>
          </a:prstGeom>
        </p:spPr>
      </p:pic>
    </p:spTree>
    <p:extLst>
      <p:ext uri="{BB962C8B-B14F-4D97-AF65-F5344CB8AC3E}">
        <p14:creationId xmlns:p14="http://schemas.microsoft.com/office/powerpoint/2010/main" val="23921237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CA9EE81-4B3F-4791-972C-DA53B403B165}"/>
              </a:ext>
            </a:extLst>
          </p:cNvPr>
          <p:cNvSpPr>
            <a:spLocks noGrp="1"/>
          </p:cNvSpPr>
          <p:nvPr>
            <p:ph type="body" sz="quarter" idx="11"/>
          </p:nvPr>
        </p:nvSpPr>
        <p:spPr/>
        <p:txBody>
          <a:bodyPr/>
          <a:lstStyle/>
          <a:p>
            <a:r>
              <a:rPr lang="en-US"/>
              <a:t>“Sprint 0”</a:t>
            </a:r>
            <a:endParaRPr lang="en-ZA"/>
          </a:p>
        </p:txBody>
      </p:sp>
      <p:sp>
        <p:nvSpPr>
          <p:cNvPr id="4" name="Text Placeholder 3">
            <a:extLst>
              <a:ext uri="{FF2B5EF4-FFF2-40B4-BE49-F238E27FC236}">
                <a16:creationId xmlns:a16="http://schemas.microsoft.com/office/drawing/2014/main" id="{996D479A-85FA-47EF-BBDC-F4A9DF4A0194}"/>
              </a:ext>
            </a:extLst>
          </p:cNvPr>
          <p:cNvSpPr txBox="1">
            <a:spLocks/>
          </p:cNvSpPr>
          <p:nvPr/>
        </p:nvSpPr>
        <p:spPr>
          <a:xfrm>
            <a:off x="1417959" y="1868176"/>
            <a:ext cx="907406" cy="395872"/>
          </a:xfrm>
          <a:prstGeom prst="rect">
            <a:avLst/>
          </a:prstGeom>
        </p:spPr>
        <p:txBody>
          <a:bodyPr anchor="ctr"/>
          <a:lstStyle>
            <a:lvl1pPr marL="0" indent="0" algn="l" defTabSz="914400" rtl="0" eaLnBrk="1" latinLnBrk="0" hangingPunct="1">
              <a:lnSpc>
                <a:spcPct val="90000"/>
              </a:lnSpc>
              <a:spcBef>
                <a:spcPts val="1000"/>
              </a:spcBef>
              <a:buFont typeface="Arial" panose="020B0604020202020204" pitchFamily="34" charset="0"/>
              <a:buNone/>
              <a:defRPr sz="2000" b="0" i="0" kern="1200">
                <a:solidFill>
                  <a:srgbClr val="ADADAD"/>
                </a:solidFill>
                <a:latin typeface="Proxima Nova Lt" panose="02000506030000020004" pitchFamily="50" charset="0"/>
                <a:ea typeface="+mn-ea"/>
                <a:cs typeface="Proxima Nova Lt" panose="02000506030000020004" pitchFamily="50"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a:ln>
                  <a:noFill/>
                </a:ln>
                <a:solidFill>
                  <a:srgbClr val="ADADAD"/>
                </a:solidFill>
                <a:effectLst/>
                <a:uLnTx/>
                <a:uFillTx/>
                <a:latin typeface="Proxima Nova Lt" panose="02000506030000020004" pitchFamily="50" charset="0"/>
                <a:ea typeface="+mn-ea"/>
              </a:rPr>
              <a:t>Inputs </a:t>
            </a:r>
            <a:endParaRPr kumimoji="0" lang="en-ZA" sz="2000" b="0" i="0" u="none" strike="noStrike" kern="1200" cap="none" spc="0" normalizeH="0" baseline="0" noProof="0">
              <a:ln>
                <a:noFill/>
              </a:ln>
              <a:solidFill>
                <a:srgbClr val="ADADAD"/>
              </a:solidFill>
              <a:effectLst/>
              <a:uLnTx/>
              <a:uFillTx/>
              <a:latin typeface="Proxima Nova Lt" panose="02000506030000020004" pitchFamily="50" charset="0"/>
              <a:ea typeface="+mn-ea"/>
            </a:endParaRPr>
          </a:p>
        </p:txBody>
      </p:sp>
      <p:sp>
        <p:nvSpPr>
          <p:cNvPr id="5" name="Text Placeholder 3">
            <a:extLst>
              <a:ext uri="{FF2B5EF4-FFF2-40B4-BE49-F238E27FC236}">
                <a16:creationId xmlns:a16="http://schemas.microsoft.com/office/drawing/2014/main" id="{C2FC71A7-353D-50D0-3D9A-36151720D561}"/>
              </a:ext>
            </a:extLst>
          </p:cNvPr>
          <p:cNvSpPr txBox="1">
            <a:spLocks/>
          </p:cNvSpPr>
          <p:nvPr/>
        </p:nvSpPr>
        <p:spPr>
          <a:xfrm>
            <a:off x="9643100" y="1880017"/>
            <a:ext cx="1130941" cy="395872"/>
          </a:xfrm>
          <a:prstGeom prst="rect">
            <a:avLst/>
          </a:prstGeom>
        </p:spPr>
        <p:txBody>
          <a:bodyPr anchor="ctr"/>
          <a:lstStyle>
            <a:lvl1pPr marL="0" indent="0" algn="l" defTabSz="914400" rtl="0" eaLnBrk="1" latinLnBrk="0" hangingPunct="1">
              <a:lnSpc>
                <a:spcPct val="90000"/>
              </a:lnSpc>
              <a:spcBef>
                <a:spcPts val="1000"/>
              </a:spcBef>
              <a:buFont typeface="Arial" panose="020B0604020202020204" pitchFamily="34" charset="0"/>
              <a:buNone/>
              <a:defRPr sz="2000" b="0" i="0" kern="1200">
                <a:solidFill>
                  <a:srgbClr val="ADADAD"/>
                </a:solidFill>
                <a:latin typeface="Proxima Nova Lt" panose="02000506030000020004" pitchFamily="50" charset="0"/>
                <a:ea typeface="+mn-ea"/>
                <a:cs typeface="Proxima Nova Lt" panose="02000506030000020004" pitchFamily="50"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a:ln>
                  <a:noFill/>
                </a:ln>
                <a:solidFill>
                  <a:srgbClr val="ADADAD"/>
                </a:solidFill>
                <a:effectLst/>
                <a:uLnTx/>
                <a:uFillTx/>
                <a:latin typeface="Proxima Nova Lt" panose="02000506030000020004" pitchFamily="50" charset="0"/>
                <a:ea typeface="+mn-ea"/>
              </a:rPr>
              <a:t>Outputs </a:t>
            </a:r>
            <a:endParaRPr kumimoji="0" lang="en-ZA" sz="2000" b="0" i="0" u="none" strike="noStrike" kern="1200" cap="none" spc="0" normalizeH="0" baseline="0" noProof="0">
              <a:ln>
                <a:noFill/>
              </a:ln>
              <a:solidFill>
                <a:srgbClr val="ADADAD"/>
              </a:solidFill>
              <a:effectLst/>
              <a:uLnTx/>
              <a:uFillTx/>
              <a:latin typeface="Proxima Nova Lt" panose="02000506030000020004" pitchFamily="50" charset="0"/>
              <a:ea typeface="+mn-ea"/>
            </a:endParaRPr>
          </a:p>
        </p:txBody>
      </p:sp>
      <p:sp>
        <p:nvSpPr>
          <p:cNvPr id="6" name="Rectangle: Rounded Corners 5">
            <a:extLst>
              <a:ext uri="{FF2B5EF4-FFF2-40B4-BE49-F238E27FC236}">
                <a16:creationId xmlns:a16="http://schemas.microsoft.com/office/drawing/2014/main" id="{ED36B2D6-32AE-7B6E-5F76-B3E97C05B412}"/>
              </a:ext>
            </a:extLst>
          </p:cNvPr>
          <p:cNvSpPr/>
          <p:nvPr/>
        </p:nvSpPr>
        <p:spPr>
          <a:xfrm>
            <a:off x="1066801" y="2390186"/>
            <a:ext cx="1677664" cy="1600201"/>
          </a:xfrm>
          <a:prstGeom prst="roundRect">
            <a:avLst/>
          </a:prstGeom>
          <a:solidFill>
            <a:srgbClr val="BBD627"/>
          </a:solidFill>
          <a:ln>
            <a:solidFill>
              <a:srgbClr val="BBD627"/>
            </a:solidFill>
          </a:ln>
          <a:effectLst>
            <a:outerShdw blurRad="50800" dist="38100" dir="10800000" algn="r" rotWithShape="0">
              <a:prstClr val="black">
                <a:alpha val="40000"/>
              </a:prstClr>
            </a:outerShdw>
          </a:effectLst>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ZA" sz="1200">
                <a:solidFill>
                  <a:schemeClr val="tx1">
                    <a:lumMod val="65000"/>
                    <a:lumOff val="35000"/>
                  </a:schemeClr>
                </a:solidFill>
                <a:effectLst/>
                <a:latin typeface="Proxima Nova Light"/>
              </a:rPr>
              <a:t>Initial contract signed to authorise </a:t>
            </a:r>
            <a:r>
              <a:rPr lang="en-ZA" sz="1200">
                <a:solidFill>
                  <a:schemeClr val="tx1">
                    <a:lumMod val="65000"/>
                    <a:lumOff val="35000"/>
                  </a:schemeClr>
                </a:solidFill>
                <a:latin typeface="Proxima Nova Light"/>
              </a:rPr>
              <a:t>a</a:t>
            </a:r>
            <a:r>
              <a:rPr lang="en-ZA" sz="1200">
                <a:solidFill>
                  <a:schemeClr val="tx1">
                    <a:lumMod val="65000"/>
                    <a:lumOff val="35000"/>
                  </a:schemeClr>
                </a:solidFill>
                <a:effectLst/>
                <a:latin typeface="Proxima Nova Light"/>
              </a:rPr>
              <a:t> consultant's time for "Sprint 0“</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white"/>
              </a:solidFill>
              <a:effectLst/>
              <a:uLnTx/>
              <a:uFillTx/>
              <a:latin typeface="Proxima Nova Light"/>
              <a:ea typeface="+mn-ea"/>
              <a:cs typeface="+mn-cs"/>
            </a:endParaRPr>
          </a:p>
        </p:txBody>
      </p:sp>
      <p:cxnSp>
        <p:nvCxnSpPr>
          <p:cNvPr id="8" name="Straight Connector 7">
            <a:extLst>
              <a:ext uri="{FF2B5EF4-FFF2-40B4-BE49-F238E27FC236}">
                <a16:creationId xmlns:a16="http://schemas.microsoft.com/office/drawing/2014/main" id="{CA2CECC9-0A6E-BC0E-32FE-4954C57C89C1}"/>
              </a:ext>
            </a:extLst>
          </p:cNvPr>
          <p:cNvCxnSpPr>
            <a:cxnSpLocks/>
          </p:cNvCxnSpPr>
          <p:nvPr/>
        </p:nvCxnSpPr>
        <p:spPr>
          <a:xfrm>
            <a:off x="6096000" y="1543050"/>
            <a:ext cx="0" cy="4243388"/>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9" name="Arrow: Right 8">
            <a:extLst>
              <a:ext uri="{FF2B5EF4-FFF2-40B4-BE49-F238E27FC236}">
                <a16:creationId xmlns:a16="http://schemas.microsoft.com/office/drawing/2014/main" id="{E97F016E-8D43-E38F-CA15-163E44A794C5}"/>
              </a:ext>
            </a:extLst>
          </p:cNvPr>
          <p:cNvSpPr/>
          <p:nvPr/>
        </p:nvSpPr>
        <p:spPr>
          <a:xfrm>
            <a:off x="3657600" y="2724149"/>
            <a:ext cx="1981197" cy="190500"/>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Arrow: Right 9">
            <a:extLst>
              <a:ext uri="{FF2B5EF4-FFF2-40B4-BE49-F238E27FC236}">
                <a16:creationId xmlns:a16="http://schemas.microsoft.com/office/drawing/2014/main" id="{E7F0E3E4-5415-2B22-DD27-3EC1FC06C0F4}"/>
              </a:ext>
            </a:extLst>
          </p:cNvPr>
          <p:cNvSpPr/>
          <p:nvPr/>
        </p:nvSpPr>
        <p:spPr>
          <a:xfrm>
            <a:off x="3657600" y="3781424"/>
            <a:ext cx="1981197" cy="190500"/>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white"/>
              </a:solidFill>
              <a:effectLst/>
              <a:uLnTx/>
              <a:uFillTx/>
              <a:latin typeface="Calibri"/>
              <a:ea typeface="+mn-ea"/>
              <a:cs typeface="+mn-cs"/>
            </a:endParaRPr>
          </a:p>
        </p:txBody>
      </p:sp>
      <p:sp>
        <p:nvSpPr>
          <p:cNvPr id="11" name="Arrow: Right 10">
            <a:extLst>
              <a:ext uri="{FF2B5EF4-FFF2-40B4-BE49-F238E27FC236}">
                <a16:creationId xmlns:a16="http://schemas.microsoft.com/office/drawing/2014/main" id="{C264682C-43A5-AB43-6F93-B98A5557F9F9}"/>
              </a:ext>
            </a:extLst>
          </p:cNvPr>
          <p:cNvSpPr/>
          <p:nvPr/>
        </p:nvSpPr>
        <p:spPr>
          <a:xfrm>
            <a:off x="3657600" y="4838699"/>
            <a:ext cx="1981197" cy="190500"/>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Arrow: Right 11">
            <a:extLst>
              <a:ext uri="{FF2B5EF4-FFF2-40B4-BE49-F238E27FC236}">
                <a16:creationId xmlns:a16="http://schemas.microsoft.com/office/drawing/2014/main" id="{4182A568-9EAF-FC18-1CD4-9D472EA0602C}"/>
              </a:ext>
            </a:extLst>
          </p:cNvPr>
          <p:cNvSpPr/>
          <p:nvPr/>
        </p:nvSpPr>
        <p:spPr>
          <a:xfrm>
            <a:off x="6296025" y="2724149"/>
            <a:ext cx="1981197" cy="190500"/>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Arrow: Right 12">
            <a:extLst>
              <a:ext uri="{FF2B5EF4-FFF2-40B4-BE49-F238E27FC236}">
                <a16:creationId xmlns:a16="http://schemas.microsoft.com/office/drawing/2014/main" id="{A94B75CE-FB86-2BE9-71F8-F502BF0BFB67}"/>
              </a:ext>
            </a:extLst>
          </p:cNvPr>
          <p:cNvSpPr/>
          <p:nvPr/>
        </p:nvSpPr>
        <p:spPr>
          <a:xfrm>
            <a:off x="6296025" y="3781424"/>
            <a:ext cx="1981197" cy="190500"/>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Arrow: Right 13">
            <a:extLst>
              <a:ext uri="{FF2B5EF4-FFF2-40B4-BE49-F238E27FC236}">
                <a16:creationId xmlns:a16="http://schemas.microsoft.com/office/drawing/2014/main" id="{33520720-1F11-AEE4-7B41-C7B36584AE54}"/>
              </a:ext>
            </a:extLst>
          </p:cNvPr>
          <p:cNvSpPr/>
          <p:nvPr/>
        </p:nvSpPr>
        <p:spPr>
          <a:xfrm>
            <a:off x="6296025" y="4838699"/>
            <a:ext cx="1981197" cy="190500"/>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white"/>
              </a:solidFill>
              <a:effectLst/>
              <a:uLnTx/>
              <a:uFillTx/>
              <a:latin typeface="Calibri"/>
              <a:ea typeface="+mn-ea"/>
              <a:cs typeface="+mn-cs"/>
            </a:endParaRPr>
          </a:p>
        </p:txBody>
      </p:sp>
      <p:sp>
        <p:nvSpPr>
          <p:cNvPr id="15" name="Rectangle: Rounded Corners 14">
            <a:extLst>
              <a:ext uri="{FF2B5EF4-FFF2-40B4-BE49-F238E27FC236}">
                <a16:creationId xmlns:a16="http://schemas.microsoft.com/office/drawing/2014/main" id="{B8E60052-4DB9-B9AE-5D5B-3D5898596834}"/>
              </a:ext>
            </a:extLst>
          </p:cNvPr>
          <p:cNvSpPr/>
          <p:nvPr/>
        </p:nvSpPr>
        <p:spPr>
          <a:xfrm>
            <a:off x="1066801" y="4257672"/>
            <a:ext cx="1677664" cy="1600201"/>
          </a:xfrm>
          <a:prstGeom prst="roundRect">
            <a:avLst/>
          </a:prstGeom>
          <a:solidFill>
            <a:srgbClr val="BBD627"/>
          </a:solidFill>
          <a:ln>
            <a:solidFill>
              <a:srgbClr val="BBD627"/>
            </a:solidFill>
          </a:ln>
          <a:effectLst>
            <a:outerShdw blurRad="50800" dist="38100" dir="10800000" algn="r" rotWithShape="0">
              <a:prstClr val="black">
                <a:alpha val="40000"/>
              </a:prstClr>
            </a:outerShdw>
          </a:effectLst>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ZA" sz="1000">
                <a:solidFill>
                  <a:schemeClr val="tx1">
                    <a:lumMod val="65000"/>
                    <a:lumOff val="35000"/>
                  </a:schemeClr>
                </a:solidFill>
                <a:latin typeface="Proxima Nova Light"/>
              </a:rPr>
              <a:t>A fixed period to engage with key stakeholders in order to further develop the user story map with the aim of identifying the epics and stories that will help quantify the likely duration and cost of the project.</a:t>
            </a:r>
          </a:p>
        </p:txBody>
      </p:sp>
      <p:sp>
        <p:nvSpPr>
          <p:cNvPr id="16" name="Rectangle: Rounded Corners 15">
            <a:extLst>
              <a:ext uri="{FF2B5EF4-FFF2-40B4-BE49-F238E27FC236}">
                <a16:creationId xmlns:a16="http://schemas.microsoft.com/office/drawing/2014/main" id="{4A5AF878-51B8-EB4E-834D-528DEBF9327C}"/>
              </a:ext>
            </a:extLst>
          </p:cNvPr>
          <p:cNvSpPr/>
          <p:nvPr/>
        </p:nvSpPr>
        <p:spPr>
          <a:xfrm>
            <a:off x="9409432" y="2390186"/>
            <a:ext cx="1677664" cy="1600201"/>
          </a:xfrm>
          <a:prstGeom prst="roundRect">
            <a:avLst/>
          </a:prstGeom>
          <a:solidFill>
            <a:srgbClr val="BBD627"/>
          </a:solidFill>
          <a:ln>
            <a:solidFill>
              <a:srgbClr val="BBD627"/>
            </a:solidFill>
          </a:ln>
          <a:effectLst>
            <a:outerShdw blurRad="50800" dist="38100" dir="10800000" algn="r" rotWithShape="0">
              <a:prstClr val="black">
                <a:alpha val="40000"/>
              </a:prstClr>
            </a:outerShdw>
          </a:effectLst>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ZA" sz="1200">
                <a:solidFill>
                  <a:schemeClr val="tx1">
                    <a:lumMod val="65000"/>
                    <a:lumOff val="35000"/>
                  </a:schemeClr>
                </a:solidFill>
                <a:latin typeface="Proxima Nova Light"/>
              </a:rPr>
              <a:t>A sized initial backlog of the User stories that are anticipated to form part of the project.</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white"/>
              </a:solidFill>
              <a:effectLst/>
              <a:uLnTx/>
              <a:uFillTx/>
              <a:latin typeface="Proxima Nova Light"/>
              <a:ea typeface="+mn-ea"/>
              <a:cs typeface="+mn-cs"/>
            </a:endParaRPr>
          </a:p>
        </p:txBody>
      </p:sp>
      <p:sp>
        <p:nvSpPr>
          <p:cNvPr id="17" name="Rectangle: Rounded Corners 16">
            <a:extLst>
              <a:ext uri="{FF2B5EF4-FFF2-40B4-BE49-F238E27FC236}">
                <a16:creationId xmlns:a16="http://schemas.microsoft.com/office/drawing/2014/main" id="{88E7E5C6-3C66-113A-9E40-0EEB97191812}"/>
              </a:ext>
            </a:extLst>
          </p:cNvPr>
          <p:cNvSpPr/>
          <p:nvPr/>
        </p:nvSpPr>
        <p:spPr>
          <a:xfrm>
            <a:off x="9409432" y="4257672"/>
            <a:ext cx="1677664" cy="1600201"/>
          </a:xfrm>
          <a:prstGeom prst="roundRect">
            <a:avLst/>
          </a:prstGeom>
          <a:solidFill>
            <a:srgbClr val="BBD627"/>
          </a:solidFill>
          <a:ln>
            <a:solidFill>
              <a:srgbClr val="BBD627"/>
            </a:solidFill>
          </a:ln>
          <a:effectLst>
            <a:outerShdw blurRad="50800" dist="38100" dir="10800000" algn="r" rotWithShape="0">
              <a:prstClr val="black">
                <a:alpha val="40000"/>
              </a:prstClr>
            </a:outerShdw>
          </a:effectLst>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ZA" sz="1000">
              <a:solidFill>
                <a:srgbClr val="1A1A1A"/>
              </a:solidFill>
              <a:latin typeface="Proxima Nova Light"/>
            </a:endParaRPr>
          </a:p>
          <a:p>
            <a:pPr algn="ctr"/>
            <a:endParaRPr lang="en-ZA" sz="1000">
              <a:solidFill>
                <a:srgbClr val="1A1A1A"/>
              </a:solidFill>
              <a:latin typeface="Proxima Nova Light"/>
            </a:endParaRPr>
          </a:p>
          <a:p>
            <a:pPr algn="ctr"/>
            <a:r>
              <a:rPr lang="en-ZA" sz="1000">
                <a:solidFill>
                  <a:schemeClr val="tx1">
                    <a:lumMod val="65000"/>
                    <a:lumOff val="35000"/>
                  </a:schemeClr>
                </a:solidFill>
                <a:latin typeface="Proxima Nova Light"/>
              </a:rPr>
              <a:t>An anticipated team makeup required to achieve the desired outcomes. This forms the basis of the initial cost and schedule forecast</a:t>
            </a:r>
          </a:p>
          <a:p>
            <a:pPr algn="ctr"/>
            <a:endParaRPr lang="en-ZA" sz="1000">
              <a:solidFill>
                <a:srgbClr val="1A1A1A"/>
              </a:solidFill>
              <a:latin typeface="Proxima Nova Light"/>
            </a:endParaRPr>
          </a:p>
          <a:p>
            <a:pPr algn="ctr"/>
            <a:endParaRPr lang="en-ZA" sz="1000">
              <a:solidFill>
                <a:schemeClr val="tx1"/>
              </a:solidFill>
              <a:latin typeface="Proxima Nova Light"/>
            </a:endParaRPr>
          </a:p>
        </p:txBody>
      </p:sp>
    </p:spTree>
    <p:extLst>
      <p:ext uri="{BB962C8B-B14F-4D97-AF65-F5344CB8AC3E}">
        <p14:creationId xmlns:p14="http://schemas.microsoft.com/office/powerpoint/2010/main" val="30449711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CA9EE81-4B3F-4791-972C-DA53B403B165}"/>
              </a:ext>
            </a:extLst>
          </p:cNvPr>
          <p:cNvSpPr>
            <a:spLocks noGrp="1"/>
          </p:cNvSpPr>
          <p:nvPr>
            <p:ph type="body" sz="quarter" idx="11"/>
          </p:nvPr>
        </p:nvSpPr>
        <p:spPr/>
        <p:txBody>
          <a:bodyPr/>
          <a:lstStyle/>
          <a:p>
            <a:endParaRPr lang="en-US"/>
          </a:p>
          <a:p>
            <a:r>
              <a:rPr lang="en-US"/>
              <a:t>What it will take to achieve your objectives</a:t>
            </a:r>
            <a:endParaRPr lang="en-ZA"/>
          </a:p>
          <a:p>
            <a:endParaRPr lang="en-ZA"/>
          </a:p>
        </p:txBody>
      </p:sp>
      <p:pic>
        <p:nvPicPr>
          <p:cNvPr id="4" name="Picture 3">
            <a:extLst>
              <a:ext uri="{FF2B5EF4-FFF2-40B4-BE49-F238E27FC236}">
                <a16:creationId xmlns:a16="http://schemas.microsoft.com/office/drawing/2014/main" id="{5BC4E92A-DFF0-2D79-713E-C74AE4D1FB35}"/>
              </a:ext>
            </a:extLst>
          </p:cNvPr>
          <p:cNvPicPr>
            <a:picLocks noChangeAspect="1"/>
          </p:cNvPicPr>
          <p:nvPr/>
        </p:nvPicPr>
        <p:blipFill>
          <a:blip r:embed="rId3"/>
          <a:stretch>
            <a:fillRect/>
          </a:stretch>
        </p:blipFill>
        <p:spPr>
          <a:xfrm>
            <a:off x="1904636" y="1175526"/>
            <a:ext cx="8382727" cy="5316173"/>
          </a:xfrm>
          <a:prstGeom prst="rect">
            <a:avLst/>
          </a:prstGeom>
        </p:spPr>
      </p:pic>
    </p:spTree>
    <p:extLst>
      <p:ext uri="{BB962C8B-B14F-4D97-AF65-F5344CB8AC3E}">
        <p14:creationId xmlns:p14="http://schemas.microsoft.com/office/powerpoint/2010/main" val="24209541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CA9EE81-4B3F-4791-972C-DA53B403B165}"/>
              </a:ext>
            </a:extLst>
          </p:cNvPr>
          <p:cNvSpPr>
            <a:spLocks noGrp="1"/>
          </p:cNvSpPr>
          <p:nvPr>
            <p:ph type="body" sz="quarter" idx="11"/>
          </p:nvPr>
        </p:nvSpPr>
        <p:spPr/>
        <p:txBody>
          <a:bodyPr/>
          <a:lstStyle/>
          <a:p>
            <a:r>
              <a:rPr lang="en-US"/>
              <a:t>“Sprint 0”</a:t>
            </a:r>
            <a:endParaRPr lang="en-ZA"/>
          </a:p>
        </p:txBody>
      </p:sp>
      <p:pic>
        <p:nvPicPr>
          <p:cNvPr id="4" name="Picture 3">
            <a:extLst>
              <a:ext uri="{FF2B5EF4-FFF2-40B4-BE49-F238E27FC236}">
                <a16:creationId xmlns:a16="http://schemas.microsoft.com/office/drawing/2014/main" id="{5AE19F7B-EDDE-3CEB-0177-814F8459789F}"/>
              </a:ext>
            </a:extLst>
          </p:cNvPr>
          <p:cNvPicPr>
            <a:picLocks noChangeAspect="1"/>
          </p:cNvPicPr>
          <p:nvPr/>
        </p:nvPicPr>
        <p:blipFill>
          <a:blip r:embed="rId3"/>
          <a:stretch>
            <a:fillRect/>
          </a:stretch>
        </p:blipFill>
        <p:spPr>
          <a:xfrm>
            <a:off x="1604335" y="1375869"/>
            <a:ext cx="8983329" cy="4344006"/>
          </a:xfrm>
          <a:prstGeom prst="rect">
            <a:avLst/>
          </a:prstGeom>
        </p:spPr>
      </p:pic>
    </p:spTree>
    <p:extLst>
      <p:ext uri="{BB962C8B-B14F-4D97-AF65-F5344CB8AC3E}">
        <p14:creationId xmlns:p14="http://schemas.microsoft.com/office/powerpoint/2010/main" val="19763189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 Placeholder 18">
            <a:extLst>
              <a:ext uri="{FF2B5EF4-FFF2-40B4-BE49-F238E27FC236}">
                <a16:creationId xmlns:a16="http://schemas.microsoft.com/office/drawing/2014/main" id="{EE4BAEC7-F5FB-4109-9CAB-A18BC02E0295}"/>
              </a:ext>
            </a:extLst>
          </p:cNvPr>
          <p:cNvSpPr>
            <a:spLocks noGrp="1"/>
          </p:cNvSpPr>
          <p:nvPr>
            <p:ph type="body" sz="quarter" idx="12"/>
          </p:nvPr>
        </p:nvSpPr>
        <p:spPr/>
        <p:txBody>
          <a:bodyPr/>
          <a:lstStyle/>
          <a:p>
            <a:r>
              <a:rPr lang="en-US">
                <a:latin typeface="Proxima Nova Light"/>
              </a:rPr>
              <a:t>Value generated from Sprint 0</a:t>
            </a:r>
            <a:endParaRPr lang="en-ZA">
              <a:latin typeface="Proxima Nova Light"/>
            </a:endParaRPr>
          </a:p>
        </p:txBody>
      </p:sp>
      <p:sp>
        <p:nvSpPr>
          <p:cNvPr id="13" name="Text Placeholder 12">
            <a:extLst>
              <a:ext uri="{FF2B5EF4-FFF2-40B4-BE49-F238E27FC236}">
                <a16:creationId xmlns:a16="http://schemas.microsoft.com/office/drawing/2014/main" id="{3059B0FE-A955-4C56-BA75-2836EAC4D40A}"/>
              </a:ext>
            </a:extLst>
          </p:cNvPr>
          <p:cNvSpPr>
            <a:spLocks noGrp="1"/>
          </p:cNvSpPr>
          <p:nvPr>
            <p:ph type="body" sz="quarter" idx="11"/>
          </p:nvPr>
        </p:nvSpPr>
        <p:spPr/>
        <p:txBody>
          <a:bodyPr/>
          <a:lstStyle/>
          <a:p>
            <a:r>
              <a:rPr lang="en-US">
                <a:latin typeface="Proxima Nova Light"/>
              </a:rPr>
              <a:t>Maximizing Value</a:t>
            </a:r>
            <a:endParaRPr lang="en-ZA">
              <a:latin typeface="Proxima Nova Light"/>
            </a:endParaRPr>
          </a:p>
        </p:txBody>
      </p:sp>
      <p:sp>
        <p:nvSpPr>
          <p:cNvPr id="15" name="Rectangle: Rounded Corners 14">
            <a:extLst>
              <a:ext uri="{FF2B5EF4-FFF2-40B4-BE49-F238E27FC236}">
                <a16:creationId xmlns:a16="http://schemas.microsoft.com/office/drawing/2014/main" id="{A843066A-5036-4161-9DC8-D805ED31E57D}"/>
              </a:ext>
            </a:extLst>
          </p:cNvPr>
          <p:cNvSpPr/>
          <p:nvPr/>
        </p:nvSpPr>
        <p:spPr>
          <a:xfrm>
            <a:off x="1330970" y="2628898"/>
            <a:ext cx="2193280" cy="2079736"/>
          </a:xfrm>
          <a:prstGeom prst="roundRect">
            <a:avLst/>
          </a:prstGeom>
          <a:solidFill>
            <a:srgbClr val="BBD627"/>
          </a:solidFill>
          <a:ln>
            <a:solidFill>
              <a:srgbClr val="BBD627"/>
            </a:solidFill>
          </a:ln>
          <a:effectLst>
            <a:outerShdw blurRad="50800" dist="38100" dir="10800000" algn="r" rotWithShape="0">
              <a:prstClr val="black">
                <a:alpha val="40000"/>
              </a:prstClr>
            </a:outerShdw>
          </a:effectLst>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atin typeface="Proxima Nova Light"/>
              </a:rPr>
              <a:t>Clear view of outcomes to be achieved</a:t>
            </a:r>
            <a:endParaRPr lang="en-ZA">
              <a:latin typeface="Proxima Nova Light"/>
            </a:endParaRPr>
          </a:p>
        </p:txBody>
      </p:sp>
      <p:sp>
        <p:nvSpPr>
          <p:cNvPr id="16" name="Rectangle: Rounded Corners 15">
            <a:extLst>
              <a:ext uri="{FF2B5EF4-FFF2-40B4-BE49-F238E27FC236}">
                <a16:creationId xmlns:a16="http://schemas.microsoft.com/office/drawing/2014/main" id="{CE3C2A70-C881-4AA8-BD30-A083064499BF}"/>
              </a:ext>
            </a:extLst>
          </p:cNvPr>
          <p:cNvSpPr/>
          <p:nvPr/>
        </p:nvSpPr>
        <p:spPr>
          <a:xfrm>
            <a:off x="3759845" y="2628897"/>
            <a:ext cx="2193280" cy="2079736"/>
          </a:xfrm>
          <a:prstGeom prst="roundRect">
            <a:avLst/>
          </a:prstGeom>
          <a:solidFill>
            <a:srgbClr val="BBD627"/>
          </a:solidFill>
          <a:ln>
            <a:solidFill>
              <a:srgbClr val="BBD627"/>
            </a:solidFill>
          </a:ln>
          <a:effectLst>
            <a:outerShdw blurRad="50800" dist="38100" dir="10800000" algn="r" rotWithShape="0">
              <a:prstClr val="black">
                <a:alpha val="40000"/>
              </a:prstClr>
            </a:outerShdw>
          </a:effectLst>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atin typeface="Proxima Nova Light"/>
              </a:rPr>
              <a:t>Forecast of effort and resource allocation</a:t>
            </a:r>
            <a:endParaRPr lang="en-ZA">
              <a:latin typeface="Proxima Nova Light"/>
            </a:endParaRPr>
          </a:p>
        </p:txBody>
      </p:sp>
      <p:sp>
        <p:nvSpPr>
          <p:cNvPr id="17" name="Rectangle: Rounded Corners 16">
            <a:extLst>
              <a:ext uri="{FF2B5EF4-FFF2-40B4-BE49-F238E27FC236}">
                <a16:creationId xmlns:a16="http://schemas.microsoft.com/office/drawing/2014/main" id="{FAB5D8A4-1B04-40E8-B9E0-D67E1769E984}"/>
              </a:ext>
            </a:extLst>
          </p:cNvPr>
          <p:cNvSpPr/>
          <p:nvPr/>
        </p:nvSpPr>
        <p:spPr>
          <a:xfrm>
            <a:off x="6207770" y="2628896"/>
            <a:ext cx="2193280" cy="2079736"/>
          </a:xfrm>
          <a:prstGeom prst="roundRect">
            <a:avLst/>
          </a:prstGeom>
          <a:solidFill>
            <a:srgbClr val="BBD627"/>
          </a:solidFill>
          <a:ln>
            <a:solidFill>
              <a:srgbClr val="BBD627"/>
            </a:solidFill>
          </a:ln>
          <a:effectLst>
            <a:outerShdw blurRad="50800" dist="38100" dir="10800000" algn="r" rotWithShape="0">
              <a:prstClr val="black">
                <a:alpha val="40000"/>
              </a:prstClr>
            </a:outerShdw>
          </a:effectLst>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atin typeface="Proxima Nova Light"/>
              </a:rPr>
              <a:t>Roadmap as to the way forward</a:t>
            </a:r>
            <a:endParaRPr lang="en-ZA">
              <a:latin typeface="Proxima Nova Light"/>
            </a:endParaRPr>
          </a:p>
        </p:txBody>
      </p:sp>
      <p:sp>
        <p:nvSpPr>
          <p:cNvPr id="18" name="Rectangle: Rounded Corners 17">
            <a:extLst>
              <a:ext uri="{FF2B5EF4-FFF2-40B4-BE49-F238E27FC236}">
                <a16:creationId xmlns:a16="http://schemas.microsoft.com/office/drawing/2014/main" id="{5C14E89F-3717-45CC-B273-790DF0E26401}"/>
              </a:ext>
            </a:extLst>
          </p:cNvPr>
          <p:cNvSpPr/>
          <p:nvPr/>
        </p:nvSpPr>
        <p:spPr>
          <a:xfrm>
            <a:off x="8655695" y="2628895"/>
            <a:ext cx="2193280" cy="2079736"/>
          </a:xfrm>
          <a:prstGeom prst="roundRect">
            <a:avLst/>
          </a:prstGeom>
          <a:solidFill>
            <a:srgbClr val="BBD627"/>
          </a:solidFill>
          <a:ln>
            <a:solidFill>
              <a:srgbClr val="BBD627"/>
            </a:solidFill>
          </a:ln>
          <a:effectLst>
            <a:outerShdw blurRad="50800" dist="38100" dir="10800000" algn="r" rotWithShape="0">
              <a:prstClr val="black">
                <a:alpha val="40000"/>
              </a:prstClr>
            </a:outerShdw>
          </a:effectLst>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atin typeface="Proxima Nova Light"/>
              </a:rPr>
              <a:t>Initial Backlog </a:t>
            </a:r>
            <a:endParaRPr lang="en-ZA">
              <a:latin typeface="Proxima Nova Light"/>
            </a:endParaRPr>
          </a:p>
        </p:txBody>
      </p:sp>
    </p:spTree>
    <p:extLst>
      <p:ext uri="{BB962C8B-B14F-4D97-AF65-F5344CB8AC3E}">
        <p14:creationId xmlns:p14="http://schemas.microsoft.com/office/powerpoint/2010/main" val="34830733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5790587-6989-46CB-8CB9-AAA58DEDB5B1}"/>
              </a:ext>
            </a:extLst>
          </p:cNvPr>
          <p:cNvSpPr>
            <a:spLocks noGrp="1"/>
          </p:cNvSpPr>
          <p:nvPr>
            <p:ph type="body" sz="quarter" idx="12"/>
          </p:nvPr>
        </p:nvSpPr>
        <p:spPr>
          <a:xfrm>
            <a:off x="940444" y="1012789"/>
            <a:ext cx="10872776" cy="395872"/>
          </a:xfrm>
        </p:spPr>
        <p:txBody>
          <a:bodyPr/>
          <a:lstStyle/>
          <a:p>
            <a:r>
              <a:rPr lang="en-GB">
                <a:latin typeface="Verdana Pro"/>
              </a:rPr>
              <a:t>Iterative delivery is achieved through a series of 3-week sprints </a:t>
            </a:r>
          </a:p>
        </p:txBody>
      </p:sp>
      <p:sp>
        <p:nvSpPr>
          <p:cNvPr id="3" name="Text Placeholder 2">
            <a:extLst>
              <a:ext uri="{FF2B5EF4-FFF2-40B4-BE49-F238E27FC236}">
                <a16:creationId xmlns:a16="http://schemas.microsoft.com/office/drawing/2014/main" id="{1A94A419-D1D2-43CD-98AF-85762651A062}"/>
              </a:ext>
            </a:extLst>
          </p:cNvPr>
          <p:cNvSpPr>
            <a:spLocks noGrp="1"/>
          </p:cNvSpPr>
          <p:nvPr>
            <p:ph type="body" sz="quarter" idx="11"/>
          </p:nvPr>
        </p:nvSpPr>
        <p:spPr/>
        <p:txBody>
          <a:bodyPr/>
          <a:lstStyle/>
          <a:p>
            <a:r>
              <a:rPr lang="en-GB">
                <a:latin typeface="Verdana Pro"/>
              </a:rPr>
              <a:t>Sprint Cadence</a:t>
            </a:r>
          </a:p>
        </p:txBody>
      </p:sp>
      <p:pic>
        <p:nvPicPr>
          <p:cNvPr id="16" name="Picture 15">
            <a:extLst>
              <a:ext uri="{FF2B5EF4-FFF2-40B4-BE49-F238E27FC236}">
                <a16:creationId xmlns:a16="http://schemas.microsoft.com/office/drawing/2014/main" id="{5B5D439B-C459-4999-B045-39D9034C38CD}"/>
              </a:ext>
            </a:extLst>
          </p:cNvPr>
          <p:cNvPicPr>
            <a:picLocks noChangeAspect="1"/>
          </p:cNvPicPr>
          <p:nvPr/>
        </p:nvPicPr>
        <p:blipFill>
          <a:blip r:embed="rId3"/>
          <a:stretch>
            <a:fillRect/>
          </a:stretch>
        </p:blipFill>
        <p:spPr>
          <a:xfrm>
            <a:off x="709678" y="3108834"/>
            <a:ext cx="709612" cy="1225694"/>
          </a:xfrm>
          <a:prstGeom prst="rect">
            <a:avLst/>
          </a:prstGeom>
        </p:spPr>
      </p:pic>
      <p:sp>
        <p:nvSpPr>
          <p:cNvPr id="17" name="Text Placeholder 5">
            <a:extLst>
              <a:ext uri="{FF2B5EF4-FFF2-40B4-BE49-F238E27FC236}">
                <a16:creationId xmlns:a16="http://schemas.microsoft.com/office/drawing/2014/main" id="{ED6E9740-9518-4AB5-B888-14F3FAEA6880}"/>
              </a:ext>
            </a:extLst>
          </p:cNvPr>
          <p:cNvSpPr txBox="1">
            <a:spLocks/>
          </p:cNvSpPr>
          <p:nvPr/>
        </p:nvSpPr>
        <p:spPr>
          <a:xfrm>
            <a:off x="402076" y="4488549"/>
            <a:ext cx="1372019" cy="229239"/>
          </a:xfrm>
          <a:prstGeom prst="rect">
            <a:avLst/>
          </a:prstGeom>
        </p:spPr>
        <p:txBody>
          <a:bodyPr anchor="ct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GB" sz="1200">
                <a:solidFill>
                  <a:srgbClr val="7F7F7F"/>
                </a:solidFill>
                <a:latin typeface="Verdana Pro"/>
              </a:rPr>
              <a:t>Product Backlog</a:t>
            </a:r>
          </a:p>
        </p:txBody>
      </p:sp>
      <p:sp>
        <p:nvSpPr>
          <p:cNvPr id="19" name="Text Placeholder 5">
            <a:extLst>
              <a:ext uri="{FF2B5EF4-FFF2-40B4-BE49-F238E27FC236}">
                <a16:creationId xmlns:a16="http://schemas.microsoft.com/office/drawing/2014/main" id="{65A8AD60-32D0-4DDD-A28F-503A4429E4EC}"/>
              </a:ext>
            </a:extLst>
          </p:cNvPr>
          <p:cNvSpPr txBox="1">
            <a:spLocks/>
          </p:cNvSpPr>
          <p:nvPr/>
        </p:nvSpPr>
        <p:spPr>
          <a:xfrm>
            <a:off x="3537385" y="1715615"/>
            <a:ext cx="2085267" cy="229239"/>
          </a:xfrm>
          <a:prstGeom prst="rect">
            <a:avLst/>
          </a:prstGeom>
        </p:spPr>
        <p:txBody>
          <a:bodyPr anchor="ct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GB" sz="1200">
                <a:solidFill>
                  <a:srgbClr val="7F7F7F"/>
                </a:solidFill>
                <a:latin typeface="Verdana Pro"/>
              </a:rPr>
              <a:t>Process Improvement</a:t>
            </a:r>
          </a:p>
        </p:txBody>
      </p:sp>
      <p:sp>
        <p:nvSpPr>
          <p:cNvPr id="20" name="Rectangle: Rounded Corners 19">
            <a:extLst>
              <a:ext uri="{FF2B5EF4-FFF2-40B4-BE49-F238E27FC236}">
                <a16:creationId xmlns:a16="http://schemas.microsoft.com/office/drawing/2014/main" id="{3E4B34F2-68D6-42EE-AEA0-453D7A40A0FF}"/>
              </a:ext>
            </a:extLst>
          </p:cNvPr>
          <p:cNvSpPr/>
          <p:nvPr/>
        </p:nvSpPr>
        <p:spPr>
          <a:xfrm>
            <a:off x="1815613" y="3380992"/>
            <a:ext cx="1152525" cy="708575"/>
          </a:xfrm>
          <a:prstGeom prst="roundRect">
            <a:avLst/>
          </a:prstGeom>
          <a:solidFill>
            <a:srgbClr val="009696"/>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600" dirty="0">
                <a:latin typeface="Verdana Pro"/>
              </a:rPr>
              <a:t>Sprint Planning</a:t>
            </a:r>
          </a:p>
        </p:txBody>
      </p:sp>
      <p:sp>
        <p:nvSpPr>
          <p:cNvPr id="22" name="Rectangle: Rounded Corners 21">
            <a:extLst>
              <a:ext uri="{FF2B5EF4-FFF2-40B4-BE49-F238E27FC236}">
                <a16:creationId xmlns:a16="http://schemas.microsoft.com/office/drawing/2014/main" id="{D524A69E-BCF4-4F1F-B9C3-76515BBD28B6}"/>
              </a:ext>
            </a:extLst>
          </p:cNvPr>
          <p:cNvSpPr/>
          <p:nvPr/>
        </p:nvSpPr>
        <p:spPr>
          <a:xfrm>
            <a:off x="7547153" y="3346217"/>
            <a:ext cx="1076325" cy="708575"/>
          </a:xfrm>
          <a:prstGeom prst="roundRect">
            <a:avLst/>
          </a:prstGeom>
          <a:solidFill>
            <a:srgbClr val="009696"/>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600" dirty="0">
                <a:latin typeface="Verdana Pro"/>
              </a:rPr>
              <a:t>Sprint Demo</a:t>
            </a:r>
          </a:p>
        </p:txBody>
      </p:sp>
      <p:pic>
        <p:nvPicPr>
          <p:cNvPr id="24" name="Graphic 23" descr="Box trolley">
            <a:extLst>
              <a:ext uri="{FF2B5EF4-FFF2-40B4-BE49-F238E27FC236}">
                <a16:creationId xmlns:a16="http://schemas.microsoft.com/office/drawing/2014/main" id="{119B55CE-E75D-4827-95CD-07A8A573061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943077" y="3056590"/>
            <a:ext cx="914400" cy="914400"/>
          </a:xfrm>
          <a:prstGeom prst="rect">
            <a:avLst/>
          </a:prstGeom>
        </p:spPr>
      </p:pic>
      <p:sp>
        <p:nvSpPr>
          <p:cNvPr id="25" name="Text Placeholder 5">
            <a:extLst>
              <a:ext uri="{FF2B5EF4-FFF2-40B4-BE49-F238E27FC236}">
                <a16:creationId xmlns:a16="http://schemas.microsoft.com/office/drawing/2014/main" id="{DE81E5E6-F323-4627-8D46-9DA9215332BE}"/>
              </a:ext>
            </a:extLst>
          </p:cNvPr>
          <p:cNvSpPr txBox="1">
            <a:spLocks/>
          </p:cNvSpPr>
          <p:nvPr/>
        </p:nvSpPr>
        <p:spPr>
          <a:xfrm>
            <a:off x="8811688" y="4102237"/>
            <a:ext cx="1372019" cy="229239"/>
          </a:xfrm>
          <a:prstGeom prst="rect">
            <a:avLst/>
          </a:prstGeom>
        </p:spPr>
        <p:txBody>
          <a:bodyPr anchor="ct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GB" sz="1200">
                <a:solidFill>
                  <a:srgbClr val="7F7F7F"/>
                </a:solidFill>
                <a:latin typeface="Verdana Pro"/>
              </a:rPr>
              <a:t>Product Increment</a:t>
            </a:r>
          </a:p>
        </p:txBody>
      </p:sp>
      <p:sp>
        <p:nvSpPr>
          <p:cNvPr id="36" name="Rectangle: Rounded Corners 35">
            <a:extLst>
              <a:ext uri="{FF2B5EF4-FFF2-40B4-BE49-F238E27FC236}">
                <a16:creationId xmlns:a16="http://schemas.microsoft.com/office/drawing/2014/main" id="{3AFCAE5F-808F-4A12-958B-5E40907C1789}"/>
              </a:ext>
            </a:extLst>
          </p:cNvPr>
          <p:cNvSpPr/>
          <p:nvPr/>
        </p:nvSpPr>
        <p:spPr>
          <a:xfrm>
            <a:off x="5406500" y="5942742"/>
            <a:ext cx="3558979" cy="519993"/>
          </a:xfrm>
          <a:prstGeom prst="roundRect">
            <a:avLst/>
          </a:prstGeom>
          <a:solidFill>
            <a:srgbClr val="009696"/>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600" dirty="0">
                <a:latin typeface="Verdana Pro"/>
              </a:rPr>
              <a:t>Backlog Refinement</a:t>
            </a:r>
          </a:p>
        </p:txBody>
      </p:sp>
      <p:sp>
        <p:nvSpPr>
          <p:cNvPr id="39" name="Rectangle: Rounded Corners 38">
            <a:extLst>
              <a:ext uri="{FF2B5EF4-FFF2-40B4-BE49-F238E27FC236}">
                <a16:creationId xmlns:a16="http://schemas.microsoft.com/office/drawing/2014/main" id="{D4BA9FCA-B768-4488-BBD9-A5FDF12FBE27}"/>
              </a:ext>
            </a:extLst>
          </p:cNvPr>
          <p:cNvSpPr/>
          <p:nvPr/>
        </p:nvSpPr>
        <p:spPr>
          <a:xfrm>
            <a:off x="10277477" y="3320076"/>
            <a:ext cx="1204845" cy="782161"/>
          </a:xfrm>
          <a:prstGeom prst="roundRect">
            <a:avLst/>
          </a:prstGeom>
          <a:solidFill>
            <a:srgbClr val="4647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a:latin typeface="Verdana Pro"/>
              </a:rPr>
              <a:t>Testing</a:t>
            </a:r>
          </a:p>
        </p:txBody>
      </p:sp>
      <p:sp>
        <p:nvSpPr>
          <p:cNvPr id="40" name="Rectangle: Rounded Corners 39">
            <a:extLst>
              <a:ext uri="{FF2B5EF4-FFF2-40B4-BE49-F238E27FC236}">
                <a16:creationId xmlns:a16="http://schemas.microsoft.com/office/drawing/2014/main" id="{A6A7B1CE-674B-4322-ABC3-AEA4F422BFEA}"/>
              </a:ext>
            </a:extLst>
          </p:cNvPr>
          <p:cNvSpPr/>
          <p:nvPr/>
        </p:nvSpPr>
        <p:spPr>
          <a:xfrm>
            <a:off x="7197139" y="1752681"/>
            <a:ext cx="1688599" cy="708575"/>
          </a:xfrm>
          <a:prstGeom prst="roundRect">
            <a:avLst/>
          </a:prstGeom>
          <a:solidFill>
            <a:srgbClr val="BCD7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a:latin typeface="Verdana Pro"/>
              </a:rPr>
              <a:t>Sprint Retrospective</a:t>
            </a:r>
          </a:p>
        </p:txBody>
      </p:sp>
      <p:pic>
        <p:nvPicPr>
          <p:cNvPr id="44" name="Graphic 43" descr="List">
            <a:extLst>
              <a:ext uri="{FF2B5EF4-FFF2-40B4-BE49-F238E27FC236}">
                <a16:creationId xmlns:a16="http://schemas.microsoft.com/office/drawing/2014/main" id="{D902B8A4-9445-447D-A491-77598825036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258448" y="3279940"/>
            <a:ext cx="914400" cy="914400"/>
          </a:xfrm>
          <a:prstGeom prst="rect">
            <a:avLst/>
          </a:prstGeom>
        </p:spPr>
      </p:pic>
      <p:sp>
        <p:nvSpPr>
          <p:cNvPr id="45" name="Text Placeholder 5">
            <a:extLst>
              <a:ext uri="{FF2B5EF4-FFF2-40B4-BE49-F238E27FC236}">
                <a16:creationId xmlns:a16="http://schemas.microsoft.com/office/drawing/2014/main" id="{0CC90467-B3A7-41C5-8045-8839C0087B40}"/>
              </a:ext>
            </a:extLst>
          </p:cNvPr>
          <p:cNvSpPr txBox="1">
            <a:spLocks/>
          </p:cNvSpPr>
          <p:nvPr/>
        </p:nvSpPr>
        <p:spPr>
          <a:xfrm>
            <a:off x="3128046" y="4308441"/>
            <a:ext cx="1175204" cy="229239"/>
          </a:xfrm>
          <a:prstGeom prst="rect">
            <a:avLst/>
          </a:prstGeom>
        </p:spPr>
        <p:txBody>
          <a:bodyPr anchor="ct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GB" sz="1200">
                <a:solidFill>
                  <a:srgbClr val="7F7F7F"/>
                </a:solidFill>
                <a:latin typeface="Verdana Pro"/>
              </a:rPr>
              <a:t>Sprint Backlog</a:t>
            </a:r>
          </a:p>
        </p:txBody>
      </p:sp>
      <p:grpSp>
        <p:nvGrpSpPr>
          <p:cNvPr id="47" name="Group 46">
            <a:extLst>
              <a:ext uri="{FF2B5EF4-FFF2-40B4-BE49-F238E27FC236}">
                <a16:creationId xmlns:a16="http://schemas.microsoft.com/office/drawing/2014/main" id="{76C58FC6-618C-4AE6-AF3B-8AC582905BA3}"/>
              </a:ext>
            </a:extLst>
          </p:cNvPr>
          <p:cNvGrpSpPr/>
          <p:nvPr/>
        </p:nvGrpSpPr>
        <p:grpSpPr>
          <a:xfrm>
            <a:off x="3861778" y="2521853"/>
            <a:ext cx="3355358" cy="2605015"/>
            <a:chOff x="3861778" y="2521853"/>
            <a:chExt cx="3355358" cy="2605015"/>
          </a:xfrm>
        </p:grpSpPr>
        <p:grpSp>
          <p:nvGrpSpPr>
            <p:cNvPr id="30" name="Group 29">
              <a:extLst>
                <a:ext uri="{FF2B5EF4-FFF2-40B4-BE49-F238E27FC236}">
                  <a16:creationId xmlns:a16="http://schemas.microsoft.com/office/drawing/2014/main" id="{92CA3D99-AFB7-47B9-A00B-D4085CB3D95C}"/>
                </a:ext>
              </a:extLst>
            </p:cNvPr>
            <p:cNvGrpSpPr/>
            <p:nvPr/>
          </p:nvGrpSpPr>
          <p:grpSpPr>
            <a:xfrm>
              <a:off x="4506446" y="2606868"/>
              <a:ext cx="2520000" cy="2520000"/>
              <a:chOff x="4343400" y="1979740"/>
              <a:chExt cx="2160000" cy="2160000"/>
            </a:xfrm>
          </p:grpSpPr>
          <p:sp>
            <p:nvSpPr>
              <p:cNvPr id="28" name="Flowchart: Connector 27">
                <a:extLst>
                  <a:ext uri="{FF2B5EF4-FFF2-40B4-BE49-F238E27FC236}">
                    <a16:creationId xmlns:a16="http://schemas.microsoft.com/office/drawing/2014/main" id="{A4B0BDD9-7F3D-4E94-BCC5-E38A3738D875}"/>
                  </a:ext>
                </a:extLst>
              </p:cNvPr>
              <p:cNvSpPr/>
              <p:nvPr/>
            </p:nvSpPr>
            <p:spPr>
              <a:xfrm>
                <a:off x="4343400" y="1979740"/>
                <a:ext cx="2160000" cy="2160000"/>
              </a:xfrm>
              <a:prstGeom prst="flowChartConnector">
                <a:avLst/>
              </a:prstGeom>
              <a:gradFill flip="none" rotWithShape="1">
                <a:gsLst>
                  <a:gs pos="61000">
                    <a:srgbClr val="C9DB60"/>
                  </a:gs>
                  <a:gs pos="0">
                    <a:srgbClr val="F2F7D1"/>
                  </a:gs>
                  <a:gs pos="100000">
                    <a:srgbClr val="BCD727"/>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a:latin typeface="Verdana Pro"/>
                </a:endParaRPr>
              </a:p>
            </p:txBody>
          </p:sp>
          <p:sp>
            <p:nvSpPr>
              <p:cNvPr id="29" name="Flowchart: Connector 28">
                <a:extLst>
                  <a:ext uri="{FF2B5EF4-FFF2-40B4-BE49-F238E27FC236}">
                    <a16:creationId xmlns:a16="http://schemas.microsoft.com/office/drawing/2014/main" id="{D0D13029-7FCE-4659-9B86-CF1918B21B7D}"/>
                  </a:ext>
                </a:extLst>
              </p:cNvPr>
              <p:cNvSpPr/>
              <p:nvPr/>
            </p:nvSpPr>
            <p:spPr>
              <a:xfrm>
                <a:off x="4703400" y="2339740"/>
                <a:ext cx="1440000" cy="1440000"/>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dirty="0">
                    <a:solidFill>
                      <a:srgbClr val="7F7F7F"/>
                    </a:solidFill>
                    <a:latin typeface="Verdana Pro"/>
                  </a:rPr>
                  <a:t>3-week Sprint</a:t>
                </a:r>
              </a:p>
            </p:txBody>
          </p:sp>
        </p:grpSp>
        <p:sp>
          <p:nvSpPr>
            <p:cNvPr id="35" name="Oval 34">
              <a:extLst>
                <a:ext uri="{FF2B5EF4-FFF2-40B4-BE49-F238E27FC236}">
                  <a16:creationId xmlns:a16="http://schemas.microsoft.com/office/drawing/2014/main" id="{F393811B-BF49-452D-ADAC-5EA305ADAAFF}"/>
                </a:ext>
              </a:extLst>
            </p:cNvPr>
            <p:cNvSpPr/>
            <p:nvPr/>
          </p:nvSpPr>
          <p:spPr>
            <a:xfrm>
              <a:off x="4787302" y="2521853"/>
              <a:ext cx="481168" cy="457269"/>
            </a:xfrm>
            <a:prstGeom prst="ellipse">
              <a:avLst/>
            </a:prstGeom>
            <a:solidFill>
              <a:srgbClr val="D3E6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a:latin typeface="Verdana Pro"/>
              </a:endParaRPr>
            </a:p>
          </p:txBody>
        </p:sp>
        <p:sp>
          <p:nvSpPr>
            <p:cNvPr id="37" name="Text Placeholder 5">
              <a:extLst>
                <a:ext uri="{FF2B5EF4-FFF2-40B4-BE49-F238E27FC236}">
                  <a16:creationId xmlns:a16="http://schemas.microsoft.com/office/drawing/2014/main" id="{2DBD7E7B-F14E-48C8-9867-CD609923E0CB}"/>
                </a:ext>
              </a:extLst>
            </p:cNvPr>
            <p:cNvSpPr txBox="1">
              <a:spLocks/>
            </p:cNvSpPr>
            <p:nvPr/>
          </p:nvSpPr>
          <p:spPr>
            <a:xfrm>
              <a:off x="3861778" y="2750487"/>
              <a:ext cx="1042352" cy="229239"/>
            </a:xfrm>
            <a:prstGeom prst="rect">
              <a:avLst/>
            </a:prstGeom>
          </p:spPr>
          <p:txBody>
            <a:bodyPr anchor="ct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GB" sz="1200">
                  <a:solidFill>
                    <a:srgbClr val="7F7F7F"/>
                  </a:solidFill>
                  <a:latin typeface="Verdana Pro"/>
                </a:rPr>
                <a:t>Daily Stand-up</a:t>
              </a:r>
            </a:p>
          </p:txBody>
        </p:sp>
        <p:sp>
          <p:nvSpPr>
            <p:cNvPr id="46" name="Isosceles Triangle 45">
              <a:extLst>
                <a:ext uri="{FF2B5EF4-FFF2-40B4-BE49-F238E27FC236}">
                  <a16:creationId xmlns:a16="http://schemas.microsoft.com/office/drawing/2014/main" id="{2F9DEE2B-4757-4925-A013-03A8A30E0146}"/>
                </a:ext>
              </a:extLst>
            </p:cNvPr>
            <p:cNvSpPr/>
            <p:nvPr/>
          </p:nvSpPr>
          <p:spPr>
            <a:xfrm rot="206551">
              <a:off x="6432580" y="3543025"/>
              <a:ext cx="784556" cy="440106"/>
            </a:xfrm>
            <a:prstGeom prst="triangle">
              <a:avLst/>
            </a:prstGeom>
            <a:solidFill>
              <a:srgbClr val="BCD7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a:latin typeface="Verdana Pro"/>
              </a:endParaRPr>
            </a:p>
          </p:txBody>
        </p:sp>
      </p:grpSp>
      <p:sp>
        <p:nvSpPr>
          <p:cNvPr id="48" name="Arrow: Right 47">
            <a:extLst>
              <a:ext uri="{FF2B5EF4-FFF2-40B4-BE49-F238E27FC236}">
                <a16:creationId xmlns:a16="http://schemas.microsoft.com/office/drawing/2014/main" id="{830D1F3D-D634-40D5-8F72-81BF2FC49DA1}"/>
              </a:ext>
            </a:extLst>
          </p:cNvPr>
          <p:cNvSpPr/>
          <p:nvPr/>
        </p:nvSpPr>
        <p:spPr>
          <a:xfrm>
            <a:off x="1427070" y="3534965"/>
            <a:ext cx="370693" cy="373431"/>
          </a:xfrm>
          <a:prstGeom prst="right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Verdana Pro"/>
            </a:endParaRPr>
          </a:p>
        </p:txBody>
      </p:sp>
      <p:sp>
        <p:nvSpPr>
          <p:cNvPr id="49" name="Arrow: Right 48">
            <a:extLst>
              <a:ext uri="{FF2B5EF4-FFF2-40B4-BE49-F238E27FC236}">
                <a16:creationId xmlns:a16="http://schemas.microsoft.com/office/drawing/2014/main" id="{D1778D04-2D06-4583-ABBF-ED976BBD4612}"/>
              </a:ext>
            </a:extLst>
          </p:cNvPr>
          <p:cNvSpPr/>
          <p:nvPr/>
        </p:nvSpPr>
        <p:spPr>
          <a:xfrm>
            <a:off x="3017445" y="3519866"/>
            <a:ext cx="370693" cy="373431"/>
          </a:xfrm>
          <a:prstGeom prst="right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Verdana Pro"/>
            </a:endParaRPr>
          </a:p>
        </p:txBody>
      </p:sp>
      <p:sp>
        <p:nvSpPr>
          <p:cNvPr id="50" name="Arrow: Right 49">
            <a:extLst>
              <a:ext uri="{FF2B5EF4-FFF2-40B4-BE49-F238E27FC236}">
                <a16:creationId xmlns:a16="http://schemas.microsoft.com/office/drawing/2014/main" id="{7D027D6F-5C6D-4E62-B7FE-94A41831FC06}"/>
              </a:ext>
            </a:extLst>
          </p:cNvPr>
          <p:cNvSpPr/>
          <p:nvPr/>
        </p:nvSpPr>
        <p:spPr>
          <a:xfrm>
            <a:off x="4078400" y="3513790"/>
            <a:ext cx="370693" cy="373431"/>
          </a:xfrm>
          <a:prstGeom prst="right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Verdana Pro"/>
            </a:endParaRPr>
          </a:p>
        </p:txBody>
      </p:sp>
      <p:sp>
        <p:nvSpPr>
          <p:cNvPr id="51" name="Arrow: Right 50">
            <a:extLst>
              <a:ext uri="{FF2B5EF4-FFF2-40B4-BE49-F238E27FC236}">
                <a16:creationId xmlns:a16="http://schemas.microsoft.com/office/drawing/2014/main" id="{0C68ED23-3705-438D-A362-2D7C3EBB5837}"/>
              </a:ext>
            </a:extLst>
          </p:cNvPr>
          <p:cNvSpPr/>
          <p:nvPr/>
        </p:nvSpPr>
        <p:spPr>
          <a:xfrm>
            <a:off x="7097625" y="3487166"/>
            <a:ext cx="370693" cy="373431"/>
          </a:xfrm>
          <a:prstGeom prst="right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Verdana Pro"/>
            </a:endParaRPr>
          </a:p>
        </p:txBody>
      </p:sp>
      <p:sp>
        <p:nvSpPr>
          <p:cNvPr id="54" name="Arrow: Right 53">
            <a:extLst>
              <a:ext uri="{FF2B5EF4-FFF2-40B4-BE49-F238E27FC236}">
                <a16:creationId xmlns:a16="http://schemas.microsoft.com/office/drawing/2014/main" id="{3B5E817C-2B6E-4D8F-8EFF-9057FDDF98F2}"/>
              </a:ext>
            </a:extLst>
          </p:cNvPr>
          <p:cNvSpPr/>
          <p:nvPr/>
        </p:nvSpPr>
        <p:spPr>
          <a:xfrm>
            <a:off x="8710656" y="3487165"/>
            <a:ext cx="370693" cy="373431"/>
          </a:xfrm>
          <a:prstGeom prst="right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Verdana Pro"/>
            </a:endParaRPr>
          </a:p>
        </p:txBody>
      </p:sp>
      <p:sp>
        <p:nvSpPr>
          <p:cNvPr id="55" name="Arrow: Right 54">
            <a:extLst>
              <a:ext uri="{FF2B5EF4-FFF2-40B4-BE49-F238E27FC236}">
                <a16:creationId xmlns:a16="http://schemas.microsoft.com/office/drawing/2014/main" id="{21D27733-94DD-44DF-8696-229A1DCD1CC2}"/>
              </a:ext>
            </a:extLst>
          </p:cNvPr>
          <p:cNvSpPr/>
          <p:nvPr/>
        </p:nvSpPr>
        <p:spPr>
          <a:xfrm>
            <a:off x="9857477" y="3476467"/>
            <a:ext cx="370693" cy="373431"/>
          </a:xfrm>
          <a:prstGeom prst="right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Verdana Pro"/>
            </a:endParaRPr>
          </a:p>
        </p:txBody>
      </p:sp>
      <p:sp>
        <p:nvSpPr>
          <p:cNvPr id="56" name="Arrow: Bent-Up 55">
            <a:extLst>
              <a:ext uri="{FF2B5EF4-FFF2-40B4-BE49-F238E27FC236}">
                <a16:creationId xmlns:a16="http://schemas.microsoft.com/office/drawing/2014/main" id="{309888BD-7DF1-40B2-8133-22CBCCBF8137}"/>
              </a:ext>
            </a:extLst>
          </p:cNvPr>
          <p:cNvSpPr/>
          <p:nvPr/>
        </p:nvSpPr>
        <p:spPr>
          <a:xfrm rot="16200000" flipH="1">
            <a:off x="9004119" y="4467372"/>
            <a:ext cx="2154295" cy="1836433"/>
          </a:xfrm>
          <a:prstGeom prst="bentUpArrow">
            <a:avLst>
              <a:gd name="adj1" fmla="val 11843"/>
              <a:gd name="adj2" fmla="val 12656"/>
              <a:gd name="adj3" fmla="val 14498"/>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Verdana Pro"/>
            </a:endParaRPr>
          </a:p>
        </p:txBody>
      </p:sp>
      <p:sp>
        <p:nvSpPr>
          <p:cNvPr id="57" name="Arrow: Bent-Up 56">
            <a:extLst>
              <a:ext uri="{FF2B5EF4-FFF2-40B4-BE49-F238E27FC236}">
                <a16:creationId xmlns:a16="http://schemas.microsoft.com/office/drawing/2014/main" id="{8F7763C0-0A4D-4FD9-87C6-0CA52327D256}"/>
              </a:ext>
            </a:extLst>
          </p:cNvPr>
          <p:cNvSpPr/>
          <p:nvPr/>
        </p:nvSpPr>
        <p:spPr>
          <a:xfrm flipH="1">
            <a:off x="790074" y="4855215"/>
            <a:ext cx="4478396" cy="1485392"/>
          </a:xfrm>
          <a:prstGeom prst="bentUpArrow">
            <a:avLst>
              <a:gd name="adj1" fmla="val 13399"/>
              <a:gd name="adj2" fmla="val 17567"/>
              <a:gd name="adj3" fmla="val 14498"/>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Verdana Pro"/>
            </a:endParaRPr>
          </a:p>
        </p:txBody>
      </p:sp>
      <p:sp>
        <p:nvSpPr>
          <p:cNvPr id="58" name="Arrow: Right 57">
            <a:extLst>
              <a:ext uri="{FF2B5EF4-FFF2-40B4-BE49-F238E27FC236}">
                <a16:creationId xmlns:a16="http://schemas.microsoft.com/office/drawing/2014/main" id="{1478A1E9-85A4-4873-974B-B8029426C8FE}"/>
              </a:ext>
            </a:extLst>
          </p:cNvPr>
          <p:cNvSpPr/>
          <p:nvPr/>
        </p:nvSpPr>
        <p:spPr>
          <a:xfrm rot="16200000">
            <a:off x="7714572" y="2739079"/>
            <a:ext cx="708288" cy="373431"/>
          </a:xfrm>
          <a:prstGeom prst="rightArrow">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Verdana Pro"/>
            </a:endParaRPr>
          </a:p>
        </p:txBody>
      </p:sp>
      <p:sp>
        <p:nvSpPr>
          <p:cNvPr id="59" name="Arrow: Bent-Up 58">
            <a:extLst>
              <a:ext uri="{FF2B5EF4-FFF2-40B4-BE49-F238E27FC236}">
                <a16:creationId xmlns:a16="http://schemas.microsoft.com/office/drawing/2014/main" id="{AC37F25E-4E4B-4D4C-9673-5F8AAEB73D9F}"/>
              </a:ext>
            </a:extLst>
          </p:cNvPr>
          <p:cNvSpPr/>
          <p:nvPr/>
        </p:nvSpPr>
        <p:spPr>
          <a:xfrm flipH="1" flipV="1">
            <a:off x="2133597" y="1980974"/>
            <a:ext cx="4892845" cy="1225695"/>
          </a:xfrm>
          <a:prstGeom prst="bentUpArrow">
            <a:avLst>
              <a:gd name="adj1" fmla="val 14504"/>
              <a:gd name="adj2" fmla="val 17313"/>
              <a:gd name="adj3" fmla="val 20173"/>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Verdana Pro"/>
            </a:endParaRPr>
          </a:p>
        </p:txBody>
      </p:sp>
      <p:grpSp>
        <p:nvGrpSpPr>
          <p:cNvPr id="4" name="Group 3">
            <a:extLst>
              <a:ext uri="{FF2B5EF4-FFF2-40B4-BE49-F238E27FC236}">
                <a16:creationId xmlns:a16="http://schemas.microsoft.com/office/drawing/2014/main" id="{899E3FA0-D02A-4DCD-BFCC-F99016983206}"/>
              </a:ext>
            </a:extLst>
          </p:cNvPr>
          <p:cNvGrpSpPr/>
          <p:nvPr/>
        </p:nvGrpSpPr>
        <p:grpSpPr>
          <a:xfrm>
            <a:off x="9631444" y="1714717"/>
            <a:ext cx="2164122" cy="885094"/>
            <a:chOff x="9808631" y="1493195"/>
            <a:chExt cx="2164122" cy="885094"/>
          </a:xfrm>
        </p:grpSpPr>
        <p:sp>
          <p:nvSpPr>
            <p:cNvPr id="60" name="Rectangle: Rounded Corners 59">
              <a:extLst>
                <a:ext uri="{FF2B5EF4-FFF2-40B4-BE49-F238E27FC236}">
                  <a16:creationId xmlns:a16="http://schemas.microsoft.com/office/drawing/2014/main" id="{E191825F-1BB4-465A-BC6C-EA9A3F1CEE91}"/>
                </a:ext>
              </a:extLst>
            </p:cNvPr>
            <p:cNvSpPr/>
            <p:nvPr/>
          </p:nvSpPr>
          <p:spPr>
            <a:xfrm>
              <a:off x="9918865" y="1526331"/>
              <a:ext cx="270724" cy="246332"/>
            </a:xfrm>
            <a:prstGeom prst="roundRect">
              <a:avLst/>
            </a:prstGeom>
            <a:solidFill>
              <a:srgbClr val="BCD7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Verdana Pro"/>
              </a:endParaRPr>
            </a:p>
          </p:txBody>
        </p:sp>
        <p:sp>
          <p:nvSpPr>
            <p:cNvPr id="61" name="Text Placeholder 5">
              <a:extLst>
                <a:ext uri="{FF2B5EF4-FFF2-40B4-BE49-F238E27FC236}">
                  <a16:creationId xmlns:a16="http://schemas.microsoft.com/office/drawing/2014/main" id="{1E8C199C-6085-45E5-A23A-B8F6E9CF7677}"/>
                </a:ext>
              </a:extLst>
            </p:cNvPr>
            <p:cNvSpPr txBox="1">
              <a:spLocks/>
            </p:cNvSpPr>
            <p:nvPr/>
          </p:nvSpPr>
          <p:spPr>
            <a:xfrm>
              <a:off x="10210921" y="1581943"/>
              <a:ext cx="1761832" cy="227547"/>
            </a:xfrm>
            <a:prstGeom prst="rect">
              <a:avLst/>
            </a:prstGeom>
          </p:spPr>
          <p:txBody>
            <a:bodyPr anchor="ct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1050" dirty="0">
                  <a:solidFill>
                    <a:srgbClr val="7F7F7F"/>
                  </a:solidFill>
                  <a:latin typeface="Verdana Pro"/>
                </a:rPr>
                <a:t>Open Box Activity</a:t>
              </a:r>
            </a:p>
          </p:txBody>
        </p:sp>
        <p:sp>
          <p:nvSpPr>
            <p:cNvPr id="62" name="Rectangle: Rounded Corners 61">
              <a:extLst>
                <a:ext uri="{FF2B5EF4-FFF2-40B4-BE49-F238E27FC236}">
                  <a16:creationId xmlns:a16="http://schemas.microsoft.com/office/drawing/2014/main" id="{954C1D1F-3B33-40BC-9DCC-88F812F6FABF}"/>
                </a:ext>
              </a:extLst>
            </p:cNvPr>
            <p:cNvSpPr/>
            <p:nvPr/>
          </p:nvSpPr>
          <p:spPr>
            <a:xfrm>
              <a:off x="9918865" y="1822278"/>
              <a:ext cx="270724" cy="246332"/>
            </a:xfrm>
            <a:prstGeom prst="roundRect">
              <a:avLst/>
            </a:prstGeom>
            <a:solidFill>
              <a:srgbClr val="4647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Verdana Pro"/>
              </a:endParaRPr>
            </a:p>
          </p:txBody>
        </p:sp>
        <p:sp>
          <p:nvSpPr>
            <p:cNvPr id="63" name="Text Placeholder 5">
              <a:extLst>
                <a:ext uri="{FF2B5EF4-FFF2-40B4-BE49-F238E27FC236}">
                  <a16:creationId xmlns:a16="http://schemas.microsoft.com/office/drawing/2014/main" id="{FAF62AAA-FAFF-478D-84C5-7E5559983323}"/>
                </a:ext>
              </a:extLst>
            </p:cNvPr>
            <p:cNvSpPr txBox="1">
              <a:spLocks/>
            </p:cNvSpPr>
            <p:nvPr/>
          </p:nvSpPr>
          <p:spPr>
            <a:xfrm>
              <a:off x="10210921" y="1877890"/>
              <a:ext cx="1489724" cy="227547"/>
            </a:xfrm>
            <a:prstGeom prst="rect">
              <a:avLst/>
            </a:prstGeom>
          </p:spPr>
          <p:txBody>
            <a:bodyPr lIns="91440" tIns="45720" rIns="91440" bIns="45720" anchor="ct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1050" dirty="0">
                  <a:solidFill>
                    <a:srgbClr val="7F7F7F"/>
                  </a:solidFill>
                  <a:latin typeface="Verdana Pro"/>
                </a:rPr>
                <a:t>Client Activity</a:t>
              </a:r>
            </a:p>
          </p:txBody>
        </p:sp>
        <p:sp>
          <p:nvSpPr>
            <p:cNvPr id="64" name="Rectangle: Rounded Corners 63">
              <a:extLst>
                <a:ext uri="{FF2B5EF4-FFF2-40B4-BE49-F238E27FC236}">
                  <a16:creationId xmlns:a16="http://schemas.microsoft.com/office/drawing/2014/main" id="{784674FE-A3E7-4043-B665-F25CA8D5E328}"/>
                </a:ext>
              </a:extLst>
            </p:cNvPr>
            <p:cNvSpPr/>
            <p:nvPr/>
          </p:nvSpPr>
          <p:spPr>
            <a:xfrm>
              <a:off x="9918865" y="2109081"/>
              <a:ext cx="270724" cy="246332"/>
            </a:xfrm>
            <a:prstGeom prst="roundRect">
              <a:avLst/>
            </a:prstGeom>
            <a:solidFill>
              <a:srgbClr val="0096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Verdana Pro"/>
              </a:endParaRPr>
            </a:p>
          </p:txBody>
        </p:sp>
        <p:sp>
          <p:nvSpPr>
            <p:cNvPr id="65" name="Text Placeholder 5">
              <a:extLst>
                <a:ext uri="{FF2B5EF4-FFF2-40B4-BE49-F238E27FC236}">
                  <a16:creationId xmlns:a16="http://schemas.microsoft.com/office/drawing/2014/main" id="{33C5F501-FFCF-4D93-9B9E-3474D5E9E499}"/>
                </a:ext>
              </a:extLst>
            </p:cNvPr>
            <p:cNvSpPr txBox="1">
              <a:spLocks/>
            </p:cNvSpPr>
            <p:nvPr/>
          </p:nvSpPr>
          <p:spPr>
            <a:xfrm>
              <a:off x="10210921" y="2164693"/>
              <a:ext cx="1098955" cy="198240"/>
            </a:xfrm>
            <a:prstGeom prst="rect">
              <a:avLst/>
            </a:prstGeom>
          </p:spPr>
          <p:txBody>
            <a:bodyPr anchor="ct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1050">
                  <a:solidFill>
                    <a:srgbClr val="7F7F7F"/>
                  </a:solidFill>
                  <a:latin typeface="Verdana Pro"/>
                </a:rPr>
                <a:t>Joint Activity</a:t>
              </a:r>
            </a:p>
          </p:txBody>
        </p:sp>
        <p:sp>
          <p:nvSpPr>
            <p:cNvPr id="66" name="Rectangle 65">
              <a:extLst>
                <a:ext uri="{FF2B5EF4-FFF2-40B4-BE49-F238E27FC236}">
                  <a16:creationId xmlns:a16="http://schemas.microsoft.com/office/drawing/2014/main" id="{0BB4D593-BB94-4F12-AA8E-7FA4177AE2CE}"/>
                </a:ext>
              </a:extLst>
            </p:cNvPr>
            <p:cNvSpPr/>
            <p:nvPr/>
          </p:nvSpPr>
          <p:spPr>
            <a:xfrm>
              <a:off x="9808631" y="1493195"/>
              <a:ext cx="1864767" cy="885094"/>
            </a:xfrm>
            <a:prstGeom prst="rect">
              <a:avLst/>
            </a:prstGeom>
            <a:noFill/>
            <a:ln>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Verdana Pro"/>
              </a:endParaRPr>
            </a:p>
          </p:txBody>
        </p:sp>
      </p:grpSp>
      <p:sp>
        <p:nvSpPr>
          <p:cNvPr id="68" name="Arrow: Right 67">
            <a:extLst>
              <a:ext uri="{FF2B5EF4-FFF2-40B4-BE49-F238E27FC236}">
                <a16:creationId xmlns:a16="http://schemas.microsoft.com/office/drawing/2014/main" id="{72AE277F-ADCE-4C0F-BB83-D7274AD337BB}"/>
              </a:ext>
            </a:extLst>
          </p:cNvPr>
          <p:cNvSpPr/>
          <p:nvPr/>
        </p:nvSpPr>
        <p:spPr>
          <a:xfrm rot="5400000">
            <a:off x="7240894" y="4790484"/>
            <a:ext cx="1685591" cy="373431"/>
          </a:xfrm>
          <a:prstGeom prst="rightArrow">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Verdana Pro"/>
            </a:endParaRPr>
          </a:p>
        </p:txBody>
      </p:sp>
      <p:sp>
        <p:nvSpPr>
          <p:cNvPr id="69" name="Text Placeholder 5">
            <a:extLst>
              <a:ext uri="{FF2B5EF4-FFF2-40B4-BE49-F238E27FC236}">
                <a16:creationId xmlns:a16="http://schemas.microsoft.com/office/drawing/2014/main" id="{7DB9F6F4-A969-4044-933D-1F202F4DE512}"/>
              </a:ext>
            </a:extLst>
          </p:cNvPr>
          <p:cNvSpPr txBox="1">
            <a:spLocks/>
          </p:cNvSpPr>
          <p:nvPr/>
        </p:nvSpPr>
        <p:spPr>
          <a:xfrm>
            <a:off x="1407856" y="5823348"/>
            <a:ext cx="3042652" cy="219470"/>
          </a:xfrm>
          <a:prstGeom prst="rect">
            <a:avLst/>
          </a:prstGeom>
        </p:spPr>
        <p:txBody>
          <a:bodyPr lIns="91440" tIns="45720" rIns="91440" bIns="45720" anchor="ct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GB" sz="1200" dirty="0">
                <a:solidFill>
                  <a:srgbClr val="7F7F7F"/>
                </a:solidFill>
                <a:latin typeface="Verdana Pro"/>
              </a:rPr>
              <a:t>Backlog Refinement &amp; Prioritisation</a:t>
            </a:r>
          </a:p>
        </p:txBody>
      </p:sp>
      <p:sp>
        <p:nvSpPr>
          <p:cNvPr id="70" name="Text Placeholder 5">
            <a:extLst>
              <a:ext uri="{FF2B5EF4-FFF2-40B4-BE49-F238E27FC236}">
                <a16:creationId xmlns:a16="http://schemas.microsoft.com/office/drawing/2014/main" id="{065F97B9-366C-4BC9-924E-E59577D9261B}"/>
              </a:ext>
            </a:extLst>
          </p:cNvPr>
          <p:cNvSpPr txBox="1">
            <a:spLocks/>
          </p:cNvSpPr>
          <p:nvPr/>
        </p:nvSpPr>
        <p:spPr>
          <a:xfrm>
            <a:off x="9395256" y="5819994"/>
            <a:ext cx="1372019" cy="229239"/>
          </a:xfrm>
          <a:prstGeom prst="rect">
            <a:avLst/>
          </a:prstGeom>
        </p:spPr>
        <p:txBody>
          <a:bodyPr anchor="ct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GB" sz="1200">
                <a:solidFill>
                  <a:srgbClr val="7F7F7F"/>
                </a:solidFill>
                <a:latin typeface="Verdana Pro"/>
              </a:rPr>
              <a:t>Feedback</a:t>
            </a:r>
          </a:p>
        </p:txBody>
      </p:sp>
    </p:spTree>
    <p:extLst>
      <p:ext uri="{BB962C8B-B14F-4D97-AF65-F5344CB8AC3E}">
        <p14:creationId xmlns:p14="http://schemas.microsoft.com/office/powerpoint/2010/main" val="3758008660"/>
      </p:ext>
    </p:extLst>
  </p:cSld>
  <p:clrMapOvr>
    <a:masterClrMapping/>
  </p:clrMapOvr>
</p:sld>
</file>

<file path=ppt/theme/theme1.xml><?xml version="1.0" encoding="utf-8"?>
<a:theme xmlns:a="http://schemas.openxmlformats.org/drawingml/2006/main" name="1. Title Slides">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neral Presentation Theme" id="{617D407F-0F1F-405D-A13B-BE7690CBDA2A}" vid="{44CD57B0-E653-4561-A953-0FF3EAB174B5}"/>
    </a:ext>
  </a:extLst>
</a:theme>
</file>

<file path=ppt/theme/theme2.xml><?xml version="1.0" encoding="utf-8"?>
<a:theme xmlns:a="http://schemas.openxmlformats.org/drawingml/2006/main" name="2. Agend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 City Background">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4. Blank Background">
  <a:themeElements>
    <a:clrScheme name="OB Savills">
      <a:dk1>
        <a:sysClr val="windowText" lastClr="000000"/>
      </a:dk1>
      <a:lt1>
        <a:sysClr val="window" lastClr="FFFFFF"/>
      </a:lt1>
      <a:dk2>
        <a:srgbClr val="44546A"/>
      </a:dk2>
      <a:lt2>
        <a:srgbClr val="E7E6E6"/>
      </a:lt2>
      <a:accent1>
        <a:srgbClr val="464777"/>
      </a:accent1>
      <a:accent2>
        <a:srgbClr val="F05A5A"/>
      </a:accent2>
      <a:accent3>
        <a:srgbClr val="AAB4B4"/>
      </a:accent3>
      <a:accent4>
        <a:srgbClr val="F28E2B"/>
      </a:accent4>
      <a:accent5>
        <a:srgbClr val="76B7B2"/>
      </a:accent5>
      <a:accent6>
        <a:srgbClr val="BCD727"/>
      </a:accent6>
      <a:hlink>
        <a:srgbClr val="009696"/>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5. Rob Sparke Grey BG">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6. Rob Sparke Green Background">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1_3. City Background">
  <a:themeElements>
    <a:clrScheme name="OB Savills">
      <a:dk1>
        <a:sysClr val="windowText" lastClr="000000"/>
      </a:dk1>
      <a:lt1>
        <a:sysClr val="window" lastClr="FFFFFF"/>
      </a:lt1>
      <a:dk2>
        <a:srgbClr val="44546A"/>
      </a:dk2>
      <a:lt2>
        <a:srgbClr val="E7E6E6"/>
      </a:lt2>
      <a:accent1>
        <a:srgbClr val="464777"/>
      </a:accent1>
      <a:accent2>
        <a:srgbClr val="F05A5A"/>
      </a:accent2>
      <a:accent3>
        <a:srgbClr val="AAB4B4"/>
      </a:accent3>
      <a:accent4>
        <a:srgbClr val="F28E2B"/>
      </a:accent4>
      <a:accent5>
        <a:srgbClr val="76B7B2"/>
      </a:accent5>
      <a:accent6>
        <a:srgbClr val="BCD727"/>
      </a:accent6>
      <a:hlink>
        <a:srgbClr val="009696"/>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4. Blank Background">
  <a:themeElements>
    <a:clrScheme name="Open Box Colours">
      <a:dk1>
        <a:srgbClr val="000000"/>
      </a:dk1>
      <a:lt1>
        <a:sysClr val="window" lastClr="FFFFFF"/>
      </a:lt1>
      <a:dk2>
        <a:srgbClr val="373C3C"/>
      </a:dk2>
      <a:lt2>
        <a:srgbClr val="6E7878"/>
      </a:lt2>
      <a:accent1>
        <a:srgbClr val="AAB4B4"/>
      </a:accent1>
      <a:accent2>
        <a:srgbClr val="E15759"/>
      </a:accent2>
      <a:accent3>
        <a:srgbClr val="4E79A7"/>
      </a:accent3>
      <a:accent4>
        <a:srgbClr val="76B7B2"/>
      </a:accent4>
      <a:accent5>
        <a:srgbClr val="F28E2B"/>
      </a:accent5>
      <a:accent6>
        <a:srgbClr val="BCD727"/>
      </a:accent6>
      <a:hlink>
        <a:srgbClr val="BCD727"/>
      </a:hlink>
      <a:folHlink>
        <a:srgbClr val="954F72"/>
      </a:folHlink>
    </a:clrScheme>
    <a:fontScheme name="Open Box Fonts">
      <a:majorFont>
        <a:latin typeface="Proxima Nova Lt"/>
        <a:ea typeface=""/>
        <a:cs typeface=""/>
      </a:majorFont>
      <a:minorFont>
        <a:latin typeface="Proxima Nova L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3. City Background">
  <a:themeElements>
    <a:clrScheme name="Open Box Colours">
      <a:dk1>
        <a:sysClr val="windowText" lastClr="000000"/>
      </a:dk1>
      <a:lt1>
        <a:sysClr val="window" lastClr="FFFFFF"/>
      </a:lt1>
      <a:dk2>
        <a:srgbClr val="373C3C"/>
      </a:dk2>
      <a:lt2>
        <a:srgbClr val="6E7878"/>
      </a:lt2>
      <a:accent1>
        <a:srgbClr val="AAB4B4"/>
      </a:accent1>
      <a:accent2>
        <a:srgbClr val="E15759"/>
      </a:accent2>
      <a:accent3>
        <a:srgbClr val="4E79A7"/>
      </a:accent3>
      <a:accent4>
        <a:srgbClr val="76B7B2"/>
      </a:accent4>
      <a:accent5>
        <a:srgbClr val="F28E2B"/>
      </a:accent5>
      <a:accent6>
        <a:srgbClr val="BCD727"/>
      </a:accent6>
      <a:hlink>
        <a:srgbClr val="BCD727"/>
      </a:hlink>
      <a:folHlink>
        <a:srgbClr val="954F72"/>
      </a:folHlink>
    </a:clrScheme>
    <a:fontScheme name="Open Box Fonts">
      <a:majorFont>
        <a:latin typeface="Proxima Nova Lt"/>
        <a:ea typeface=""/>
        <a:cs typeface=""/>
      </a:majorFont>
      <a:minorFont>
        <a:latin typeface="Proxima Nova L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Client Project Document" ma:contentTypeID="0x010100B16301FA1C2D5E4DB9305F31D037531D02070300B4E123A7400DE24C83BA9D1BFCD12C10" ma:contentTypeVersion="3" ma:contentTypeDescription="A document associated with a project for a client." ma:contentTypeScope="" ma:versionID="9d6581bc5c99e8ea3938d4fa8ba888f5">
  <xsd:schema xmlns:xsd="http://www.w3.org/2001/XMLSchema" xmlns:xs="http://www.w3.org/2001/XMLSchema" xmlns:p="http://schemas.microsoft.com/office/2006/metadata/properties" xmlns:ns2="1ffbd5dc-7a64-4097-8396-87f6c90b212f" targetNamespace="http://schemas.microsoft.com/office/2006/metadata/properties" ma:root="true" ma:fieldsID="a0c1b2c62e26289b034b466cfffa7cd3" ns2:_="">
    <xsd:import namespace="1ffbd5dc-7a64-4097-8396-87f6c90b212f"/>
    <xsd:element name="properties">
      <xsd:complexType>
        <xsd:sequence>
          <xsd:element name="documentManagement">
            <xsd:complexType>
              <xsd:all>
                <xsd:element ref="ns2:TaxCatchAll" minOccurs="0"/>
                <xsd:element ref="ns2:TaxCatchAllLabel" minOccurs="0"/>
                <xsd:element ref="ns2:nae5750f31d8428b9a1182bd8e59d390" minOccurs="0"/>
                <xsd:element ref="ns2:ica44df5449d49f98766f83f0bd254a7" minOccurs="0"/>
                <xsd:element ref="ns2:f0dc22cb723843c1bfbb2e8bcc9db6e4" minOccurs="0"/>
                <xsd:element ref="ns2:k6ebf865df8440b3a55c1aa81c9bae7c"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ffbd5dc-7a64-4097-8396-87f6c90b212f" elementFormDefault="qualified">
    <xsd:import namespace="http://schemas.microsoft.com/office/2006/documentManagement/types"/>
    <xsd:import namespace="http://schemas.microsoft.com/office/infopath/2007/PartnerControls"/>
    <xsd:element name="TaxCatchAll" ma:index="8" nillable="true" ma:displayName="Taxonomy Catch All Column" ma:hidden="true" ma:list="{45250ea2-cfef-416b-9e22-46de40794d29}" ma:internalName="TaxCatchAll" ma:showField="CatchAllData" ma:web="025eec05-af72-44fb-9d53-267083c6e741">
      <xsd:complexType>
        <xsd:complexContent>
          <xsd:extension base="dms:MultiChoiceLookup">
            <xsd:sequence>
              <xsd:element name="Value" type="dms:Lookup" maxOccurs="unbounded" minOccurs="0" nillable="true"/>
            </xsd:sequence>
          </xsd:extension>
        </xsd:complexContent>
      </xsd:complexType>
    </xsd:element>
    <xsd:element name="TaxCatchAllLabel" ma:index="9" nillable="true" ma:displayName="Taxonomy Catch All Column1" ma:hidden="true" ma:list="{45250ea2-cfef-416b-9e22-46de40794d29}" ma:internalName="TaxCatchAllLabel" ma:readOnly="true" ma:showField="CatchAllDataLabel" ma:web="025eec05-af72-44fb-9d53-267083c6e741">
      <xsd:complexType>
        <xsd:complexContent>
          <xsd:extension base="dms:MultiChoiceLookup">
            <xsd:sequence>
              <xsd:element name="Value" type="dms:Lookup" maxOccurs="unbounded" minOccurs="0" nillable="true"/>
            </xsd:sequence>
          </xsd:extension>
        </xsd:complexContent>
      </xsd:complexType>
    </xsd:element>
    <xsd:element name="nae5750f31d8428b9a1182bd8e59d390" ma:index="10" ma:taxonomy="true" ma:internalName="nae5750f31d8428b9a1182bd8e59d390" ma:taxonomyFieldName="Division" ma:displayName="Division" ma:readOnly="false" ma:default="1;#Custom Software|cecfb662-fc63-4c9e-b6e4-2e3797fe6f4f" ma:fieldId="{7ae5750f-31d8-428b-9a11-82bd8e59d390}" ma:sspId="5676dd91-060c-4b71-810a-dbdca5582071" ma:termSetId="32b39d25-b397-4982-8e8d-74d5df186044" ma:anchorId="00000000-0000-0000-0000-000000000000" ma:open="false" ma:isKeyword="false">
      <xsd:complexType>
        <xsd:sequence>
          <xsd:element ref="pc:Terms" minOccurs="0" maxOccurs="1"/>
        </xsd:sequence>
      </xsd:complexType>
    </xsd:element>
    <xsd:element name="ica44df5449d49f98766f83f0bd254a7" ma:index="12" ma:taxonomy="true" ma:internalName="ica44df5449d49f98766f83f0bd254a7" ma:taxonomyFieldName="Client" ma:displayName="Client" ma:default="6;#Grainger PLC|a74f1cb5-e995-4f9e-8521-6d52e2c6bf08" ma:fieldId="{2ca44df5-449d-49f9-8766-f83f0bd254a7}" ma:sspId="5676dd91-060c-4b71-810a-dbdca5582071" ma:termSetId="26f19758-7225-4257-8796-285d454d16a6" ma:anchorId="00000000-0000-0000-0000-000000000000" ma:open="false" ma:isKeyword="false">
      <xsd:complexType>
        <xsd:sequence>
          <xsd:element ref="pc:Terms" minOccurs="0" maxOccurs="1"/>
        </xsd:sequence>
      </xsd:complexType>
    </xsd:element>
    <xsd:element name="f0dc22cb723843c1bfbb2e8bcc9db6e4" ma:index="14" nillable="true" ma:taxonomy="true" ma:internalName="f0dc22cb723843c1bfbb2e8bcc9db6e4" ma:taxonomyFieldName="Client_x0020_Project" ma:displayName="Client Application" ma:default="" ma:fieldId="{f0dc22cb-7238-43c1-bfbb-2e8bcc9db6e4}" ma:sspId="5676dd91-060c-4b71-810a-dbdca5582071" ma:termSetId="503923a6-a4d2-4c0f-8ec0-fee4966b50a0" ma:anchorId="00000000-0000-0000-0000-000000000000" ma:open="false" ma:isKeyword="false">
      <xsd:complexType>
        <xsd:sequence>
          <xsd:element ref="pc:Terms" minOccurs="0" maxOccurs="1"/>
        </xsd:sequence>
      </xsd:complexType>
    </xsd:element>
    <xsd:element name="k6ebf865df8440b3a55c1aa81c9bae7c" ma:index="16" nillable="true" ma:taxonomy="true" ma:internalName="k6ebf865df8440b3a55c1aa81c9bae7c" ma:taxonomyFieldName="Project_x0020_Document_x0020_Type" ma:displayName="Project Document Type" ma:default="4;#Generic Project Document|258c2ed6-b93b-4ffe-8901-a23f2dc98ec9" ma:fieldId="{46ebf865-df84-40b3-a55c-1aa81c9bae7c}" ma:sspId="5676dd91-060c-4b71-810a-dbdca5582071" ma:termSetId="79e5d870-6e8b-4a88-8554-c2a1e06e1585" ma:anchorId="00000000-0000-0000-0000-000000000000" ma:open="false" ma:isKeyword="false">
      <xsd:complexType>
        <xsd:sequence>
          <xsd:element ref="pc:Terms" minOccurs="0" maxOccurs="1"/>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1ffbd5dc-7a64-4097-8396-87f6c90b212f">
      <Value>6</Value>
      <Value>1</Value>
      <Value>21</Value>
    </TaxCatchAll>
    <nae5750f31d8428b9a1182bd8e59d390 xmlns="1ffbd5dc-7a64-4097-8396-87f6c90b212f">
      <Terms xmlns="http://schemas.microsoft.com/office/infopath/2007/PartnerControls">
        <TermInfo xmlns="http://schemas.microsoft.com/office/infopath/2007/PartnerControls">
          <TermName xmlns="http://schemas.microsoft.com/office/infopath/2007/PartnerControls">Custom Software</TermName>
          <TermId xmlns="http://schemas.microsoft.com/office/infopath/2007/PartnerControls">cecfb662-fc63-4c9e-b6e4-2e3797fe6f4f</TermId>
        </TermInfo>
      </Terms>
    </nae5750f31d8428b9a1182bd8e59d390>
    <k6ebf865df8440b3a55c1aa81c9bae7c xmlns="1ffbd5dc-7a64-4097-8396-87f6c90b212f">
      <Terms xmlns="http://schemas.microsoft.com/office/infopath/2007/PartnerControls">
        <TermInfo xmlns="http://schemas.microsoft.com/office/infopath/2007/PartnerControls">
          <TermName xmlns="http://schemas.microsoft.com/office/infopath/2007/PartnerControls">Training Document</TermName>
          <TermId xmlns="http://schemas.microsoft.com/office/infopath/2007/PartnerControls">c4d708a2-4a01-4742-b3f5-2d237c445f54</TermId>
        </TermInfo>
      </Terms>
    </k6ebf865df8440b3a55c1aa81c9bae7c>
    <f0dc22cb723843c1bfbb2e8bcc9db6e4 xmlns="1ffbd5dc-7a64-4097-8396-87f6c90b212f">
      <Terms xmlns="http://schemas.microsoft.com/office/infopath/2007/PartnerControls"/>
    </f0dc22cb723843c1bfbb2e8bcc9db6e4>
    <ica44df5449d49f98766f83f0bd254a7 xmlns="1ffbd5dc-7a64-4097-8396-87f6c90b212f">
      <Terms xmlns="http://schemas.microsoft.com/office/infopath/2007/PartnerControls">
        <TermInfo xmlns="http://schemas.microsoft.com/office/infopath/2007/PartnerControls">
          <TermName xmlns="http://schemas.microsoft.com/office/infopath/2007/PartnerControls">Grainger PLC</TermName>
          <TermId xmlns="http://schemas.microsoft.com/office/infopath/2007/PartnerControls">a74f1cb5-e995-4f9e-8521-6d52e2c6bf08</TermId>
        </TermInfo>
      </Terms>
    </ica44df5449d49f98766f83f0bd254a7>
  </documentManagement>
</p:properties>
</file>

<file path=customXml/item3.xml><?xml version="1.0" encoding="utf-8"?>
<?mso-contentType ?>
<SharedContentType xmlns="Microsoft.SharePoint.Taxonomy.ContentTypeSync" SourceId="5676dd91-060c-4b71-810a-dbdca5582071" ContentTypeId="0x010100B16301FA1C2D5E4DB9305F31D037531D020703" PreviousValue="false"/>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DAD95EC-C9B8-426A-9F2D-A8FF457777E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ffbd5dc-7a64-4097-8396-87f6c90b212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CCB5E0C-6DBE-4B5A-8AAC-998D2993C1EE}">
  <ds:schemaRefs>
    <ds:schemaRef ds:uri="http://schemas.microsoft.com/office/infopath/2007/PartnerControls"/>
    <ds:schemaRef ds:uri="http://purl.org/dc/elements/1.1/"/>
    <ds:schemaRef ds:uri="http://schemas.microsoft.com/office/2006/metadata/properties"/>
    <ds:schemaRef ds:uri="http://www.w3.org/XML/1998/namespace"/>
    <ds:schemaRef ds:uri="http://schemas.microsoft.com/office/2006/documentManagement/types"/>
    <ds:schemaRef ds:uri="http://purl.org/dc/terms/"/>
    <ds:schemaRef ds:uri="http://schemas.openxmlformats.org/package/2006/metadata/core-properties"/>
    <ds:schemaRef ds:uri="1ffbd5dc-7a64-4097-8396-87f6c90b212f"/>
    <ds:schemaRef ds:uri="http://purl.org/dc/dcmitype/"/>
  </ds:schemaRefs>
</ds:datastoreItem>
</file>

<file path=customXml/itemProps3.xml><?xml version="1.0" encoding="utf-8"?>
<ds:datastoreItem xmlns:ds="http://schemas.openxmlformats.org/officeDocument/2006/customXml" ds:itemID="{8138DFC0-7D8B-4D6C-A884-367C2830F445}">
  <ds:schemaRefs>
    <ds:schemaRef ds:uri="Microsoft.SharePoint.Taxonomy.ContentTypeSync"/>
  </ds:schemaRefs>
</ds:datastoreItem>
</file>

<file path=customXml/itemProps4.xml><?xml version="1.0" encoding="utf-8"?>
<ds:datastoreItem xmlns:ds="http://schemas.openxmlformats.org/officeDocument/2006/customXml" ds:itemID="{FE0A4FC1-74BD-496D-A0A1-41BECF801D3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General Presentation Theme</Template>
  <TotalTime>0</TotalTime>
  <Words>545</Words>
  <Application>Microsoft Office PowerPoint</Application>
  <PresentationFormat>Widescreen</PresentationFormat>
  <Paragraphs>90</Paragraphs>
  <Slides>11</Slides>
  <Notes>8</Notes>
  <HiddenSlides>0</HiddenSlides>
  <MMClips>0</MMClips>
  <ScaleCrop>false</ScaleCrop>
  <HeadingPairs>
    <vt:vector size="4" baseType="variant">
      <vt:variant>
        <vt:lpstr>Theme</vt:lpstr>
      </vt:variant>
      <vt:variant>
        <vt:i4>9</vt:i4>
      </vt:variant>
      <vt:variant>
        <vt:lpstr>Slide Titles</vt:lpstr>
      </vt:variant>
      <vt:variant>
        <vt:i4>11</vt:i4>
      </vt:variant>
    </vt:vector>
  </HeadingPairs>
  <TitlesOfParts>
    <vt:vector size="20" baseType="lpstr">
      <vt:lpstr>1. Title Slides</vt:lpstr>
      <vt:lpstr>2. Agenda</vt:lpstr>
      <vt:lpstr>3. City Background</vt:lpstr>
      <vt:lpstr>4. Blank Background</vt:lpstr>
      <vt:lpstr>5. Rob Sparke Grey BG</vt:lpstr>
      <vt:lpstr>6. Rob Sparke Green Background</vt:lpstr>
      <vt:lpstr>1_3. City Background</vt:lpstr>
      <vt:lpstr>4. Blank Background</vt:lpstr>
      <vt:lpstr>3. City Background</vt:lpstr>
      <vt:lpstr>Understanding your business goals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Skye Van Aswegen</dc:creator>
  <cp:lastModifiedBy>Darrell Jamieson</cp:lastModifiedBy>
  <cp:revision>27</cp:revision>
  <cp:lastPrinted>2020-02-03T20:16:23Z</cp:lastPrinted>
  <dcterms:created xsi:type="dcterms:W3CDTF">2017-07-12T09:03:21Z</dcterms:created>
  <dcterms:modified xsi:type="dcterms:W3CDTF">2025-03-31T07:55:16Z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0x010100B16301FA1C2D5E4DB9305F31D037531D02070300B4E123A7400DE24C83BA9D1BFCD12C10</vt:lpwstr>
  </property>
  <property fmtid="{D5CDD505-2E9C-101B-9397-08002B2CF9AE}" pid="3" name="Business Document Type">
    <vt:lpwstr>5;#Marketing Document|83188caa-7371-410d-bb78-033c2f6b2dcb</vt:lpwstr>
  </property>
  <property fmtid="{D5CDD505-2E9C-101B-9397-08002B2CF9AE}" pid="4" name="display_urn">
    <vt:lpwstr>Skye Van Aswegen</vt:lpwstr>
  </property>
  <property fmtid="{D5CDD505-2E9C-101B-9397-08002B2CF9AE}" pid="5" name="Order">
    <vt:r8>41700</vt:r8>
  </property>
  <property fmtid="{D5CDD505-2E9C-101B-9397-08002B2CF9AE}" pid="6" name="xd_Signature">
    <vt:bool>false</vt:bool>
  </property>
  <property fmtid="{D5CDD505-2E9C-101B-9397-08002B2CF9AE}" pid="7" name="xd_ProgID">
    <vt:lpwstr/>
  </property>
  <property fmtid="{D5CDD505-2E9C-101B-9397-08002B2CF9AE}" pid="8" name="ComplianceAssetId">
    <vt:lpwstr/>
  </property>
  <property fmtid="{D5CDD505-2E9C-101B-9397-08002B2CF9AE}" pid="9" name="TemplateUrl">
    <vt:lpwstr/>
  </property>
  <property fmtid="{D5CDD505-2E9C-101B-9397-08002B2CF9AE}" pid="10" name="AuthorIds_UIVersion_3">
    <vt:lpwstr>22</vt:lpwstr>
  </property>
  <property fmtid="{D5CDD505-2E9C-101B-9397-08002B2CF9AE}" pid="11" name="AuthorIds_UIVersion_4">
    <vt:lpwstr>27</vt:lpwstr>
  </property>
  <property fmtid="{D5CDD505-2E9C-101B-9397-08002B2CF9AE}" pid="12" name="Division">
    <vt:lpwstr>1;#Custom Software|cecfb662-fc63-4c9e-b6e4-2e3797fe6f4f</vt:lpwstr>
  </property>
  <property fmtid="{D5CDD505-2E9C-101B-9397-08002B2CF9AE}" pid="13" name="Client">
    <vt:lpwstr>6;#Grainger PLC|a74f1cb5-e995-4f9e-8521-6d52e2c6bf08</vt:lpwstr>
  </property>
  <property fmtid="{D5CDD505-2E9C-101B-9397-08002B2CF9AE}" pid="14" name="Client Project">
    <vt:lpwstr/>
  </property>
  <property fmtid="{D5CDD505-2E9C-101B-9397-08002B2CF9AE}" pid="15" name="SharedWithUsers">
    <vt:lpwstr>31;#SharingLinks.08570672-0e92-4fe8-9d44-f8d0999b6f13.Flexible.d51e26fc-0a2e-4798-8caa-49a6cf7539b1;#22;#Genevieve Godlonton;#19;#Shaun Barrett</vt:lpwstr>
  </property>
  <property fmtid="{D5CDD505-2E9C-101B-9397-08002B2CF9AE}" pid="16" name="Prospective Client">
    <vt:lpwstr/>
  </property>
  <property fmtid="{D5CDD505-2E9C-101B-9397-08002B2CF9AE}" pid="17" name="MediaServiceImageTags">
    <vt:lpwstr/>
  </property>
  <property fmtid="{D5CDD505-2E9C-101B-9397-08002B2CF9AE}" pid="18" name="lcf76f155ced4ddcb4097134ff3c332f">
    <vt:lpwstr/>
  </property>
  <property fmtid="{D5CDD505-2E9C-101B-9397-08002B2CF9AE}" pid="19" name="Client_x0020_Project">
    <vt:lpwstr/>
  </property>
  <property fmtid="{D5CDD505-2E9C-101B-9397-08002B2CF9AE}" pid="20" name="Project Document Type">
    <vt:lpwstr>21;#Training Document|c4d708a2-4a01-4742-b3f5-2d237c445f54</vt:lpwstr>
  </property>
  <property fmtid="{D5CDD505-2E9C-101B-9397-08002B2CF9AE}" pid="21" name="Project_x0020_Document_x0020_Type">
    <vt:lpwstr>21;#Training Document|c4d708a2-4a01-4742-b3f5-2d237c445f54</vt:lpwstr>
  </property>
</Properties>
</file>