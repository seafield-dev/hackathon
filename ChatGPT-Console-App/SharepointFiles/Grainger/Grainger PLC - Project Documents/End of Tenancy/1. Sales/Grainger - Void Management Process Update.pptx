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5.xml" ContentType="application/vnd.openxmlformats-officedocument.theme+xml"/>
  <Override PartName="/ppt/slideLayouts/slideLayout1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5"/>
    <p:sldMasterId id="2147483684" r:id="rId6"/>
    <p:sldMasterId id="2147483677" r:id="rId7"/>
    <p:sldMasterId id="2147483663" r:id="rId8"/>
    <p:sldMasterId id="2147483653" r:id="rId9"/>
    <p:sldMasterId id="2147483682" r:id="rId10"/>
  </p:sldMasterIdLst>
  <p:notesMasterIdLst>
    <p:notesMasterId r:id="rId23"/>
  </p:notesMasterIdLst>
  <p:sldIdLst>
    <p:sldId id="310" r:id="rId11"/>
    <p:sldId id="470" r:id="rId12"/>
    <p:sldId id="476" r:id="rId13"/>
    <p:sldId id="510" r:id="rId14"/>
    <p:sldId id="525" r:id="rId15"/>
    <p:sldId id="501" r:id="rId16"/>
    <p:sldId id="524" r:id="rId17"/>
    <p:sldId id="461" r:id="rId18"/>
    <p:sldId id="472" r:id="rId19"/>
    <p:sldId id="471" r:id="rId20"/>
    <p:sldId id="473" r:id="rId21"/>
    <p:sldId id="52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355633-B58B-FA2B-F94C-72D860131590}" name="Craig Mackintosh" initials="CM" userId="S::cmackintosh@openboxsoftware.com::60563cfe-5481-48be-93e8-059b7c3b7ecd" providerId="AD"/>
  <p188:author id="{B27D6C62-A87E-9EA8-949E-BE3DB87D866D}" name="Shaun Barrett" initials="SB" userId="S::sbarrett@openboxsoftware.com::2e21295b-21c9-4734-b4c8-23b29a1a1ba3" providerId="AD"/>
  <p188:author id="{F676EB76-A351-5D1A-90C7-82F15A7D79D3}" name="Handre Van Der Merwe" initials="HVDM" userId="S::hvandermerwe@openboxsoftware.com::cff7518e-6e24-4c87-9d41-565d39f45972" providerId="AD"/>
  <p188:author id="{411D59CB-E194-D74B-FCF5-28A77AEB51E7}" name="Sam Duncan" initials="SD" userId="S::sduncan@openboxsoftware.com::c1d0992b-0ec5-443a-8c6c-87e1361e2b1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CD727"/>
    <a:srgbClr val="999999"/>
    <a:srgbClr val="B4B8B8"/>
    <a:srgbClr val="7F7F7F"/>
    <a:srgbClr val="D9D9D9"/>
    <a:srgbClr val="DDEB91"/>
    <a:srgbClr val="B7DDE8"/>
    <a:srgbClr val="F0B968"/>
    <a:srgbClr val="D8D8D8"/>
    <a:srgbClr val="ADAD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727357-6C71-5D4A-94C9-26B004F76ADA}" v="12" dt="2023-04-03T07:42:57.5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14"/>
    <p:restoredTop sz="94719"/>
  </p:normalViewPr>
  <p:slideViewPr>
    <p:cSldViewPr snapToGrid="0" showGuides="1">
      <p:cViewPr>
        <p:scale>
          <a:sx n="190" d="100"/>
          <a:sy n="190" d="100"/>
        </p:scale>
        <p:origin x="144" y="-600"/>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5.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Master" Target="slideMasters/slideMaster6.xml"/><Relationship Id="rId19" Type="http://schemas.openxmlformats.org/officeDocument/2006/relationships/slide" Target="slides/slide9.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Duncan" userId="c1d0992b-0ec5-443a-8c6c-87e1361e2b1d" providerId="ADAL" clId="{F415B638-D57F-624F-A790-22E46C63E479}"/>
    <pc:docChg chg="custSel modSld modMainMaster">
      <pc:chgData name="Sam Duncan" userId="c1d0992b-0ec5-443a-8c6c-87e1361e2b1d" providerId="ADAL" clId="{F415B638-D57F-624F-A790-22E46C63E479}" dt="2023-03-29T12:55:51.748" v="7"/>
      <pc:docMkLst>
        <pc:docMk/>
      </pc:docMkLst>
      <pc:sldChg chg="addSp delSp modSp mod delCm">
        <pc:chgData name="Sam Duncan" userId="c1d0992b-0ec5-443a-8c6c-87e1361e2b1d" providerId="ADAL" clId="{F415B638-D57F-624F-A790-22E46C63E479}" dt="2023-03-29T12:55:51.748" v="7"/>
        <pc:sldMkLst>
          <pc:docMk/>
          <pc:sldMk cId="1027954244" sldId="310"/>
        </pc:sldMkLst>
        <pc:spChg chg="add del mod">
          <ac:chgData name="Sam Duncan" userId="c1d0992b-0ec5-443a-8c6c-87e1361e2b1d" providerId="ADAL" clId="{F415B638-D57F-624F-A790-22E46C63E479}" dt="2023-03-29T12:54:38.943" v="2"/>
          <ac:spMkLst>
            <pc:docMk/>
            <pc:sldMk cId="1027954244" sldId="310"/>
            <ac:spMk id="3" creationId="{576BC89F-0B11-D5D5-11FB-A2455FFDAD31}"/>
          </ac:spMkLst>
        </pc:spChg>
      </pc:sldChg>
      <pc:sldChg chg="delCm">
        <pc:chgData name="Sam Duncan" userId="c1d0992b-0ec5-443a-8c6c-87e1361e2b1d" providerId="ADAL" clId="{F415B638-D57F-624F-A790-22E46C63E479}" dt="2023-03-29T12:55:51.748" v="7"/>
        <pc:sldMkLst>
          <pc:docMk/>
          <pc:sldMk cId="799829450" sldId="472"/>
        </pc:sldMkLst>
      </pc:sldChg>
      <pc:sldChg chg="delCm">
        <pc:chgData name="Sam Duncan" userId="c1d0992b-0ec5-443a-8c6c-87e1361e2b1d" providerId="ADAL" clId="{F415B638-D57F-624F-A790-22E46C63E479}" dt="2023-03-29T12:55:51.748" v="7"/>
        <pc:sldMkLst>
          <pc:docMk/>
          <pc:sldMk cId="1184611834" sldId="478"/>
        </pc:sldMkLst>
      </pc:sldChg>
      <pc:sldChg chg="delCm">
        <pc:chgData name="Sam Duncan" userId="c1d0992b-0ec5-443a-8c6c-87e1361e2b1d" providerId="ADAL" clId="{F415B638-D57F-624F-A790-22E46C63E479}" dt="2023-03-29T12:55:51.748" v="7"/>
        <pc:sldMkLst>
          <pc:docMk/>
          <pc:sldMk cId="1129017885" sldId="479"/>
        </pc:sldMkLst>
      </pc:sldChg>
      <pc:sldChg chg="delCm">
        <pc:chgData name="Sam Duncan" userId="c1d0992b-0ec5-443a-8c6c-87e1361e2b1d" providerId="ADAL" clId="{F415B638-D57F-624F-A790-22E46C63E479}" dt="2023-03-29T12:55:51.748" v="7"/>
        <pc:sldMkLst>
          <pc:docMk/>
          <pc:sldMk cId="2615786624" sldId="481"/>
        </pc:sldMkLst>
      </pc:sldChg>
      <pc:sldChg chg="delCm">
        <pc:chgData name="Sam Duncan" userId="c1d0992b-0ec5-443a-8c6c-87e1361e2b1d" providerId="ADAL" clId="{F415B638-D57F-624F-A790-22E46C63E479}" dt="2023-03-29T12:55:51.748" v="7"/>
        <pc:sldMkLst>
          <pc:docMk/>
          <pc:sldMk cId="3382783426" sldId="482"/>
        </pc:sldMkLst>
      </pc:sldChg>
      <pc:sldMasterChg chg="addSp delSp modSp mod">
        <pc:chgData name="Sam Duncan" userId="c1d0992b-0ec5-443a-8c6c-87e1361e2b1d" providerId="ADAL" clId="{F415B638-D57F-624F-A790-22E46C63E479}" dt="2023-03-29T12:55:31.119" v="6" actId="1076"/>
        <pc:sldMasterMkLst>
          <pc:docMk/>
          <pc:sldMasterMk cId="22503257" sldId="2147483684"/>
        </pc:sldMasterMkLst>
        <pc:picChg chg="del">
          <ac:chgData name="Sam Duncan" userId="c1d0992b-0ec5-443a-8c6c-87e1361e2b1d" providerId="ADAL" clId="{F415B638-D57F-624F-A790-22E46C63E479}" dt="2023-03-29T12:54:45.297" v="3" actId="478"/>
          <ac:picMkLst>
            <pc:docMk/>
            <pc:sldMasterMk cId="22503257" sldId="2147483684"/>
            <ac:picMk id="7" creationId="{695B26C6-8D33-7FD2-0826-C849A37EABBE}"/>
          </ac:picMkLst>
        </pc:picChg>
        <pc:picChg chg="add mod">
          <ac:chgData name="Sam Duncan" userId="c1d0992b-0ec5-443a-8c6c-87e1361e2b1d" providerId="ADAL" clId="{F415B638-D57F-624F-A790-22E46C63E479}" dt="2023-03-29T12:55:31.119" v="6" actId="1076"/>
          <ac:picMkLst>
            <pc:docMk/>
            <pc:sldMasterMk cId="22503257" sldId="2147483684"/>
            <ac:picMk id="1026" creationId="{3A07E050-8C54-7325-478B-2D9B8EAF54EC}"/>
          </ac:picMkLst>
        </pc:picChg>
      </pc:sldMasterChg>
    </pc:docChg>
  </pc:docChgLst>
  <pc:docChgLst>
    <pc:chgData name="Sam Duncan" userId="c1d0992b-0ec5-443a-8c6c-87e1361e2b1d" providerId="ADAL" clId="{6F346DA2-721A-0545-AF59-2579061D3D31}"/>
    <pc:docChg chg="">
      <pc:chgData name="Sam Duncan" userId="c1d0992b-0ec5-443a-8c6c-87e1361e2b1d" providerId="ADAL" clId="{6F346DA2-721A-0545-AF59-2579061D3D31}" dt="2023-03-07T18:58:28.675" v="0"/>
      <pc:docMkLst>
        <pc:docMk/>
      </pc:docMkLst>
      <pc:sldChg chg="modCm">
        <pc:chgData name="Sam Duncan" userId="c1d0992b-0ec5-443a-8c6c-87e1361e2b1d" providerId="ADAL" clId="{6F346DA2-721A-0545-AF59-2579061D3D31}" dt="2023-03-07T18:58:28.675" v="0"/>
        <pc:sldMkLst>
          <pc:docMk/>
          <pc:sldMk cId="1027954244" sldId="310"/>
        </pc:sldMkLst>
      </pc:sldChg>
    </pc:docChg>
  </pc:docChgLst>
  <pc:docChgLst>
    <pc:chgData name="Sam Duncan" userId="c1d0992b-0ec5-443a-8c6c-87e1361e2b1d" providerId="ADAL" clId="{AF727357-6C71-5D4A-94C9-26B004F76ADA}"/>
    <pc:docChg chg="undo custSel addSld delSld modSld sldOrd">
      <pc:chgData name="Sam Duncan" userId="c1d0992b-0ec5-443a-8c6c-87e1361e2b1d" providerId="ADAL" clId="{AF727357-6C71-5D4A-94C9-26B004F76ADA}" dt="2023-04-03T07:51:12.516" v="190" actId="20577"/>
      <pc:docMkLst>
        <pc:docMk/>
      </pc:docMkLst>
      <pc:sldChg chg="modSp mod">
        <pc:chgData name="Sam Duncan" userId="c1d0992b-0ec5-443a-8c6c-87e1361e2b1d" providerId="ADAL" clId="{AF727357-6C71-5D4A-94C9-26B004F76ADA}" dt="2023-04-03T07:51:12.516" v="190" actId="20577"/>
        <pc:sldMkLst>
          <pc:docMk/>
          <pc:sldMk cId="2096166598" sldId="470"/>
        </pc:sldMkLst>
        <pc:spChg chg="mod">
          <ac:chgData name="Sam Duncan" userId="c1d0992b-0ec5-443a-8c6c-87e1361e2b1d" providerId="ADAL" clId="{AF727357-6C71-5D4A-94C9-26B004F76ADA}" dt="2023-04-03T05:31:29.325" v="44" actId="20577"/>
          <ac:spMkLst>
            <pc:docMk/>
            <pc:sldMk cId="2096166598" sldId="470"/>
            <ac:spMk id="3" creationId="{39F74062-9E6D-4148-95DF-299673D9159E}"/>
          </ac:spMkLst>
        </pc:spChg>
        <pc:spChg chg="mod">
          <ac:chgData name="Sam Duncan" userId="c1d0992b-0ec5-443a-8c6c-87e1361e2b1d" providerId="ADAL" clId="{AF727357-6C71-5D4A-94C9-26B004F76ADA}" dt="2023-04-03T07:51:12.516" v="190" actId="20577"/>
          <ac:spMkLst>
            <pc:docMk/>
            <pc:sldMk cId="2096166598" sldId="470"/>
            <ac:spMk id="5" creationId="{F0AE3268-71B1-4555-AA1B-38DB7FD6C51F}"/>
          </ac:spMkLst>
        </pc:spChg>
      </pc:sldChg>
      <pc:sldChg chg="del">
        <pc:chgData name="Sam Duncan" userId="c1d0992b-0ec5-443a-8c6c-87e1361e2b1d" providerId="ADAL" clId="{AF727357-6C71-5D4A-94C9-26B004F76ADA}" dt="2023-03-29T13:06:00.915" v="1" actId="2696"/>
        <pc:sldMkLst>
          <pc:docMk/>
          <pc:sldMk cId="2821333632" sldId="471"/>
        </pc:sldMkLst>
      </pc:sldChg>
      <pc:sldChg chg="addSp delSp modSp new mod ord">
        <pc:chgData name="Sam Duncan" userId="c1d0992b-0ec5-443a-8c6c-87e1361e2b1d" providerId="ADAL" clId="{AF727357-6C71-5D4A-94C9-26B004F76ADA}" dt="2023-04-03T07:31:19.217" v="112" actId="1076"/>
        <pc:sldMkLst>
          <pc:docMk/>
          <pc:sldMk cId="4202267092" sldId="471"/>
        </pc:sldMkLst>
        <pc:picChg chg="add mod">
          <ac:chgData name="Sam Duncan" userId="c1d0992b-0ec5-443a-8c6c-87e1361e2b1d" providerId="ADAL" clId="{AF727357-6C71-5D4A-94C9-26B004F76ADA}" dt="2023-04-03T07:31:19.217" v="112" actId="1076"/>
          <ac:picMkLst>
            <pc:docMk/>
            <pc:sldMk cId="4202267092" sldId="471"/>
            <ac:picMk id="3" creationId="{345453F6-86F1-66BA-E637-4473C51CD828}"/>
          </ac:picMkLst>
        </pc:picChg>
        <pc:picChg chg="add del">
          <ac:chgData name="Sam Duncan" userId="c1d0992b-0ec5-443a-8c6c-87e1361e2b1d" providerId="ADAL" clId="{AF727357-6C71-5D4A-94C9-26B004F76ADA}" dt="2023-04-03T07:31:08.617" v="106" actId="478"/>
          <ac:picMkLst>
            <pc:docMk/>
            <pc:sldMk cId="4202267092" sldId="471"/>
            <ac:picMk id="1026" creationId="{04514269-AF5C-35EA-EDB1-550CC927ADC4}"/>
          </ac:picMkLst>
        </pc:picChg>
      </pc:sldChg>
      <pc:sldChg chg="del">
        <pc:chgData name="Sam Duncan" userId="c1d0992b-0ec5-443a-8c6c-87e1361e2b1d" providerId="ADAL" clId="{AF727357-6C71-5D4A-94C9-26B004F76ADA}" dt="2023-03-29T13:05:58.894" v="0" actId="2696"/>
        <pc:sldMkLst>
          <pc:docMk/>
          <pc:sldMk cId="799829450" sldId="472"/>
        </pc:sldMkLst>
      </pc:sldChg>
      <pc:sldChg chg="addSp modSp new mod ord">
        <pc:chgData name="Sam Duncan" userId="c1d0992b-0ec5-443a-8c6c-87e1361e2b1d" providerId="ADAL" clId="{AF727357-6C71-5D4A-94C9-26B004F76ADA}" dt="2023-04-03T07:41:15.083" v="120" actId="20578"/>
        <pc:sldMkLst>
          <pc:docMk/>
          <pc:sldMk cId="1089036626" sldId="472"/>
        </pc:sldMkLst>
        <pc:spChg chg="mod">
          <ac:chgData name="Sam Duncan" userId="c1d0992b-0ec5-443a-8c6c-87e1361e2b1d" providerId="ADAL" clId="{AF727357-6C71-5D4A-94C9-26B004F76ADA}" dt="2023-04-03T05:41:52.039" v="92" actId="20577"/>
          <ac:spMkLst>
            <pc:docMk/>
            <pc:sldMk cId="1089036626" sldId="472"/>
            <ac:spMk id="2" creationId="{18476D8F-B58B-7F2A-1BAD-DEF2A04C6049}"/>
          </ac:spMkLst>
        </pc:spChg>
        <pc:spChg chg="add mod">
          <ac:chgData name="Sam Duncan" userId="c1d0992b-0ec5-443a-8c6c-87e1361e2b1d" providerId="ADAL" clId="{AF727357-6C71-5D4A-94C9-26B004F76ADA}" dt="2023-04-03T05:42:03.783" v="105"/>
          <ac:spMkLst>
            <pc:docMk/>
            <pc:sldMk cId="1089036626" sldId="472"/>
            <ac:spMk id="3" creationId="{3746FB2E-7BDE-24B9-0AB7-9123A054275A}"/>
          </ac:spMkLst>
        </pc:spChg>
      </pc:sldChg>
      <pc:sldChg chg="new del ord">
        <pc:chgData name="Sam Duncan" userId="c1d0992b-0ec5-443a-8c6c-87e1361e2b1d" providerId="ADAL" clId="{AF727357-6C71-5D4A-94C9-26B004F76ADA}" dt="2023-04-03T05:41:35.163" v="75" actId="2696"/>
        <pc:sldMkLst>
          <pc:docMk/>
          <pc:sldMk cId="2908600932" sldId="472"/>
        </pc:sldMkLst>
      </pc:sldChg>
      <pc:sldChg chg="addSp modSp new mod">
        <pc:chgData name="Sam Duncan" userId="c1d0992b-0ec5-443a-8c6c-87e1361e2b1d" providerId="ADAL" clId="{AF727357-6C71-5D4A-94C9-26B004F76ADA}" dt="2023-04-03T07:31:56.776" v="115" actId="1076"/>
        <pc:sldMkLst>
          <pc:docMk/>
          <pc:sldMk cId="757636474" sldId="473"/>
        </pc:sldMkLst>
        <pc:spChg chg="add mod">
          <ac:chgData name="Sam Duncan" userId="c1d0992b-0ec5-443a-8c6c-87e1361e2b1d" providerId="ADAL" clId="{AF727357-6C71-5D4A-94C9-26B004F76ADA}" dt="2023-04-03T07:31:56.776" v="115" actId="1076"/>
          <ac:spMkLst>
            <pc:docMk/>
            <pc:sldMk cId="757636474" sldId="473"/>
            <ac:spMk id="4" creationId="{0BD9C0A2-DB7F-029C-8F66-571ECC6DF00D}"/>
          </ac:spMkLst>
        </pc:spChg>
      </pc:sldChg>
      <pc:sldChg chg="del">
        <pc:chgData name="Sam Duncan" userId="c1d0992b-0ec5-443a-8c6c-87e1361e2b1d" providerId="ADAL" clId="{AF727357-6C71-5D4A-94C9-26B004F76ADA}" dt="2023-03-29T13:05:58.894" v="0" actId="2696"/>
        <pc:sldMkLst>
          <pc:docMk/>
          <pc:sldMk cId="2120545496" sldId="473"/>
        </pc:sldMkLst>
      </pc:sldChg>
      <pc:sldChg chg="del">
        <pc:chgData name="Sam Duncan" userId="c1d0992b-0ec5-443a-8c6c-87e1361e2b1d" providerId="ADAL" clId="{AF727357-6C71-5D4A-94C9-26B004F76ADA}" dt="2023-03-29T13:05:58.894" v="0" actId="2696"/>
        <pc:sldMkLst>
          <pc:docMk/>
          <pc:sldMk cId="3984313145" sldId="474"/>
        </pc:sldMkLst>
      </pc:sldChg>
      <pc:sldChg chg="del">
        <pc:chgData name="Sam Duncan" userId="c1d0992b-0ec5-443a-8c6c-87e1361e2b1d" providerId="ADAL" clId="{AF727357-6C71-5D4A-94C9-26B004F76ADA}" dt="2023-03-29T13:05:58.894" v="0" actId="2696"/>
        <pc:sldMkLst>
          <pc:docMk/>
          <pc:sldMk cId="1195777011" sldId="475"/>
        </pc:sldMkLst>
      </pc:sldChg>
      <pc:sldChg chg="add">
        <pc:chgData name="Sam Duncan" userId="c1d0992b-0ec5-443a-8c6c-87e1361e2b1d" providerId="ADAL" clId="{AF727357-6C71-5D4A-94C9-26B004F76ADA}" dt="2023-04-03T07:36:27.060" v="119"/>
        <pc:sldMkLst>
          <pc:docMk/>
          <pc:sldMk cId="2318602496" sldId="476"/>
        </pc:sldMkLst>
      </pc:sldChg>
      <pc:sldChg chg="del">
        <pc:chgData name="Sam Duncan" userId="c1d0992b-0ec5-443a-8c6c-87e1361e2b1d" providerId="ADAL" clId="{AF727357-6C71-5D4A-94C9-26B004F76ADA}" dt="2023-03-29T13:05:58.894" v="0" actId="2696"/>
        <pc:sldMkLst>
          <pc:docMk/>
          <pc:sldMk cId="3183706498" sldId="476"/>
        </pc:sldMkLst>
      </pc:sldChg>
      <pc:sldChg chg="del">
        <pc:chgData name="Sam Duncan" userId="c1d0992b-0ec5-443a-8c6c-87e1361e2b1d" providerId="ADAL" clId="{AF727357-6C71-5D4A-94C9-26B004F76ADA}" dt="2023-03-29T13:05:58.894" v="0" actId="2696"/>
        <pc:sldMkLst>
          <pc:docMk/>
          <pc:sldMk cId="2663776473" sldId="477"/>
        </pc:sldMkLst>
      </pc:sldChg>
      <pc:sldChg chg="del">
        <pc:chgData name="Sam Duncan" userId="c1d0992b-0ec5-443a-8c6c-87e1361e2b1d" providerId="ADAL" clId="{AF727357-6C71-5D4A-94C9-26B004F76ADA}" dt="2023-03-29T13:05:58.894" v="0" actId="2696"/>
        <pc:sldMkLst>
          <pc:docMk/>
          <pc:sldMk cId="1184611834" sldId="478"/>
        </pc:sldMkLst>
      </pc:sldChg>
      <pc:sldChg chg="del">
        <pc:chgData name="Sam Duncan" userId="c1d0992b-0ec5-443a-8c6c-87e1361e2b1d" providerId="ADAL" clId="{AF727357-6C71-5D4A-94C9-26B004F76ADA}" dt="2023-03-29T13:05:58.894" v="0" actId="2696"/>
        <pc:sldMkLst>
          <pc:docMk/>
          <pc:sldMk cId="1129017885" sldId="479"/>
        </pc:sldMkLst>
      </pc:sldChg>
      <pc:sldChg chg="del">
        <pc:chgData name="Sam Duncan" userId="c1d0992b-0ec5-443a-8c6c-87e1361e2b1d" providerId="ADAL" clId="{AF727357-6C71-5D4A-94C9-26B004F76ADA}" dt="2023-03-29T13:05:58.894" v="0" actId="2696"/>
        <pc:sldMkLst>
          <pc:docMk/>
          <pc:sldMk cId="3534663454" sldId="480"/>
        </pc:sldMkLst>
      </pc:sldChg>
      <pc:sldChg chg="del">
        <pc:chgData name="Sam Duncan" userId="c1d0992b-0ec5-443a-8c6c-87e1361e2b1d" providerId="ADAL" clId="{AF727357-6C71-5D4A-94C9-26B004F76ADA}" dt="2023-03-29T13:05:58.894" v="0" actId="2696"/>
        <pc:sldMkLst>
          <pc:docMk/>
          <pc:sldMk cId="2615786624" sldId="481"/>
        </pc:sldMkLst>
      </pc:sldChg>
      <pc:sldChg chg="del">
        <pc:chgData name="Sam Duncan" userId="c1d0992b-0ec5-443a-8c6c-87e1361e2b1d" providerId="ADAL" clId="{AF727357-6C71-5D4A-94C9-26B004F76ADA}" dt="2023-03-29T13:05:58.894" v="0" actId="2696"/>
        <pc:sldMkLst>
          <pc:docMk/>
          <pc:sldMk cId="3382783426" sldId="482"/>
        </pc:sldMkLst>
      </pc:sldChg>
      <pc:sldChg chg="add ord">
        <pc:chgData name="Sam Duncan" userId="c1d0992b-0ec5-443a-8c6c-87e1361e2b1d" providerId="ADAL" clId="{AF727357-6C71-5D4A-94C9-26B004F76ADA}" dt="2023-04-03T07:41:48.450" v="122" actId="20578"/>
        <pc:sldMkLst>
          <pc:docMk/>
          <pc:sldMk cId="712782996" sldId="501"/>
        </pc:sldMkLst>
      </pc:sldChg>
      <pc:sldChg chg="add">
        <pc:chgData name="Sam Duncan" userId="c1d0992b-0ec5-443a-8c6c-87e1361e2b1d" providerId="ADAL" clId="{AF727357-6C71-5D4A-94C9-26B004F76ADA}" dt="2023-04-03T07:36:27.060" v="119"/>
        <pc:sldMkLst>
          <pc:docMk/>
          <pc:sldMk cId="419252725" sldId="510"/>
        </pc:sldMkLst>
      </pc:sldChg>
      <pc:sldChg chg="add">
        <pc:chgData name="Sam Duncan" userId="c1d0992b-0ec5-443a-8c6c-87e1361e2b1d" providerId="ADAL" clId="{AF727357-6C71-5D4A-94C9-26B004F76ADA}" dt="2023-04-03T07:35:33.255" v="117"/>
        <pc:sldMkLst>
          <pc:docMk/>
          <pc:sldMk cId="384302148" sldId="522"/>
        </pc:sldMkLst>
      </pc:sldChg>
      <pc:sldChg chg="modSp add ord">
        <pc:chgData name="Sam Duncan" userId="c1d0992b-0ec5-443a-8c6c-87e1361e2b1d" providerId="ADAL" clId="{AF727357-6C71-5D4A-94C9-26B004F76ADA}" dt="2023-04-03T07:42:57.567" v="125"/>
        <pc:sldMkLst>
          <pc:docMk/>
          <pc:sldMk cId="2034813819" sldId="524"/>
        </pc:sldMkLst>
        <pc:graphicFrameChg chg="mod">
          <ac:chgData name="Sam Duncan" userId="c1d0992b-0ec5-443a-8c6c-87e1361e2b1d" providerId="ADAL" clId="{AF727357-6C71-5D4A-94C9-26B004F76ADA}" dt="2023-04-03T07:42:57.567" v="125"/>
          <ac:graphicFrameMkLst>
            <pc:docMk/>
            <pc:sldMk cId="2034813819" sldId="524"/>
            <ac:graphicFrameMk id="3" creationId="{4A71E1E7-E488-49D2-A32D-2860017DDCB5}"/>
          </ac:graphicFrameMkLst>
        </pc:graphicFrameChg>
      </pc:sldChg>
      <pc:sldChg chg="new">
        <pc:chgData name="Sam Duncan" userId="c1d0992b-0ec5-443a-8c6c-87e1361e2b1d" providerId="ADAL" clId="{AF727357-6C71-5D4A-94C9-26B004F76ADA}" dt="2023-04-03T07:41:28.735" v="121" actId="680"/>
        <pc:sldMkLst>
          <pc:docMk/>
          <pc:sldMk cId="3299119000" sldId="525"/>
        </pc:sldMkLst>
      </pc:sldChg>
    </pc:docChg>
  </pc:docChgLst>
  <pc:docChgLst>
    <pc:chgData name="Shaun Barrett" userId="2e21295b-21c9-4734-b4c8-23b29a1a1ba3" providerId="ADAL" clId="{75C4776D-FD04-4C98-8903-1E0B09EE6B50}"/>
    <pc:docChg chg="undo custSel modSld">
      <pc:chgData name="Shaun Barrett" userId="2e21295b-21c9-4734-b4c8-23b29a1a1ba3" providerId="ADAL" clId="{75C4776D-FD04-4C98-8903-1E0B09EE6B50}" dt="2023-03-07T13:03:04.428" v="23"/>
      <pc:docMkLst>
        <pc:docMk/>
      </pc:docMkLst>
      <pc:sldChg chg="addCm modCm">
        <pc:chgData name="Shaun Barrett" userId="2e21295b-21c9-4734-b4c8-23b29a1a1ba3" providerId="ADAL" clId="{75C4776D-FD04-4C98-8903-1E0B09EE6B50}" dt="2023-03-07T13:03:04.428" v="23"/>
        <pc:sldMkLst>
          <pc:docMk/>
          <pc:sldMk cId="1027954244" sldId="310"/>
        </pc:sldMkLst>
      </pc:sldChg>
      <pc:sldChg chg="addCm">
        <pc:chgData name="Shaun Barrett" userId="2e21295b-21c9-4734-b4c8-23b29a1a1ba3" providerId="ADAL" clId="{75C4776D-FD04-4C98-8903-1E0B09EE6B50}" dt="2023-03-07T12:55:09.061" v="18"/>
        <pc:sldMkLst>
          <pc:docMk/>
          <pc:sldMk cId="799829450" sldId="472"/>
        </pc:sldMkLst>
      </pc:sldChg>
      <pc:sldChg chg="modSp mod addCm modCm">
        <pc:chgData name="Shaun Barrett" userId="2e21295b-21c9-4734-b4c8-23b29a1a1ba3" providerId="ADAL" clId="{75C4776D-FD04-4C98-8903-1E0B09EE6B50}" dt="2023-03-07T13:02:29.125" v="22"/>
        <pc:sldMkLst>
          <pc:docMk/>
          <pc:sldMk cId="1184611834" sldId="478"/>
        </pc:sldMkLst>
        <pc:graphicFrameChg chg="modGraphic">
          <ac:chgData name="Shaun Barrett" userId="2e21295b-21c9-4734-b4c8-23b29a1a1ba3" providerId="ADAL" clId="{75C4776D-FD04-4C98-8903-1E0B09EE6B50}" dt="2023-03-07T12:45:45.565" v="12" actId="14734"/>
          <ac:graphicFrameMkLst>
            <pc:docMk/>
            <pc:sldMk cId="1184611834" sldId="478"/>
            <ac:graphicFrameMk id="5" creationId="{361E121A-CDE1-CC08-E5F8-BA86F8147FCF}"/>
          </ac:graphicFrameMkLst>
        </pc:graphicFrameChg>
      </pc:sldChg>
      <pc:sldChg chg="addCm">
        <pc:chgData name="Shaun Barrett" userId="2e21295b-21c9-4734-b4c8-23b29a1a1ba3" providerId="ADAL" clId="{75C4776D-FD04-4C98-8903-1E0B09EE6B50}" dt="2023-03-07T12:48:05.006" v="14"/>
        <pc:sldMkLst>
          <pc:docMk/>
          <pc:sldMk cId="1129017885" sldId="479"/>
        </pc:sldMkLst>
      </pc:sldChg>
      <pc:sldChg chg="addCm modCm">
        <pc:chgData name="Shaun Barrett" userId="2e21295b-21c9-4734-b4c8-23b29a1a1ba3" providerId="ADAL" clId="{75C4776D-FD04-4C98-8903-1E0B09EE6B50}" dt="2023-03-07T12:53:58.081" v="17"/>
        <pc:sldMkLst>
          <pc:docMk/>
          <pc:sldMk cId="2615786624" sldId="481"/>
        </pc:sldMkLst>
      </pc:sldChg>
      <pc:sldChg chg="addCm modCm">
        <pc:chgData name="Shaun Barrett" userId="2e21295b-21c9-4734-b4c8-23b29a1a1ba3" providerId="ADAL" clId="{75C4776D-FD04-4C98-8903-1E0B09EE6B50}" dt="2023-03-07T13:01:16.518" v="21"/>
        <pc:sldMkLst>
          <pc:docMk/>
          <pc:sldMk cId="3382783426" sldId="4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C5F7D-AE2E-47C7-8BA2-CC4D7F4E80EF}" type="datetimeFigureOut">
              <a:rPr lang="en-GB" smtClean="0"/>
              <a:t>29/03/2023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9EF18-44DA-4CCF-A8F6-0B08C3010558}" type="slidenum">
              <a:rPr lang="en-GB" smtClean="0"/>
              <a:t>‹#›</a:t>
            </a:fld>
            <a:endParaRPr lang="en-GB"/>
          </a:p>
        </p:txBody>
      </p:sp>
    </p:spTree>
    <p:extLst>
      <p:ext uri="{BB962C8B-B14F-4D97-AF65-F5344CB8AC3E}">
        <p14:creationId xmlns:p14="http://schemas.microsoft.com/office/powerpoint/2010/main" val="234760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CEA9EF18-44DA-4CCF-A8F6-0B08C3010558}" type="slidenum">
              <a:rPr lang="en-GB" smtClean="0"/>
              <a:t>1</a:t>
            </a:fld>
            <a:endParaRPr lang="en-GB"/>
          </a:p>
        </p:txBody>
      </p:sp>
    </p:spTree>
    <p:extLst>
      <p:ext uri="{BB962C8B-B14F-4D97-AF65-F5344CB8AC3E}">
        <p14:creationId xmlns:p14="http://schemas.microsoft.com/office/powerpoint/2010/main" val="2002165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0A8EC68-FA28-440E-B08D-F8892DE0C69B}"/>
              </a:ext>
            </a:extLst>
          </p:cNvPr>
          <p:cNvSpPr>
            <a:spLocks noGrp="1"/>
          </p:cNvSpPr>
          <p:nvPr>
            <p:ph type="ctrTitle"/>
          </p:nvPr>
        </p:nvSpPr>
        <p:spPr>
          <a:xfrm>
            <a:off x="883920" y="2493819"/>
            <a:ext cx="10424160" cy="1032770"/>
          </a:xfrm>
        </p:spPr>
        <p:txBody>
          <a:bodyPr anchor="b"/>
          <a:lstStyle>
            <a:lvl1pPr algn="ctr">
              <a:defRPr sz="6000">
                <a:solidFill>
                  <a:schemeClr val="accent1"/>
                </a:solidFill>
                <a:latin typeface="Proxima Nova Lt" panose="02000506030000020004" pitchFamily="50" charset="0"/>
              </a:defRPr>
            </a:lvl1pPr>
          </a:lstStyle>
          <a:p>
            <a:r>
              <a:rPr lang="en-US"/>
              <a:t>Click to edit Master title</a:t>
            </a:r>
            <a:endParaRPr lang="en-ZA"/>
          </a:p>
        </p:txBody>
      </p:sp>
      <p:sp>
        <p:nvSpPr>
          <p:cNvPr id="4" name="Subtitle 2">
            <a:extLst>
              <a:ext uri="{FF2B5EF4-FFF2-40B4-BE49-F238E27FC236}">
                <a16:creationId xmlns:a16="http://schemas.microsoft.com/office/drawing/2014/main" id="{91A641CB-25B6-46DF-B429-231029DEF862}"/>
              </a:ext>
            </a:extLst>
          </p:cNvPr>
          <p:cNvSpPr>
            <a:spLocks noGrp="1"/>
          </p:cNvSpPr>
          <p:nvPr>
            <p:ph type="subTitle" idx="1"/>
          </p:nvPr>
        </p:nvSpPr>
        <p:spPr>
          <a:xfrm>
            <a:off x="1524000" y="3602037"/>
            <a:ext cx="9144000" cy="604203"/>
          </a:xfrm>
        </p:spPr>
        <p:txBody>
          <a:bodyPr/>
          <a:lstStyle>
            <a:lvl1pPr marL="0" indent="0" algn="ctr">
              <a:buNone/>
              <a:defRPr sz="2400">
                <a:solidFill>
                  <a:schemeClr val="accent1">
                    <a:lumMod val="75000"/>
                  </a:schemeClr>
                </a:solidFill>
                <a:latin typeface="Proxima Nova Lt" panose="02000506030000020004"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ZA"/>
          </a:p>
        </p:txBody>
      </p:sp>
    </p:spTree>
    <p:extLst>
      <p:ext uri="{BB962C8B-B14F-4D97-AF65-F5344CB8AC3E}">
        <p14:creationId xmlns:p14="http://schemas.microsoft.com/office/powerpoint/2010/main" val="312310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2460624" y="2939040"/>
            <a:ext cx="7270751" cy="489960"/>
          </a:xfrm>
          <a:prstGeom prst="rect">
            <a:avLst/>
          </a:prstGeom>
        </p:spPr>
        <p:txBody>
          <a:bodyPr/>
          <a:lstStyle>
            <a:lvl1pPr marL="0" indent="0" algn="ctr">
              <a:buNone/>
              <a:defRPr sz="2400">
                <a:solidFill>
                  <a:schemeClr val="bg2"/>
                </a:solidFill>
                <a:latin typeface="Proxima Nova Lt" panose="02000506030000020004" pitchFamily="50" charset="0"/>
              </a:defRPr>
            </a:lvl1pPr>
          </a:lstStyle>
          <a:p>
            <a:pPr lvl="0"/>
            <a:r>
              <a:rPr lang="en-US"/>
              <a:t>Edit Master text styles</a:t>
            </a:r>
          </a:p>
        </p:txBody>
      </p:sp>
    </p:spTree>
    <p:extLst>
      <p:ext uri="{BB962C8B-B14F-4D97-AF65-F5344CB8AC3E}">
        <p14:creationId xmlns:p14="http://schemas.microsoft.com/office/powerpoint/2010/main" val="915359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External Content 2">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1845724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0A8EC68-FA28-440E-B08D-F8892DE0C69B}"/>
              </a:ext>
            </a:extLst>
          </p:cNvPr>
          <p:cNvSpPr>
            <a:spLocks noGrp="1"/>
          </p:cNvSpPr>
          <p:nvPr>
            <p:ph type="ctrTitle"/>
          </p:nvPr>
        </p:nvSpPr>
        <p:spPr>
          <a:xfrm>
            <a:off x="883920" y="2493819"/>
            <a:ext cx="10424160" cy="1032770"/>
          </a:xfrm>
        </p:spPr>
        <p:txBody>
          <a:bodyPr anchor="b"/>
          <a:lstStyle>
            <a:lvl1pPr algn="ctr">
              <a:defRPr sz="6000">
                <a:solidFill>
                  <a:schemeClr val="accent1"/>
                </a:solidFill>
                <a:latin typeface="Proxima Nova Lt" panose="02000506030000020004" pitchFamily="50" charset="0"/>
              </a:defRPr>
            </a:lvl1pPr>
          </a:lstStyle>
          <a:p>
            <a:r>
              <a:rPr lang="en-US"/>
              <a:t>Click to edit Master title</a:t>
            </a:r>
            <a:endParaRPr lang="en-ZA"/>
          </a:p>
        </p:txBody>
      </p:sp>
      <p:sp>
        <p:nvSpPr>
          <p:cNvPr id="4" name="Subtitle 2">
            <a:extLst>
              <a:ext uri="{FF2B5EF4-FFF2-40B4-BE49-F238E27FC236}">
                <a16:creationId xmlns:a16="http://schemas.microsoft.com/office/drawing/2014/main" id="{91A641CB-25B6-46DF-B429-231029DEF862}"/>
              </a:ext>
            </a:extLst>
          </p:cNvPr>
          <p:cNvSpPr>
            <a:spLocks noGrp="1"/>
          </p:cNvSpPr>
          <p:nvPr>
            <p:ph type="subTitle" idx="1"/>
          </p:nvPr>
        </p:nvSpPr>
        <p:spPr>
          <a:xfrm>
            <a:off x="1524000" y="3602037"/>
            <a:ext cx="9144000" cy="604203"/>
          </a:xfrm>
        </p:spPr>
        <p:txBody>
          <a:bodyPr/>
          <a:lstStyle>
            <a:lvl1pPr marL="0" indent="0" algn="ctr">
              <a:buNone/>
              <a:defRPr sz="2400">
                <a:solidFill>
                  <a:schemeClr val="accent1">
                    <a:lumMod val="75000"/>
                  </a:schemeClr>
                </a:solidFill>
                <a:latin typeface="Proxima Nova Lt" panose="02000506030000020004"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ZA"/>
          </a:p>
        </p:txBody>
      </p:sp>
    </p:spTree>
    <p:extLst>
      <p:ext uri="{BB962C8B-B14F-4D97-AF65-F5344CB8AC3E}">
        <p14:creationId xmlns:p14="http://schemas.microsoft.com/office/powerpoint/2010/main" val="60915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2460624" y="2939040"/>
            <a:ext cx="7270751" cy="489960"/>
          </a:xfrm>
          <a:prstGeom prst="rect">
            <a:avLst/>
          </a:prstGeom>
        </p:spPr>
        <p:txBody>
          <a:bodyPr/>
          <a:lstStyle>
            <a:lvl1pPr marL="0" indent="0" algn="ctr">
              <a:buNone/>
              <a:defRPr sz="2400">
                <a:solidFill>
                  <a:schemeClr val="bg2"/>
                </a:solidFill>
                <a:latin typeface="Proxima Nova Lt" panose="02000506030000020004" pitchFamily="50" charset="0"/>
              </a:defRPr>
            </a:lvl1pPr>
          </a:lstStyle>
          <a:p>
            <a:pPr lvl="0"/>
            <a:r>
              <a:rPr lang="en-US"/>
              <a:t>Edit Master text styles</a:t>
            </a:r>
          </a:p>
        </p:txBody>
      </p:sp>
    </p:spTree>
    <p:extLst>
      <p:ext uri="{BB962C8B-B14F-4D97-AF65-F5344CB8AC3E}">
        <p14:creationId xmlns:p14="http://schemas.microsoft.com/office/powerpoint/2010/main" val="1959288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B7F015-2A57-4B5F-88D9-ACA26915962C}"/>
              </a:ext>
            </a:extLst>
          </p:cNvPr>
          <p:cNvSpPr txBox="1"/>
          <p:nvPr userDrawn="1"/>
        </p:nvSpPr>
        <p:spPr>
          <a:xfrm rot="16200000">
            <a:off x="1937041" y="2916497"/>
            <a:ext cx="3407872" cy="584775"/>
          </a:xfrm>
          <a:prstGeom prst="rect">
            <a:avLst/>
          </a:prstGeom>
          <a:noFill/>
        </p:spPr>
        <p:txBody>
          <a:bodyPr wrap="square" rtlCol="0">
            <a:spAutoFit/>
          </a:bodyPr>
          <a:lstStyle/>
          <a:p>
            <a:pPr algn="r"/>
            <a:r>
              <a:rPr lang="en-ZA" sz="3200">
                <a:solidFill>
                  <a:schemeClr val="bg2"/>
                </a:solidFill>
                <a:latin typeface="Proxima Nova Rg" panose="02000506030000020004" pitchFamily="50" charset="0"/>
              </a:rPr>
              <a:t>Agenda</a:t>
            </a:r>
            <a:endParaRPr lang="en-GB" sz="3200">
              <a:solidFill>
                <a:schemeClr val="bg2"/>
              </a:solidFill>
              <a:latin typeface="Proxima Nova Rg" panose="02000506030000020004" pitchFamily="50" charset="0"/>
            </a:endParaRPr>
          </a:p>
        </p:txBody>
      </p:sp>
      <p:sp>
        <p:nvSpPr>
          <p:cNvPr id="4" name="Text Placeholder 3">
            <a:extLst>
              <a:ext uri="{FF2B5EF4-FFF2-40B4-BE49-F238E27FC236}">
                <a16:creationId xmlns:a16="http://schemas.microsoft.com/office/drawing/2014/main" id="{15EE3339-B220-4E3D-AA10-3D4248C2727D}"/>
              </a:ext>
            </a:extLst>
          </p:cNvPr>
          <p:cNvSpPr>
            <a:spLocks noGrp="1"/>
          </p:cNvSpPr>
          <p:nvPr>
            <p:ph type="body" sz="quarter" idx="10" hasCustomPrompt="1"/>
          </p:nvPr>
        </p:nvSpPr>
        <p:spPr>
          <a:xfrm>
            <a:off x="4230688" y="1504950"/>
            <a:ext cx="5786437" cy="3965575"/>
          </a:xfrm>
          <a:prstGeom prst="rect">
            <a:avLst/>
          </a:prstGeom>
        </p:spPr>
        <p:txBody>
          <a:bodyPr/>
          <a:lstStyle>
            <a:lvl1pPr>
              <a:buClr>
                <a:srgbClr val="BCD727"/>
              </a:buClr>
              <a:defRPr sz="2000">
                <a:solidFill>
                  <a:schemeClr val="bg2"/>
                </a:solidFill>
                <a:latin typeface="Proxima Nova Lt" panose="02000506030000020004" pitchFamily="50" charset="0"/>
              </a:defRPr>
            </a:lvl1pPr>
            <a:lvl2pPr marL="457200" indent="0">
              <a:buNone/>
              <a:defRPr sz="2000">
                <a:solidFill>
                  <a:schemeClr val="bg2"/>
                </a:solidFill>
                <a:latin typeface="Proxima Nova Lt" panose="02000506030000020004" pitchFamily="50" charset="0"/>
              </a:defRPr>
            </a:lvl2pPr>
            <a:lvl3pPr>
              <a:defRPr>
                <a:solidFill>
                  <a:srgbClr val="7F7F7F"/>
                </a:solidFill>
                <a:latin typeface="Proxima Nova Lt" panose="02000506030000020004" pitchFamily="50" charset="0"/>
              </a:defRPr>
            </a:lvl3pPr>
            <a:lvl4pPr>
              <a:defRPr>
                <a:solidFill>
                  <a:srgbClr val="7F7F7F"/>
                </a:solidFill>
                <a:latin typeface="Proxima Nova Lt" panose="02000506030000020004" pitchFamily="50" charset="0"/>
              </a:defRPr>
            </a:lvl4pPr>
            <a:lvl5pPr>
              <a:defRPr>
                <a:solidFill>
                  <a:srgbClr val="7F7F7F"/>
                </a:solidFill>
                <a:latin typeface="Proxima Nova Lt" panose="02000506030000020004" pitchFamily="50" charset="0"/>
              </a:defRPr>
            </a:lvl5pPr>
          </a:lstStyle>
          <a:p>
            <a:pPr lvl="0"/>
            <a:r>
              <a:rPr lang="en-US"/>
              <a:t>Add agenda items here</a:t>
            </a:r>
          </a:p>
          <a:p>
            <a:pPr lvl="0"/>
            <a:r>
              <a:rPr lang="en-US"/>
              <a:t>Another one</a:t>
            </a:r>
          </a:p>
          <a:p>
            <a:pPr lvl="0"/>
            <a:r>
              <a:rPr lang="en-US"/>
              <a:t>And another</a:t>
            </a:r>
          </a:p>
          <a:p>
            <a:pPr lvl="1"/>
            <a:endParaRPr lang="en-GB"/>
          </a:p>
        </p:txBody>
      </p:sp>
    </p:spTree>
    <p:extLst>
      <p:ext uri="{BB962C8B-B14F-4D97-AF65-F5344CB8AC3E}">
        <p14:creationId xmlns:p14="http://schemas.microsoft.com/office/powerpoint/2010/main" val="2262044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Pag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chemeClr val="accent1"/>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1251128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Page No Subheading">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967268"/>
            <a:ext cx="1422400" cy="161925"/>
          </a:xfrm>
          <a:prstGeom prst="rect">
            <a:avLst/>
          </a:prstGeom>
        </p:spPr>
      </p:pic>
    </p:spTree>
    <p:extLst>
      <p:ext uri="{BB962C8B-B14F-4D97-AF65-F5344CB8AC3E}">
        <p14:creationId xmlns:p14="http://schemas.microsoft.com/office/powerpoint/2010/main" val="3919398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o Skylin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chemeClr val="accent1"/>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570302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o Skyline No Subheading">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2747165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74183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2.jpeg"/><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pic>
        <p:nvPicPr>
          <p:cNvPr id="3" name="Picture 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8930" y="1105593"/>
            <a:ext cx="3534140" cy="1150362"/>
          </a:xfrm>
          <a:prstGeom prst="rect">
            <a:avLst/>
          </a:prstGeom>
        </p:spPr>
      </p:pic>
    </p:spTree>
    <p:extLst>
      <p:ext uri="{BB962C8B-B14F-4D97-AF65-F5344CB8AC3E}">
        <p14:creationId xmlns:p14="http://schemas.microsoft.com/office/powerpoint/2010/main" val="470687262"/>
      </p:ext>
    </p:extLst>
  </p:cSld>
  <p:clrMap bg1="lt1" tx1="dk1" bg2="lt2" tx2="dk2" accent1="accent1" accent2="accent2" accent3="accent3" accent4="accent4" accent5="accent5" accent6="accent6" hlink="hlink" folHlink="folHlink"/>
  <p:sldLayoutIdLst>
    <p:sldLayoutId id="2147483670" r:id="rId1"/>
    <p:sldLayoutId id="2147483651" r:id="rId2"/>
    <p:sldLayoutId id="214748368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pic>
        <p:nvPicPr>
          <p:cNvPr id="3" name="Picture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85543" y="1105593"/>
            <a:ext cx="3534140" cy="1150362"/>
          </a:xfrm>
          <a:prstGeom prst="rect">
            <a:avLst/>
          </a:prstGeom>
        </p:spPr>
      </p:pic>
      <p:pic>
        <p:nvPicPr>
          <p:cNvPr id="1026" name="Picture 2">
            <a:extLst>
              <a:ext uri="{FF2B5EF4-FFF2-40B4-BE49-F238E27FC236}">
                <a16:creationId xmlns:a16="http://schemas.microsoft.com/office/drawing/2014/main" id="{3A07E050-8C54-7325-478B-2D9B8EAF54EC}"/>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763057" y="1230543"/>
            <a:ext cx="4343400" cy="900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3257"/>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sp>
        <p:nvSpPr>
          <p:cNvPr id="2" name="Flowchart: Connector 1">
            <a:extLst>
              <a:ext uri="{FF2B5EF4-FFF2-40B4-BE49-F238E27FC236}">
                <a16:creationId xmlns:a16="http://schemas.microsoft.com/office/drawing/2014/main" id="{2F76AFB7-1003-4470-A486-9F16A6B0B005}"/>
              </a:ext>
            </a:extLst>
          </p:cNvPr>
          <p:cNvSpPr/>
          <p:nvPr userDrawn="1"/>
        </p:nvSpPr>
        <p:spPr>
          <a:xfrm>
            <a:off x="1310140" y="5533090"/>
            <a:ext cx="286164" cy="295650"/>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lowchart: Connector 4">
            <a:extLst>
              <a:ext uri="{FF2B5EF4-FFF2-40B4-BE49-F238E27FC236}">
                <a16:creationId xmlns:a16="http://schemas.microsoft.com/office/drawing/2014/main" id="{12A3F5E3-7A1A-4052-9CA3-E02DE8D7065B}"/>
              </a:ext>
            </a:extLst>
          </p:cNvPr>
          <p:cNvSpPr/>
          <p:nvPr userDrawn="1"/>
        </p:nvSpPr>
        <p:spPr>
          <a:xfrm>
            <a:off x="348921" y="3395313"/>
            <a:ext cx="221860" cy="229214"/>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lowchart: Connector 5">
            <a:extLst>
              <a:ext uri="{FF2B5EF4-FFF2-40B4-BE49-F238E27FC236}">
                <a16:creationId xmlns:a16="http://schemas.microsoft.com/office/drawing/2014/main" id="{60109550-75F1-4AF1-8BE0-73B319B04DE9}"/>
              </a:ext>
            </a:extLst>
          </p:cNvPr>
          <p:cNvSpPr/>
          <p:nvPr userDrawn="1"/>
        </p:nvSpPr>
        <p:spPr>
          <a:xfrm>
            <a:off x="2073244" y="5868434"/>
            <a:ext cx="183439" cy="189520"/>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lowchart: Connector 7">
            <a:extLst>
              <a:ext uri="{FF2B5EF4-FFF2-40B4-BE49-F238E27FC236}">
                <a16:creationId xmlns:a16="http://schemas.microsoft.com/office/drawing/2014/main" id="{0407E0E1-7C84-44F8-84CD-928527462235}"/>
              </a:ext>
            </a:extLst>
          </p:cNvPr>
          <p:cNvSpPr/>
          <p:nvPr userDrawn="1"/>
        </p:nvSpPr>
        <p:spPr>
          <a:xfrm>
            <a:off x="1269783" y="4274682"/>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lowchart: Connector 8">
            <a:extLst>
              <a:ext uri="{FF2B5EF4-FFF2-40B4-BE49-F238E27FC236}">
                <a16:creationId xmlns:a16="http://schemas.microsoft.com/office/drawing/2014/main" id="{CDE90955-8311-47A8-81B7-FFBE56AC216A}"/>
              </a:ext>
            </a:extLst>
          </p:cNvPr>
          <p:cNvSpPr/>
          <p:nvPr userDrawn="1"/>
        </p:nvSpPr>
        <p:spPr>
          <a:xfrm>
            <a:off x="348921" y="6251747"/>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Connector 9">
            <a:extLst>
              <a:ext uri="{FF2B5EF4-FFF2-40B4-BE49-F238E27FC236}">
                <a16:creationId xmlns:a16="http://schemas.microsoft.com/office/drawing/2014/main" id="{D921F102-C3FC-43DF-B0CD-D09171469D32}"/>
              </a:ext>
            </a:extLst>
          </p:cNvPr>
          <p:cNvSpPr/>
          <p:nvPr userDrawn="1"/>
        </p:nvSpPr>
        <p:spPr>
          <a:xfrm>
            <a:off x="712863" y="5245021"/>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Connector 10">
            <a:extLst>
              <a:ext uri="{FF2B5EF4-FFF2-40B4-BE49-F238E27FC236}">
                <a16:creationId xmlns:a16="http://schemas.microsoft.com/office/drawing/2014/main" id="{D7F1074A-ABA7-4C76-A743-3636552CF302}"/>
              </a:ext>
            </a:extLst>
          </p:cNvPr>
          <p:cNvSpPr/>
          <p:nvPr userDrawn="1"/>
        </p:nvSpPr>
        <p:spPr>
          <a:xfrm>
            <a:off x="3964862" y="6194444"/>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lowchart: Connector 11">
            <a:extLst>
              <a:ext uri="{FF2B5EF4-FFF2-40B4-BE49-F238E27FC236}">
                <a16:creationId xmlns:a16="http://schemas.microsoft.com/office/drawing/2014/main" id="{4978C4DE-8EF1-43E3-8107-58EEA77969A2}"/>
              </a:ext>
            </a:extLst>
          </p:cNvPr>
          <p:cNvSpPr/>
          <p:nvPr userDrawn="1"/>
        </p:nvSpPr>
        <p:spPr>
          <a:xfrm>
            <a:off x="2784985" y="6503739"/>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A5245853-5F6C-4373-A49F-3170CD94818E}"/>
              </a:ext>
            </a:extLst>
          </p:cNvPr>
          <p:cNvCxnSpPr>
            <a:cxnSpLocks/>
            <a:endCxn id="8" idx="5"/>
          </p:cNvCxnSpPr>
          <p:nvPr userDrawn="1"/>
        </p:nvCxnSpPr>
        <p:spPr>
          <a:xfrm>
            <a:off x="459851" y="3509920"/>
            <a:ext cx="904616" cy="862585"/>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467996C-5080-45B2-8D61-8B31A565D2F5}"/>
              </a:ext>
            </a:extLst>
          </p:cNvPr>
          <p:cNvCxnSpPr>
            <a:cxnSpLocks/>
          </p:cNvCxnSpPr>
          <p:nvPr userDrawn="1"/>
        </p:nvCxnSpPr>
        <p:spPr>
          <a:xfrm>
            <a:off x="10111" y="2017340"/>
            <a:ext cx="449740" cy="1492580"/>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12C77DD-91B1-4ED2-AA52-6C8C9954B5D4}"/>
              </a:ext>
            </a:extLst>
          </p:cNvPr>
          <p:cNvCxnSpPr>
            <a:cxnSpLocks/>
            <a:endCxn id="10" idx="4"/>
          </p:cNvCxnSpPr>
          <p:nvPr userDrawn="1"/>
        </p:nvCxnSpPr>
        <p:spPr>
          <a:xfrm>
            <a:off x="459851" y="3509920"/>
            <a:ext cx="308477" cy="1849708"/>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8E5930D-6A19-4036-9D4C-D258CF5625A0}"/>
              </a:ext>
            </a:extLst>
          </p:cNvPr>
          <p:cNvCxnSpPr>
            <a:cxnSpLocks/>
            <a:endCxn id="6" idx="5"/>
          </p:cNvCxnSpPr>
          <p:nvPr userDrawn="1"/>
        </p:nvCxnSpPr>
        <p:spPr>
          <a:xfrm>
            <a:off x="1310140" y="4320978"/>
            <a:ext cx="919679" cy="170922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1C82D16-5DA9-4042-A21A-CF15A8791763}"/>
              </a:ext>
            </a:extLst>
          </p:cNvPr>
          <p:cNvCxnSpPr>
            <a:cxnSpLocks/>
            <a:stCxn id="6" idx="6"/>
            <a:endCxn id="11" idx="6"/>
          </p:cNvCxnSpPr>
          <p:nvPr userDrawn="1"/>
        </p:nvCxnSpPr>
        <p:spPr>
          <a:xfrm>
            <a:off x="2256683" y="5963194"/>
            <a:ext cx="1819109" cy="288553"/>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74AC98E-9171-4C0D-8CCD-4697EE1E60DA}"/>
              </a:ext>
            </a:extLst>
          </p:cNvPr>
          <p:cNvCxnSpPr>
            <a:cxnSpLocks/>
          </p:cNvCxnSpPr>
          <p:nvPr userDrawn="1"/>
        </p:nvCxnSpPr>
        <p:spPr>
          <a:xfrm>
            <a:off x="4030752" y="6257930"/>
            <a:ext cx="1645226" cy="581964"/>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C8514B0-DA65-4698-AA65-F8FD3E2DD54F}"/>
              </a:ext>
            </a:extLst>
          </p:cNvPr>
          <p:cNvCxnSpPr>
            <a:cxnSpLocks/>
            <a:stCxn id="6" idx="5"/>
            <a:endCxn id="12" idx="5"/>
          </p:cNvCxnSpPr>
          <p:nvPr userDrawn="1"/>
        </p:nvCxnSpPr>
        <p:spPr>
          <a:xfrm>
            <a:off x="2229819" y="6030199"/>
            <a:ext cx="649851" cy="571363"/>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06BFC29-6506-4A19-B7FC-E4D7B504DF92}"/>
              </a:ext>
            </a:extLst>
          </p:cNvPr>
          <p:cNvCxnSpPr>
            <a:cxnSpLocks/>
            <a:stCxn id="12" idx="2"/>
          </p:cNvCxnSpPr>
          <p:nvPr userDrawn="1"/>
        </p:nvCxnSpPr>
        <p:spPr>
          <a:xfrm>
            <a:off x="2784985" y="6561043"/>
            <a:ext cx="738647" cy="27885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E8A5394-C8F8-416B-955F-23D0B7CE2DCB}"/>
              </a:ext>
            </a:extLst>
          </p:cNvPr>
          <p:cNvCxnSpPr>
            <a:cxnSpLocks/>
            <a:endCxn id="11" idx="6"/>
          </p:cNvCxnSpPr>
          <p:nvPr userDrawn="1"/>
        </p:nvCxnSpPr>
        <p:spPr>
          <a:xfrm flipV="1">
            <a:off x="2784985" y="6251747"/>
            <a:ext cx="1290807" cy="321164"/>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87A2802-863D-4280-87D6-C2BC3ECB4C86}"/>
              </a:ext>
            </a:extLst>
          </p:cNvPr>
          <p:cNvCxnSpPr>
            <a:cxnSpLocks/>
            <a:stCxn id="8" idx="7"/>
            <a:endCxn id="10" idx="4"/>
          </p:cNvCxnSpPr>
          <p:nvPr userDrawn="1"/>
        </p:nvCxnSpPr>
        <p:spPr>
          <a:xfrm flipH="1">
            <a:off x="768328" y="4291465"/>
            <a:ext cx="596139" cy="106816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979BBAB-4A06-47BB-A0F6-D2C4AE9DC315}"/>
              </a:ext>
            </a:extLst>
          </p:cNvPr>
          <p:cNvCxnSpPr>
            <a:cxnSpLocks/>
          </p:cNvCxnSpPr>
          <p:nvPr userDrawn="1"/>
        </p:nvCxnSpPr>
        <p:spPr>
          <a:xfrm flipH="1" flipV="1">
            <a:off x="10111" y="4645600"/>
            <a:ext cx="757434" cy="649059"/>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886BE85-506F-42E8-9B51-3F21D8AE86E2}"/>
              </a:ext>
            </a:extLst>
          </p:cNvPr>
          <p:cNvCxnSpPr>
            <a:cxnSpLocks/>
            <a:stCxn id="2" idx="5"/>
          </p:cNvCxnSpPr>
          <p:nvPr userDrawn="1"/>
        </p:nvCxnSpPr>
        <p:spPr>
          <a:xfrm flipH="1" flipV="1">
            <a:off x="768479" y="5303220"/>
            <a:ext cx="785917" cy="482223"/>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8BC2169-009E-42C7-AC15-EA947E762538}"/>
              </a:ext>
            </a:extLst>
          </p:cNvPr>
          <p:cNvCxnSpPr>
            <a:cxnSpLocks/>
            <a:stCxn id="6" idx="6"/>
          </p:cNvCxnSpPr>
          <p:nvPr userDrawn="1"/>
        </p:nvCxnSpPr>
        <p:spPr>
          <a:xfrm flipH="1" flipV="1">
            <a:off x="1326982" y="5641678"/>
            <a:ext cx="929701" cy="321515"/>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3504F00-A334-44C2-80B4-A028B3640367}"/>
              </a:ext>
            </a:extLst>
          </p:cNvPr>
          <p:cNvCxnSpPr>
            <a:cxnSpLocks/>
            <a:stCxn id="2" idx="7"/>
            <a:endCxn id="9" idx="7"/>
          </p:cNvCxnSpPr>
          <p:nvPr userDrawn="1"/>
        </p:nvCxnSpPr>
        <p:spPr>
          <a:xfrm flipH="1">
            <a:off x="443606" y="5576387"/>
            <a:ext cx="1110791" cy="692144"/>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B5A8164-4D7D-4944-B2B6-B1EB90B3C236}"/>
              </a:ext>
            </a:extLst>
          </p:cNvPr>
          <p:cNvCxnSpPr>
            <a:cxnSpLocks/>
            <a:stCxn id="6" idx="6"/>
            <a:endCxn id="9" idx="2"/>
          </p:cNvCxnSpPr>
          <p:nvPr userDrawn="1"/>
        </p:nvCxnSpPr>
        <p:spPr>
          <a:xfrm flipH="1">
            <a:off x="348921" y="5963194"/>
            <a:ext cx="1907762" cy="345857"/>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2619A60-2C30-4672-9C9A-43DEFB15B38F}"/>
              </a:ext>
            </a:extLst>
          </p:cNvPr>
          <p:cNvCxnSpPr>
            <a:cxnSpLocks/>
            <a:stCxn id="10" idx="0"/>
            <a:endCxn id="9" idx="3"/>
          </p:cNvCxnSpPr>
          <p:nvPr userDrawn="1"/>
        </p:nvCxnSpPr>
        <p:spPr>
          <a:xfrm flipH="1">
            <a:off x="365166" y="5245021"/>
            <a:ext cx="403162" cy="1104550"/>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C6BE020-595A-4B89-9834-F8B9DD384458}"/>
              </a:ext>
            </a:extLst>
          </p:cNvPr>
          <p:cNvCxnSpPr>
            <a:cxnSpLocks/>
            <a:stCxn id="12" idx="6"/>
            <a:endCxn id="9" idx="2"/>
          </p:cNvCxnSpPr>
          <p:nvPr userDrawn="1"/>
        </p:nvCxnSpPr>
        <p:spPr>
          <a:xfrm flipH="1" flipV="1">
            <a:off x="348921" y="6309051"/>
            <a:ext cx="2546994" cy="25199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BFC03B2-FEA4-4E25-A088-8EBA5A308E82}"/>
              </a:ext>
            </a:extLst>
          </p:cNvPr>
          <p:cNvCxnSpPr>
            <a:cxnSpLocks/>
            <a:endCxn id="12" idx="3"/>
          </p:cNvCxnSpPr>
          <p:nvPr userDrawn="1"/>
        </p:nvCxnSpPr>
        <p:spPr>
          <a:xfrm flipV="1">
            <a:off x="2229819" y="6601562"/>
            <a:ext cx="571412" cy="23833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C56C630-6A73-48B0-84CF-2283B07B4E75}"/>
              </a:ext>
            </a:extLst>
          </p:cNvPr>
          <p:cNvCxnSpPr>
            <a:cxnSpLocks/>
            <a:stCxn id="9" idx="1"/>
          </p:cNvCxnSpPr>
          <p:nvPr userDrawn="1"/>
        </p:nvCxnSpPr>
        <p:spPr>
          <a:xfrm flipH="1" flipV="1">
            <a:off x="24501" y="5785443"/>
            <a:ext cx="340665" cy="483087"/>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BACA2B0-6BE0-4462-9C37-2633A2A395AB}"/>
              </a:ext>
            </a:extLst>
          </p:cNvPr>
          <p:cNvCxnSpPr>
            <a:cxnSpLocks/>
          </p:cNvCxnSpPr>
          <p:nvPr userDrawn="1"/>
        </p:nvCxnSpPr>
        <p:spPr>
          <a:xfrm flipH="1" flipV="1">
            <a:off x="418867" y="6362102"/>
            <a:ext cx="336744" cy="47779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0D48B3F-0FCA-4EEB-8190-A6B3D62DDC71}"/>
              </a:ext>
            </a:extLst>
          </p:cNvPr>
          <p:cNvCxnSpPr>
            <a:cxnSpLocks/>
          </p:cNvCxnSpPr>
          <p:nvPr userDrawn="1"/>
        </p:nvCxnSpPr>
        <p:spPr>
          <a:xfrm flipV="1">
            <a:off x="10111" y="6356253"/>
            <a:ext cx="354904" cy="28187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AC1C4A6-0D79-445C-9C24-D75B843E6C29}"/>
              </a:ext>
            </a:extLst>
          </p:cNvPr>
          <p:cNvCxnSpPr>
            <a:cxnSpLocks/>
            <a:stCxn id="8" idx="4"/>
            <a:endCxn id="2" idx="4"/>
          </p:cNvCxnSpPr>
          <p:nvPr userDrawn="1"/>
        </p:nvCxnSpPr>
        <p:spPr>
          <a:xfrm>
            <a:off x="1325248" y="4389289"/>
            <a:ext cx="127974" cy="143945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300725"/>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pic>
        <p:nvPicPr>
          <p:cNvPr id="4" name="Picture 3">
            <a:extLst>
              <a:ext uri="{FF2B5EF4-FFF2-40B4-BE49-F238E27FC236}">
                <a16:creationId xmlns:a16="http://schemas.microsoft.com/office/drawing/2014/main" id="{C349DD86-B84C-42A5-8D81-9D0A1C1F941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sp>
        <p:nvSpPr>
          <p:cNvPr id="5" name="Rectangle 4">
            <a:extLst>
              <a:ext uri="{FF2B5EF4-FFF2-40B4-BE49-F238E27FC236}">
                <a16:creationId xmlns:a16="http://schemas.microsoft.com/office/drawing/2014/main" id="{FF5568AF-2C93-464D-B6A5-A6987190E1DF}"/>
              </a:ext>
            </a:extLst>
          </p:cNvPr>
          <p:cNvSpPr/>
          <p:nvPr userDrawn="1"/>
        </p:nvSpPr>
        <p:spPr>
          <a:xfrm>
            <a:off x="0" y="831272"/>
            <a:ext cx="12192000" cy="6026728"/>
          </a:xfrm>
          <a:prstGeom prst="rect">
            <a:avLst/>
          </a:prstGeom>
          <a:gradFill flip="none" rotWithShape="1">
            <a:gsLst>
              <a:gs pos="0">
                <a:schemeClr val="bg1"/>
              </a:gs>
              <a:gs pos="65000">
                <a:srgbClr val="FFFFFF"/>
              </a:gs>
              <a:gs pos="83000">
                <a:srgbClr val="FFFFFF">
                  <a:alpha val="82000"/>
                </a:srgbClr>
              </a:gs>
              <a:gs pos="100000">
                <a:srgbClr val="C7D5ED">
                  <a:alpha val="0"/>
                </a:srgb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70968056"/>
      </p:ext>
    </p:extLst>
  </p:cSld>
  <p:clrMap bg1="lt1" tx1="dk1" bg2="lt2" tx2="dk2" accent1="accent1" accent2="accent2" accent3="accent3" accent4="accent4" accent5="accent5" accent6="accent6" hlink="hlink" folHlink="folHlink"/>
  <p:sldLayoutIdLst>
    <p:sldLayoutId id="2147483664" r:id="rId1"/>
    <p:sldLayoutId id="214748368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spTree>
    <p:extLst>
      <p:ext uri="{BB962C8B-B14F-4D97-AF65-F5344CB8AC3E}">
        <p14:creationId xmlns:p14="http://schemas.microsoft.com/office/powerpoint/2010/main" val="3148813084"/>
      </p:ext>
    </p:extLst>
  </p:cSld>
  <p:clrMap bg1="lt1" tx1="dk1" bg2="lt2" tx2="dk2" accent1="accent1" accent2="accent2" accent3="accent3" accent4="accent4" accent5="accent5" accent6="accent6" hlink="hlink" folHlink="folHlink"/>
  <p:sldLayoutIdLst>
    <p:sldLayoutId id="2147483654"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0647524"/>
      </p:ext>
    </p:extLst>
  </p:cSld>
  <p:clrMap bg1="lt1" tx1="dk1" bg2="lt2" tx2="dk2" accent1="accent1" accent2="accent2" accent3="accent3" accent4="accent4" accent5="accent5" accent6="accent6" hlink="hlink" folHlink="folHlink"/>
  <p:sldLayoutIdLst>
    <p:sldLayoutId id="214748364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68CD-6A91-46D5-9F2E-D63140C574C1}"/>
              </a:ext>
            </a:extLst>
          </p:cNvPr>
          <p:cNvSpPr>
            <a:spLocks noGrp="1"/>
          </p:cNvSpPr>
          <p:nvPr>
            <p:ph type="ctrTitle"/>
          </p:nvPr>
        </p:nvSpPr>
        <p:spPr>
          <a:xfrm>
            <a:off x="883920" y="2396230"/>
            <a:ext cx="10424160" cy="1032770"/>
          </a:xfrm>
        </p:spPr>
        <p:txBody>
          <a:bodyPr lIns="91440" tIns="45720" rIns="91440" bIns="45720" anchor="b"/>
          <a:lstStyle/>
          <a:p>
            <a:r>
              <a:rPr lang="en-ZA" sz="4800" dirty="0">
                <a:latin typeface="Proxima Nova Lt"/>
              </a:rPr>
              <a:t>Salesforce Implementation</a:t>
            </a:r>
            <a:endParaRPr lang="en-ZA" sz="4800" dirty="0"/>
          </a:p>
        </p:txBody>
      </p:sp>
      <p:pic>
        <p:nvPicPr>
          <p:cNvPr id="12290" name="Picture 2" descr="Image result for salesforce logo">
            <a:extLst>
              <a:ext uri="{FF2B5EF4-FFF2-40B4-BE49-F238E27FC236}">
                <a16:creationId xmlns:a16="http://schemas.microsoft.com/office/drawing/2014/main" id="{7CDFABAC-7B06-AB34-C319-D18E7B6F9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8725" y="3632200"/>
            <a:ext cx="1743075" cy="867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7954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endParaRPr lang="en-ZA" dirty="0"/>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Overview</a:t>
            </a:r>
          </a:p>
        </p:txBody>
      </p:sp>
      <p:sp>
        <p:nvSpPr>
          <p:cNvPr id="5" name="Rectangle 4">
            <a:extLst>
              <a:ext uri="{FF2B5EF4-FFF2-40B4-BE49-F238E27FC236}">
                <a16:creationId xmlns:a16="http://schemas.microsoft.com/office/drawing/2014/main" id="{F0AE3268-71B1-4555-AA1B-38DB7FD6C51F}"/>
              </a:ext>
            </a:extLst>
          </p:cNvPr>
          <p:cNvSpPr/>
          <p:nvPr/>
        </p:nvSpPr>
        <p:spPr>
          <a:xfrm>
            <a:off x="743942" y="1776860"/>
            <a:ext cx="10186817" cy="3046988"/>
          </a:xfrm>
          <a:prstGeom prst="rect">
            <a:avLst/>
          </a:prstGeom>
        </p:spPr>
        <p:txBody>
          <a:bodyPr wrap="square" anchor="t">
            <a:spAutoFit/>
          </a:bodyPr>
          <a:lstStyle/>
          <a:p>
            <a:pPr algn="l"/>
            <a:r>
              <a:rPr lang="en-ZA" sz="1200" b="0" i="0" dirty="0">
                <a:solidFill>
                  <a:srgbClr val="000000"/>
                </a:solidFill>
                <a:effectLst/>
              </a:rPr>
              <a:t>Grainger PLC is the UK's largest listed residential landlord and leader in the fast-growing build-to-rent sector providing ±9700 rental homes to over 20,000 customers.  Grainger PLC </a:t>
            </a:r>
            <a:r>
              <a:rPr lang="en-ZA" sz="1200" b="0" i="0">
                <a:solidFill>
                  <a:srgbClr val="000000"/>
                </a:solidFill>
                <a:effectLst/>
              </a:rPr>
              <a:t>is planning </a:t>
            </a:r>
            <a:endParaRPr lang="en-ZA" sz="1200" b="0" i="0" dirty="0">
              <a:solidFill>
                <a:srgbClr val="000000"/>
              </a:solidFill>
              <a:effectLst/>
            </a:endParaRPr>
          </a:p>
          <a:p>
            <a:pPr algn="l"/>
            <a:endParaRPr lang="en-ZA" sz="1200" b="0" i="0" dirty="0">
              <a:solidFill>
                <a:srgbClr val="000000"/>
              </a:solidFill>
              <a:effectLst/>
            </a:endParaRPr>
          </a:p>
          <a:p>
            <a:pPr algn="l"/>
            <a:r>
              <a:rPr lang="en-ZA" sz="1200" b="0" i="0" dirty="0">
                <a:solidFill>
                  <a:srgbClr val="000000"/>
                </a:solidFill>
                <a:effectLst/>
              </a:rPr>
              <a:t>Grainger PLC has </a:t>
            </a:r>
          </a:p>
          <a:p>
            <a:pPr algn="l"/>
            <a:r>
              <a:rPr lang="en-ZA" sz="1200" b="0" i="0" dirty="0">
                <a:solidFill>
                  <a:srgbClr val="000000"/>
                </a:solidFill>
                <a:effectLst/>
              </a:rPr>
              <a:t>EIMS Africa is led by a team of energy sector experts and is focused on maximizing shareholder returns, minimizing their risk of investment and doing so in a way that delivers lasting and sustainable social impact to the local communities that surround these projects.</a:t>
            </a:r>
          </a:p>
          <a:p>
            <a:pPr algn="l"/>
            <a:endParaRPr lang="en-ZA" sz="1200" dirty="0">
              <a:solidFill>
                <a:srgbClr val="000000"/>
              </a:solidFill>
            </a:endParaRPr>
          </a:p>
          <a:p>
            <a:pPr algn="l"/>
            <a:r>
              <a:rPr lang="en-ZA" sz="1200" b="0" i="0" dirty="0">
                <a:solidFill>
                  <a:srgbClr val="000000"/>
                </a:solidFill>
                <a:effectLst/>
              </a:rPr>
              <a:t>Currently EIMS has been operating on the Old Mutual IT infrastructure and wants to move to their own IT environment. This will allow them to:</a:t>
            </a:r>
          </a:p>
          <a:p>
            <a:pPr marL="285750" indent="-285750" algn="l">
              <a:buFont typeface="Arial" panose="020B0604020202020204" pitchFamily="34" charset="0"/>
              <a:buChar char="•"/>
            </a:pPr>
            <a:r>
              <a:rPr lang="en-ZA" sz="1200" b="0" i="0" dirty="0">
                <a:solidFill>
                  <a:srgbClr val="000000"/>
                </a:solidFill>
                <a:effectLst/>
              </a:rPr>
              <a:t>Create a modern and optimised business</a:t>
            </a:r>
          </a:p>
          <a:p>
            <a:pPr marL="285750" indent="-285750" algn="l">
              <a:buFont typeface="Arial" panose="020B0604020202020204" pitchFamily="34" charset="0"/>
              <a:buChar char="•"/>
            </a:pPr>
            <a:r>
              <a:rPr lang="en-ZA" sz="1200" b="0" i="0" dirty="0">
                <a:solidFill>
                  <a:srgbClr val="000000"/>
                </a:solidFill>
                <a:effectLst/>
              </a:rPr>
              <a:t>Digitise and automate their manual processes</a:t>
            </a:r>
          </a:p>
          <a:p>
            <a:pPr marL="285750" indent="-285750" algn="l">
              <a:buFont typeface="Arial" panose="020B0604020202020204" pitchFamily="34" charset="0"/>
              <a:buChar char="•"/>
            </a:pPr>
            <a:r>
              <a:rPr lang="en-ZA" sz="1200" dirty="0">
                <a:solidFill>
                  <a:srgbClr val="000000"/>
                </a:solidFill>
              </a:rPr>
              <a:t>Align business stakeholders over correct information</a:t>
            </a:r>
          </a:p>
          <a:p>
            <a:pPr marL="285750" indent="-285750" algn="l">
              <a:buFont typeface="Arial" panose="020B0604020202020204" pitchFamily="34" charset="0"/>
              <a:buChar char="•"/>
            </a:pPr>
            <a:r>
              <a:rPr lang="en-ZA" sz="1200" b="0" i="0" dirty="0">
                <a:solidFill>
                  <a:srgbClr val="000000"/>
                </a:solidFill>
                <a:effectLst/>
              </a:rPr>
              <a:t>Increase overall efficiencies</a:t>
            </a:r>
            <a:r>
              <a:rPr lang="en-ZA" sz="1200" dirty="0">
                <a:solidFill>
                  <a:srgbClr val="000000"/>
                </a:solidFill>
              </a:rPr>
              <a:t>, saving time and money</a:t>
            </a:r>
          </a:p>
          <a:p>
            <a:pPr marL="285750" indent="-285750" algn="l">
              <a:buFont typeface="Arial" panose="020B0604020202020204" pitchFamily="34" charset="0"/>
              <a:buChar char="•"/>
            </a:pPr>
            <a:r>
              <a:rPr lang="en-ZA" sz="1200" dirty="0">
                <a:solidFill>
                  <a:srgbClr val="000000"/>
                </a:solidFill>
              </a:rPr>
              <a:t>Optimise data capturing and provide more visual and trusted reporting</a:t>
            </a:r>
            <a:endParaRPr lang="en-ZA" sz="1200" b="0" i="0" dirty="0">
              <a:solidFill>
                <a:srgbClr val="000000"/>
              </a:solidFill>
              <a:effectLst/>
            </a:endParaRPr>
          </a:p>
          <a:p>
            <a:pPr algn="l"/>
            <a:endParaRPr lang="en-ZA" sz="1200" b="0" i="0" dirty="0">
              <a:solidFill>
                <a:srgbClr val="000000"/>
              </a:solidFill>
              <a:effectLst/>
            </a:endParaRPr>
          </a:p>
          <a:p>
            <a:r>
              <a:rPr lang="en-ZA" sz="1200" b="0" i="0" dirty="0">
                <a:solidFill>
                  <a:srgbClr val="000000"/>
                </a:solidFill>
                <a:effectLst/>
              </a:rPr>
              <a:t>EIMS wants to derive value quickly </a:t>
            </a:r>
            <a:r>
              <a:rPr lang="en-ZA" sz="1200" dirty="0">
                <a:solidFill>
                  <a:srgbClr val="000000"/>
                </a:solidFill>
              </a:rPr>
              <a:t>through fit-for-purpose solutions and has asked Open Box to help deliver automated reporting and program management of the IT solution.</a:t>
            </a:r>
            <a:endParaRPr lang="en-GB" sz="1200" dirty="0">
              <a:solidFill>
                <a:schemeClr val="tx1">
                  <a:lumMod val="65000"/>
                  <a:lumOff val="35000"/>
                </a:schemeClr>
              </a:solidFill>
              <a:latin typeface="Proxima Nova Lt"/>
            </a:endParaRPr>
          </a:p>
        </p:txBody>
      </p:sp>
    </p:spTree>
    <p:extLst>
      <p:ext uri="{BB962C8B-B14F-4D97-AF65-F5344CB8AC3E}">
        <p14:creationId xmlns:p14="http://schemas.microsoft.com/office/powerpoint/2010/main" val="2096166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379C49-E761-45BA-84B7-AC2E88444F78}"/>
              </a:ext>
            </a:extLst>
          </p:cNvPr>
          <p:cNvSpPr>
            <a:spLocks noGrp="1"/>
          </p:cNvSpPr>
          <p:nvPr>
            <p:ph type="body" sz="quarter" idx="11"/>
          </p:nvPr>
        </p:nvSpPr>
        <p:spPr/>
        <p:txBody>
          <a:bodyPr lIns="91440" tIns="45720" rIns="91440" bIns="45720" anchor="ctr"/>
          <a:lstStyle/>
          <a:p>
            <a:r>
              <a:rPr lang="en-US">
                <a:latin typeface="Proxima Nova Lt"/>
              </a:rPr>
              <a:t>Problem Statement and Challenges</a:t>
            </a:r>
            <a:endParaRPr lang="en-US"/>
          </a:p>
        </p:txBody>
      </p:sp>
      <p:sp>
        <p:nvSpPr>
          <p:cNvPr id="3" name="TextBox 2">
            <a:extLst>
              <a:ext uri="{FF2B5EF4-FFF2-40B4-BE49-F238E27FC236}">
                <a16:creationId xmlns:a16="http://schemas.microsoft.com/office/drawing/2014/main" id="{3B054777-B34E-4D95-879B-E6E4AA81F951}"/>
              </a:ext>
            </a:extLst>
          </p:cNvPr>
          <p:cNvSpPr txBox="1"/>
          <p:nvPr/>
        </p:nvSpPr>
        <p:spPr>
          <a:xfrm>
            <a:off x="1101436" y="1610591"/>
            <a:ext cx="10113102" cy="3416320"/>
          </a:xfrm>
          <a:prstGeom prst="rect">
            <a:avLst/>
          </a:prstGeom>
          <a:noFill/>
        </p:spPr>
        <p:txBody>
          <a:bodyPr wrap="square" rtlCol="0">
            <a:spAutoFit/>
          </a:bodyPr>
          <a:lstStyle/>
          <a:p>
            <a:r>
              <a:rPr lang="en-US"/>
              <a:t>EIMS is currently a very manual business, operating off manual processes and systems.</a:t>
            </a:r>
          </a:p>
          <a:p>
            <a:r>
              <a:rPr lang="en-US"/>
              <a:t>A manual heavy environment lends itself to high inefficiencies, misalignment between stakeholders and increased errors in reporting and governance.</a:t>
            </a:r>
          </a:p>
          <a:p>
            <a:endParaRPr lang="en-US"/>
          </a:p>
          <a:p>
            <a:r>
              <a:rPr lang="en-US"/>
              <a:t>EIMS have many stakeholders requiring various reporting and insights into their business and operations. Creating the reports and consolidating all the data is onerous and taxing on the employees, taking them away from progressing other necessary objectives.</a:t>
            </a:r>
          </a:p>
          <a:p>
            <a:endParaRPr lang="en-US"/>
          </a:p>
          <a:p>
            <a:endParaRPr lang="en-US" sz="1100"/>
          </a:p>
          <a:p>
            <a:r>
              <a:rPr lang="en-US">
                <a:solidFill>
                  <a:schemeClr val="accent2"/>
                </a:solidFill>
                <a:latin typeface="+mj-lt"/>
              </a:rPr>
              <a:t>Challenges include:</a:t>
            </a:r>
          </a:p>
          <a:p>
            <a:endParaRPr lang="en-US"/>
          </a:p>
          <a:p>
            <a:endParaRPr lang="en-ZA"/>
          </a:p>
        </p:txBody>
      </p:sp>
      <p:sp>
        <p:nvSpPr>
          <p:cNvPr id="26" name="Text Placeholder 3">
            <a:extLst>
              <a:ext uri="{FF2B5EF4-FFF2-40B4-BE49-F238E27FC236}">
                <a16:creationId xmlns:a16="http://schemas.microsoft.com/office/drawing/2014/main" id="{A01562A8-B248-46D2-9B91-8426DD2F69CF}"/>
              </a:ext>
            </a:extLst>
          </p:cNvPr>
          <p:cNvSpPr txBox="1">
            <a:spLocks/>
          </p:cNvSpPr>
          <p:nvPr/>
        </p:nvSpPr>
        <p:spPr>
          <a:xfrm>
            <a:off x="4513479" y="5084857"/>
            <a:ext cx="2763500" cy="505422"/>
          </a:xfrm>
          <a:prstGeom prst="rect">
            <a:avLst/>
          </a:prstGeom>
          <a:solidFill>
            <a:schemeClr val="bg1"/>
          </a:solidFill>
        </p:spPr>
        <p:txBody>
          <a:bodyPr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all" spc="0" normalizeH="0" baseline="0" noProof="0">
                <a:ln>
                  <a:noFill/>
                </a:ln>
                <a:solidFill>
                  <a:srgbClr val="6E7878"/>
                </a:solidFill>
                <a:effectLst/>
                <a:uLnTx/>
                <a:uFillTx/>
                <a:latin typeface="Proxima Nova Rg"/>
                <a:ea typeface="+mn-ea"/>
                <a:cs typeface="+mn-cs"/>
              </a:rPr>
              <a:t>CHALLENGES</a:t>
            </a:r>
          </a:p>
        </p:txBody>
      </p:sp>
      <p:sp>
        <p:nvSpPr>
          <p:cNvPr id="27" name="Flowchart: Connector 26">
            <a:extLst>
              <a:ext uri="{FF2B5EF4-FFF2-40B4-BE49-F238E27FC236}">
                <a16:creationId xmlns:a16="http://schemas.microsoft.com/office/drawing/2014/main" id="{7B40E10A-9AEF-4CE3-8E45-C283F926D8B4}"/>
              </a:ext>
            </a:extLst>
          </p:cNvPr>
          <p:cNvSpPr/>
          <p:nvPr/>
        </p:nvSpPr>
        <p:spPr>
          <a:xfrm>
            <a:off x="1051035" y="4494484"/>
            <a:ext cx="1776248" cy="1686169"/>
          </a:xfrm>
          <a:prstGeom prst="flowChartConnector">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a:t>Manual processes and reporting</a:t>
            </a:r>
            <a:endParaRPr lang="en-ZA" sz="1400"/>
          </a:p>
        </p:txBody>
      </p:sp>
      <p:sp>
        <p:nvSpPr>
          <p:cNvPr id="28" name="Flowchart: Connector 27">
            <a:extLst>
              <a:ext uri="{FF2B5EF4-FFF2-40B4-BE49-F238E27FC236}">
                <a16:creationId xmlns:a16="http://schemas.microsoft.com/office/drawing/2014/main" id="{AE1DE913-B4C6-4216-B637-2D25882307F3}"/>
              </a:ext>
            </a:extLst>
          </p:cNvPr>
          <p:cNvSpPr/>
          <p:nvPr/>
        </p:nvSpPr>
        <p:spPr>
          <a:xfrm>
            <a:off x="3156449" y="4494484"/>
            <a:ext cx="1776248" cy="1686169"/>
          </a:xfrm>
          <a:prstGeom prst="flowChartConnector">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a:t>Data errors </a:t>
            </a:r>
          </a:p>
          <a:p>
            <a:pPr algn="ctr"/>
            <a:r>
              <a:rPr lang="en-US" sz="1400"/>
              <a:t>and duplication</a:t>
            </a:r>
            <a:endParaRPr lang="en-ZA" sz="1400"/>
          </a:p>
        </p:txBody>
      </p:sp>
      <p:sp>
        <p:nvSpPr>
          <p:cNvPr id="29" name="Flowchart: Connector 28">
            <a:extLst>
              <a:ext uri="{FF2B5EF4-FFF2-40B4-BE49-F238E27FC236}">
                <a16:creationId xmlns:a16="http://schemas.microsoft.com/office/drawing/2014/main" id="{7F0750B6-CBE5-4FB5-BF9D-A6D61FB1161D}"/>
              </a:ext>
            </a:extLst>
          </p:cNvPr>
          <p:cNvSpPr/>
          <p:nvPr/>
        </p:nvSpPr>
        <p:spPr>
          <a:xfrm>
            <a:off x="5261863" y="4494484"/>
            <a:ext cx="1776248" cy="1686169"/>
          </a:xfrm>
          <a:prstGeom prst="flowChartConnector">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ZA" sz="1400" dirty="0">
                <a:effectLst/>
                <a:latin typeface="Segoe UI"/>
                <a:cs typeface="Segoe UI"/>
              </a:rPr>
              <a:t>Reliance on Old Mutual </a:t>
            </a:r>
            <a:r>
              <a:rPr lang="en-ZA" sz="1400" dirty="0">
                <a:latin typeface="Segoe UI"/>
                <a:cs typeface="Segoe UI"/>
              </a:rPr>
              <a:t>infrastructure</a:t>
            </a:r>
            <a:r>
              <a:rPr lang="en-ZA" sz="1400" dirty="0">
                <a:effectLst/>
                <a:latin typeface="Segoe UI"/>
                <a:cs typeface="Segoe UI"/>
              </a:rPr>
              <a:t> and inability to be nimble</a:t>
            </a:r>
            <a:endParaRPr lang="en-ZA" sz="1400" dirty="0">
              <a:latin typeface="Segoe UI"/>
              <a:cs typeface="Segoe UI"/>
            </a:endParaRPr>
          </a:p>
        </p:txBody>
      </p:sp>
      <p:sp>
        <p:nvSpPr>
          <p:cNvPr id="30" name="Flowchart: Connector 29">
            <a:extLst>
              <a:ext uri="{FF2B5EF4-FFF2-40B4-BE49-F238E27FC236}">
                <a16:creationId xmlns:a16="http://schemas.microsoft.com/office/drawing/2014/main" id="{16389856-49CF-4EDA-B0DB-B646EAB2CC0D}"/>
              </a:ext>
            </a:extLst>
          </p:cNvPr>
          <p:cNvSpPr/>
          <p:nvPr/>
        </p:nvSpPr>
        <p:spPr>
          <a:xfrm>
            <a:off x="7367277" y="4494484"/>
            <a:ext cx="1776248" cy="1686169"/>
          </a:xfrm>
          <a:prstGeom prst="flowChartConnector">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a:t>Misalignment between stakeholders</a:t>
            </a:r>
            <a:endParaRPr lang="en-ZA" sz="1400"/>
          </a:p>
        </p:txBody>
      </p:sp>
      <p:sp>
        <p:nvSpPr>
          <p:cNvPr id="31" name="Flowchart: Connector 30">
            <a:extLst>
              <a:ext uri="{FF2B5EF4-FFF2-40B4-BE49-F238E27FC236}">
                <a16:creationId xmlns:a16="http://schemas.microsoft.com/office/drawing/2014/main" id="{DD3B38F3-3E07-406A-BC19-CE7A36D8E93A}"/>
              </a:ext>
            </a:extLst>
          </p:cNvPr>
          <p:cNvSpPr/>
          <p:nvPr/>
        </p:nvSpPr>
        <p:spPr>
          <a:xfrm>
            <a:off x="9472691" y="4494484"/>
            <a:ext cx="1776248" cy="1686169"/>
          </a:xfrm>
          <a:prstGeom prst="flowChartConnector">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a:t>Inefficiencies &amp; increased complexity</a:t>
            </a:r>
            <a:endParaRPr lang="en-ZA" sz="1400"/>
          </a:p>
        </p:txBody>
      </p:sp>
    </p:spTree>
    <p:extLst>
      <p:ext uri="{BB962C8B-B14F-4D97-AF65-F5344CB8AC3E}">
        <p14:creationId xmlns:p14="http://schemas.microsoft.com/office/powerpoint/2010/main" val="2318602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25DD5A3-E906-487B-ACF4-459BA0EB9764}"/>
              </a:ext>
            </a:extLst>
          </p:cNvPr>
          <p:cNvSpPr>
            <a:spLocks noGrp="1"/>
          </p:cNvSpPr>
          <p:nvPr>
            <p:ph type="body" sz="quarter" idx="11"/>
          </p:nvPr>
        </p:nvSpPr>
        <p:spPr/>
        <p:txBody>
          <a:bodyPr/>
          <a:lstStyle/>
          <a:p>
            <a:r>
              <a:rPr lang="en-US"/>
              <a:t>Goals and Objectives</a:t>
            </a:r>
            <a:endParaRPr lang="en-ZA"/>
          </a:p>
        </p:txBody>
      </p:sp>
      <p:sp>
        <p:nvSpPr>
          <p:cNvPr id="73" name="Text Placeholder 1">
            <a:extLst>
              <a:ext uri="{FF2B5EF4-FFF2-40B4-BE49-F238E27FC236}">
                <a16:creationId xmlns:a16="http://schemas.microsoft.com/office/drawing/2014/main" id="{8C7B80B6-F8E0-40E3-ABF8-8318C79424FE}"/>
              </a:ext>
            </a:extLst>
          </p:cNvPr>
          <p:cNvSpPr txBox="1">
            <a:spLocks/>
          </p:cNvSpPr>
          <p:nvPr/>
        </p:nvSpPr>
        <p:spPr>
          <a:xfrm>
            <a:off x="745816" y="1411445"/>
            <a:ext cx="11138374" cy="10204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1" i="0" u="none" strike="noStrike" kern="1200" cap="none" spc="0" normalizeH="0" baseline="0" noProof="0">
                <a:ln>
                  <a:noFill/>
                </a:ln>
                <a:solidFill>
                  <a:srgbClr val="BCD727"/>
                </a:solidFill>
                <a:effectLst/>
                <a:uLnTx/>
                <a:uFillTx/>
                <a:latin typeface="Proxima Nova Lt" panose="02000506030000020004" pitchFamily="50" charset="0"/>
                <a:ea typeface="+mn-ea"/>
                <a:cs typeface="+mn-cs"/>
              </a:rPr>
              <a:t>Objective : </a:t>
            </a:r>
          </a:p>
          <a:p>
            <a:pPr marL="0" marR="0" lvl="0" indent="0" algn="l" defTabSz="914400" rtl="0" eaLnBrk="1" fontAlgn="auto" latinLnBrk="0" hangingPunct="1">
              <a:lnSpc>
                <a:spcPct val="90000"/>
              </a:lnSpc>
              <a:spcBef>
                <a:spcPts val="1000"/>
              </a:spcBef>
              <a:spcAft>
                <a:spcPts val="0"/>
              </a:spcAft>
              <a:buClrTx/>
              <a:buSzTx/>
              <a:buNone/>
              <a:tabLst/>
              <a:defRPr/>
            </a:pPr>
            <a:r>
              <a:rPr lang="en-US" sz="2000">
                <a:solidFill>
                  <a:srgbClr val="6E7878"/>
                </a:solidFill>
                <a:latin typeface="Proxima Nova Lt" panose="02000506030000020004" pitchFamily="50" charset="0"/>
              </a:rPr>
              <a:t>Implement a modern IT environment that automates appropriate processes and reports, delivering improved efficiencies and business insights.</a:t>
            </a:r>
          </a:p>
        </p:txBody>
      </p:sp>
      <p:sp>
        <p:nvSpPr>
          <p:cNvPr id="30" name="Flowchart: Connector 29">
            <a:extLst>
              <a:ext uri="{FF2B5EF4-FFF2-40B4-BE49-F238E27FC236}">
                <a16:creationId xmlns:a16="http://schemas.microsoft.com/office/drawing/2014/main" id="{89C0F108-7514-4D42-A17E-BA2EADD56C7C}"/>
              </a:ext>
            </a:extLst>
          </p:cNvPr>
          <p:cNvSpPr/>
          <p:nvPr/>
        </p:nvSpPr>
        <p:spPr>
          <a:xfrm>
            <a:off x="1051035" y="3569577"/>
            <a:ext cx="1776248" cy="168616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300" b="1" dirty="0"/>
              <a:t>Cloud based infrastructure and IT helpdesk</a:t>
            </a:r>
            <a:endParaRPr lang="en-ZA" sz="1300" b="1" dirty="0"/>
          </a:p>
        </p:txBody>
      </p:sp>
      <p:sp>
        <p:nvSpPr>
          <p:cNvPr id="31" name="Flowchart: Connector 30">
            <a:extLst>
              <a:ext uri="{FF2B5EF4-FFF2-40B4-BE49-F238E27FC236}">
                <a16:creationId xmlns:a16="http://schemas.microsoft.com/office/drawing/2014/main" id="{3AF94861-60E5-4EEB-9D82-034AF301D936}"/>
              </a:ext>
            </a:extLst>
          </p:cNvPr>
          <p:cNvSpPr/>
          <p:nvPr/>
        </p:nvSpPr>
        <p:spPr>
          <a:xfrm>
            <a:off x="3156449" y="3569577"/>
            <a:ext cx="1776248" cy="168616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300" b="1"/>
              <a:t>Data warehouse</a:t>
            </a:r>
          </a:p>
          <a:p>
            <a:pPr algn="ctr"/>
            <a:r>
              <a:rPr lang="en-US" sz="1300" b="1"/>
              <a:t>developed</a:t>
            </a:r>
            <a:endParaRPr lang="en-ZA" sz="1300" b="1"/>
          </a:p>
        </p:txBody>
      </p:sp>
      <p:sp>
        <p:nvSpPr>
          <p:cNvPr id="32" name="Flowchart: Connector 31">
            <a:extLst>
              <a:ext uri="{FF2B5EF4-FFF2-40B4-BE49-F238E27FC236}">
                <a16:creationId xmlns:a16="http://schemas.microsoft.com/office/drawing/2014/main" id="{C7708346-8824-40A2-A2EA-C3576E08B61B}"/>
              </a:ext>
            </a:extLst>
          </p:cNvPr>
          <p:cNvSpPr/>
          <p:nvPr/>
        </p:nvSpPr>
        <p:spPr>
          <a:xfrm>
            <a:off x="5261863" y="3569577"/>
            <a:ext cx="1776248" cy="168616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300" b="1"/>
              <a:t>Real time, visual and consolidated reporting dashboards</a:t>
            </a:r>
            <a:endParaRPr lang="en-ZA" sz="1300" b="1"/>
          </a:p>
        </p:txBody>
      </p:sp>
      <p:sp>
        <p:nvSpPr>
          <p:cNvPr id="33" name="Flowchart: Connector 32">
            <a:extLst>
              <a:ext uri="{FF2B5EF4-FFF2-40B4-BE49-F238E27FC236}">
                <a16:creationId xmlns:a16="http://schemas.microsoft.com/office/drawing/2014/main" id="{EBD0486B-1B71-4E7C-B7FE-3C3B4B7F06C9}"/>
              </a:ext>
            </a:extLst>
          </p:cNvPr>
          <p:cNvSpPr/>
          <p:nvPr/>
        </p:nvSpPr>
        <p:spPr>
          <a:xfrm>
            <a:off x="7367277" y="3569577"/>
            <a:ext cx="1776248" cy="168616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defRPr/>
            </a:pPr>
            <a:r>
              <a:rPr lang="en-US" sz="1300" b="1"/>
              <a:t>Leverage data and business insights</a:t>
            </a:r>
            <a:endParaRPr lang="en-GB" sz="1300" b="1"/>
          </a:p>
        </p:txBody>
      </p:sp>
      <p:sp>
        <p:nvSpPr>
          <p:cNvPr id="34" name="Flowchart: Connector 33">
            <a:extLst>
              <a:ext uri="{FF2B5EF4-FFF2-40B4-BE49-F238E27FC236}">
                <a16:creationId xmlns:a16="http://schemas.microsoft.com/office/drawing/2014/main" id="{E3E4FAEC-5C16-4612-9ABC-043630BFFCCE}"/>
              </a:ext>
            </a:extLst>
          </p:cNvPr>
          <p:cNvSpPr/>
          <p:nvPr/>
        </p:nvSpPr>
        <p:spPr>
          <a:xfrm>
            <a:off x="9472691" y="3569577"/>
            <a:ext cx="1776248" cy="1686169"/>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0" lang="en-GB" sz="1300" b="1" i="0" u="none" strike="noStrike" kern="1200" cap="none" spc="0" normalizeH="0" baseline="0" noProof="0">
                <a:ln>
                  <a:noFill/>
                </a:ln>
                <a:solidFill>
                  <a:schemeClr val="bg1"/>
                </a:solidFill>
                <a:effectLst/>
                <a:uLnTx/>
                <a:uFillTx/>
                <a:latin typeface="Proxima Nova Lt" panose="02000506030000020004" pitchFamily="50" charset="0"/>
                <a:ea typeface="+mn-ea"/>
                <a:cs typeface="+mn-cs"/>
              </a:rPr>
              <a:t>Fit-for-purpose systems implemented for business functions</a:t>
            </a:r>
            <a:endParaRPr lang="en-ZA" sz="1300" b="1">
              <a:solidFill>
                <a:schemeClr val="bg1"/>
              </a:solidFill>
            </a:endParaRPr>
          </a:p>
        </p:txBody>
      </p:sp>
      <p:sp>
        <p:nvSpPr>
          <p:cNvPr id="36" name="Text Placeholder 1">
            <a:extLst>
              <a:ext uri="{FF2B5EF4-FFF2-40B4-BE49-F238E27FC236}">
                <a16:creationId xmlns:a16="http://schemas.microsoft.com/office/drawing/2014/main" id="{BE8B4CEC-8EFE-472A-973D-A215A8C46158}"/>
              </a:ext>
            </a:extLst>
          </p:cNvPr>
          <p:cNvSpPr txBox="1">
            <a:spLocks/>
          </p:cNvSpPr>
          <p:nvPr/>
        </p:nvSpPr>
        <p:spPr>
          <a:xfrm>
            <a:off x="745816" y="2774778"/>
            <a:ext cx="11138374" cy="4518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1" i="0" u="none" strike="noStrike" kern="1200" cap="none" spc="0" normalizeH="0" baseline="0" noProof="0">
                <a:ln>
                  <a:noFill/>
                </a:ln>
                <a:solidFill>
                  <a:srgbClr val="BCD727"/>
                </a:solidFill>
                <a:effectLst/>
                <a:uLnTx/>
                <a:uFillTx/>
                <a:latin typeface="Proxima Nova Lt" panose="02000506030000020004" pitchFamily="50" charset="0"/>
                <a:ea typeface="+mn-ea"/>
                <a:cs typeface="+mn-cs"/>
              </a:rPr>
              <a:t>Key Results : </a:t>
            </a:r>
          </a:p>
        </p:txBody>
      </p:sp>
    </p:spTree>
    <p:extLst>
      <p:ext uri="{BB962C8B-B14F-4D97-AF65-F5344CB8AC3E}">
        <p14:creationId xmlns:p14="http://schemas.microsoft.com/office/powerpoint/2010/main" val="419252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4CE4A1-8ECE-C29D-93FB-98B7D86CBB5A}"/>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299119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AB9A14-9B65-4093-A014-7CD7D9D2751A}"/>
              </a:ext>
            </a:extLst>
          </p:cNvPr>
          <p:cNvSpPr>
            <a:spLocks noGrp="1"/>
          </p:cNvSpPr>
          <p:nvPr>
            <p:ph type="body" sz="quarter" idx="11"/>
          </p:nvPr>
        </p:nvSpPr>
        <p:spPr>
          <a:xfrm>
            <a:off x="940445" y="303239"/>
            <a:ext cx="8621692" cy="575344"/>
          </a:xfrm>
        </p:spPr>
        <p:txBody>
          <a:bodyPr/>
          <a:lstStyle/>
          <a:p>
            <a:r>
              <a:rPr lang="en-US"/>
              <a:t>Roadmap</a:t>
            </a:r>
            <a:endParaRPr lang="en-ZA"/>
          </a:p>
        </p:txBody>
      </p:sp>
      <p:grpSp>
        <p:nvGrpSpPr>
          <p:cNvPr id="3" name="Group 2" descr="Year 2">
            <a:extLst>
              <a:ext uri="{FF2B5EF4-FFF2-40B4-BE49-F238E27FC236}">
                <a16:creationId xmlns:a16="http://schemas.microsoft.com/office/drawing/2014/main" id="{A50B124B-1132-4477-BC9B-AE54CD212BBE}"/>
              </a:ext>
            </a:extLst>
          </p:cNvPr>
          <p:cNvGrpSpPr/>
          <p:nvPr/>
        </p:nvGrpSpPr>
        <p:grpSpPr>
          <a:xfrm>
            <a:off x="3495592" y="4558812"/>
            <a:ext cx="2845283" cy="1072235"/>
            <a:chOff x="3495592" y="5778006"/>
            <a:chExt cx="2845283" cy="1072235"/>
          </a:xfrm>
        </p:grpSpPr>
        <p:sp>
          <p:nvSpPr>
            <p:cNvPr id="4" name="Oval 3">
              <a:extLst>
                <a:ext uri="{FF2B5EF4-FFF2-40B4-BE49-F238E27FC236}">
                  <a16:creationId xmlns:a16="http://schemas.microsoft.com/office/drawing/2014/main" id="{103C720B-9E7A-4E55-9FF4-0A87D461EED0}"/>
                </a:ext>
              </a:extLst>
            </p:cNvPr>
            <p:cNvSpPr/>
            <p:nvPr/>
          </p:nvSpPr>
          <p:spPr>
            <a:xfrm>
              <a:off x="5585704"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07C63B0-89F3-4C5C-9C7B-F1C0D13930CA}"/>
                </a:ext>
              </a:extLst>
            </p:cNvPr>
            <p:cNvSpPr/>
            <p:nvPr/>
          </p:nvSpPr>
          <p:spPr>
            <a:xfrm>
              <a:off x="4936679"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39C75B7-C5E2-4FA3-AF8A-2B635691BE2F}"/>
                </a:ext>
              </a:extLst>
            </p:cNvPr>
            <p:cNvSpPr/>
            <p:nvPr/>
          </p:nvSpPr>
          <p:spPr>
            <a:xfrm>
              <a:off x="4300157"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0AA25C2-AC8D-4B7B-8CEB-DA623B636FB8}"/>
                </a:ext>
              </a:extLst>
            </p:cNvPr>
            <p:cNvSpPr/>
            <p:nvPr/>
          </p:nvSpPr>
          <p:spPr>
            <a:xfrm>
              <a:off x="3642967"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title="q lines">
              <a:extLst>
                <a:ext uri="{FF2B5EF4-FFF2-40B4-BE49-F238E27FC236}">
                  <a16:creationId xmlns:a16="http://schemas.microsoft.com/office/drawing/2014/main" id="{B1D8B97B-18F5-4730-9E55-B2293FEA7F9C}"/>
                </a:ext>
              </a:extLst>
            </p:cNvPr>
            <p:cNvCxnSpPr>
              <a:cxnSpLocks/>
            </p:cNvCxnSpPr>
            <p:nvPr/>
          </p:nvCxnSpPr>
          <p:spPr>
            <a:xfrm>
              <a:off x="4416902"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 name="Straight Connector 8" title="q lines">
              <a:extLst>
                <a:ext uri="{FF2B5EF4-FFF2-40B4-BE49-F238E27FC236}">
                  <a16:creationId xmlns:a16="http://schemas.microsoft.com/office/drawing/2014/main" id="{0ACAFE83-F887-4E0E-A02E-4B3CCD3A4BE8}"/>
                </a:ext>
              </a:extLst>
            </p:cNvPr>
            <p:cNvCxnSpPr>
              <a:cxnSpLocks/>
            </p:cNvCxnSpPr>
            <p:nvPr/>
          </p:nvCxnSpPr>
          <p:spPr>
            <a:xfrm>
              <a:off x="5064184"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0" name="Straight Connector 9" title="q lines">
              <a:extLst>
                <a:ext uri="{FF2B5EF4-FFF2-40B4-BE49-F238E27FC236}">
                  <a16:creationId xmlns:a16="http://schemas.microsoft.com/office/drawing/2014/main" id="{A1CD597E-9B42-4127-A69D-BDEBA8C71438}"/>
                </a:ext>
              </a:extLst>
            </p:cNvPr>
            <p:cNvCxnSpPr>
              <a:cxnSpLocks/>
            </p:cNvCxnSpPr>
            <p:nvPr/>
          </p:nvCxnSpPr>
          <p:spPr>
            <a:xfrm>
              <a:off x="5711466"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A9C6600-6B78-439C-937D-D1772165D1D6}"/>
                </a:ext>
              </a:extLst>
            </p:cNvPr>
            <p:cNvSpPr txBox="1"/>
            <p:nvPr/>
          </p:nvSpPr>
          <p:spPr>
            <a:xfrm>
              <a:off x="3495592" y="6614504"/>
              <a:ext cx="569010" cy="235737"/>
            </a:xfrm>
            <a:prstGeom prst="rect">
              <a:avLst/>
            </a:prstGeom>
            <a:noFill/>
          </p:spPr>
          <p:txBody>
            <a:bodyPr wrap="square" lIns="0" tIns="0" rIns="0" bIns="0" rtlCol="0">
              <a:noAutofit/>
            </a:bodyPr>
            <a:lstStyle/>
            <a:p>
              <a:pPr algn="ctr"/>
              <a:r>
                <a:rPr lang="en-US" sz="1000" b="1">
                  <a:solidFill>
                    <a:schemeClr val="tx1">
                      <a:lumMod val="75000"/>
                      <a:lumOff val="25000"/>
                    </a:schemeClr>
                  </a:solidFill>
                </a:rPr>
                <a:t>2023</a:t>
              </a:r>
            </a:p>
          </p:txBody>
        </p:sp>
        <p:sp>
          <p:nvSpPr>
            <p:cNvPr id="12" name="Rectangle: Rounded Corners 11" title="Year Bar">
              <a:extLst>
                <a:ext uri="{FF2B5EF4-FFF2-40B4-BE49-F238E27FC236}">
                  <a16:creationId xmlns:a16="http://schemas.microsoft.com/office/drawing/2014/main" id="{31855E67-BE95-4134-A174-42963AFD1514}"/>
                </a:ext>
              </a:extLst>
            </p:cNvPr>
            <p:cNvSpPr/>
            <p:nvPr/>
          </p:nvSpPr>
          <p:spPr>
            <a:xfrm>
              <a:off x="3739062" y="6392723"/>
              <a:ext cx="2601813" cy="14447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17BF165-02B9-485B-A69C-8DBD9CD0CFFB}"/>
                </a:ext>
              </a:extLst>
            </p:cNvPr>
            <p:cNvSpPr txBox="1"/>
            <p:nvPr/>
          </p:nvSpPr>
          <p:spPr>
            <a:xfrm>
              <a:off x="3664181" y="6102356"/>
              <a:ext cx="216000" cy="144000"/>
            </a:xfrm>
            <a:prstGeom prst="rect">
              <a:avLst/>
            </a:prstGeom>
            <a:noFill/>
          </p:spPr>
          <p:txBody>
            <a:bodyPr wrap="square" lIns="0" tIns="0" rIns="0" bIns="0" rtlCol="0" anchor="ctr">
              <a:noAutofit/>
            </a:bodyPr>
            <a:lstStyle/>
            <a:p>
              <a:pPr algn="ctr"/>
              <a:r>
                <a:rPr lang="en-US" sz="1000">
                  <a:solidFill>
                    <a:schemeClr val="bg1"/>
                  </a:solidFill>
                </a:rPr>
                <a:t>M5</a:t>
              </a:r>
            </a:p>
          </p:txBody>
        </p:sp>
        <p:sp>
          <p:nvSpPr>
            <p:cNvPr id="14" name="TextBox 13">
              <a:extLst>
                <a:ext uri="{FF2B5EF4-FFF2-40B4-BE49-F238E27FC236}">
                  <a16:creationId xmlns:a16="http://schemas.microsoft.com/office/drawing/2014/main" id="{4860F153-B973-4CF3-9E22-63D6AC86B99B}"/>
                </a:ext>
              </a:extLst>
            </p:cNvPr>
            <p:cNvSpPr txBox="1"/>
            <p:nvPr/>
          </p:nvSpPr>
          <p:spPr>
            <a:xfrm>
              <a:off x="4311631" y="6102356"/>
              <a:ext cx="216000" cy="144000"/>
            </a:xfrm>
            <a:prstGeom prst="rect">
              <a:avLst/>
            </a:prstGeom>
            <a:noFill/>
          </p:spPr>
          <p:txBody>
            <a:bodyPr wrap="square" lIns="0" tIns="0" rIns="0" bIns="0" rtlCol="0" anchor="ctr">
              <a:noAutofit/>
            </a:bodyPr>
            <a:lstStyle/>
            <a:p>
              <a:pPr algn="ctr"/>
              <a:r>
                <a:rPr lang="en-US" sz="1000" b="1">
                  <a:solidFill>
                    <a:schemeClr val="bg1"/>
                  </a:solidFill>
                </a:rPr>
                <a:t>M6</a:t>
              </a:r>
              <a:endParaRPr lang="en-US" sz="1000">
                <a:solidFill>
                  <a:schemeClr val="bg1"/>
                </a:solidFill>
              </a:endParaRPr>
            </a:p>
          </p:txBody>
        </p:sp>
        <p:sp>
          <p:nvSpPr>
            <p:cNvPr id="15" name="TextBox 14">
              <a:extLst>
                <a:ext uri="{FF2B5EF4-FFF2-40B4-BE49-F238E27FC236}">
                  <a16:creationId xmlns:a16="http://schemas.microsoft.com/office/drawing/2014/main" id="{5DA0ED57-7208-4ADD-B3EE-2E778B696708}"/>
                </a:ext>
              </a:extLst>
            </p:cNvPr>
            <p:cNvSpPr txBox="1"/>
            <p:nvPr/>
          </p:nvSpPr>
          <p:spPr>
            <a:xfrm>
              <a:off x="4959081" y="6102356"/>
              <a:ext cx="216000" cy="144000"/>
            </a:xfrm>
            <a:prstGeom prst="rect">
              <a:avLst/>
            </a:prstGeom>
            <a:noFill/>
          </p:spPr>
          <p:txBody>
            <a:bodyPr wrap="square" lIns="0" tIns="0" rIns="0" bIns="0" rtlCol="0" anchor="ctr">
              <a:noAutofit/>
            </a:bodyPr>
            <a:lstStyle/>
            <a:p>
              <a:pPr algn="ctr"/>
              <a:r>
                <a:rPr lang="en-US" sz="1000" b="1">
                  <a:solidFill>
                    <a:schemeClr val="bg1"/>
                  </a:solidFill>
                </a:rPr>
                <a:t>M7</a:t>
              </a:r>
              <a:endParaRPr lang="en-US" sz="1000">
                <a:solidFill>
                  <a:schemeClr val="bg1"/>
                </a:solidFill>
              </a:endParaRPr>
            </a:p>
          </p:txBody>
        </p:sp>
        <p:sp>
          <p:nvSpPr>
            <p:cNvPr id="16" name="TextBox 15">
              <a:extLst>
                <a:ext uri="{FF2B5EF4-FFF2-40B4-BE49-F238E27FC236}">
                  <a16:creationId xmlns:a16="http://schemas.microsoft.com/office/drawing/2014/main" id="{3B5E0E95-CA30-4282-BEB5-5018D05CFC23}"/>
                </a:ext>
              </a:extLst>
            </p:cNvPr>
            <p:cNvSpPr txBox="1"/>
            <p:nvPr/>
          </p:nvSpPr>
          <p:spPr>
            <a:xfrm>
              <a:off x="5606531" y="6102356"/>
              <a:ext cx="216000" cy="144000"/>
            </a:xfrm>
            <a:prstGeom prst="rect">
              <a:avLst/>
            </a:prstGeom>
            <a:noFill/>
          </p:spPr>
          <p:txBody>
            <a:bodyPr wrap="square" lIns="0" tIns="0" rIns="0" bIns="0" rtlCol="0" anchor="ctr">
              <a:noAutofit/>
            </a:bodyPr>
            <a:lstStyle/>
            <a:p>
              <a:pPr algn="ctr"/>
              <a:r>
                <a:rPr lang="en-US" sz="1000" b="1">
                  <a:solidFill>
                    <a:schemeClr val="bg1"/>
                  </a:solidFill>
                </a:rPr>
                <a:t>M8</a:t>
              </a:r>
              <a:endParaRPr lang="en-US" sz="1000">
                <a:solidFill>
                  <a:schemeClr val="bg1"/>
                </a:solidFill>
              </a:endParaRPr>
            </a:p>
          </p:txBody>
        </p:sp>
        <p:cxnSp>
          <p:nvCxnSpPr>
            <p:cNvPr id="17" name="Straight Connector 16" title="q lines">
              <a:extLst>
                <a:ext uri="{FF2B5EF4-FFF2-40B4-BE49-F238E27FC236}">
                  <a16:creationId xmlns:a16="http://schemas.microsoft.com/office/drawing/2014/main" id="{581B7219-9312-4C52-92DB-80B614BF29F0}"/>
                </a:ext>
              </a:extLst>
            </p:cNvPr>
            <p:cNvCxnSpPr>
              <a:cxnSpLocks/>
            </p:cNvCxnSpPr>
            <p:nvPr/>
          </p:nvCxnSpPr>
          <p:spPr>
            <a:xfrm>
              <a:off x="3769620"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grpSp>
      <p:grpSp>
        <p:nvGrpSpPr>
          <p:cNvPr id="18" name="Group 17" descr="Year 3&#10;">
            <a:extLst>
              <a:ext uri="{FF2B5EF4-FFF2-40B4-BE49-F238E27FC236}">
                <a16:creationId xmlns:a16="http://schemas.microsoft.com/office/drawing/2014/main" id="{D87651BA-8519-4B95-959F-89A1A668A375}"/>
              </a:ext>
            </a:extLst>
          </p:cNvPr>
          <p:cNvGrpSpPr/>
          <p:nvPr/>
        </p:nvGrpSpPr>
        <p:grpSpPr>
          <a:xfrm>
            <a:off x="6076126" y="4558812"/>
            <a:ext cx="2870751" cy="1071556"/>
            <a:chOff x="6076126" y="5778006"/>
            <a:chExt cx="2870751" cy="1071556"/>
          </a:xfrm>
        </p:grpSpPr>
        <p:sp>
          <p:nvSpPr>
            <p:cNvPr id="19" name="Oval 18">
              <a:extLst>
                <a:ext uri="{FF2B5EF4-FFF2-40B4-BE49-F238E27FC236}">
                  <a16:creationId xmlns:a16="http://schemas.microsoft.com/office/drawing/2014/main" id="{4303660C-4856-4E17-A8F7-EE0E3DE424DB}"/>
                </a:ext>
              </a:extLst>
            </p:cNvPr>
            <p:cNvSpPr/>
            <p:nvPr/>
          </p:nvSpPr>
          <p:spPr>
            <a:xfrm>
              <a:off x="8181165" y="6037620"/>
              <a:ext cx="279657" cy="263828"/>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6D73A51-2E8E-4597-BA40-F5CF3BB1D382}"/>
                </a:ext>
              </a:extLst>
            </p:cNvPr>
            <p:cNvSpPr/>
            <p:nvPr/>
          </p:nvSpPr>
          <p:spPr>
            <a:xfrm>
              <a:off x="7533921"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4D11BEC-4D81-443C-9508-6A3C9BC6FC98}"/>
                </a:ext>
              </a:extLst>
            </p:cNvPr>
            <p:cNvSpPr/>
            <p:nvPr/>
          </p:nvSpPr>
          <p:spPr>
            <a:xfrm>
              <a:off x="6882642"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6B04039-D945-42F0-9442-F16E4E78C3FC}"/>
                </a:ext>
              </a:extLst>
            </p:cNvPr>
            <p:cNvSpPr/>
            <p:nvPr/>
          </p:nvSpPr>
          <p:spPr>
            <a:xfrm>
              <a:off x="6231556"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title="q lines">
              <a:extLst>
                <a:ext uri="{FF2B5EF4-FFF2-40B4-BE49-F238E27FC236}">
                  <a16:creationId xmlns:a16="http://schemas.microsoft.com/office/drawing/2014/main" id="{3E9A9491-20E4-455B-AC98-84287E78F7DD}"/>
                </a:ext>
              </a:extLst>
            </p:cNvPr>
            <p:cNvCxnSpPr>
              <a:cxnSpLocks/>
            </p:cNvCxnSpPr>
            <p:nvPr/>
          </p:nvCxnSpPr>
          <p:spPr>
            <a:xfrm>
              <a:off x="8300594"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4F991C5-A423-4D7F-9C29-1BC4744FCFB2}"/>
                </a:ext>
              </a:extLst>
            </p:cNvPr>
            <p:cNvSpPr txBox="1"/>
            <p:nvPr/>
          </p:nvSpPr>
          <p:spPr>
            <a:xfrm>
              <a:off x="6076126" y="6613825"/>
              <a:ext cx="569010" cy="235737"/>
            </a:xfrm>
            <a:prstGeom prst="rect">
              <a:avLst/>
            </a:prstGeom>
            <a:noFill/>
          </p:spPr>
          <p:txBody>
            <a:bodyPr wrap="square" lIns="0" tIns="0" rIns="0" bIns="0" rtlCol="0">
              <a:noAutofit/>
            </a:bodyPr>
            <a:lstStyle/>
            <a:p>
              <a:pPr algn="ctr"/>
              <a:r>
                <a:rPr lang="en-US" sz="1000" b="1">
                  <a:solidFill>
                    <a:schemeClr val="tx1">
                      <a:lumMod val="75000"/>
                      <a:lumOff val="25000"/>
                    </a:schemeClr>
                  </a:solidFill>
                </a:rPr>
                <a:t>2023</a:t>
              </a:r>
            </a:p>
          </p:txBody>
        </p:sp>
        <p:cxnSp>
          <p:nvCxnSpPr>
            <p:cNvPr id="25" name="Straight Connector 24" title="q lines">
              <a:extLst>
                <a:ext uri="{FF2B5EF4-FFF2-40B4-BE49-F238E27FC236}">
                  <a16:creationId xmlns:a16="http://schemas.microsoft.com/office/drawing/2014/main" id="{CBCF5B48-FA50-44F5-880B-53078D72348A}"/>
                </a:ext>
              </a:extLst>
            </p:cNvPr>
            <p:cNvCxnSpPr>
              <a:cxnSpLocks/>
            </p:cNvCxnSpPr>
            <p:nvPr/>
          </p:nvCxnSpPr>
          <p:spPr>
            <a:xfrm>
              <a:off x="7006030"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6" name="Rectangle: Rounded Corners 25" title="Year Bar">
              <a:extLst>
                <a:ext uri="{FF2B5EF4-FFF2-40B4-BE49-F238E27FC236}">
                  <a16:creationId xmlns:a16="http://schemas.microsoft.com/office/drawing/2014/main" id="{4A18C52C-2982-4F73-AC82-EFB8FDB418E4}"/>
                </a:ext>
              </a:extLst>
            </p:cNvPr>
            <p:cNvSpPr/>
            <p:nvPr/>
          </p:nvSpPr>
          <p:spPr>
            <a:xfrm>
              <a:off x="6354973" y="6395591"/>
              <a:ext cx="2591904" cy="14447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AF8CBD8-A4CF-405E-9085-CB8037227979}"/>
                </a:ext>
              </a:extLst>
            </p:cNvPr>
            <p:cNvSpPr txBox="1"/>
            <p:nvPr/>
          </p:nvSpPr>
          <p:spPr>
            <a:xfrm>
              <a:off x="6253981" y="6102356"/>
              <a:ext cx="216000" cy="144000"/>
            </a:xfrm>
            <a:prstGeom prst="rect">
              <a:avLst/>
            </a:prstGeom>
            <a:noFill/>
          </p:spPr>
          <p:txBody>
            <a:bodyPr wrap="square" lIns="0" tIns="0" rIns="0" bIns="0" rtlCol="0" anchor="ctr">
              <a:noAutofit/>
            </a:bodyPr>
            <a:lstStyle/>
            <a:p>
              <a:pPr algn="ctr"/>
              <a:r>
                <a:rPr lang="en-US" sz="1000" b="1">
                  <a:solidFill>
                    <a:schemeClr val="bg1"/>
                  </a:solidFill>
                </a:rPr>
                <a:t>M9</a:t>
              </a:r>
              <a:endParaRPr lang="en-US" sz="1000">
                <a:solidFill>
                  <a:schemeClr val="bg1"/>
                </a:solidFill>
              </a:endParaRPr>
            </a:p>
          </p:txBody>
        </p:sp>
        <p:sp>
          <p:nvSpPr>
            <p:cNvPr id="28" name="TextBox 27">
              <a:extLst>
                <a:ext uri="{FF2B5EF4-FFF2-40B4-BE49-F238E27FC236}">
                  <a16:creationId xmlns:a16="http://schemas.microsoft.com/office/drawing/2014/main" id="{FF58705D-3DDD-40A7-9049-F928A6088E77}"/>
                </a:ext>
              </a:extLst>
            </p:cNvPr>
            <p:cNvSpPr txBox="1"/>
            <p:nvPr/>
          </p:nvSpPr>
          <p:spPr>
            <a:xfrm>
              <a:off x="6869901" y="6102355"/>
              <a:ext cx="291382" cy="164859"/>
            </a:xfrm>
            <a:prstGeom prst="rect">
              <a:avLst/>
            </a:prstGeom>
            <a:noFill/>
          </p:spPr>
          <p:txBody>
            <a:bodyPr wrap="square" lIns="0" tIns="0" rIns="0" bIns="0" rtlCol="0" anchor="ctr">
              <a:noAutofit/>
            </a:bodyPr>
            <a:lstStyle/>
            <a:p>
              <a:pPr algn="ctr"/>
              <a:r>
                <a:rPr lang="en-US" sz="1000" b="1">
                  <a:solidFill>
                    <a:schemeClr val="bg1"/>
                  </a:solidFill>
                </a:rPr>
                <a:t>M10</a:t>
              </a:r>
              <a:endParaRPr lang="en-US" sz="1000">
                <a:solidFill>
                  <a:schemeClr val="bg1"/>
                </a:solidFill>
              </a:endParaRPr>
            </a:p>
          </p:txBody>
        </p:sp>
        <p:sp>
          <p:nvSpPr>
            <p:cNvPr id="29" name="TextBox 28">
              <a:extLst>
                <a:ext uri="{FF2B5EF4-FFF2-40B4-BE49-F238E27FC236}">
                  <a16:creationId xmlns:a16="http://schemas.microsoft.com/office/drawing/2014/main" id="{AD4EAB98-D1F9-4BD5-A2B7-4267A0F68D27}"/>
                </a:ext>
              </a:extLst>
            </p:cNvPr>
            <p:cNvSpPr txBox="1"/>
            <p:nvPr/>
          </p:nvSpPr>
          <p:spPr>
            <a:xfrm>
              <a:off x="7548881" y="6102356"/>
              <a:ext cx="216000" cy="144000"/>
            </a:xfrm>
            <a:prstGeom prst="rect">
              <a:avLst/>
            </a:prstGeom>
            <a:noFill/>
          </p:spPr>
          <p:txBody>
            <a:bodyPr wrap="square" lIns="0" tIns="0" rIns="0" bIns="0" rtlCol="0" anchor="ctr">
              <a:noAutofit/>
            </a:bodyPr>
            <a:lstStyle/>
            <a:p>
              <a:pPr algn="ctr"/>
              <a:r>
                <a:rPr lang="en-US" sz="1000" b="1">
                  <a:solidFill>
                    <a:schemeClr val="bg1"/>
                  </a:solidFill>
                </a:rPr>
                <a:t>M11</a:t>
              </a:r>
              <a:endParaRPr lang="en-US" sz="1000">
                <a:solidFill>
                  <a:schemeClr val="bg1"/>
                </a:solidFill>
              </a:endParaRPr>
            </a:p>
          </p:txBody>
        </p:sp>
        <p:sp>
          <p:nvSpPr>
            <p:cNvPr id="30" name="TextBox 29">
              <a:extLst>
                <a:ext uri="{FF2B5EF4-FFF2-40B4-BE49-F238E27FC236}">
                  <a16:creationId xmlns:a16="http://schemas.microsoft.com/office/drawing/2014/main" id="{F0D48AB7-A467-4F87-AFAE-2FEDF7D05509}"/>
                </a:ext>
              </a:extLst>
            </p:cNvPr>
            <p:cNvSpPr txBox="1"/>
            <p:nvPr/>
          </p:nvSpPr>
          <p:spPr>
            <a:xfrm>
              <a:off x="8196330" y="6102355"/>
              <a:ext cx="264491" cy="162939"/>
            </a:xfrm>
            <a:prstGeom prst="rect">
              <a:avLst/>
            </a:prstGeom>
            <a:noFill/>
          </p:spPr>
          <p:txBody>
            <a:bodyPr wrap="square" lIns="0" tIns="0" rIns="0" bIns="0" rtlCol="0" anchor="ctr">
              <a:noAutofit/>
            </a:bodyPr>
            <a:lstStyle/>
            <a:p>
              <a:pPr algn="ctr"/>
              <a:r>
                <a:rPr lang="en-US" sz="1000">
                  <a:solidFill>
                    <a:schemeClr val="bg1"/>
                  </a:solidFill>
                </a:rPr>
                <a:t>M12</a:t>
              </a:r>
            </a:p>
          </p:txBody>
        </p:sp>
        <p:cxnSp>
          <p:nvCxnSpPr>
            <p:cNvPr id="31" name="Straight Connector 30" title="q lines">
              <a:extLst>
                <a:ext uri="{FF2B5EF4-FFF2-40B4-BE49-F238E27FC236}">
                  <a16:creationId xmlns:a16="http://schemas.microsoft.com/office/drawing/2014/main" id="{72FA5497-E203-449C-A5EE-7832415D48D1}"/>
                </a:ext>
              </a:extLst>
            </p:cNvPr>
            <p:cNvCxnSpPr>
              <a:cxnSpLocks/>
            </p:cNvCxnSpPr>
            <p:nvPr/>
          </p:nvCxnSpPr>
          <p:spPr>
            <a:xfrm>
              <a:off x="6358748"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2" name="Straight Connector 31" title="q lines">
              <a:extLst>
                <a:ext uri="{FF2B5EF4-FFF2-40B4-BE49-F238E27FC236}">
                  <a16:creationId xmlns:a16="http://schemas.microsoft.com/office/drawing/2014/main" id="{40BEC351-66F7-4989-ADC1-4B7635373723}"/>
                </a:ext>
              </a:extLst>
            </p:cNvPr>
            <p:cNvCxnSpPr>
              <a:cxnSpLocks/>
            </p:cNvCxnSpPr>
            <p:nvPr/>
          </p:nvCxnSpPr>
          <p:spPr>
            <a:xfrm>
              <a:off x="7653312"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grpSp>
      <p:grpSp>
        <p:nvGrpSpPr>
          <p:cNvPr id="33" name="Group 32" descr="Year 4">
            <a:extLst>
              <a:ext uri="{FF2B5EF4-FFF2-40B4-BE49-F238E27FC236}">
                <a16:creationId xmlns:a16="http://schemas.microsoft.com/office/drawing/2014/main" id="{F43E9797-526A-473D-ADA7-D96D2AADA6FA}"/>
              </a:ext>
            </a:extLst>
          </p:cNvPr>
          <p:cNvGrpSpPr/>
          <p:nvPr/>
        </p:nvGrpSpPr>
        <p:grpSpPr>
          <a:xfrm>
            <a:off x="8717649" y="4558812"/>
            <a:ext cx="2866501" cy="1071556"/>
            <a:chOff x="8665694" y="5778006"/>
            <a:chExt cx="2866501" cy="1071556"/>
          </a:xfrm>
        </p:grpSpPr>
        <p:sp>
          <p:nvSpPr>
            <p:cNvPr id="34" name="Oval 33">
              <a:extLst>
                <a:ext uri="{FF2B5EF4-FFF2-40B4-BE49-F238E27FC236}">
                  <a16:creationId xmlns:a16="http://schemas.microsoft.com/office/drawing/2014/main" id="{A35675C1-316C-4914-880A-BD71A980E2E9}"/>
                </a:ext>
              </a:extLst>
            </p:cNvPr>
            <p:cNvSpPr/>
            <p:nvPr/>
          </p:nvSpPr>
          <p:spPr>
            <a:xfrm>
              <a:off x="10773302"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3CB069F-6D25-4CC7-A179-B7BB280B2214}"/>
                </a:ext>
              </a:extLst>
            </p:cNvPr>
            <p:cNvSpPr/>
            <p:nvPr/>
          </p:nvSpPr>
          <p:spPr>
            <a:xfrm>
              <a:off x="10122723"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7BF7457-E10A-49CA-B676-5BBC41E9A835}"/>
                </a:ext>
              </a:extLst>
            </p:cNvPr>
            <p:cNvSpPr/>
            <p:nvPr/>
          </p:nvSpPr>
          <p:spPr>
            <a:xfrm>
              <a:off x="9475478"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4A38006-ACC0-4D3A-B992-1595F6D9637F}"/>
                </a:ext>
              </a:extLst>
            </p:cNvPr>
            <p:cNvSpPr/>
            <p:nvPr/>
          </p:nvSpPr>
          <p:spPr>
            <a:xfrm>
              <a:off x="8822434"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746E856A-317F-4707-89E2-850B4B947560}"/>
                </a:ext>
              </a:extLst>
            </p:cNvPr>
            <p:cNvSpPr txBox="1"/>
            <p:nvPr/>
          </p:nvSpPr>
          <p:spPr>
            <a:xfrm>
              <a:off x="8665694" y="6613825"/>
              <a:ext cx="569010" cy="235737"/>
            </a:xfrm>
            <a:prstGeom prst="rect">
              <a:avLst/>
            </a:prstGeom>
            <a:noFill/>
          </p:spPr>
          <p:txBody>
            <a:bodyPr wrap="square" lIns="0" tIns="0" rIns="0" bIns="0" rtlCol="0">
              <a:noAutofit/>
            </a:bodyPr>
            <a:lstStyle/>
            <a:p>
              <a:pPr algn="ctr"/>
              <a:r>
                <a:rPr lang="en-US" sz="1000" b="1">
                  <a:solidFill>
                    <a:schemeClr val="tx1">
                      <a:lumMod val="75000"/>
                      <a:lumOff val="25000"/>
                    </a:schemeClr>
                  </a:solidFill>
                </a:rPr>
                <a:t>2024</a:t>
              </a:r>
            </a:p>
          </p:txBody>
        </p:sp>
        <p:cxnSp>
          <p:nvCxnSpPr>
            <p:cNvPr id="39" name="Straight Connector 38" title="q lines">
              <a:extLst>
                <a:ext uri="{FF2B5EF4-FFF2-40B4-BE49-F238E27FC236}">
                  <a16:creationId xmlns:a16="http://schemas.microsoft.com/office/drawing/2014/main" id="{04FB6263-40D6-44E1-B2F9-1ECF1087F3CD}"/>
                </a:ext>
              </a:extLst>
            </p:cNvPr>
            <p:cNvCxnSpPr>
              <a:cxnSpLocks/>
            </p:cNvCxnSpPr>
            <p:nvPr/>
          </p:nvCxnSpPr>
          <p:spPr>
            <a:xfrm>
              <a:off x="10889715"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39" title="q lines">
              <a:extLst>
                <a:ext uri="{FF2B5EF4-FFF2-40B4-BE49-F238E27FC236}">
                  <a16:creationId xmlns:a16="http://schemas.microsoft.com/office/drawing/2014/main" id="{7AD1DA28-6A2C-4A98-8C08-06BA319EC6B3}"/>
                </a:ext>
              </a:extLst>
            </p:cNvPr>
            <p:cNvCxnSpPr>
              <a:cxnSpLocks/>
            </p:cNvCxnSpPr>
            <p:nvPr/>
          </p:nvCxnSpPr>
          <p:spPr>
            <a:xfrm>
              <a:off x="9595158"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1" name="Rectangle: Rounded Corners 40" title="Year Bar">
              <a:extLst>
                <a:ext uri="{FF2B5EF4-FFF2-40B4-BE49-F238E27FC236}">
                  <a16:creationId xmlns:a16="http://schemas.microsoft.com/office/drawing/2014/main" id="{EF6D78B0-7A90-4DE0-AA4A-8C7F02309AB8}"/>
                </a:ext>
              </a:extLst>
            </p:cNvPr>
            <p:cNvSpPr/>
            <p:nvPr/>
          </p:nvSpPr>
          <p:spPr>
            <a:xfrm>
              <a:off x="8909020" y="6395264"/>
              <a:ext cx="2623175" cy="145393"/>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8A698B7-99FF-4C39-9191-CF627B4BC632}"/>
                </a:ext>
              </a:extLst>
            </p:cNvPr>
            <p:cNvSpPr txBox="1"/>
            <p:nvPr/>
          </p:nvSpPr>
          <p:spPr>
            <a:xfrm>
              <a:off x="8843781" y="6102356"/>
              <a:ext cx="216000" cy="144000"/>
            </a:xfrm>
            <a:prstGeom prst="rect">
              <a:avLst/>
            </a:prstGeom>
            <a:noFill/>
          </p:spPr>
          <p:txBody>
            <a:bodyPr wrap="square" lIns="0" tIns="0" rIns="0" bIns="0" rtlCol="0" anchor="ctr">
              <a:noAutofit/>
            </a:bodyPr>
            <a:lstStyle/>
            <a:p>
              <a:pPr algn="ctr"/>
              <a:r>
                <a:rPr lang="en-US" sz="1000" b="1">
                  <a:solidFill>
                    <a:schemeClr val="bg1"/>
                  </a:solidFill>
                </a:rPr>
                <a:t>M1</a:t>
              </a:r>
              <a:endParaRPr lang="en-US" sz="1000">
                <a:solidFill>
                  <a:schemeClr val="bg1"/>
                </a:solidFill>
              </a:endParaRPr>
            </a:p>
          </p:txBody>
        </p:sp>
        <p:sp>
          <p:nvSpPr>
            <p:cNvPr id="43" name="TextBox 42">
              <a:extLst>
                <a:ext uri="{FF2B5EF4-FFF2-40B4-BE49-F238E27FC236}">
                  <a16:creationId xmlns:a16="http://schemas.microsoft.com/office/drawing/2014/main" id="{C8A976E9-464A-4F20-A91D-1BB2B7E35A63}"/>
                </a:ext>
              </a:extLst>
            </p:cNvPr>
            <p:cNvSpPr txBox="1"/>
            <p:nvPr/>
          </p:nvSpPr>
          <p:spPr>
            <a:xfrm>
              <a:off x="9491231" y="6102356"/>
              <a:ext cx="216000" cy="144000"/>
            </a:xfrm>
            <a:prstGeom prst="rect">
              <a:avLst/>
            </a:prstGeom>
            <a:noFill/>
          </p:spPr>
          <p:txBody>
            <a:bodyPr wrap="square" lIns="0" tIns="0" rIns="0" bIns="0" rtlCol="0" anchor="ctr">
              <a:noAutofit/>
            </a:bodyPr>
            <a:lstStyle/>
            <a:p>
              <a:pPr algn="ctr"/>
              <a:r>
                <a:rPr lang="en-US" sz="1000" b="1">
                  <a:solidFill>
                    <a:schemeClr val="bg1"/>
                  </a:solidFill>
                </a:rPr>
                <a:t>M2</a:t>
              </a:r>
              <a:endParaRPr lang="en-US" sz="1000">
                <a:solidFill>
                  <a:schemeClr val="bg1"/>
                </a:solidFill>
              </a:endParaRPr>
            </a:p>
          </p:txBody>
        </p:sp>
        <p:sp>
          <p:nvSpPr>
            <p:cNvPr id="44" name="TextBox 43">
              <a:extLst>
                <a:ext uri="{FF2B5EF4-FFF2-40B4-BE49-F238E27FC236}">
                  <a16:creationId xmlns:a16="http://schemas.microsoft.com/office/drawing/2014/main" id="{5EF72C98-02D6-4F42-A258-31E706D7F6F5}"/>
                </a:ext>
              </a:extLst>
            </p:cNvPr>
            <p:cNvSpPr txBox="1"/>
            <p:nvPr/>
          </p:nvSpPr>
          <p:spPr>
            <a:xfrm>
              <a:off x="10138681" y="6102356"/>
              <a:ext cx="216000" cy="144000"/>
            </a:xfrm>
            <a:prstGeom prst="rect">
              <a:avLst/>
            </a:prstGeom>
            <a:noFill/>
          </p:spPr>
          <p:txBody>
            <a:bodyPr wrap="square" lIns="0" tIns="0" rIns="0" bIns="0" rtlCol="0" anchor="ctr">
              <a:noAutofit/>
            </a:bodyPr>
            <a:lstStyle/>
            <a:p>
              <a:pPr algn="ctr"/>
              <a:r>
                <a:rPr lang="en-US" sz="1000" b="1">
                  <a:solidFill>
                    <a:schemeClr val="bg1"/>
                  </a:solidFill>
                </a:rPr>
                <a:t>M3</a:t>
              </a:r>
              <a:endParaRPr lang="en-US" sz="1000">
                <a:solidFill>
                  <a:schemeClr val="bg1"/>
                </a:solidFill>
              </a:endParaRPr>
            </a:p>
          </p:txBody>
        </p:sp>
        <p:sp>
          <p:nvSpPr>
            <p:cNvPr id="45" name="TextBox 44">
              <a:extLst>
                <a:ext uri="{FF2B5EF4-FFF2-40B4-BE49-F238E27FC236}">
                  <a16:creationId xmlns:a16="http://schemas.microsoft.com/office/drawing/2014/main" id="{B4038B73-60CF-4D40-A2B0-E43D9DA63483}"/>
                </a:ext>
              </a:extLst>
            </p:cNvPr>
            <p:cNvSpPr txBox="1"/>
            <p:nvPr/>
          </p:nvSpPr>
          <p:spPr>
            <a:xfrm>
              <a:off x="10786131" y="6102356"/>
              <a:ext cx="216000" cy="144000"/>
            </a:xfrm>
            <a:prstGeom prst="rect">
              <a:avLst/>
            </a:prstGeom>
            <a:noFill/>
          </p:spPr>
          <p:txBody>
            <a:bodyPr wrap="square" lIns="0" tIns="0" rIns="0" bIns="0" rtlCol="0" anchor="ctr">
              <a:noAutofit/>
            </a:bodyPr>
            <a:lstStyle/>
            <a:p>
              <a:pPr algn="ctr"/>
              <a:r>
                <a:rPr lang="en-US" sz="1000" b="1">
                  <a:solidFill>
                    <a:schemeClr val="bg1"/>
                  </a:solidFill>
                </a:rPr>
                <a:t>M4</a:t>
              </a:r>
              <a:endParaRPr lang="en-US" sz="1000">
                <a:solidFill>
                  <a:schemeClr val="bg1"/>
                </a:solidFill>
              </a:endParaRPr>
            </a:p>
          </p:txBody>
        </p:sp>
        <p:cxnSp>
          <p:nvCxnSpPr>
            <p:cNvPr id="46" name="Straight Connector 45" title="q lines">
              <a:extLst>
                <a:ext uri="{FF2B5EF4-FFF2-40B4-BE49-F238E27FC236}">
                  <a16:creationId xmlns:a16="http://schemas.microsoft.com/office/drawing/2014/main" id="{3EF7CF90-965E-47FB-B6FA-A875821C6ADB}"/>
                </a:ext>
              </a:extLst>
            </p:cNvPr>
            <p:cNvCxnSpPr>
              <a:cxnSpLocks/>
            </p:cNvCxnSpPr>
            <p:nvPr/>
          </p:nvCxnSpPr>
          <p:spPr>
            <a:xfrm>
              <a:off x="8947876"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7" name="Straight Connector 46" title="q lines">
              <a:extLst>
                <a:ext uri="{FF2B5EF4-FFF2-40B4-BE49-F238E27FC236}">
                  <a16:creationId xmlns:a16="http://schemas.microsoft.com/office/drawing/2014/main" id="{018BEAE0-5021-4D35-8FBA-9EBEB6F2E68E}"/>
                </a:ext>
              </a:extLst>
            </p:cNvPr>
            <p:cNvCxnSpPr>
              <a:cxnSpLocks/>
            </p:cNvCxnSpPr>
            <p:nvPr/>
          </p:nvCxnSpPr>
          <p:spPr>
            <a:xfrm>
              <a:off x="10242440"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grpSp>
      <p:grpSp>
        <p:nvGrpSpPr>
          <p:cNvPr id="48" name="Group 47" descr="Year 1">
            <a:extLst>
              <a:ext uri="{FF2B5EF4-FFF2-40B4-BE49-F238E27FC236}">
                <a16:creationId xmlns:a16="http://schemas.microsoft.com/office/drawing/2014/main" id="{AFB41DFA-5BE4-4AC5-8841-5FD926D649CF}"/>
              </a:ext>
            </a:extLst>
          </p:cNvPr>
          <p:cNvGrpSpPr/>
          <p:nvPr/>
        </p:nvGrpSpPr>
        <p:grpSpPr>
          <a:xfrm>
            <a:off x="909145" y="4560321"/>
            <a:ext cx="2829917" cy="1070047"/>
            <a:chOff x="904696" y="5778006"/>
            <a:chExt cx="2829917" cy="1070047"/>
          </a:xfrm>
        </p:grpSpPr>
        <p:sp>
          <p:nvSpPr>
            <p:cNvPr id="49" name="Oval 48">
              <a:extLst>
                <a:ext uri="{FF2B5EF4-FFF2-40B4-BE49-F238E27FC236}">
                  <a16:creationId xmlns:a16="http://schemas.microsoft.com/office/drawing/2014/main" id="{39A0BC96-9C61-4E65-A483-FC4E9F198BFD}"/>
                </a:ext>
              </a:extLst>
            </p:cNvPr>
            <p:cNvSpPr/>
            <p:nvPr/>
          </p:nvSpPr>
          <p:spPr>
            <a:xfrm>
              <a:off x="3004439"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3BFED656-E86F-4358-8139-C4372F876284}"/>
                </a:ext>
              </a:extLst>
            </p:cNvPr>
            <p:cNvSpPr/>
            <p:nvPr/>
          </p:nvSpPr>
          <p:spPr>
            <a:xfrm>
              <a:off x="2346810"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4E935B83-FDB8-4B94-B034-C5C319F79496}"/>
                </a:ext>
              </a:extLst>
            </p:cNvPr>
            <p:cNvSpPr/>
            <p:nvPr/>
          </p:nvSpPr>
          <p:spPr>
            <a:xfrm>
              <a:off x="1702547"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4C9F5C75-27D1-4B9B-B602-A5E156F36643}"/>
                </a:ext>
              </a:extLst>
            </p:cNvPr>
            <p:cNvSpPr/>
            <p:nvPr/>
          </p:nvSpPr>
          <p:spPr>
            <a:xfrm>
              <a:off x="1056583" y="6037620"/>
              <a:ext cx="256014" cy="25601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title="q lines">
              <a:extLst>
                <a:ext uri="{FF2B5EF4-FFF2-40B4-BE49-F238E27FC236}">
                  <a16:creationId xmlns:a16="http://schemas.microsoft.com/office/drawing/2014/main" id="{96BCD7DF-417C-40FC-A009-62F20E310579}"/>
                </a:ext>
              </a:extLst>
            </p:cNvPr>
            <p:cNvCxnSpPr>
              <a:cxnSpLocks/>
            </p:cNvCxnSpPr>
            <p:nvPr/>
          </p:nvCxnSpPr>
          <p:spPr>
            <a:xfrm>
              <a:off x="2475056"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54" name="Straight Connector 53" title="q lines">
              <a:extLst>
                <a:ext uri="{FF2B5EF4-FFF2-40B4-BE49-F238E27FC236}">
                  <a16:creationId xmlns:a16="http://schemas.microsoft.com/office/drawing/2014/main" id="{5C35DC17-35CA-474B-A63A-097AF4B53683}"/>
                </a:ext>
              </a:extLst>
            </p:cNvPr>
            <p:cNvCxnSpPr>
              <a:cxnSpLocks/>
            </p:cNvCxnSpPr>
            <p:nvPr/>
          </p:nvCxnSpPr>
          <p:spPr>
            <a:xfrm>
              <a:off x="3122338"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6867568-1E98-4F83-8C00-DD429AA5FAF9}"/>
                </a:ext>
              </a:extLst>
            </p:cNvPr>
            <p:cNvSpPr txBox="1"/>
            <p:nvPr/>
          </p:nvSpPr>
          <p:spPr>
            <a:xfrm>
              <a:off x="904696" y="6612316"/>
              <a:ext cx="569010" cy="235737"/>
            </a:xfrm>
            <a:prstGeom prst="rect">
              <a:avLst/>
            </a:prstGeom>
            <a:noFill/>
          </p:spPr>
          <p:txBody>
            <a:bodyPr wrap="square" lIns="0" tIns="0" rIns="0" bIns="0" rtlCol="0">
              <a:noAutofit/>
            </a:bodyPr>
            <a:lstStyle/>
            <a:p>
              <a:pPr algn="ctr"/>
              <a:r>
                <a:rPr lang="en-US" sz="1000" b="1">
                  <a:solidFill>
                    <a:schemeClr val="tx1">
                      <a:lumMod val="75000"/>
                      <a:lumOff val="25000"/>
                    </a:schemeClr>
                  </a:solidFill>
                </a:rPr>
                <a:t>2023</a:t>
              </a:r>
            </a:p>
          </p:txBody>
        </p:sp>
        <p:cxnSp>
          <p:nvCxnSpPr>
            <p:cNvPr id="56" name="Straight Connector 55" title="q lines">
              <a:extLst>
                <a:ext uri="{FF2B5EF4-FFF2-40B4-BE49-F238E27FC236}">
                  <a16:creationId xmlns:a16="http://schemas.microsoft.com/office/drawing/2014/main" id="{B3161827-1C79-45D4-8A2A-7D4430AD5A82}"/>
                </a:ext>
              </a:extLst>
            </p:cNvPr>
            <p:cNvCxnSpPr>
              <a:cxnSpLocks/>
            </p:cNvCxnSpPr>
            <p:nvPr/>
          </p:nvCxnSpPr>
          <p:spPr>
            <a:xfrm>
              <a:off x="1827774"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57" name="Rectangle: Rounded Corners 56" title="Year Bar">
              <a:extLst>
                <a:ext uri="{FF2B5EF4-FFF2-40B4-BE49-F238E27FC236}">
                  <a16:creationId xmlns:a16="http://schemas.microsoft.com/office/drawing/2014/main" id="{D225C485-E503-4732-AAEE-7EAC01F310AA}"/>
                </a:ext>
              </a:extLst>
            </p:cNvPr>
            <p:cNvSpPr/>
            <p:nvPr/>
          </p:nvSpPr>
          <p:spPr>
            <a:xfrm>
              <a:off x="1147186" y="6391213"/>
              <a:ext cx="2587427" cy="14539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F25C0A0B-D5D2-441B-873F-BA5D46EA19FF}"/>
                </a:ext>
              </a:extLst>
            </p:cNvPr>
            <p:cNvSpPr txBox="1"/>
            <p:nvPr/>
          </p:nvSpPr>
          <p:spPr>
            <a:xfrm>
              <a:off x="1074381" y="6102356"/>
              <a:ext cx="216000" cy="144000"/>
            </a:xfrm>
            <a:prstGeom prst="rect">
              <a:avLst/>
            </a:prstGeom>
            <a:noFill/>
          </p:spPr>
          <p:txBody>
            <a:bodyPr wrap="square" lIns="0" tIns="0" rIns="0" bIns="0" rtlCol="0" anchor="ctr">
              <a:noAutofit/>
            </a:bodyPr>
            <a:lstStyle/>
            <a:p>
              <a:pPr algn="ctr"/>
              <a:r>
                <a:rPr lang="en-US" sz="1000">
                  <a:solidFill>
                    <a:schemeClr val="bg1"/>
                  </a:solidFill>
                </a:rPr>
                <a:t>M1</a:t>
              </a:r>
            </a:p>
          </p:txBody>
        </p:sp>
        <p:sp>
          <p:nvSpPr>
            <p:cNvPr id="59" name="TextBox 58">
              <a:extLst>
                <a:ext uri="{FF2B5EF4-FFF2-40B4-BE49-F238E27FC236}">
                  <a16:creationId xmlns:a16="http://schemas.microsoft.com/office/drawing/2014/main" id="{4BDCFCD6-C466-444B-AD1C-B4084782E0A1}"/>
                </a:ext>
              </a:extLst>
            </p:cNvPr>
            <p:cNvSpPr txBox="1"/>
            <p:nvPr/>
          </p:nvSpPr>
          <p:spPr>
            <a:xfrm>
              <a:off x="1721831" y="6102356"/>
              <a:ext cx="216000" cy="144000"/>
            </a:xfrm>
            <a:prstGeom prst="rect">
              <a:avLst/>
            </a:prstGeom>
            <a:noFill/>
          </p:spPr>
          <p:txBody>
            <a:bodyPr wrap="square" lIns="0" tIns="0" rIns="0" bIns="0" rtlCol="0" anchor="ctr">
              <a:noAutofit/>
            </a:bodyPr>
            <a:lstStyle/>
            <a:p>
              <a:pPr algn="ctr"/>
              <a:r>
                <a:rPr lang="en-US" sz="1000" b="1">
                  <a:solidFill>
                    <a:schemeClr val="bg1"/>
                  </a:solidFill>
                </a:rPr>
                <a:t>M2</a:t>
              </a:r>
              <a:endParaRPr lang="en-US" sz="1000">
                <a:solidFill>
                  <a:schemeClr val="bg1"/>
                </a:solidFill>
              </a:endParaRPr>
            </a:p>
          </p:txBody>
        </p:sp>
        <p:sp>
          <p:nvSpPr>
            <p:cNvPr id="60" name="TextBox 59">
              <a:extLst>
                <a:ext uri="{FF2B5EF4-FFF2-40B4-BE49-F238E27FC236}">
                  <a16:creationId xmlns:a16="http://schemas.microsoft.com/office/drawing/2014/main" id="{18759CD1-EDE9-4355-87BA-E188050C088A}"/>
                </a:ext>
              </a:extLst>
            </p:cNvPr>
            <p:cNvSpPr txBox="1"/>
            <p:nvPr/>
          </p:nvSpPr>
          <p:spPr>
            <a:xfrm>
              <a:off x="2369281" y="6102356"/>
              <a:ext cx="216000" cy="144000"/>
            </a:xfrm>
            <a:prstGeom prst="rect">
              <a:avLst/>
            </a:prstGeom>
            <a:noFill/>
          </p:spPr>
          <p:txBody>
            <a:bodyPr wrap="square" lIns="0" tIns="0" rIns="0" bIns="0" rtlCol="0" anchor="ctr">
              <a:noAutofit/>
            </a:bodyPr>
            <a:lstStyle/>
            <a:p>
              <a:pPr algn="ctr"/>
              <a:r>
                <a:rPr lang="en-US" sz="1000" b="1">
                  <a:solidFill>
                    <a:schemeClr val="bg1"/>
                  </a:solidFill>
                </a:rPr>
                <a:t>M3</a:t>
              </a:r>
              <a:endParaRPr lang="en-US" sz="1000">
                <a:solidFill>
                  <a:schemeClr val="bg1"/>
                </a:solidFill>
              </a:endParaRPr>
            </a:p>
          </p:txBody>
        </p:sp>
        <p:sp>
          <p:nvSpPr>
            <p:cNvPr id="61" name="TextBox 60">
              <a:extLst>
                <a:ext uri="{FF2B5EF4-FFF2-40B4-BE49-F238E27FC236}">
                  <a16:creationId xmlns:a16="http://schemas.microsoft.com/office/drawing/2014/main" id="{228459FD-FD06-4397-B140-4C5FDDF7C91E}"/>
                </a:ext>
              </a:extLst>
            </p:cNvPr>
            <p:cNvSpPr txBox="1"/>
            <p:nvPr/>
          </p:nvSpPr>
          <p:spPr>
            <a:xfrm>
              <a:off x="3016731" y="6102356"/>
              <a:ext cx="216000" cy="144000"/>
            </a:xfrm>
            <a:prstGeom prst="rect">
              <a:avLst/>
            </a:prstGeom>
            <a:noFill/>
          </p:spPr>
          <p:txBody>
            <a:bodyPr wrap="square" lIns="0" tIns="0" rIns="0" bIns="0" rtlCol="0" anchor="ctr">
              <a:noAutofit/>
            </a:bodyPr>
            <a:lstStyle/>
            <a:p>
              <a:pPr algn="ctr"/>
              <a:r>
                <a:rPr lang="en-US" sz="1000" b="1">
                  <a:solidFill>
                    <a:schemeClr val="bg1"/>
                  </a:solidFill>
                </a:rPr>
                <a:t>M4</a:t>
              </a:r>
              <a:endParaRPr lang="en-US" sz="1000">
                <a:solidFill>
                  <a:schemeClr val="bg1"/>
                </a:solidFill>
              </a:endParaRPr>
            </a:p>
          </p:txBody>
        </p:sp>
        <p:cxnSp>
          <p:nvCxnSpPr>
            <p:cNvPr id="62" name="Straight Connector 61" title="q lines">
              <a:extLst>
                <a:ext uri="{FF2B5EF4-FFF2-40B4-BE49-F238E27FC236}">
                  <a16:creationId xmlns:a16="http://schemas.microsoft.com/office/drawing/2014/main" id="{D03824B4-4EF4-45B9-8576-E50018875612}"/>
                </a:ext>
              </a:extLst>
            </p:cNvPr>
            <p:cNvCxnSpPr>
              <a:cxnSpLocks/>
            </p:cNvCxnSpPr>
            <p:nvPr/>
          </p:nvCxnSpPr>
          <p:spPr>
            <a:xfrm>
              <a:off x="1180492" y="5778006"/>
              <a:ext cx="0" cy="165471"/>
            </a:xfrm>
            <a:prstGeom prst="line">
              <a:avLst/>
            </a:prstGeom>
            <a:ln cmpd="sng">
              <a:solidFill>
                <a:schemeClr val="bg1">
                  <a:lumMod val="85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grpSp>
      <p:sp>
        <p:nvSpPr>
          <p:cNvPr id="63" name="Rectangle: Rounded Corners 62">
            <a:extLst>
              <a:ext uri="{FF2B5EF4-FFF2-40B4-BE49-F238E27FC236}">
                <a16:creationId xmlns:a16="http://schemas.microsoft.com/office/drawing/2014/main" id="{76DAC4A0-B606-4327-BFCF-6583D02FAA9F}"/>
              </a:ext>
            </a:extLst>
          </p:cNvPr>
          <p:cNvSpPr/>
          <p:nvPr/>
        </p:nvSpPr>
        <p:spPr>
          <a:xfrm>
            <a:off x="746318" y="4087092"/>
            <a:ext cx="863450" cy="2560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Discovery</a:t>
            </a:r>
            <a:endParaRPr lang="en-ZA" sz="900"/>
          </a:p>
        </p:txBody>
      </p:sp>
      <p:sp>
        <p:nvSpPr>
          <p:cNvPr id="64" name="Rectangle: Rounded Corners 63">
            <a:extLst>
              <a:ext uri="{FF2B5EF4-FFF2-40B4-BE49-F238E27FC236}">
                <a16:creationId xmlns:a16="http://schemas.microsoft.com/office/drawing/2014/main" id="{4BCCCD88-2CE4-4EEB-A07B-D0D703AA8217}"/>
              </a:ext>
            </a:extLst>
          </p:cNvPr>
          <p:cNvSpPr/>
          <p:nvPr/>
        </p:nvSpPr>
        <p:spPr>
          <a:xfrm>
            <a:off x="1452834" y="3723110"/>
            <a:ext cx="739104" cy="2663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Roadmap</a:t>
            </a:r>
            <a:endParaRPr lang="en-ZA" sz="900"/>
          </a:p>
        </p:txBody>
      </p:sp>
      <p:sp>
        <p:nvSpPr>
          <p:cNvPr id="65" name="Rectangle: Rounded Corners 64">
            <a:extLst>
              <a:ext uri="{FF2B5EF4-FFF2-40B4-BE49-F238E27FC236}">
                <a16:creationId xmlns:a16="http://schemas.microsoft.com/office/drawing/2014/main" id="{FC2CCB6B-41C4-4AD0-93EA-CA2D8CCBC22D}"/>
              </a:ext>
            </a:extLst>
          </p:cNvPr>
          <p:cNvSpPr/>
          <p:nvPr/>
        </p:nvSpPr>
        <p:spPr>
          <a:xfrm>
            <a:off x="2236027" y="2826149"/>
            <a:ext cx="1077661" cy="33017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IT infrastructure</a:t>
            </a:r>
            <a:endParaRPr lang="en-ZA" sz="900"/>
          </a:p>
        </p:txBody>
      </p:sp>
      <p:sp>
        <p:nvSpPr>
          <p:cNvPr id="66" name="Rectangle: Rounded Corners 65">
            <a:extLst>
              <a:ext uri="{FF2B5EF4-FFF2-40B4-BE49-F238E27FC236}">
                <a16:creationId xmlns:a16="http://schemas.microsoft.com/office/drawing/2014/main" id="{AF871C25-988B-4DC6-9DFA-B5DF6F10EB26}"/>
              </a:ext>
            </a:extLst>
          </p:cNvPr>
          <p:cNvSpPr/>
          <p:nvPr/>
        </p:nvSpPr>
        <p:spPr>
          <a:xfrm>
            <a:off x="4115035" y="2826149"/>
            <a:ext cx="1077658" cy="330171"/>
          </a:xfrm>
          <a:prstGeom prst="roundRect">
            <a:avLst/>
          </a:prstGeom>
          <a:solidFill>
            <a:srgbClr val="4E79A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Migration of GP</a:t>
            </a:r>
            <a:endParaRPr lang="en-ZA" sz="900"/>
          </a:p>
        </p:txBody>
      </p:sp>
      <p:sp>
        <p:nvSpPr>
          <p:cNvPr id="67" name="Rectangle: Rounded Corners 66">
            <a:extLst>
              <a:ext uri="{FF2B5EF4-FFF2-40B4-BE49-F238E27FC236}">
                <a16:creationId xmlns:a16="http://schemas.microsoft.com/office/drawing/2014/main" id="{7699E628-F19F-4A6F-9FB1-EB2A5D5AE287}"/>
              </a:ext>
            </a:extLst>
          </p:cNvPr>
          <p:cNvSpPr/>
          <p:nvPr/>
        </p:nvSpPr>
        <p:spPr>
          <a:xfrm>
            <a:off x="2207900" y="3723110"/>
            <a:ext cx="1533592" cy="26494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Data Environment set up</a:t>
            </a:r>
            <a:endParaRPr lang="en-ZA" sz="900"/>
          </a:p>
        </p:txBody>
      </p:sp>
      <p:sp>
        <p:nvSpPr>
          <p:cNvPr id="68" name="Rectangle: Rounded Corners 67">
            <a:extLst>
              <a:ext uri="{FF2B5EF4-FFF2-40B4-BE49-F238E27FC236}">
                <a16:creationId xmlns:a16="http://schemas.microsoft.com/office/drawing/2014/main" id="{85ED7A4E-A2A8-4112-AF49-5BB2BF922D6A}"/>
              </a:ext>
            </a:extLst>
          </p:cNvPr>
          <p:cNvSpPr/>
          <p:nvPr/>
        </p:nvSpPr>
        <p:spPr>
          <a:xfrm>
            <a:off x="3077340" y="1864268"/>
            <a:ext cx="799700" cy="360878"/>
          </a:xfrm>
          <a:prstGeom prst="roundRect">
            <a:avLst/>
          </a:prstGeom>
          <a:solidFill>
            <a:srgbClr val="AAB4B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Share Point Migration</a:t>
            </a:r>
            <a:endParaRPr lang="en-ZA" sz="900"/>
          </a:p>
        </p:txBody>
      </p:sp>
      <p:sp>
        <p:nvSpPr>
          <p:cNvPr id="70" name="Rectangle: Rounded Corners 69">
            <a:extLst>
              <a:ext uri="{FF2B5EF4-FFF2-40B4-BE49-F238E27FC236}">
                <a16:creationId xmlns:a16="http://schemas.microsoft.com/office/drawing/2014/main" id="{8F292501-38EE-4DE5-A0CF-2E60D397E7F5}"/>
              </a:ext>
            </a:extLst>
          </p:cNvPr>
          <p:cNvSpPr/>
          <p:nvPr/>
        </p:nvSpPr>
        <p:spPr>
          <a:xfrm>
            <a:off x="2576525" y="2312135"/>
            <a:ext cx="709110" cy="429715"/>
          </a:xfrm>
          <a:prstGeom prst="roundRect">
            <a:avLst/>
          </a:prstGeom>
          <a:solidFill>
            <a:srgbClr val="AAB4B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IT costs to board</a:t>
            </a:r>
            <a:endParaRPr lang="en-ZA" sz="900"/>
          </a:p>
        </p:txBody>
      </p:sp>
      <p:sp>
        <p:nvSpPr>
          <p:cNvPr id="72" name="Rectangle: Rounded Corners 71">
            <a:extLst>
              <a:ext uri="{FF2B5EF4-FFF2-40B4-BE49-F238E27FC236}">
                <a16:creationId xmlns:a16="http://schemas.microsoft.com/office/drawing/2014/main" id="{8977C1F9-01CB-4385-92F2-5877BF6E2AFF}"/>
              </a:ext>
            </a:extLst>
          </p:cNvPr>
          <p:cNvSpPr/>
          <p:nvPr/>
        </p:nvSpPr>
        <p:spPr>
          <a:xfrm>
            <a:off x="4111482" y="2477136"/>
            <a:ext cx="709110" cy="263398"/>
          </a:xfrm>
          <a:prstGeom prst="roundRect">
            <a:avLst/>
          </a:prstGeom>
          <a:solidFill>
            <a:srgbClr val="4E79A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Libryo</a:t>
            </a:r>
            <a:endParaRPr lang="en-ZA" sz="900"/>
          </a:p>
        </p:txBody>
      </p:sp>
      <p:sp>
        <p:nvSpPr>
          <p:cNvPr id="74" name="Rectangle: Rounded Corners 73">
            <a:extLst>
              <a:ext uri="{FF2B5EF4-FFF2-40B4-BE49-F238E27FC236}">
                <a16:creationId xmlns:a16="http://schemas.microsoft.com/office/drawing/2014/main" id="{522806C5-6807-4DBB-9679-E019D6C2DB5A}"/>
              </a:ext>
            </a:extLst>
          </p:cNvPr>
          <p:cNvSpPr/>
          <p:nvPr/>
        </p:nvSpPr>
        <p:spPr>
          <a:xfrm>
            <a:off x="1777924" y="3239532"/>
            <a:ext cx="1348863" cy="3866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As is Business process mapping and requirement gathering</a:t>
            </a:r>
            <a:endParaRPr lang="en-ZA" sz="900"/>
          </a:p>
        </p:txBody>
      </p:sp>
      <p:sp>
        <p:nvSpPr>
          <p:cNvPr id="76" name="Rectangle: Rounded Corners 75">
            <a:extLst>
              <a:ext uri="{FF2B5EF4-FFF2-40B4-BE49-F238E27FC236}">
                <a16:creationId xmlns:a16="http://schemas.microsoft.com/office/drawing/2014/main" id="{2B98C6CE-8AE8-46D5-B9A4-7BE570D608ED}"/>
              </a:ext>
            </a:extLst>
          </p:cNvPr>
          <p:cNvSpPr/>
          <p:nvPr/>
        </p:nvSpPr>
        <p:spPr>
          <a:xfrm>
            <a:off x="6157651" y="2477136"/>
            <a:ext cx="2853170" cy="263398"/>
          </a:xfrm>
          <a:prstGeom prst="roundRect">
            <a:avLst/>
          </a:prstGeom>
          <a:solidFill>
            <a:srgbClr val="76B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4 x Function Systems</a:t>
            </a:r>
            <a:endParaRPr lang="en-ZA" sz="900"/>
          </a:p>
        </p:txBody>
      </p:sp>
      <p:sp>
        <p:nvSpPr>
          <p:cNvPr id="77" name="Rectangle: Rounded Corners 76">
            <a:extLst>
              <a:ext uri="{FF2B5EF4-FFF2-40B4-BE49-F238E27FC236}">
                <a16:creationId xmlns:a16="http://schemas.microsoft.com/office/drawing/2014/main" id="{E4015C47-E3F0-498A-ACBC-3A8725D0F3C6}"/>
              </a:ext>
            </a:extLst>
          </p:cNvPr>
          <p:cNvSpPr/>
          <p:nvPr/>
        </p:nvSpPr>
        <p:spPr>
          <a:xfrm>
            <a:off x="9010821" y="2477136"/>
            <a:ext cx="2476329" cy="264266"/>
          </a:xfrm>
          <a:prstGeom prst="roundRect">
            <a:avLst/>
          </a:prstGeom>
          <a:solidFill>
            <a:srgbClr val="F28E2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4 x Function Systems </a:t>
            </a:r>
            <a:endParaRPr lang="en-ZA" sz="900"/>
          </a:p>
        </p:txBody>
      </p:sp>
      <p:sp>
        <p:nvSpPr>
          <p:cNvPr id="78" name="Rectangle: Rounded Corners 77">
            <a:extLst>
              <a:ext uri="{FF2B5EF4-FFF2-40B4-BE49-F238E27FC236}">
                <a16:creationId xmlns:a16="http://schemas.microsoft.com/office/drawing/2014/main" id="{E0C1C736-341E-4559-AF97-98C7C5A42084}"/>
              </a:ext>
            </a:extLst>
          </p:cNvPr>
          <p:cNvSpPr/>
          <p:nvPr/>
        </p:nvSpPr>
        <p:spPr>
          <a:xfrm>
            <a:off x="3756910" y="3723110"/>
            <a:ext cx="2598063" cy="279119"/>
          </a:xfrm>
          <a:prstGeom prst="roundRect">
            <a:avLst/>
          </a:prstGeom>
          <a:solidFill>
            <a:srgbClr val="4E79A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Reporting delivery</a:t>
            </a:r>
            <a:endParaRPr lang="en-ZA" sz="900"/>
          </a:p>
        </p:txBody>
      </p:sp>
      <p:sp>
        <p:nvSpPr>
          <p:cNvPr id="79" name="Rectangle: Rounded Corners 78">
            <a:extLst>
              <a:ext uri="{FF2B5EF4-FFF2-40B4-BE49-F238E27FC236}">
                <a16:creationId xmlns:a16="http://schemas.microsoft.com/office/drawing/2014/main" id="{7743A60A-2B4D-49A1-B194-716730866D4F}"/>
              </a:ext>
            </a:extLst>
          </p:cNvPr>
          <p:cNvSpPr/>
          <p:nvPr/>
        </p:nvSpPr>
        <p:spPr>
          <a:xfrm>
            <a:off x="6348814" y="3722788"/>
            <a:ext cx="2598063" cy="279119"/>
          </a:xfrm>
          <a:prstGeom prst="roundRect">
            <a:avLst/>
          </a:prstGeom>
          <a:solidFill>
            <a:srgbClr val="76B7B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Reporting delivery</a:t>
            </a:r>
            <a:endParaRPr lang="en-ZA" sz="900"/>
          </a:p>
        </p:txBody>
      </p:sp>
      <p:sp>
        <p:nvSpPr>
          <p:cNvPr id="80" name="Rectangle: Rounded Corners 79">
            <a:extLst>
              <a:ext uri="{FF2B5EF4-FFF2-40B4-BE49-F238E27FC236}">
                <a16:creationId xmlns:a16="http://schemas.microsoft.com/office/drawing/2014/main" id="{96EFC74E-5E16-45C5-AB33-F859E31CD536}"/>
              </a:ext>
            </a:extLst>
          </p:cNvPr>
          <p:cNvSpPr/>
          <p:nvPr/>
        </p:nvSpPr>
        <p:spPr>
          <a:xfrm>
            <a:off x="8960975" y="3718564"/>
            <a:ext cx="2598063" cy="279119"/>
          </a:xfrm>
          <a:prstGeom prst="roundRect">
            <a:avLst/>
          </a:prstGeom>
          <a:solidFill>
            <a:srgbClr val="F28E2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Reporting delivery</a:t>
            </a:r>
            <a:endParaRPr lang="en-ZA" sz="900"/>
          </a:p>
        </p:txBody>
      </p:sp>
      <p:sp>
        <p:nvSpPr>
          <p:cNvPr id="81" name="Rectangle: Rounded Corners 80">
            <a:extLst>
              <a:ext uri="{FF2B5EF4-FFF2-40B4-BE49-F238E27FC236}">
                <a16:creationId xmlns:a16="http://schemas.microsoft.com/office/drawing/2014/main" id="{E9481852-0FDF-4AD7-9E8C-D905AEE53F6B}"/>
              </a:ext>
            </a:extLst>
          </p:cNvPr>
          <p:cNvSpPr/>
          <p:nvPr/>
        </p:nvSpPr>
        <p:spPr>
          <a:xfrm>
            <a:off x="3877040" y="3237097"/>
            <a:ext cx="1495060" cy="386699"/>
          </a:xfrm>
          <a:prstGeom prst="roundRect">
            <a:avLst/>
          </a:prstGeom>
          <a:solidFill>
            <a:srgbClr val="4E79A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t>To be Business process mapping</a:t>
            </a:r>
            <a:endParaRPr lang="en-ZA" sz="900"/>
          </a:p>
        </p:txBody>
      </p:sp>
    </p:spTree>
    <p:extLst>
      <p:ext uri="{BB962C8B-B14F-4D97-AF65-F5344CB8AC3E}">
        <p14:creationId xmlns:p14="http://schemas.microsoft.com/office/powerpoint/2010/main" val="712782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0D8EC9-8F1B-48B0-963F-369094EDAA03}"/>
              </a:ext>
            </a:extLst>
          </p:cNvPr>
          <p:cNvSpPr>
            <a:spLocks noGrp="1"/>
          </p:cNvSpPr>
          <p:nvPr>
            <p:ph type="body" sz="quarter" idx="11"/>
          </p:nvPr>
        </p:nvSpPr>
        <p:spPr/>
        <p:txBody>
          <a:bodyPr/>
          <a:lstStyle/>
          <a:p>
            <a:r>
              <a:rPr lang="en-US"/>
              <a:t>RACI</a:t>
            </a:r>
            <a:endParaRPr lang="en-ZA"/>
          </a:p>
        </p:txBody>
      </p:sp>
      <p:graphicFrame>
        <p:nvGraphicFramePr>
          <p:cNvPr id="3" name="Object 2">
            <a:extLst>
              <a:ext uri="{FF2B5EF4-FFF2-40B4-BE49-F238E27FC236}">
                <a16:creationId xmlns:a16="http://schemas.microsoft.com/office/drawing/2014/main" id="{4A71E1E7-E488-49D2-A32D-2860017DDCB5}"/>
              </a:ext>
            </a:extLst>
          </p:cNvPr>
          <p:cNvGraphicFramePr>
            <a:graphicFrameLocks noChangeAspect="1"/>
          </p:cNvGraphicFramePr>
          <p:nvPr>
            <p:extLst>
              <p:ext uri="{D42A27DB-BD31-4B8C-83A1-F6EECF244321}">
                <p14:modId xmlns:p14="http://schemas.microsoft.com/office/powerpoint/2010/main" val="678177749"/>
              </p:ext>
            </p:extLst>
          </p:nvPr>
        </p:nvGraphicFramePr>
        <p:xfrm>
          <a:off x="-215900" y="1393825"/>
          <a:ext cx="12798425" cy="3897313"/>
        </p:xfrm>
        <a:graphic>
          <a:graphicData uri="http://schemas.openxmlformats.org/presentationml/2006/ole">
            <mc:AlternateContent xmlns:mc="http://schemas.openxmlformats.org/markup-compatibility/2006">
              <mc:Choice xmlns:v="urn:schemas-microsoft-com:vml" Requires="v">
                <p:oleObj name="Worksheet" r:id="rId2" imgW="11137900" imgH="3390900" progId="Excel.Sheet.12">
                  <p:embed/>
                </p:oleObj>
              </mc:Choice>
              <mc:Fallback>
                <p:oleObj name="Worksheet" r:id="rId2" imgW="11137900" imgH="3390900" progId="Excel.Sheet.12">
                  <p:embed/>
                  <p:pic>
                    <p:nvPicPr>
                      <p:cNvPr id="3" name="Object 2">
                        <a:extLst>
                          <a:ext uri="{FF2B5EF4-FFF2-40B4-BE49-F238E27FC236}">
                            <a16:creationId xmlns:a16="http://schemas.microsoft.com/office/drawing/2014/main" id="{4A71E1E7-E488-49D2-A32D-2860017DDCB5}"/>
                          </a:ext>
                        </a:extLst>
                      </p:cNvPr>
                      <p:cNvPicPr/>
                      <p:nvPr/>
                    </p:nvPicPr>
                    <p:blipFill>
                      <a:blip r:embed="rId3"/>
                      <a:stretch>
                        <a:fillRect/>
                      </a:stretch>
                    </p:blipFill>
                    <p:spPr>
                      <a:xfrm>
                        <a:off x="-215900" y="1393825"/>
                        <a:ext cx="12798425" cy="3897313"/>
                      </a:xfrm>
                      <a:prstGeom prst="rect">
                        <a:avLst/>
                      </a:prstGeom>
                    </p:spPr>
                  </p:pic>
                </p:oleObj>
              </mc:Fallback>
            </mc:AlternateContent>
          </a:graphicData>
        </a:graphic>
      </p:graphicFrame>
    </p:spTree>
    <p:extLst>
      <p:ext uri="{BB962C8B-B14F-4D97-AF65-F5344CB8AC3E}">
        <p14:creationId xmlns:p14="http://schemas.microsoft.com/office/powerpoint/2010/main" val="2034813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EB2F47-3F1E-4B42-822A-F48433BEE2DA}"/>
              </a:ext>
            </a:extLst>
          </p:cNvPr>
          <p:cNvSpPr>
            <a:spLocks noGrp="1"/>
          </p:cNvSpPr>
          <p:nvPr>
            <p:ph type="body" sz="quarter" idx="13"/>
          </p:nvPr>
        </p:nvSpPr>
        <p:spPr/>
        <p:txBody>
          <a:bodyPr/>
          <a:lstStyle/>
          <a:p>
            <a:r>
              <a:rPr lang="en-ZA" dirty="0"/>
              <a:t>Questions</a:t>
            </a:r>
          </a:p>
        </p:txBody>
      </p:sp>
    </p:spTree>
    <p:extLst>
      <p:ext uri="{BB962C8B-B14F-4D97-AF65-F5344CB8AC3E}">
        <p14:creationId xmlns:p14="http://schemas.microsoft.com/office/powerpoint/2010/main" val="89667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476D8F-B58B-7F2A-1BAD-DEF2A04C6049}"/>
              </a:ext>
            </a:extLst>
          </p:cNvPr>
          <p:cNvSpPr>
            <a:spLocks noGrp="1"/>
          </p:cNvSpPr>
          <p:nvPr>
            <p:ph type="body" sz="quarter" idx="11"/>
          </p:nvPr>
        </p:nvSpPr>
        <p:spPr/>
        <p:txBody>
          <a:bodyPr/>
          <a:lstStyle/>
          <a:p>
            <a:r>
              <a:rPr lang="en-US" dirty="0"/>
              <a:t>Challenges</a:t>
            </a:r>
          </a:p>
        </p:txBody>
      </p:sp>
      <p:sp>
        <p:nvSpPr>
          <p:cNvPr id="3" name="TextBox 2">
            <a:extLst>
              <a:ext uri="{FF2B5EF4-FFF2-40B4-BE49-F238E27FC236}">
                <a16:creationId xmlns:a16="http://schemas.microsoft.com/office/drawing/2014/main" id="{3746FB2E-7BDE-24B9-0AB7-9123A054275A}"/>
              </a:ext>
            </a:extLst>
          </p:cNvPr>
          <p:cNvSpPr txBox="1"/>
          <p:nvPr/>
        </p:nvSpPr>
        <p:spPr>
          <a:xfrm>
            <a:off x="1888435" y="1808922"/>
            <a:ext cx="9921306" cy="646331"/>
          </a:xfrm>
          <a:prstGeom prst="rect">
            <a:avLst/>
          </a:prstGeom>
          <a:noFill/>
        </p:spPr>
        <p:txBody>
          <a:bodyPr wrap="none" rtlCol="0">
            <a:spAutoFit/>
          </a:bodyPr>
          <a:lstStyle/>
          <a:p>
            <a:r>
              <a:rPr lang="en-US" dirty="0"/>
              <a:t>Renewals </a:t>
            </a:r>
            <a:r>
              <a:rPr lang="en-US" sz="1800" dirty="0">
                <a:effectLst/>
                <a:latin typeface="Calibri" panose="020F0502020204030204" pitchFamily="34" charset="0"/>
              </a:rPr>
              <a:t>Very </a:t>
            </a:r>
            <a:r>
              <a:rPr lang="en-US" sz="1800" dirty="0" err="1">
                <a:effectLst/>
                <a:latin typeface="Calibri" panose="020F0502020204030204" pitchFamily="34" charset="0"/>
              </a:rPr>
              <a:t>labour</a:t>
            </a:r>
            <a:r>
              <a:rPr lang="en-US" sz="1800" dirty="0">
                <a:effectLst/>
                <a:latin typeface="Calibri" panose="020F0502020204030204" pitchFamily="34" charset="0"/>
              </a:rPr>
              <a:t> intensive, 3 people in team, 400 renewals in March, 1500 renewals in September</a:t>
            </a:r>
          </a:p>
          <a:p>
            <a:endParaRPr lang="en-US" dirty="0"/>
          </a:p>
        </p:txBody>
      </p:sp>
    </p:spTree>
    <p:extLst>
      <p:ext uri="{BB962C8B-B14F-4D97-AF65-F5344CB8AC3E}">
        <p14:creationId xmlns:p14="http://schemas.microsoft.com/office/powerpoint/2010/main" val="1089036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C4CBA3-7EB1-D3E9-3671-1B891A6B9995}"/>
              </a:ext>
            </a:extLst>
          </p:cNvPr>
          <p:cNvSpPr>
            <a:spLocks noGrp="1"/>
          </p:cNvSpPr>
          <p:nvPr>
            <p:ph type="body" sz="quarter" idx="11"/>
          </p:nvPr>
        </p:nvSpPr>
        <p:spPr/>
        <p:txBody>
          <a:bodyPr/>
          <a:lstStyle/>
          <a:p>
            <a:endParaRPr lang="en-US"/>
          </a:p>
        </p:txBody>
      </p:sp>
      <p:pic>
        <p:nvPicPr>
          <p:cNvPr id="3" name="Picture 2">
            <a:extLst>
              <a:ext uri="{FF2B5EF4-FFF2-40B4-BE49-F238E27FC236}">
                <a16:creationId xmlns:a16="http://schemas.microsoft.com/office/drawing/2014/main" id="{345453F6-86F1-66BA-E637-4473C51CD828}"/>
              </a:ext>
            </a:extLst>
          </p:cNvPr>
          <p:cNvPicPr>
            <a:picLocks noChangeAspect="1"/>
          </p:cNvPicPr>
          <p:nvPr/>
        </p:nvPicPr>
        <p:blipFill>
          <a:blip r:embed="rId2"/>
          <a:stretch>
            <a:fillRect/>
          </a:stretch>
        </p:blipFill>
        <p:spPr>
          <a:xfrm>
            <a:off x="473745" y="941645"/>
            <a:ext cx="8260120" cy="4950251"/>
          </a:xfrm>
          <a:prstGeom prst="rect">
            <a:avLst/>
          </a:prstGeom>
        </p:spPr>
      </p:pic>
    </p:spTree>
    <p:extLst>
      <p:ext uri="{BB962C8B-B14F-4D97-AF65-F5344CB8AC3E}">
        <p14:creationId xmlns:p14="http://schemas.microsoft.com/office/powerpoint/2010/main" val="4202267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134C0E-58BA-FB48-18AC-8CB84E2E61F1}"/>
              </a:ext>
            </a:extLst>
          </p:cNvPr>
          <p:cNvSpPr>
            <a:spLocks noGrp="1"/>
          </p:cNvSpPr>
          <p:nvPr>
            <p:ph type="body" sz="quarter" idx="11"/>
          </p:nvPr>
        </p:nvSpPr>
        <p:spPr/>
        <p:txBody>
          <a:bodyPr/>
          <a:lstStyle/>
          <a:p>
            <a:endParaRPr lang="en-US"/>
          </a:p>
        </p:txBody>
      </p:sp>
      <p:sp>
        <p:nvSpPr>
          <p:cNvPr id="4" name="TextBox 3">
            <a:extLst>
              <a:ext uri="{FF2B5EF4-FFF2-40B4-BE49-F238E27FC236}">
                <a16:creationId xmlns:a16="http://schemas.microsoft.com/office/drawing/2014/main" id="{0BD9C0A2-DB7F-029C-8F66-571ECC6DF00D}"/>
              </a:ext>
            </a:extLst>
          </p:cNvPr>
          <p:cNvSpPr txBox="1"/>
          <p:nvPr/>
        </p:nvSpPr>
        <p:spPr>
          <a:xfrm>
            <a:off x="875740" y="1417027"/>
            <a:ext cx="6094878" cy="8125301"/>
          </a:xfrm>
          <a:prstGeom prst="rect">
            <a:avLst/>
          </a:prstGeom>
          <a:noFill/>
        </p:spPr>
        <p:txBody>
          <a:bodyPr wrap="square">
            <a:spAutoFit/>
          </a:bodyPr>
          <a:lstStyle/>
          <a:p>
            <a:pPr algn="l">
              <a:buFont typeface="Arial" panose="020B0604020202020204" pitchFamily="34" charset="0"/>
              <a:buChar char="•"/>
            </a:pPr>
            <a:r>
              <a:rPr lang="en-US" sz="900" b="0" i="0" u="none" strike="noStrike" dirty="0" err="1">
                <a:solidFill>
                  <a:srgbClr val="000000"/>
                </a:solidFill>
                <a:effectLst/>
                <a:latin typeface="Verdana" panose="020B0604030504040204" pitchFamily="34" charset="0"/>
              </a:rPr>
              <a:t>Qube</a:t>
            </a:r>
            <a:r>
              <a:rPr lang="en-US" sz="900" b="0" i="0" u="none" strike="noStrike" dirty="0">
                <a:solidFill>
                  <a:srgbClr val="000000"/>
                </a:solidFill>
                <a:effectLst/>
                <a:latin typeface="Verdana" panose="020B0604030504040204" pitchFamily="34" charset="0"/>
              </a:rPr>
              <a:t> demo: </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Understand the void-related information in </a:t>
            </a:r>
            <a:r>
              <a:rPr lang="en-US" sz="900" b="0" i="0" u="none" strike="noStrike" dirty="0" err="1">
                <a:solidFill>
                  <a:srgbClr val="000000"/>
                </a:solidFill>
                <a:effectLst/>
                <a:latin typeface="Verdana" panose="020B0604030504040204" pitchFamily="34" charset="0"/>
              </a:rPr>
              <a:t>Qube</a:t>
            </a:r>
            <a:r>
              <a:rPr lang="en-US" sz="900" b="0" i="0" u="none" strike="noStrike" dirty="0">
                <a:solidFill>
                  <a:srgbClr val="000000"/>
                </a:solidFill>
                <a:effectLst/>
                <a:latin typeface="Verdana" panose="020B0604030504040204" pitchFamily="34" charset="0"/>
              </a:rPr>
              <a:t> &amp; what needs to remain vs what should be moved to a SF void process.</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Understand how </a:t>
            </a:r>
            <a:r>
              <a:rPr lang="en-US" sz="900" b="0" i="0" u="none" strike="noStrike" dirty="0" err="1">
                <a:solidFill>
                  <a:srgbClr val="000000"/>
                </a:solidFill>
                <a:effectLst/>
                <a:latin typeface="Verdana" panose="020B0604030504040204" pitchFamily="34" charset="0"/>
              </a:rPr>
              <a:t>Qube</a:t>
            </a:r>
            <a:r>
              <a:rPr lang="en-US" sz="900" b="0" i="0" u="none" strike="noStrike" dirty="0">
                <a:solidFill>
                  <a:srgbClr val="000000"/>
                </a:solidFill>
                <a:effectLst/>
                <a:latin typeface="Verdana" panose="020B0604030504040204" pitchFamily="34" charset="0"/>
              </a:rPr>
              <a:t> defines leases with a future SF Tenancy object in mind.</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Understand existing integration capabilities.</a:t>
            </a:r>
            <a:endParaRPr lang="en-US" sz="1100" b="0" i="0" u="none" strike="noStrike" dirty="0">
              <a:solidFill>
                <a:srgbClr val="000000"/>
              </a:solidFill>
              <a:effectLst/>
              <a:latin typeface="Calibri" panose="020F0502020204030204" pitchFamily="34" charset="0"/>
            </a:endParaRPr>
          </a:p>
          <a:p>
            <a:pPr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FSI demo: </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Understand the void-related information in FSI &amp; what needs to remain vs what could be moved to SF void process.</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Understand existing integration capabilities.</a:t>
            </a:r>
            <a:endParaRPr lang="en-US" sz="1100" b="0" i="0" u="none" strike="noStrike" dirty="0">
              <a:solidFill>
                <a:srgbClr val="000000"/>
              </a:solidFill>
              <a:effectLst/>
              <a:latin typeface="Calibri" panose="020F0502020204030204" pitchFamily="34" charset="0"/>
            </a:endParaRPr>
          </a:p>
          <a:p>
            <a:pPr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Documents: </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Review where void-related documents should be saved &amp;, if not in SF, understand existing integration capabilities.</a:t>
            </a:r>
            <a:endParaRPr lang="en-US" sz="1100" b="0" i="0" u="none" strike="noStrike" dirty="0">
              <a:solidFill>
                <a:srgbClr val="000000"/>
              </a:solidFill>
              <a:effectLst/>
              <a:latin typeface="Calibri" panose="020F0502020204030204" pitchFamily="34" charset="0"/>
            </a:endParaRPr>
          </a:p>
          <a:p>
            <a:pPr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SF: </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Deeper dive into the aspects of current functionality (unit data) that overlaps with void process &amp; possible changes required. </a:t>
            </a:r>
            <a:endParaRPr lang="en-US" sz="1100" b="0" i="0" u="none" strike="noStrike" dirty="0">
              <a:solidFill>
                <a:srgbClr val="000000"/>
              </a:solidFill>
              <a:effectLst/>
              <a:latin typeface="Calibri" panose="020F0502020204030204" pitchFamily="34" charset="0"/>
            </a:endParaRPr>
          </a:p>
          <a:p>
            <a:pPr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Review detailed process.</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Confirm process variations required (milestones &amp; dependencies for each): Standard refresh, unit sale, tenant is retained, refurbishment.</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Unpack milestone tasks &amp; documents required.</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Understand move out acknowledgement email/webforms requirements &amp; tenant inputs (DRI).</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Discuss milestone / task ownership requirements </a:t>
            </a:r>
            <a:endParaRPr lang="en-US" sz="1100" b="0" i="0" u="none" strike="noStrike" dirty="0">
              <a:solidFill>
                <a:srgbClr val="000000"/>
              </a:solidFill>
              <a:effectLst/>
              <a:latin typeface="Calibri" panose="020F0502020204030204" pitchFamily="34" charset="0"/>
            </a:endParaRPr>
          </a:p>
          <a:p>
            <a:pPr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Review reporting / dashboard requirements, access levels, KPI/benchmarks</a:t>
            </a:r>
            <a:endParaRPr lang="en-US" sz="1100" b="0" i="0" u="none" strike="noStrike" dirty="0">
              <a:solidFill>
                <a:srgbClr val="000000"/>
              </a:solidFill>
              <a:effectLst/>
              <a:latin typeface="Calibri" panose="020F0502020204030204" pitchFamily="34" charset="0"/>
            </a:endParaRPr>
          </a:p>
          <a:p>
            <a:pPr algn="l"/>
            <a:r>
              <a:rPr lang="en-US" sz="900" b="0" i="0" u="none" strike="noStrike" dirty="0">
                <a:solidFill>
                  <a:srgbClr val="000000"/>
                </a:solidFill>
                <a:effectLst/>
                <a:latin typeface="Verdana" panose="020B0604030504040204" pitchFamily="34" charset="0"/>
              </a:rPr>
              <a:t> </a:t>
            </a:r>
            <a:endParaRPr lang="en-US" sz="1100" b="0" i="0" u="none" strike="noStrike" dirty="0">
              <a:solidFill>
                <a:srgbClr val="000000"/>
              </a:solidFill>
              <a:effectLst/>
              <a:latin typeface="Calibri" panose="020F0502020204030204" pitchFamily="34" charset="0"/>
            </a:endParaRPr>
          </a:p>
          <a:p>
            <a:pPr algn="l"/>
            <a:r>
              <a:rPr lang="en-US" sz="900" b="0" i="0" u="none" strike="noStrike" dirty="0">
                <a:solidFill>
                  <a:srgbClr val="000000"/>
                </a:solidFill>
                <a:effectLst/>
                <a:latin typeface="Verdana" panose="020B0604030504040204" pitchFamily="34" charset="0"/>
              </a:rPr>
              <a:t> </a:t>
            </a:r>
            <a:endParaRPr lang="en-US" sz="1100" b="0" i="0" u="none" strike="noStrike" dirty="0">
              <a:solidFill>
                <a:srgbClr val="000000"/>
              </a:solidFill>
              <a:effectLst/>
              <a:latin typeface="Calibri" panose="020F0502020204030204" pitchFamily="34" charset="0"/>
            </a:endParaRPr>
          </a:p>
          <a:p>
            <a:pPr algn="l"/>
            <a:r>
              <a:rPr lang="en-US" sz="900" b="0" i="0" u="none" strike="noStrike" dirty="0">
                <a:solidFill>
                  <a:srgbClr val="000000"/>
                </a:solidFill>
                <a:effectLst/>
                <a:latin typeface="Verdana" panose="020B0604030504040204" pitchFamily="34" charset="0"/>
              </a:rPr>
              <a:t>If I was left to my own devices (with unlimited time) I would suggest the following deliverables - </a:t>
            </a:r>
            <a:endParaRPr lang="en-US" sz="1100" b="0" i="0" u="none" strike="noStrike" dirty="0">
              <a:solidFill>
                <a:srgbClr val="000000"/>
              </a:solidFill>
              <a:effectLst/>
              <a:latin typeface="Calibri" panose="020F0502020204030204" pitchFamily="34" charset="0"/>
            </a:endParaRPr>
          </a:p>
          <a:p>
            <a:pPr algn="l"/>
            <a:r>
              <a:rPr lang="en-US" sz="900" b="0" i="0" u="none" strike="noStrike" dirty="0">
                <a:solidFill>
                  <a:srgbClr val="000000"/>
                </a:solidFill>
                <a:effectLst/>
                <a:latin typeface="Verdana" panose="020B0604030504040204" pitchFamily="34" charset="0"/>
              </a:rPr>
              <a:t> </a:t>
            </a:r>
            <a:endParaRPr lang="en-US" sz="1100" b="0" i="0" u="none" strike="noStrike" dirty="0">
              <a:solidFill>
                <a:srgbClr val="000000"/>
              </a:solidFill>
              <a:effectLst/>
              <a:latin typeface="Calibri" panose="020F0502020204030204" pitchFamily="34" charset="0"/>
            </a:endParaRPr>
          </a:p>
          <a:p>
            <a:pPr algn="l">
              <a:buFont typeface="Arial" panose="020B0604020202020204" pitchFamily="34" charset="0"/>
              <a:buChar char="•"/>
            </a:pPr>
            <a:r>
              <a:rPr lang="en-US" sz="900" b="1" i="0" u="none" strike="noStrike" dirty="0">
                <a:solidFill>
                  <a:srgbClr val="000000"/>
                </a:solidFill>
                <a:effectLst/>
                <a:latin typeface="Verdana" panose="020B0604030504040204" pitchFamily="34" charset="0"/>
              </a:rPr>
              <a:t>Future-state process diagrams:</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Proposed release 1.0 process (including process variations)</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Proposed process incorporating future enhancements.</a:t>
            </a:r>
            <a:endParaRPr lang="en-US" sz="1100" b="0" i="0" u="none" strike="noStrike" dirty="0">
              <a:solidFill>
                <a:srgbClr val="000000"/>
              </a:solidFill>
              <a:effectLst/>
              <a:latin typeface="Calibri" panose="020F0502020204030204" pitchFamily="34" charset="0"/>
            </a:endParaRPr>
          </a:p>
          <a:p>
            <a:pPr marL="914400" algn="l"/>
            <a:r>
              <a:rPr lang="en-US" sz="900" b="0" i="0" u="none" strike="noStrike" dirty="0">
                <a:solidFill>
                  <a:srgbClr val="000000"/>
                </a:solidFill>
                <a:effectLst/>
                <a:latin typeface="Verdana" panose="020B0604030504040204" pitchFamily="34" charset="0"/>
              </a:rPr>
              <a:t> </a:t>
            </a:r>
            <a:endParaRPr lang="en-US" sz="1100" b="0" i="0" u="none" strike="noStrike" dirty="0">
              <a:solidFill>
                <a:srgbClr val="000000"/>
              </a:solidFill>
              <a:effectLst/>
              <a:latin typeface="Calibri" panose="020F0502020204030204" pitchFamily="34" charset="0"/>
            </a:endParaRPr>
          </a:p>
          <a:p>
            <a:pPr algn="l">
              <a:buFont typeface="Arial" panose="020B0604020202020204" pitchFamily="34" charset="0"/>
              <a:buChar char="•"/>
            </a:pPr>
            <a:r>
              <a:rPr lang="en-US" sz="900" b="1" i="0" u="none" strike="noStrike" dirty="0">
                <a:solidFill>
                  <a:srgbClr val="000000"/>
                </a:solidFill>
                <a:effectLst/>
                <a:latin typeface="Verdana" panose="020B0604030504040204" pitchFamily="34" charset="0"/>
              </a:rPr>
              <a:t>Project proposal document:</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Proposed solution</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Scope/objectives of release 1</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Scope/objectives &amp; priority of subsequent enhancements</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Sample screen &amp; sample dashboard mockup </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Solution context and/or high-level architecture diagram for release 1</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Identify which capabilities are out the box SF, custom SF, or external.</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Identify integration points.</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Identify user groups &amp; high-level access/touch points.</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Integration approach</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Document / file management approach </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Reporting approach</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Data model</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Data migration requirements for release 1 – if any </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Delivery / project methodology </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Application roll-out &amp; ongoing support </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Project costs &amp; resourcing </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SF licensing </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Exclusions, limitations, assumptions &amp; prerequisites for project kick-off </a:t>
            </a:r>
            <a:endParaRPr lang="en-US" sz="1100" b="0" i="0" u="none" strike="noStrike" dirty="0">
              <a:solidFill>
                <a:srgbClr val="000000"/>
              </a:solidFill>
              <a:effectLst/>
              <a:latin typeface="Calibri" panose="020F0502020204030204" pitchFamily="34" charset="0"/>
            </a:endParaRPr>
          </a:p>
          <a:p>
            <a:pPr marL="914400" algn="l"/>
            <a:r>
              <a:rPr lang="en-US" sz="900" b="0" i="0" u="none" strike="noStrike" dirty="0">
                <a:solidFill>
                  <a:srgbClr val="000000"/>
                </a:solidFill>
                <a:effectLst/>
                <a:latin typeface="Verdana" panose="020B0604030504040204" pitchFamily="34" charset="0"/>
              </a:rPr>
              <a:t> </a:t>
            </a:r>
            <a:endParaRPr lang="en-US" sz="1100" b="0" i="0" u="none" strike="noStrike" dirty="0">
              <a:solidFill>
                <a:srgbClr val="000000"/>
              </a:solidFill>
              <a:effectLst/>
              <a:latin typeface="Calibri" panose="020F0502020204030204" pitchFamily="34" charset="0"/>
            </a:endParaRPr>
          </a:p>
          <a:p>
            <a:pPr algn="l">
              <a:buFont typeface="Arial" panose="020B0604020202020204" pitchFamily="34" charset="0"/>
              <a:buChar char="•"/>
            </a:pPr>
            <a:r>
              <a:rPr lang="en-US" sz="900" b="1" i="0" u="none" strike="noStrike" dirty="0">
                <a:solidFill>
                  <a:srgbClr val="000000"/>
                </a:solidFill>
                <a:effectLst/>
                <a:latin typeface="Verdana" panose="020B0604030504040204" pitchFamily="34" charset="0"/>
              </a:rPr>
              <a:t>Prioritized feature backlog:</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User stories for release 1.0 – containing requirements but limited design, no acceptance criteria. </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Includes reporting/dashboards.</a:t>
            </a:r>
            <a:endParaRPr lang="en-US" sz="1100" b="0" i="0" u="none" strike="noStrike" dirty="0">
              <a:solidFill>
                <a:srgbClr val="000000"/>
              </a:solidFill>
              <a:effectLst/>
              <a:latin typeface="Calibri" panose="020F0502020204030204" pitchFamily="34" charset="0"/>
            </a:endParaRPr>
          </a:p>
          <a:p>
            <a:pPr marL="1143000" lvl="2" indent="-228600" algn="l">
              <a:buFont typeface="Arial" panose="020B0604020202020204" pitchFamily="34" charset="0"/>
              <a:buChar char="§"/>
            </a:pPr>
            <a:r>
              <a:rPr lang="en-US" sz="900" b="0" i="0" u="none" strike="noStrike" dirty="0">
                <a:solidFill>
                  <a:srgbClr val="000000"/>
                </a:solidFill>
                <a:effectLst/>
                <a:latin typeface="Verdana" panose="020B0604030504040204" pitchFamily="34" charset="0"/>
              </a:rPr>
              <a:t>Includes access control matrix of user groups &amp; functionality.</a:t>
            </a:r>
            <a:endParaRPr lang="en-US" sz="1100" b="0" i="0" u="none" strike="noStrike" dirty="0">
              <a:solidFill>
                <a:srgbClr val="000000"/>
              </a:solidFill>
              <a:effectLst/>
              <a:latin typeface="Calibri" panose="020F0502020204030204" pitchFamily="34" charset="0"/>
            </a:endParaRPr>
          </a:p>
          <a:p>
            <a:pPr marL="742950" lvl="1" indent="-285750" algn="l">
              <a:buFont typeface="Courier New" panose="02070309020205020404" pitchFamily="49" charset="0"/>
              <a:buChar char="o"/>
            </a:pPr>
            <a:r>
              <a:rPr lang="en-US" sz="900" b="0" i="0" u="none" strike="noStrike" dirty="0">
                <a:solidFill>
                  <a:srgbClr val="000000"/>
                </a:solidFill>
                <a:effectLst/>
                <a:latin typeface="Verdana" panose="020B0604030504040204" pitchFamily="34" charset="0"/>
              </a:rPr>
              <a:t>High-level features for subsequent releases</a:t>
            </a:r>
            <a:endParaRPr lang="en-US" sz="1100" b="0" i="0" u="none" strike="noStrike" dirty="0">
              <a:solidFill>
                <a:srgbClr val="000000"/>
              </a:solidFill>
              <a:effectLst/>
              <a:latin typeface="Calibri" panose="020F0502020204030204" pitchFamily="34" charset="0"/>
            </a:endParaRPr>
          </a:p>
          <a:p>
            <a:pPr marL="457200" algn="l"/>
            <a:r>
              <a:rPr lang="en-US" sz="900" b="0" i="0" u="none" strike="noStrike" dirty="0">
                <a:solidFill>
                  <a:srgbClr val="000000"/>
                </a:solidFill>
                <a:effectLst/>
                <a:latin typeface="Verdana" panose="020B0604030504040204" pitchFamily="34" charset="0"/>
              </a:rPr>
              <a:t> </a:t>
            </a:r>
            <a:endParaRPr lang="en-US" sz="1100" b="0" i="0" u="none" strike="noStrike"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757636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1EA79A-CD1D-4EF2-AB6E-983B37543AE0}"/>
              </a:ext>
            </a:extLst>
          </p:cNvPr>
          <p:cNvSpPr>
            <a:spLocks noGrp="1"/>
          </p:cNvSpPr>
          <p:nvPr>
            <p:ph type="body" sz="quarter" idx="11"/>
          </p:nvPr>
        </p:nvSpPr>
        <p:spPr/>
        <p:txBody>
          <a:bodyPr/>
          <a:lstStyle/>
          <a:p>
            <a:r>
              <a:rPr lang="en-US"/>
              <a:t>Delivery Approach</a:t>
            </a:r>
            <a:endParaRPr lang="en-ZA"/>
          </a:p>
        </p:txBody>
      </p:sp>
      <p:sp>
        <p:nvSpPr>
          <p:cNvPr id="5" name="Text Placeholder 4">
            <a:extLst>
              <a:ext uri="{FF2B5EF4-FFF2-40B4-BE49-F238E27FC236}">
                <a16:creationId xmlns:a16="http://schemas.microsoft.com/office/drawing/2014/main" id="{71639B46-AD3B-44EA-8945-6181C1436929}"/>
              </a:ext>
            </a:extLst>
          </p:cNvPr>
          <p:cNvSpPr>
            <a:spLocks noGrp="1"/>
          </p:cNvSpPr>
          <p:nvPr>
            <p:ph type="body" sz="quarter" idx="4294967295"/>
          </p:nvPr>
        </p:nvSpPr>
        <p:spPr>
          <a:xfrm>
            <a:off x="199696" y="1587500"/>
            <a:ext cx="5856288" cy="4152900"/>
          </a:xfrm>
          <a:prstGeom prst="rect">
            <a:avLst/>
          </a:prstGeom>
        </p:spPr>
        <p:txBody>
          <a:bodyPr/>
          <a:lstStyle/>
          <a:p>
            <a:r>
              <a:rPr lang="en-US" sz="1600"/>
              <a:t>The delivery approach will be based on the Scrum Framework. </a:t>
            </a:r>
          </a:p>
          <a:p>
            <a:r>
              <a:rPr lang="en-ZA" sz="1600"/>
              <a:t>This will allow for the early delivery of outcomes as well as provide flexibility to adjust for any unforeseen opportunities or issues that are uncovered during the project.</a:t>
            </a:r>
          </a:p>
          <a:p>
            <a:r>
              <a:rPr lang="en-US" sz="1600"/>
              <a:t>A Backlog will be maintained to track outcomes to be delivered and indicate priority of these outcomes relative to each other. It is a living artifact that can change as we collaborate towards maximizing the value delivered.</a:t>
            </a:r>
          </a:p>
          <a:p>
            <a:r>
              <a:rPr lang="en-ZA" sz="1600"/>
              <a:t>The delivery team will meet with EIMS representatives every 2 weeks to demonstrate the outcomes delivered in the past 2-week period as well as plan which outcomes will be worked on in the next 2-week period. During this time, feedback will be incorporated into the backlog and cost/schedule forecasts will be updated and communicated.</a:t>
            </a:r>
          </a:p>
          <a:p>
            <a:endParaRPr lang="en-ZA" sz="1600"/>
          </a:p>
        </p:txBody>
      </p:sp>
      <p:pic>
        <p:nvPicPr>
          <p:cNvPr id="3" name="Content Placeholder 3">
            <a:extLst>
              <a:ext uri="{FF2B5EF4-FFF2-40B4-BE49-F238E27FC236}">
                <a16:creationId xmlns:a16="http://schemas.microsoft.com/office/drawing/2014/main" id="{959C438F-01FF-430E-8229-3C1636FF58FC}"/>
              </a:ext>
            </a:extLst>
          </p:cNvPr>
          <p:cNvPicPr>
            <a:picLocks noChangeAspect="1"/>
          </p:cNvPicPr>
          <p:nvPr/>
        </p:nvPicPr>
        <p:blipFill rotWithShape="1">
          <a:blip r:embed="rId2"/>
          <a:srcRect t="1489" b="7557"/>
          <a:stretch/>
        </p:blipFill>
        <p:spPr>
          <a:xfrm>
            <a:off x="6335714" y="1770062"/>
            <a:ext cx="5811635" cy="3317875"/>
          </a:xfrm>
          <a:prstGeom prst="rect">
            <a:avLst/>
          </a:prstGeom>
        </p:spPr>
      </p:pic>
    </p:spTree>
    <p:extLst>
      <p:ext uri="{BB962C8B-B14F-4D97-AF65-F5344CB8AC3E}">
        <p14:creationId xmlns:p14="http://schemas.microsoft.com/office/powerpoint/2010/main" val="384302148"/>
      </p:ext>
    </p:extLst>
  </p:cSld>
  <p:clrMapOvr>
    <a:masterClrMapping/>
  </p:clrMapOvr>
</p:sld>
</file>

<file path=ppt/theme/theme1.xml><?xml version="1.0" encoding="utf-8"?>
<a:theme xmlns:a="http://schemas.openxmlformats.org/drawingml/2006/main" name="1. Title Slides">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neral Presentation Theme" id="{617D407F-0F1F-405D-A13B-BE7690CBDA2A}" vid="{44CD57B0-E653-4561-A953-0FF3EAB174B5}"/>
    </a:ext>
  </a:extLst>
</a:theme>
</file>

<file path=ppt/theme/theme2.xml><?xml version="1.0" encoding="utf-8"?>
<a:theme xmlns:a="http://schemas.openxmlformats.org/drawingml/2006/main" name="1_1. Title Slides">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neral Presentation Theme" id="{617D407F-0F1F-405D-A13B-BE7690CBDA2A}" vid="{44CD57B0-E653-4561-A953-0FF3EAB174B5}"/>
    </a:ext>
  </a:extLst>
</a:theme>
</file>

<file path=ppt/theme/theme3.xml><?xml version="1.0" encoding="utf-8"?>
<a:theme xmlns:a="http://schemas.openxmlformats.org/drawingml/2006/main" name="2. Agenda">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 City Background">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 Blank Background">
  <a:themeElements>
    <a:clrScheme name="Open Box Colours">
      <a:dk1>
        <a:srgbClr val="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Full Blank">
  <a:themeElements>
    <a:clrScheme name="Open Box Colours">
      <a:dk1>
        <a:sysClr val="windowText" lastClr="000000"/>
      </a:dk1>
      <a:lt1>
        <a:sysClr val="window" lastClr="FFFFFF"/>
      </a:lt1>
      <a:dk2>
        <a:srgbClr val="6E7878"/>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ffbd5dc-7a64-4097-8396-87f6c90b212f">
      <Value>12</Value>
      <Value>10</Value>
      <Value>1</Value>
    </TaxCatchAll>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Custom Software</TermName>
          <TermId xmlns="http://schemas.microsoft.com/office/infopath/2007/PartnerControls">cecfb662-fc63-4c9e-b6e4-2e3797fe6f4f</TermId>
        </TermInfo>
      </Terms>
    </nae5750f31d8428b9a1182bd8e59d390>
    <k6ebf865df8440b3a55c1aa81c9bae7c xmlns="1ffbd5dc-7a64-4097-8396-87f6c90b212f">
      <Terms xmlns="http://schemas.microsoft.com/office/infopath/2007/PartnerControls">
        <TermInfo xmlns="http://schemas.microsoft.com/office/infopath/2007/PartnerControls">
          <TermName xmlns="http://schemas.microsoft.com/office/infopath/2007/PartnerControls">Presentation</TermName>
          <TermId xmlns="http://schemas.microsoft.com/office/infopath/2007/PartnerControls">02c40aa7-d2e0-4382-9499-d2253b5d2a95</TermId>
        </TermInfo>
      </Terms>
    </k6ebf865df8440b3a55c1aa81c9bae7c>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WS Development</TermName>
          <TermId xmlns="http://schemas.microsoft.com/office/infopath/2007/PartnerControls">77821d6b-8d5b-43e3-be80-585fe7b3d172</TermId>
        </TermInfo>
      </Terms>
    </ica44df5449d49f98766f83f0bd254a7>
    <f0dc22cb723843c1bfbb2e8bcc9db6e4 xmlns="1ffbd5dc-7a64-4097-8396-87f6c90b212f">
      <Terms xmlns="http://schemas.microsoft.com/office/infopath/2007/PartnerControls"/>
    </f0dc22cb723843c1bfbb2e8bcc9db6e4>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5676dd91-060c-4b71-810a-dbdca5582071" ContentTypeId="0x010100B16301FA1C2D5E4DB9305F31D037531D020703" PreviousValue="false"/>
</file>

<file path=customXml/item4.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CB5E0C-6DBE-4B5A-8AAC-998D2993C1EE}">
  <ds:schemaRefs>
    <ds:schemaRef ds:uri="http://purl.org/dc/dcmitype/"/>
    <ds:schemaRef ds:uri="1ffbd5dc-7a64-4097-8396-87f6c90b212f"/>
    <ds:schemaRef ds:uri="http://schemas.microsoft.com/office/2006/documentManagement/types"/>
    <ds:schemaRef ds:uri="http://schemas.microsoft.com/office/2006/metadata/properties"/>
    <ds:schemaRef ds:uri="http://www.w3.org/XML/1998/namespace"/>
    <ds:schemaRef ds:uri="http://purl.org/dc/elements/1.1/"/>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FE0A4FC1-74BD-496D-A0A1-41BECF801D37}">
  <ds:schemaRefs>
    <ds:schemaRef ds:uri="http://schemas.microsoft.com/sharepoint/v3/contenttype/forms"/>
  </ds:schemaRefs>
</ds:datastoreItem>
</file>

<file path=customXml/itemProps3.xml><?xml version="1.0" encoding="utf-8"?>
<ds:datastoreItem xmlns:ds="http://schemas.openxmlformats.org/officeDocument/2006/customXml" ds:itemID="{B6D72C02-E279-4A6C-B107-81FD29039443}">
  <ds:schemaRefs>
    <ds:schemaRef ds:uri="Microsoft.SharePoint.Taxonomy.ContentTypeSync"/>
  </ds:schemaRefs>
</ds:datastoreItem>
</file>

<file path=customXml/itemProps4.xml><?xml version="1.0" encoding="utf-8"?>
<ds:datastoreItem xmlns:ds="http://schemas.openxmlformats.org/officeDocument/2006/customXml" ds:itemID="{53CE75E0-57F5-4187-A3D0-DF4EF2060CF1}"/>
</file>

<file path=docProps/app.xml><?xml version="1.0" encoding="utf-8"?>
<Properties xmlns="http://schemas.openxmlformats.org/officeDocument/2006/extended-properties" xmlns:vt="http://schemas.openxmlformats.org/officeDocument/2006/docPropsVTypes">
  <Template>General Presentation Theme</Template>
  <TotalTime>14692</TotalTime>
  <Words>945</Words>
  <Application>Microsoft Macintosh PowerPoint</Application>
  <PresentationFormat>Widescreen</PresentationFormat>
  <Paragraphs>137</Paragraphs>
  <Slides>12</Slides>
  <Notes>1</Notes>
  <HiddenSlides>0</HiddenSlides>
  <MMClips>0</MMClips>
  <ScaleCrop>false</ScaleCrop>
  <HeadingPairs>
    <vt:vector size="8" baseType="variant">
      <vt:variant>
        <vt:lpstr>Fonts Used</vt:lpstr>
      </vt:variant>
      <vt:variant>
        <vt:i4>7</vt:i4>
      </vt:variant>
      <vt:variant>
        <vt:lpstr>Theme</vt:lpstr>
      </vt:variant>
      <vt:variant>
        <vt:i4>6</vt:i4>
      </vt:variant>
      <vt:variant>
        <vt:lpstr>Embedded OLE Servers</vt:lpstr>
      </vt:variant>
      <vt:variant>
        <vt:i4>1</vt:i4>
      </vt:variant>
      <vt:variant>
        <vt:lpstr>Slide Titles</vt:lpstr>
      </vt:variant>
      <vt:variant>
        <vt:i4>12</vt:i4>
      </vt:variant>
    </vt:vector>
  </HeadingPairs>
  <TitlesOfParts>
    <vt:vector size="26" baseType="lpstr">
      <vt:lpstr>Arial</vt:lpstr>
      <vt:lpstr>Calibri</vt:lpstr>
      <vt:lpstr>Courier New</vt:lpstr>
      <vt:lpstr>Proxima Nova Lt</vt:lpstr>
      <vt:lpstr>Proxima Nova Rg</vt:lpstr>
      <vt:lpstr>Segoe UI</vt:lpstr>
      <vt:lpstr>Verdana</vt:lpstr>
      <vt:lpstr>1. Title Slides</vt:lpstr>
      <vt:lpstr>1_1. Title Slides</vt:lpstr>
      <vt:lpstr>2. Agenda</vt:lpstr>
      <vt:lpstr>3. City Background</vt:lpstr>
      <vt:lpstr>4. Blank Background</vt:lpstr>
      <vt:lpstr>Full Blank</vt:lpstr>
      <vt:lpstr>Microsoft Excel Worksheet</vt:lpstr>
      <vt:lpstr>Salesforce 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Skye Van Aswegen</dc:creator>
  <cp:lastModifiedBy>Sam Duncan</cp:lastModifiedBy>
  <cp:revision>51</cp:revision>
  <dcterms:created xsi:type="dcterms:W3CDTF">2017-07-12T09:03:21Z</dcterms:created>
  <dcterms:modified xsi:type="dcterms:W3CDTF">2023-04-03T07:51:14Z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Business Document Type">
    <vt:lpwstr>5;#Marketing Document|83188caa-7371-410d-bb78-033c2f6b2dcb</vt:lpwstr>
  </property>
  <property fmtid="{D5CDD505-2E9C-101B-9397-08002B2CF9AE}" pid="4" name="display_urn">
    <vt:lpwstr>Skye Van Aswegen</vt:lpwstr>
  </property>
  <property fmtid="{D5CDD505-2E9C-101B-9397-08002B2CF9AE}" pid="5" name="Order">
    <vt:r8>41700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AuthorIds_UIVersion_3">
    <vt:lpwstr>22</vt:lpwstr>
  </property>
  <property fmtid="{D5CDD505-2E9C-101B-9397-08002B2CF9AE}" pid="11" name="AuthorIds_UIVersion_4">
    <vt:lpwstr>27</vt:lpwstr>
  </property>
  <property fmtid="{D5CDD505-2E9C-101B-9397-08002B2CF9AE}" pid="12" name="lcf76f155ced4ddcb4097134ff3c332f">
    <vt:lpwstr/>
  </property>
  <property fmtid="{D5CDD505-2E9C-101B-9397-08002B2CF9AE}" pid="13" name="MediaServiceImageTags">
    <vt:lpwstr/>
  </property>
  <property fmtid="{D5CDD505-2E9C-101B-9397-08002B2CF9AE}" pid="14" name="Project Document Type">
    <vt:lpwstr>12;#Presentation|02c40aa7-d2e0-4382-9499-d2253b5d2a95</vt:lpwstr>
  </property>
  <property fmtid="{D5CDD505-2E9C-101B-9397-08002B2CF9AE}" pid="15" name="Division">
    <vt:lpwstr>1;#Custom Software|cecfb662-fc63-4c9e-b6e4-2e3797fe6f4f</vt:lpwstr>
  </property>
  <property fmtid="{D5CDD505-2E9C-101B-9397-08002B2CF9AE}" pid="16" name="Client">
    <vt:lpwstr>10;#WS Development|77821d6b-8d5b-43e3-be80-585fe7b3d172</vt:lpwstr>
  </property>
  <property fmtid="{D5CDD505-2E9C-101B-9397-08002B2CF9AE}" pid="17" name="Client Project">
    <vt:lpwstr/>
  </property>
  <property fmtid="{D5CDD505-2E9C-101B-9397-08002B2CF9AE}" pid="18" name="SharedWithUsers">
    <vt:lpwstr>177;#Handre Van Der Merwe;#210;#Sam Duncan;#23;#Craig Mackintosh</vt:lpwstr>
  </property>
  <property fmtid="{D5CDD505-2E9C-101B-9397-08002B2CF9AE}" pid="19" name="Prospective Client">
    <vt:lpwstr/>
  </property>
  <property fmtid="{D5CDD505-2E9C-101B-9397-08002B2CF9AE}" pid="20" name="Prospective_x0020_Client">
    <vt:lpwstr/>
  </property>
  <property fmtid="{D5CDD505-2E9C-101B-9397-08002B2CF9AE}" pid="21" name="Project_x0020_Document_x0020_Type">
    <vt:lpwstr>12;#Presentation|02c40aa7-d2e0-4382-9499-d2253b5d2a95</vt:lpwstr>
  </property>
  <property fmtid="{D5CDD505-2E9C-101B-9397-08002B2CF9AE}" pid="22" name="Client_x0020_Project">
    <vt:lpwstr/>
  </property>
</Properties>
</file>