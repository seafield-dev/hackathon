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5"/>
  </p:sldMasterIdLst>
  <p:notesMasterIdLst>
    <p:notesMasterId r:id="rId7"/>
  </p:notesMasterIdLst>
  <p:handoutMasterIdLst>
    <p:handoutMasterId r:id="rId8"/>
  </p:handoutMasterIdLst>
  <p:sldIdLst>
    <p:sldId id="536" r:id="rId6"/>
  </p:sldIdLst>
  <p:sldSz cx="10691813" cy="7559675"/>
  <p:notesSz cx="6858000" cy="9144000"/>
  <p:defaultTextStyle>
    <a:defPPr>
      <a:defRPr lang="en-US"/>
    </a:defPPr>
    <a:lvl1pPr marL="0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39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478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17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0957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695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435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174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1914" algn="l" defTabSz="497739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AAAA"/>
    <a:srgbClr val="BCD727"/>
    <a:srgbClr val="7F7F7F"/>
    <a:srgbClr val="6E7878"/>
    <a:srgbClr val="0D110F"/>
    <a:srgbClr val="F6F7F7"/>
    <a:srgbClr val="797979"/>
    <a:srgbClr val="636363"/>
    <a:srgbClr val="535353"/>
    <a:srgbClr val="A6C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A18AA-BF4B-711A-7F0D-C459034D65D3}" v="12" dt="2024-10-17T08:00:00.090"/>
    <p1510:client id="{4B25D4DB-37B6-4145-9D1E-20EE16547D07}" v="228" dt="2024-10-17T10:02:20.918"/>
    <p1510:client id="{EA0BA900-CAFD-4B9A-ADEB-5D2F71E76E68}" v="87" dt="2024-10-16T10:09:19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336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Smycz" userId="S::jsmycz@openboxsoftware.com::d03db9f2-e007-4614-ba87-e09f2c7a507f" providerId="AD" clId="Web-{E0B810EA-03E7-1896-B906-FB8B9F2760CE}"/>
    <pc:docChg chg="modSld">
      <pc:chgData name="Jacob Smycz" userId="S::jsmycz@openboxsoftware.com::d03db9f2-e007-4614-ba87-e09f2c7a507f" providerId="AD" clId="Web-{E0B810EA-03E7-1896-B906-FB8B9F2760CE}" dt="2024-10-07T11:14:24.730" v="147" actId="20577"/>
      <pc:docMkLst>
        <pc:docMk/>
      </pc:docMkLst>
      <pc:sldChg chg="modSp">
        <pc:chgData name="Jacob Smycz" userId="S::jsmycz@openboxsoftware.com::d03db9f2-e007-4614-ba87-e09f2c7a507f" providerId="AD" clId="Web-{E0B810EA-03E7-1896-B906-FB8B9F2760CE}" dt="2024-10-07T11:14:24.730" v="147" actId="20577"/>
        <pc:sldMkLst>
          <pc:docMk/>
          <pc:sldMk cId="3063247775" sldId="536"/>
        </pc:sldMkLst>
        <pc:spChg chg="mod">
          <ac:chgData name="Jacob Smycz" userId="S::jsmycz@openboxsoftware.com::d03db9f2-e007-4614-ba87-e09f2c7a507f" providerId="AD" clId="Web-{E0B810EA-03E7-1896-B906-FB8B9F2760CE}" dt="2024-10-07T11:14:24.730" v="147" actId="20577"/>
          <ac:spMkLst>
            <pc:docMk/>
            <pc:sldMk cId="3063247775" sldId="536"/>
            <ac:spMk id="7" creationId="{AA8A5553-4148-7F73-8A7E-ECB7F9A8694A}"/>
          </ac:spMkLst>
        </pc:spChg>
        <pc:spChg chg="mod">
          <ac:chgData name="Jacob Smycz" userId="S::jsmycz@openboxsoftware.com::d03db9f2-e007-4614-ba87-e09f2c7a507f" providerId="AD" clId="Web-{E0B810EA-03E7-1896-B906-FB8B9F2760CE}" dt="2024-10-07T10:22:11.423" v="4" actId="20577"/>
          <ac:spMkLst>
            <pc:docMk/>
            <pc:sldMk cId="3063247775" sldId="536"/>
            <ac:spMk id="8" creationId="{1A1DF9C5-CC73-F361-B5A8-C4C3AC899B63}"/>
          </ac:spMkLst>
        </pc:spChg>
      </pc:sldChg>
    </pc:docChg>
  </pc:docChgLst>
  <pc:docChgLst>
    <pc:chgData name="Judith Ancketill" userId="S::jancketill@openboxsoftware.com::8f3c2413-fefa-4bc6-9f98-e266e3e0094d" providerId="AD" clId="Web-{0D0A18AA-BF4B-711A-7F0D-C459034D65D3}"/>
    <pc:docChg chg="modSld">
      <pc:chgData name="Judith Ancketill" userId="S::jancketill@openboxsoftware.com::8f3c2413-fefa-4bc6-9f98-e266e3e0094d" providerId="AD" clId="Web-{0D0A18AA-BF4B-711A-7F0D-C459034D65D3}" dt="2024-10-17T08:00:00.090" v="10"/>
      <pc:docMkLst>
        <pc:docMk/>
      </pc:docMkLst>
      <pc:sldChg chg="modSp">
        <pc:chgData name="Judith Ancketill" userId="S::jancketill@openboxsoftware.com::8f3c2413-fefa-4bc6-9f98-e266e3e0094d" providerId="AD" clId="Web-{0D0A18AA-BF4B-711A-7F0D-C459034D65D3}" dt="2024-10-17T08:00:00.090" v="10"/>
        <pc:sldMkLst>
          <pc:docMk/>
          <pc:sldMk cId="3063247775" sldId="536"/>
        </pc:sldMkLst>
        <pc:spChg chg="mod">
          <ac:chgData name="Judith Ancketill" userId="S::jancketill@openboxsoftware.com::8f3c2413-fefa-4bc6-9f98-e266e3e0094d" providerId="AD" clId="Web-{0D0A18AA-BF4B-711A-7F0D-C459034D65D3}" dt="2024-10-17T07:59:36.965" v="7" actId="20577"/>
          <ac:spMkLst>
            <pc:docMk/>
            <pc:sldMk cId="3063247775" sldId="536"/>
            <ac:spMk id="7" creationId="{AA8A5553-4148-7F73-8A7E-ECB7F9A8694A}"/>
          </ac:spMkLst>
        </pc:spChg>
        <pc:spChg chg="mod">
          <ac:chgData name="Judith Ancketill" userId="S::jancketill@openboxsoftware.com::8f3c2413-fefa-4bc6-9f98-e266e3e0094d" providerId="AD" clId="Web-{0D0A18AA-BF4B-711A-7F0D-C459034D65D3}" dt="2024-10-17T07:59:48.090" v="8" actId="20577"/>
          <ac:spMkLst>
            <pc:docMk/>
            <pc:sldMk cId="3063247775" sldId="536"/>
            <ac:spMk id="8" creationId="{1A1DF9C5-CC73-F361-B5A8-C4C3AC899B63}"/>
          </ac:spMkLst>
        </pc:spChg>
        <pc:spChg chg="mod">
          <ac:chgData name="Judith Ancketill" userId="S::jancketill@openboxsoftware.com::8f3c2413-fefa-4bc6-9f98-e266e3e0094d" providerId="AD" clId="Web-{0D0A18AA-BF4B-711A-7F0D-C459034D65D3}" dt="2024-10-17T07:58:59.260" v="4" actId="20577"/>
          <ac:spMkLst>
            <pc:docMk/>
            <pc:sldMk cId="3063247775" sldId="536"/>
            <ac:spMk id="11" creationId="{206BB340-E129-0AE9-01AC-73F8C692FF9E}"/>
          </ac:spMkLst>
        </pc:spChg>
        <pc:spChg chg="mod">
          <ac:chgData name="Judith Ancketill" userId="S::jancketill@openboxsoftware.com::8f3c2413-fefa-4bc6-9f98-e266e3e0094d" providerId="AD" clId="Web-{0D0A18AA-BF4B-711A-7F0D-C459034D65D3}" dt="2024-10-17T07:59:27.871" v="6" actId="20577"/>
          <ac:spMkLst>
            <pc:docMk/>
            <pc:sldMk cId="3063247775" sldId="536"/>
            <ac:spMk id="12" creationId="{6C1CEF4A-C8DE-A6F8-88CB-F7123FF07C1C}"/>
          </ac:spMkLst>
        </pc:spChg>
        <pc:spChg chg="mod">
          <ac:chgData name="Judith Ancketill" userId="S::jancketill@openboxsoftware.com::8f3c2413-fefa-4bc6-9f98-e266e3e0094d" providerId="AD" clId="Web-{0D0A18AA-BF4B-711A-7F0D-C459034D65D3}" dt="2024-10-17T08:00:00.090" v="10"/>
          <ac:spMkLst>
            <pc:docMk/>
            <pc:sldMk cId="3063247775" sldId="536"/>
            <ac:spMk id="66" creationId="{54E57A78-4A85-3D2E-083B-47F42D1C83F2}"/>
          </ac:spMkLst>
        </pc:spChg>
        <pc:spChg chg="mod">
          <ac:chgData name="Judith Ancketill" userId="S::jancketill@openboxsoftware.com::8f3c2413-fefa-4bc6-9f98-e266e3e0094d" providerId="AD" clId="Web-{0D0A18AA-BF4B-711A-7F0D-C459034D65D3}" dt="2024-10-17T07:59:15.761" v="5" actId="20577"/>
          <ac:spMkLst>
            <pc:docMk/>
            <pc:sldMk cId="3063247775" sldId="536"/>
            <ac:spMk id="81" creationId="{4E2470CA-4C0B-EF7E-36C1-E149D5563E4E}"/>
          </ac:spMkLst>
        </pc:spChg>
        <pc:picChg chg="mod">
          <ac:chgData name="Judith Ancketill" userId="S::jancketill@openboxsoftware.com::8f3c2413-fefa-4bc6-9f98-e266e3e0094d" providerId="AD" clId="Web-{0D0A18AA-BF4B-711A-7F0D-C459034D65D3}" dt="2024-10-17T07:58:15.025" v="3"/>
          <ac:picMkLst>
            <pc:docMk/>
            <pc:sldMk cId="3063247775" sldId="536"/>
            <ac:picMk id="69" creationId="{5EECEEA5-0312-F9CE-22DB-9FC32E937AF4}"/>
          </ac:picMkLst>
        </pc:picChg>
      </pc:sldChg>
    </pc:docChg>
  </pc:docChgLst>
  <pc:docChgLst>
    <pc:chgData name="Lori Hughes" userId="4471f276-471a-463a-9fb8-882a60d3c6e3" providerId="ADAL" clId="{4B25D4DB-37B6-4145-9D1E-20EE16547D07}"/>
    <pc:docChg chg="undo redo custSel modSld">
      <pc:chgData name="Lori Hughes" userId="4471f276-471a-463a-9fb8-882a60d3c6e3" providerId="ADAL" clId="{4B25D4DB-37B6-4145-9D1E-20EE16547D07}" dt="2024-10-17T10:02:20.918" v="227" actId="1076"/>
      <pc:docMkLst>
        <pc:docMk/>
      </pc:docMkLst>
      <pc:sldChg chg="addSp delSp modSp mod">
        <pc:chgData name="Lori Hughes" userId="4471f276-471a-463a-9fb8-882a60d3c6e3" providerId="ADAL" clId="{4B25D4DB-37B6-4145-9D1E-20EE16547D07}" dt="2024-10-17T10:02:20.918" v="227" actId="1076"/>
        <pc:sldMkLst>
          <pc:docMk/>
          <pc:sldMk cId="3063247775" sldId="536"/>
        </pc:sldMkLst>
        <pc:spChg chg="mod">
          <ac:chgData name="Lori Hughes" userId="4471f276-471a-463a-9fb8-882a60d3c6e3" providerId="ADAL" clId="{4B25D4DB-37B6-4145-9D1E-20EE16547D07}" dt="2024-10-17T10:02:20.918" v="227" actId="1076"/>
          <ac:spMkLst>
            <pc:docMk/>
            <pc:sldMk cId="3063247775" sldId="536"/>
            <ac:spMk id="3" creationId="{5C075993-6CFB-9B7F-21D7-9DBD59FE370A}"/>
          </ac:spMkLst>
        </pc:spChg>
        <pc:spChg chg="mod">
          <ac:chgData name="Lori Hughes" userId="4471f276-471a-463a-9fb8-882a60d3c6e3" providerId="ADAL" clId="{4B25D4DB-37B6-4145-9D1E-20EE16547D07}" dt="2024-10-17T10:01:58.024" v="214" actId="1076"/>
          <ac:spMkLst>
            <pc:docMk/>
            <pc:sldMk cId="3063247775" sldId="536"/>
            <ac:spMk id="5" creationId="{89D03E8E-1584-EA19-265F-E7CC5292EDDE}"/>
          </ac:spMkLst>
        </pc:spChg>
        <pc:spChg chg="mod">
          <ac:chgData name="Lori Hughes" userId="4471f276-471a-463a-9fb8-882a60d3c6e3" providerId="ADAL" clId="{4B25D4DB-37B6-4145-9D1E-20EE16547D07}" dt="2024-10-17T09:54:34.520" v="184" actId="14100"/>
          <ac:spMkLst>
            <pc:docMk/>
            <pc:sldMk cId="3063247775" sldId="536"/>
            <ac:spMk id="7" creationId="{AA8A5553-4148-7F73-8A7E-ECB7F9A8694A}"/>
          </ac:spMkLst>
        </pc:spChg>
        <pc:spChg chg="mod">
          <ac:chgData name="Lori Hughes" userId="4471f276-471a-463a-9fb8-882a60d3c6e3" providerId="ADAL" clId="{4B25D4DB-37B6-4145-9D1E-20EE16547D07}" dt="2024-10-17T09:54:09.820" v="177" actId="1076"/>
          <ac:spMkLst>
            <pc:docMk/>
            <pc:sldMk cId="3063247775" sldId="536"/>
            <ac:spMk id="8" creationId="{1A1DF9C5-CC73-F361-B5A8-C4C3AC899B63}"/>
          </ac:spMkLst>
        </pc:spChg>
        <pc:spChg chg="add del mod">
          <ac:chgData name="Lori Hughes" userId="4471f276-471a-463a-9fb8-882a60d3c6e3" providerId="ADAL" clId="{4B25D4DB-37B6-4145-9D1E-20EE16547D07}" dt="2024-10-17T09:47:03.032" v="22" actId="478"/>
          <ac:spMkLst>
            <pc:docMk/>
            <pc:sldMk cId="3063247775" sldId="536"/>
            <ac:spMk id="9" creationId="{5D59665C-3EDF-4B96-B3AF-AAC30BBB5985}"/>
          </ac:spMkLst>
        </pc:spChg>
        <pc:spChg chg="add 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10" creationId="{A06E06F6-0CD7-57FC-6212-4B77DC5F8A18}"/>
          </ac:spMkLst>
        </pc:spChg>
        <pc:spChg chg="mod">
          <ac:chgData name="Lori Hughes" userId="4471f276-471a-463a-9fb8-882a60d3c6e3" providerId="ADAL" clId="{4B25D4DB-37B6-4145-9D1E-20EE16547D07}" dt="2024-10-17T10:02:20.918" v="227" actId="1076"/>
          <ac:spMkLst>
            <pc:docMk/>
            <pc:sldMk cId="3063247775" sldId="536"/>
            <ac:spMk id="11" creationId="{206BB340-E129-0AE9-01AC-73F8C692FF9E}"/>
          </ac:spMkLst>
        </pc:spChg>
        <pc:spChg chg="mod">
          <ac:chgData name="Lori Hughes" userId="4471f276-471a-463a-9fb8-882a60d3c6e3" providerId="ADAL" clId="{4B25D4DB-37B6-4145-9D1E-20EE16547D07}" dt="2024-10-17T09:52:42.074" v="165" actId="948"/>
          <ac:spMkLst>
            <pc:docMk/>
            <pc:sldMk cId="3063247775" sldId="536"/>
            <ac:spMk id="12" creationId="{6C1CEF4A-C8DE-A6F8-88CB-F7123FF07C1C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13" creationId="{B3205D78-C284-0776-605C-403E270829F8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45" creationId="{0F48C8E8-755F-770B-890C-C9221F7CF66C}"/>
          </ac:spMkLst>
        </pc:spChg>
        <pc:spChg chg="del">
          <ac:chgData name="Lori Hughes" userId="4471f276-471a-463a-9fb8-882a60d3c6e3" providerId="ADAL" clId="{4B25D4DB-37B6-4145-9D1E-20EE16547D07}" dt="2024-10-17T09:43:51.181" v="13" actId="478"/>
          <ac:spMkLst>
            <pc:docMk/>
            <pc:sldMk cId="3063247775" sldId="536"/>
            <ac:spMk id="56" creationId="{68074216-C71A-5199-DF02-24FD2AC7999A}"/>
          </ac:spMkLst>
        </pc:spChg>
        <pc:spChg chg="del">
          <ac:chgData name="Lori Hughes" userId="4471f276-471a-463a-9fb8-882a60d3c6e3" providerId="ADAL" clId="{4B25D4DB-37B6-4145-9D1E-20EE16547D07}" dt="2024-10-17T09:43:52.525" v="14" actId="478"/>
          <ac:spMkLst>
            <pc:docMk/>
            <pc:sldMk cId="3063247775" sldId="536"/>
            <ac:spMk id="62" creationId="{D954F162-5866-037B-6AF9-3BAE7759F419}"/>
          </ac:spMkLst>
        </pc:spChg>
        <pc:spChg chg="mod">
          <ac:chgData name="Lori Hughes" userId="4471f276-471a-463a-9fb8-882a60d3c6e3" providerId="ADAL" clId="{4B25D4DB-37B6-4145-9D1E-20EE16547D07}" dt="2024-10-17T10:02:02.729" v="221" actId="14100"/>
          <ac:spMkLst>
            <pc:docMk/>
            <pc:sldMk cId="3063247775" sldId="536"/>
            <ac:spMk id="64" creationId="{CA04ED44-8AF9-C196-287F-80ABB0B7FD9B}"/>
          </ac:spMkLst>
        </pc:spChg>
        <pc:spChg chg="mod">
          <ac:chgData name="Lori Hughes" userId="4471f276-471a-463a-9fb8-882a60d3c6e3" providerId="ADAL" clId="{4B25D4DB-37B6-4145-9D1E-20EE16547D07}" dt="2024-10-17T09:54:21.449" v="182" actId="1076"/>
          <ac:spMkLst>
            <pc:docMk/>
            <pc:sldMk cId="3063247775" sldId="536"/>
            <ac:spMk id="66" creationId="{54E57A78-4A85-3D2E-083B-47F42D1C83F2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67" creationId="{10DB7910-B846-CDA2-091F-9A160BF6DA7B}"/>
          </ac:spMkLst>
        </pc:spChg>
        <pc:spChg chg="mod">
          <ac:chgData name="Lori Hughes" userId="4471f276-471a-463a-9fb8-882a60d3c6e3" providerId="ADAL" clId="{4B25D4DB-37B6-4145-9D1E-20EE16547D07}" dt="2024-10-17T09:48:45.452" v="75" actId="207"/>
          <ac:spMkLst>
            <pc:docMk/>
            <pc:sldMk cId="3063247775" sldId="536"/>
            <ac:spMk id="70" creationId="{D9071E0B-DD48-DB8B-9292-7941C86B3773}"/>
          </ac:spMkLst>
        </pc:spChg>
        <pc:spChg chg="mod">
          <ac:chgData name="Lori Hughes" userId="4471f276-471a-463a-9fb8-882a60d3c6e3" providerId="ADAL" clId="{4B25D4DB-37B6-4145-9D1E-20EE16547D07}" dt="2024-10-17T09:48:40.868" v="74" actId="1076"/>
          <ac:spMkLst>
            <pc:docMk/>
            <pc:sldMk cId="3063247775" sldId="536"/>
            <ac:spMk id="76" creationId="{7FB86D24-02EC-90B0-67BB-7AD1B48DB8B1}"/>
          </ac:spMkLst>
        </pc:spChg>
        <pc:spChg chg="mod">
          <ac:chgData name="Lori Hughes" userId="4471f276-471a-463a-9fb8-882a60d3c6e3" providerId="ADAL" clId="{4B25D4DB-37B6-4145-9D1E-20EE16547D07}" dt="2024-10-17T09:59:44.349" v="194" actId="948"/>
          <ac:spMkLst>
            <pc:docMk/>
            <pc:sldMk cId="3063247775" sldId="536"/>
            <ac:spMk id="80" creationId="{F2BBB03F-0CD7-CDBA-D289-072748856E35}"/>
          </ac:spMkLst>
        </pc:spChg>
        <pc:spChg chg="mod">
          <ac:chgData name="Lori Hughes" userId="4471f276-471a-463a-9fb8-882a60d3c6e3" providerId="ADAL" clId="{4B25D4DB-37B6-4145-9D1E-20EE16547D07}" dt="2024-10-17T10:02:03.691" v="223" actId="14100"/>
          <ac:spMkLst>
            <pc:docMk/>
            <pc:sldMk cId="3063247775" sldId="536"/>
            <ac:spMk id="81" creationId="{4E2470CA-4C0B-EF7E-36C1-E149D5563E4E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82" creationId="{E115FDF1-44F7-4884-C5AC-D726C23046A6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83" creationId="{57463C39-27FE-894C-C818-EF4A51E42829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84" creationId="{7B7E916C-33FA-1EF3-3797-37EFB7193E07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85" creationId="{29848399-8753-8AF0-A613-40F462EDFB0B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86" creationId="{4B4E0341-3F43-0195-6F48-7F6CCF91EEDF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87" creationId="{A72F9769-2A29-CBB2-1CB2-85F0F0BB093B}"/>
          </ac:spMkLst>
        </pc:spChg>
        <pc:spChg chg="mod">
          <ac:chgData name="Lori Hughes" userId="4471f276-471a-463a-9fb8-882a60d3c6e3" providerId="ADAL" clId="{4B25D4DB-37B6-4145-9D1E-20EE16547D07}" dt="2024-10-17T09:54:27.871" v="183" actId="1076"/>
          <ac:spMkLst>
            <pc:docMk/>
            <pc:sldMk cId="3063247775" sldId="536"/>
            <ac:spMk id="88" creationId="{37F66168-1E44-EB50-8DEA-50371A0C0837}"/>
          </ac:spMkLst>
        </pc:spChg>
        <pc:spChg chg="mod">
          <ac:chgData name="Lori Hughes" userId="4471f276-471a-463a-9fb8-882a60d3c6e3" providerId="ADAL" clId="{4B25D4DB-37B6-4145-9D1E-20EE16547D07}" dt="2024-10-17T10:00:21.508" v="196" actId="113"/>
          <ac:spMkLst>
            <pc:docMk/>
            <pc:sldMk cId="3063247775" sldId="536"/>
            <ac:spMk id="89" creationId="{2AA033F3-8875-1688-6FEF-D4F68F61D59E}"/>
          </ac:spMkLst>
        </pc:spChg>
        <pc:spChg chg="mod">
          <ac:chgData name="Lori Hughes" userId="4471f276-471a-463a-9fb8-882a60d3c6e3" providerId="ADAL" clId="{4B25D4DB-37B6-4145-9D1E-20EE16547D07}" dt="2024-10-17T10:00:21.508" v="196" actId="113"/>
          <ac:spMkLst>
            <pc:docMk/>
            <pc:sldMk cId="3063247775" sldId="536"/>
            <ac:spMk id="91" creationId="{8FFA44B3-757D-E47A-E22C-A411CA2F1422}"/>
          </ac:spMkLst>
        </pc:spChg>
        <pc:spChg chg="mod">
          <ac:chgData name="Lori Hughes" userId="4471f276-471a-463a-9fb8-882a60d3c6e3" providerId="ADAL" clId="{4B25D4DB-37B6-4145-9D1E-20EE16547D07}" dt="2024-10-17T10:00:21.508" v="196" actId="113"/>
          <ac:spMkLst>
            <pc:docMk/>
            <pc:sldMk cId="3063247775" sldId="536"/>
            <ac:spMk id="92" creationId="{82E8B604-F778-BF66-864A-E0F6DEB66DC4}"/>
          </ac:spMkLst>
        </pc:spChg>
        <pc:spChg chg="mod">
          <ac:chgData name="Lori Hughes" userId="4471f276-471a-463a-9fb8-882a60d3c6e3" providerId="ADAL" clId="{4B25D4DB-37B6-4145-9D1E-20EE16547D07}" dt="2024-10-17T10:00:57.788" v="203" actId="14100"/>
          <ac:spMkLst>
            <pc:docMk/>
            <pc:sldMk cId="3063247775" sldId="536"/>
            <ac:spMk id="93" creationId="{7AFC8C45-0EF0-A3F2-54D0-F076062B839D}"/>
          </ac:spMkLst>
        </pc:spChg>
        <pc:grpChg chg="del">
          <ac:chgData name="Lori Hughes" userId="4471f276-471a-463a-9fb8-882a60d3c6e3" providerId="ADAL" clId="{4B25D4DB-37B6-4145-9D1E-20EE16547D07}" dt="2024-10-17T09:43:55.286" v="16" actId="478"/>
          <ac:grpSpMkLst>
            <pc:docMk/>
            <pc:sldMk cId="3063247775" sldId="536"/>
            <ac:grpSpMk id="51" creationId="{CB41D10F-4DD4-77C7-6D01-C0829ACC9F0B}"/>
          </ac:grpSpMkLst>
        </pc:grpChg>
        <pc:grpChg chg="del">
          <ac:chgData name="Lori Hughes" userId="4471f276-471a-463a-9fb8-882a60d3c6e3" providerId="ADAL" clId="{4B25D4DB-37B6-4145-9D1E-20EE16547D07}" dt="2024-10-17T09:43:49.503" v="12" actId="478"/>
          <ac:grpSpMkLst>
            <pc:docMk/>
            <pc:sldMk cId="3063247775" sldId="536"/>
            <ac:grpSpMk id="57" creationId="{7D9C01FD-F076-4C6E-FC49-37CD6E4C36BC}"/>
          </ac:grpSpMkLst>
        </pc:grpChg>
        <pc:grpChg chg="mod">
          <ac:chgData name="Lori Hughes" userId="4471f276-471a-463a-9fb8-882a60d3c6e3" providerId="ADAL" clId="{4B25D4DB-37B6-4145-9D1E-20EE16547D07}" dt="2024-10-17T09:48:09.230" v="67"/>
          <ac:grpSpMkLst>
            <pc:docMk/>
            <pc:sldMk cId="3063247775" sldId="536"/>
            <ac:grpSpMk id="68" creationId="{0F414F8F-1BA4-AC6E-8D70-73E1424498E1}"/>
          </ac:grpSpMkLst>
        </pc:grpChg>
        <pc:grpChg chg="mod">
          <ac:chgData name="Lori Hughes" userId="4471f276-471a-463a-9fb8-882a60d3c6e3" providerId="ADAL" clId="{4B25D4DB-37B6-4145-9D1E-20EE16547D07}" dt="2024-10-17T09:48:16.691" v="71"/>
          <ac:grpSpMkLst>
            <pc:docMk/>
            <pc:sldMk cId="3063247775" sldId="536"/>
            <ac:grpSpMk id="74" creationId="{40D8B9AA-006C-E980-BD37-DD4BBABF1A83}"/>
          </ac:grpSpMkLst>
        </pc:grpChg>
        <pc:picChg chg="mod">
          <ac:chgData name="Lori Hughes" userId="4471f276-471a-463a-9fb8-882a60d3c6e3" providerId="ADAL" clId="{4B25D4DB-37B6-4145-9D1E-20EE16547D07}" dt="2024-10-17T09:49:20.284" v="151"/>
          <ac:picMkLst>
            <pc:docMk/>
            <pc:sldMk cId="3063247775" sldId="536"/>
            <ac:picMk id="69" creationId="{5EECEEA5-0312-F9CE-22DB-9FC32E937AF4}"/>
          </ac:picMkLst>
        </pc:picChg>
        <pc:picChg chg="mod">
          <ac:chgData name="Lori Hughes" userId="4471f276-471a-463a-9fb8-882a60d3c6e3" providerId="ADAL" clId="{4B25D4DB-37B6-4145-9D1E-20EE16547D07}" dt="2024-10-17T09:49:03.412" v="112"/>
          <ac:picMkLst>
            <pc:docMk/>
            <pc:sldMk cId="3063247775" sldId="536"/>
            <ac:picMk id="75" creationId="{3C725A4A-A676-B5AE-2898-2BB35D14C119}"/>
          </ac:picMkLst>
        </pc:picChg>
      </pc:sldChg>
    </pc:docChg>
  </pc:docChgLst>
  <pc:docChgLst>
    <pc:chgData name="Jacob Smycz" userId="S::jsmycz@openboxsoftware.com::d03db9f2-e007-4614-ba87-e09f2c7a507f" providerId="AD" clId="Web-{62E10464-2730-ED3A-DED1-500CDC1A9911}"/>
    <pc:docChg chg="modSld">
      <pc:chgData name="Jacob Smycz" userId="S::jsmycz@openboxsoftware.com::d03db9f2-e007-4614-ba87-e09f2c7a507f" providerId="AD" clId="Web-{62E10464-2730-ED3A-DED1-500CDC1A9911}" dt="2024-10-04T13:52:41.796" v="155" actId="20577"/>
      <pc:docMkLst>
        <pc:docMk/>
      </pc:docMkLst>
      <pc:sldChg chg="modSp">
        <pc:chgData name="Jacob Smycz" userId="S::jsmycz@openboxsoftware.com::d03db9f2-e007-4614-ba87-e09f2c7a507f" providerId="AD" clId="Web-{62E10464-2730-ED3A-DED1-500CDC1A9911}" dt="2024-10-04T13:52:41.796" v="155" actId="20577"/>
        <pc:sldMkLst>
          <pc:docMk/>
          <pc:sldMk cId="3063247775" sldId="536"/>
        </pc:sldMkLst>
        <pc:spChg chg="mod">
          <ac:chgData name="Jacob Smycz" userId="S::jsmycz@openboxsoftware.com::d03db9f2-e007-4614-ba87-e09f2c7a507f" providerId="AD" clId="Web-{62E10464-2730-ED3A-DED1-500CDC1A9911}" dt="2024-10-04T13:52:41.796" v="155" actId="20577"/>
          <ac:spMkLst>
            <pc:docMk/>
            <pc:sldMk cId="3063247775" sldId="536"/>
            <ac:spMk id="8" creationId="{1A1DF9C5-CC73-F361-B5A8-C4C3AC899B63}"/>
          </ac:spMkLst>
        </pc:spChg>
      </pc:sldChg>
    </pc:docChg>
  </pc:docChgLst>
  <pc:docChgLst>
    <pc:chgData name="Judith Ancketill" userId="8f3c2413-fefa-4bc6-9f98-e266e3e0094d" providerId="ADAL" clId="{B78A54F8-7174-4D10-ACDB-252C779C4517}"/>
    <pc:docChg chg="undo custSel modSld">
      <pc:chgData name="Judith Ancketill" userId="8f3c2413-fefa-4bc6-9f98-e266e3e0094d" providerId="ADAL" clId="{B78A54F8-7174-4D10-ACDB-252C779C4517}" dt="2024-09-30T11:48:19.967" v="62" actId="20577"/>
      <pc:docMkLst>
        <pc:docMk/>
      </pc:docMkLst>
      <pc:sldChg chg="addSp delSp modSp mod">
        <pc:chgData name="Judith Ancketill" userId="8f3c2413-fefa-4bc6-9f98-e266e3e0094d" providerId="ADAL" clId="{B78A54F8-7174-4D10-ACDB-252C779C4517}" dt="2024-09-30T11:48:19.967" v="62" actId="20577"/>
        <pc:sldMkLst>
          <pc:docMk/>
          <pc:sldMk cId="3063247775" sldId="536"/>
        </pc:sldMkLst>
        <pc:spChg chg="mod">
          <ac:chgData name="Judith Ancketill" userId="8f3c2413-fefa-4bc6-9f98-e266e3e0094d" providerId="ADAL" clId="{B78A54F8-7174-4D10-ACDB-252C779C4517}" dt="2024-09-30T11:46:10.666" v="6"/>
          <ac:spMkLst>
            <pc:docMk/>
            <pc:sldMk cId="3063247775" sldId="536"/>
            <ac:spMk id="7" creationId="{AA8A5553-4148-7F73-8A7E-ECB7F9A8694A}"/>
          </ac:spMkLst>
        </pc:spChg>
        <pc:spChg chg="mod">
          <ac:chgData name="Judith Ancketill" userId="8f3c2413-fefa-4bc6-9f98-e266e3e0094d" providerId="ADAL" clId="{B78A54F8-7174-4D10-ACDB-252C779C4517}" dt="2024-09-30T11:46:22.704" v="10"/>
          <ac:spMkLst>
            <pc:docMk/>
            <pc:sldMk cId="3063247775" sldId="536"/>
            <ac:spMk id="8" creationId="{1A1DF9C5-CC73-F361-B5A8-C4C3AC899B63}"/>
          </ac:spMkLst>
        </pc:spChg>
        <pc:spChg chg="add mod">
          <ac:chgData name="Judith Ancketill" userId="8f3c2413-fefa-4bc6-9f98-e266e3e0094d" providerId="ADAL" clId="{B78A54F8-7174-4D10-ACDB-252C779C4517}" dt="2024-09-30T11:47:47.235" v="35" actId="1076"/>
          <ac:spMkLst>
            <pc:docMk/>
            <pc:sldMk cId="3063247775" sldId="536"/>
            <ac:spMk id="9" creationId="{40DCF1FF-DE57-3181-F7EC-4FC91C2E0836}"/>
          </ac:spMkLst>
        </pc:spChg>
        <pc:spChg chg="mod">
          <ac:chgData name="Judith Ancketill" userId="8f3c2413-fefa-4bc6-9f98-e266e3e0094d" providerId="ADAL" clId="{B78A54F8-7174-4D10-ACDB-252C779C4517}" dt="2024-09-30T11:46:02.339" v="4" actId="6549"/>
          <ac:spMkLst>
            <pc:docMk/>
            <pc:sldMk cId="3063247775" sldId="536"/>
            <ac:spMk id="11" creationId="{206BB340-E129-0AE9-01AC-73F8C692FF9E}"/>
          </ac:spMkLst>
        </pc:spChg>
        <pc:spChg chg="mod">
          <ac:chgData name="Judith Ancketill" userId="8f3c2413-fefa-4bc6-9f98-e266e3e0094d" providerId="ADAL" clId="{B78A54F8-7174-4D10-ACDB-252C779C4517}" dt="2024-09-30T11:48:19.967" v="62" actId="20577"/>
          <ac:spMkLst>
            <pc:docMk/>
            <pc:sldMk cId="3063247775" sldId="536"/>
            <ac:spMk id="12" creationId="{6C1CEF4A-C8DE-A6F8-88CB-F7123FF07C1C}"/>
          </ac:spMkLst>
        </pc:spChg>
        <pc:spChg chg="del">
          <ac:chgData name="Judith Ancketill" userId="8f3c2413-fefa-4bc6-9f98-e266e3e0094d" providerId="ADAL" clId="{B78A54F8-7174-4D10-ACDB-252C779C4517}" dt="2024-09-30T11:47:27.428" v="32" actId="478"/>
          <ac:spMkLst>
            <pc:docMk/>
            <pc:sldMk cId="3063247775" sldId="536"/>
            <ac:spMk id="39" creationId="{D705232B-262B-D14B-339E-B3B2F0EEF3E6}"/>
          </ac:spMkLst>
        </pc:spChg>
        <pc:spChg chg="del">
          <ac:chgData name="Judith Ancketill" userId="8f3c2413-fefa-4bc6-9f98-e266e3e0094d" providerId="ADAL" clId="{B78A54F8-7174-4D10-ACDB-252C779C4517}" dt="2024-09-30T11:47:22.467" v="29" actId="478"/>
          <ac:spMkLst>
            <pc:docMk/>
            <pc:sldMk cId="3063247775" sldId="536"/>
            <ac:spMk id="41" creationId="{A12A2F24-12E4-C344-3415-F388BCE3B51E}"/>
          </ac:spMkLst>
        </pc:spChg>
        <pc:spChg chg="del">
          <ac:chgData name="Judith Ancketill" userId="8f3c2413-fefa-4bc6-9f98-e266e3e0094d" providerId="ADAL" clId="{B78A54F8-7174-4D10-ACDB-252C779C4517}" dt="2024-09-30T11:47:16.002" v="25" actId="478"/>
          <ac:spMkLst>
            <pc:docMk/>
            <pc:sldMk cId="3063247775" sldId="536"/>
            <ac:spMk id="42" creationId="{857EAE23-936E-380F-6A64-974973036D91}"/>
          </ac:spMkLst>
        </pc:spChg>
        <pc:spChg chg="del">
          <ac:chgData name="Judith Ancketill" userId="8f3c2413-fefa-4bc6-9f98-e266e3e0094d" providerId="ADAL" clId="{B78A54F8-7174-4D10-ACDB-252C779C4517}" dt="2024-09-30T11:47:11.473" v="23" actId="478"/>
          <ac:spMkLst>
            <pc:docMk/>
            <pc:sldMk cId="3063247775" sldId="536"/>
            <ac:spMk id="43" creationId="{05FA1004-30CC-2FDA-9481-E5B22C03A301}"/>
          </ac:spMkLst>
        </pc:spChg>
        <pc:spChg chg="del">
          <ac:chgData name="Judith Ancketill" userId="8f3c2413-fefa-4bc6-9f98-e266e3e0094d" providerId="ADAL" clId="{B78A54F8-7174-4D10-ACDB-252C779C4517}" dt="2024-09-30T11:47:07.942" v="21" actId="478"/>
          <ac:spMkLst>
            <pc:docMk/>
            <pc:sldMk cId="3063247775" sldId="536"/>
            <ac:spMk id="44" creationId="{452EED24-C205-86F7-CAE7-FD8B874ADCA3}"/>
          </ac:spMkLst>
        </pc:spChg>
        <pc:spChg chg="del mod">
          <ac:chgData name="Judith Ancketill" userId="8f3c2413-fefa-4bc6-9f98-e266e3e0094d" providerId="ADAL" clId="{B78A54F8-7174-4D10-ACDB-252C779C4517}" dt="2024-09-30T11:47:04.376" v="19" actId="478"/>
          <ac:spMkLst>
            <pc:docMk/>
            <pc:sldMk cId="3063247775" sldId="536"/>
            <ac:spMk id="45" creationId="{BC6D2C18-3302-4B95-92E6-8AC94711817D}"/>
          </ac:spMkLst>
        </pc:spChg>
        <pc:spChg chg="del">
          <ac:chgData name="Judith Ancketill" userId="8f3c2413-fefa-4bc6-9f98-e266e3e0094d" providerId="ADAL" clId="{B78A54F8-7174-4D10-ACDB-252C779C4517}" dt="2024-09-30T11:47:05.916" v="20" actId="478"/>
          <ac:spMkLst>
            <pc:docMk/>
            <pc:sldMk cId="3063247775" sldId="536"/>
            <ac:spMk id="46" creationId="{657AAE38-8381-AB18-E6EB-40228FA34D9B}"/>
          </ac:spMkLst>
        </pc:spChg>
        <pc:spChg chg="del">
          <ac:chgData name="Judith Ancketill" userId="8f3c2413-fefa-4bc6-9f98-e266e3e0094d" providerId="ADAL" clId="{B78A54F8-7174-4D10-ACDB-252C779C4517}" dt="2024-09-30T11:47:09.161" v="22" actId="478"/>
          <ac:spMkLst>
            <pc:docMk/>
            <pc:sldMk cId="3063247775" sldId="536"/>
            <ac:spMk id="47" creationId="{415B1155-307F-EB3D-35DF-85ECF5A66E33}"/>
          </ac:spMkLst>
        </pc:spChg>
        <pc:spChg chg="del">
          <ac:chgData name="Judith Ancketill" userId="8f3c2413-fefa-4bc6-9f98-e266e3e0094d" providerId="ADAL" clId="{B78A54F8-7174-4D10-ACDB-252C779C4517}" dt="2024-09-30T11:47:13.229" v="24" actId="478"/>
          <ac:spMkLst>
            <pc:docMk/>
            <pc:sldMk cId="3063247775" sldId="536"/>
            <ac:spMk id="48" creationId="{8E7F00E6-1796-66EB-BAD1-66021A47FC5E}"/>
          </ac:spMkLst>
        </pc:spChg>
        <pc:spChg chg="del">
          <ac:chgData name="Judith Ancketill" userId="8f3c2413-fefa-4bc6-9f98-e266e3e0094d" providerId="ADAL" clId="{B78A54F8-7174-4D10-ACDB-252C779C4517}" dt="2024-09-30T11:47:17.079" v="26" actId="478"/>
          <ac:spMkLst>
            <pc:docMk/>
            <pc:sldMk cId="3063247775" sldId="536"/>
            <ac:spMk id="49" creationId="{5D72E170-7E41-C689-5A50-36AB4FF8038D}"/>
          </ac:spMkLst>
        </pc:spChg>
        <pc:spChg chg="del">
          <ac:chgData name="Judith Ancketill" userId="8f3c2413-fefa-4bc6-9f98-e266e3e0094d" providerId="ADAL" clId="{B78A54F8-7174-4D10-ACDB-252C779C4517}" dt="2024-09-30T11:47:23.911" v="30" actId="478"/>
          <ac:spMkLst>
            <pc:docMk/>
            <pc:sldMk cId="3063247775" sldId="536"/>
            <ac:spMk id="50" creationId="{42E9FAEE-293E-4A0F-180A-02DC26204278}"/>
          </ac:spMkLst>
        </pc:spChg>
        <pc:spChg chg="del">
          <ac:chgData name="Judith Ancketill" userId="8f3c2413-fefa-4bc6-9f98-e266e3e0094d" providerId="ADAL" clId="{B78A54F8-7174-4D10-ACDB-252C779C4517}" dt="2024-09-30T11:47:28.666" v="33" actId="478"/>
          <ac:spMkLst>
            <pc:docMk/>
            <pc:sldMk cId="3063247775" sldId="536"/>
            <ac:spMk id="51" creationId="{FD2D10F1-2DB7-14F0-E97D-4C01D9D48AD3}"/>
          </ac:spMkLst>
        </pc:spChg>
        <pc:spChg chg="del">
          <ac:chgData name="Judith Ancketill" userId="8f3c2413-fefa-4bc6-9f98-e266e3e0094d" providerId="ADAL" clId="{B78A54F8-7174-4D10-ACDB-252C779C4517}" dt="2024-09-30T11:47:00.498" v="17" actId="478"/>
          <ac:spMkLst>
            <pc:docMk/>
            <pc:sldMk cId="3063247775" sldId="536"/>
            <ac:spMk id="57" creationId="{D9E6ABCE-B0EE-E69F-A694-64B43E24E6B1}"/>
          </ac:spMkLst>
        </pc:spChg>
        <pc:spChg chg="del">
          <ac:chgData name="Judith Ancketill" userId="8f3c2413-fefa-4bc6-9f98-e266e3e0094d" providerId="ADAL" clId="{B78A54F8-7174-4D10-ACDB-252C779C4517}" dt="2024-09-30T11:47:25.717" v="31" actId="478"/>
          <ac:spMkLst>
            <pc:docMk/>
            <pc:sldMk cId="3063247775" sldId="536"/>
            <ac:spMk id="63" creationId="{CEEE62FF-31A0-57F7-2C4F-0A7E54CC846B}"/>
          </ac:spMkLst>
        </pc:spChg>
        <pc:spChg chg="del">
          <ac:chgData name="Judith Ancketill" userId="8f3c2413-fefa-4bc6-9f98-e266e3e0094d" providerId="ADAL" clId="{B78A54F8-7174-4D10-ACDB-252C779C4517}" dt="2024-09-30T11:47:18.810" v="27" actId="478"/>
          <ac:spMkLst>
            <pc:docMk/>
            <pc:sldMk cId="3063247775" sldId="536"/>
            <ac:spMk id="64" creationId="{BC9010DE-751D-0AD3-F892-6A4EEF12E98B}"/>
          </ac:spMkLst>
        </pc:spChg>
        <pc:spChg chg="del">
          <ac:chgData name="Judith Ancketill" userId="8f3c2413-fefa-4bc6-9f98-e266e3e0094d" providerId="ADAL" clId="{B78A54F8-7174-4D10-ACDB-252C779C4517}" dt="2024-09-30T11:46:52.888" v="14" actId="478"/>
          <ac:spMkLst>
            <pc:docMk/>
            <pc:sldMk cId="3063247775" sldId="536"/>
            <ac:spMk id="65" creationId="{60E81223-8E30-D50A-303D-ADD0DA2476A4}"/>
          </ac:spMkLst>
        </pc:spChg>
        <pc:spChg chg="del">
          <ac:chgData name="Judith Ancketill" userId="8f3c2413-fefa-4bc6-9f98-e266e3e0094d" providerId="ADAL" clId="{B78A54F8-7174-4D10-ACDB-252C779C4517}" dt="2024-09-30T11:46:51.528" v="13" actId="478"/>
          <ac:spMkLst>
            <pc:docMk/>
            <pc:sldMk cId="3063247775" sldId="536"/>
            <ac:spMk id="66" creationId="{8E4D1AB3-52D4-7FF3-F444-F83E17A5D9AA}"/>
          </ac:spMkLst>
        </pc:spChg>
        <pc:spChg chg="del mod">
          <ac:chgData name="Judith Ancketill" userId="8f3c2413-fefa-4bc6-9f98-e266e3e0094d" providerId="ADAL" clId="{B78A54F8-7174-4D10-ACDB-252C779C4517}" dt="2024-09-30T11:46:49.668" v="12" actId="478"/>
          <ac:spMkLst>
            <pc:docMk/>
            <pc:sldMk cId="3063247775" sldId="536"/>
            <ac:spMk id="67" creationId="{F9114203-BEC5-D076-95F2-22C828DB7D22}"/>
          </ac:spMkLst>
        </pc:spChg>
        <pc:spChg chg="mod">
          <ac:chgData name="Judith Ancketill" userId="8f3c2413-fefa-4bc6-9f98-e266e3e0094d" providerId="ADAL" clId="{B78A54F8-7174-4D10-ACDB-252C779C4517}" dt="2024-09-30T11:45:49.458" v="1"/>
          <ac:spMkLst>
            <pc:docMk/>
            <pc:sldMk cId="3063247775" sldId="536"/>
            <ac:spMk id="81" creationId="{4E2470CA-4C0B-EF7E-36C1-E149D5563E4E}"/>
          </ac:spMkLst>
        </pc:spChg>
        <pc:grpChg chg="del">
          <ac:chgData name="Judith Ancketill" userId="8f3c2413-fefa-4bc6-9f98-e266e3e0094d" providerId="ADAL" clId="{B78A54F8-7174-4D10-ACDB-252C779C4517}" dt="2024-09-30T11:46:57.123" v="16" actId="478"/>
          <ac:grpSpMkLst>
            <pc:docMk/>
            <pc:sldMk cId="3063247775" sldId="536"/>
            <ac:grpSpMk id="52" creationId="{CA8D58E8-3EFD-D1AA-E13F-61CC3F1A061F}"/>
          </ac:grpSpMkLst>
        </pc:grpChg>
        <pc:grpChg chg="del">
          <ac:chgData name="Judith Ancketill" userId="8f3c2413-fefa-4bc6-9f98-e266e3e0094d" providerId="ADAL" clId="{B78A54F8-7174-4D10-ACDB-252C779C4517}" dt="2024-09-30T11:47:20.432" v="28" actId="478"/>
          <ac:grpSpMkLst>
            <pc:docMk/>
            <pc:sldMk cId="3063247775" sldId="536"/>
            <ac:grpSpMk id="58" creationId="{60A6ED7F-A0F4-9E80-4344-8FBAD58F67BF}"/>
          </ac:grpSpMkLst>
        </pc:grpChg>
      </pc:sldChg>
    </pc:docChg>
  </pc:docChgLst>
  <pc:docChgLst>
    <pc:chgData name="Shaun Barrett" userId="2e21295b-21c9-4734-b4c8-23b29a1a1ba3" providerId="ADAL" clId="{EA0BA900-CAFD-4B9A-ADEB-5D2F71E76E68}"/>
    <pc:docChg chg="undo redo custSel modSld">
      <pc:chgData name="Shaun Barrett" userId="2e21295b-21c9-4734-b4c8-23b29a1a1ba3" providerId="ADAL" clId="{EA0BA900-CAFD-4B9A-ADEB-5D2F71E76E68}" dt="2024-10-16T11:30:01.877" v="2296" actId="20577"/>
      <pc:docMkLst>
        <pc:docMk/>
      </pc:docMkLst>
      <pc:sldChg chg="addSp delSp modSp mod">
        <pc:chgData name="Shaun Barrett" userId="2e21295b-21c9-4734-b4c8-23b29a1a1ba3" providerId="ADAL" clId="{EA0BA900-CAFD-4B9A-ADEB-5D2F71E76E68}" dt="2024-10-16T11:30:01.877" v="2296" actId="20577"/>
        <pc:sldMkLst>
          <pc:docMk/>
          <pc:sldMk cId="3063247775" sldId="536"/>
        </pc:sldMkLst>
        <pc:spChg chg="mod">
          <ac:chgData name="Shaun Barrett" userId="2e21295b-21c9-4734-b4c8-23b29a1a1ba3" providerId="ADAL" clId="{EA0BA900-CAFD-4B9A-ADEB-5D2F71E76E68}" dt="2024-10-04T06:51:32.725" v="961" actId="1076"/>
          <ac:spMkLst>
            <pc:docMk/>
            <pc:sldMk cId="3063247775" sldId="536"/>
            <ac:spMk id="6" creationId="{2994FAE4-40D2-2467-4CBF-5C9ED713CA8C}"/>
          </ac:spMkLst>
        </pc:spChg>
        <pc:spChg chg="mod">
          <ac:chgData name="Shaun Barrett" userId="2e21295b-21c9-4734-b4c8-23b29a1a1ba3" providerId="ADAL" clId="{EA0BA900-CAFD-4B9A-ADEB-5D2F71E76E68}" dt="2024-10-15T15:16:22.594" v="2091" actId="313"/>
          <ac:spMkLst>
            <pc:docMk/>
            <pc:sldMk cId="3063247775" sldId="536"/>
            <ac:spMk id="7" creationId="{AA8A5553-4148-7F73-8A7E-ECB7F9A8694A}"/>
          </ac:spMkLst>
        </pc:spChg>
        <pc:spChg chg="mod">
          <ac:chgData name="Shaun Barrett" userId="2e21295b-21c9-4734-b4c8-23b29a1a1ba3" providerId="ADAL" clId="{EA0BA900-CAFD-4B9A-ADEB-5D2F71E76E68}" dt="2024-10-04T06:22:47.779" v="497" actId="6549"/>
          <ac:spMkLst>
            <pc:docMk/>
            <pc:sldMk cId="3063247775" sldId="536"/>
            <ac:spMk id="8" creationId="{1A1DF9C5-CC73-F361-B5A8-C4C3AC899B63}"/>
          </ac:spMkLst>
        </pc:spChg>
        <pc:spChg chg="del">
          <ac:chgData name="Shaun Barrett" userId="2e21295b-21c9-4734-b4c8-23b29a1a1ba3" providerId="ADAL" clId="{EA0BA900-CAFD-4B9A-ADEB-5D2F71E76E68}" dt="2024-10-04T06:51:07.004" v="954" actId="478"/>
          <ac:spMkLst>
            <pc:docMk/>
            <pc:sldMk cId="3063247775" sldId="536"/>
            <ac:spMk id="9" creationId="{40DCF1FF-DE57-3181-F7EC-4FC91C2E0836}"/>
          </ac:spMkLst>
        </pc:spChg>
        <pc:spChg chg="add del mod">
          <ac:chgData name="Shaun Barrett" userId="2e21295b-21c9-4734-b4c8-23b29a1a1ba3" providerId="ADAL" clId="{EA0BA900-CAFD-4B9A-ADEB-5D2F71E76E68}" dt="2024-10-04T06:58:35.884" v="1349" actId="478"/>
          <ac:spMkLst>
            <pc:docMk/>
            <pc:sldMk cId="3063247775" sldId="536"/>
            <ac:spMk id="10" creationId="{754F7859-822F-E240-5E3E-62891309676B}"/>
          </ac:spMkLst>
        </pc:spChg>
        <pc:spChg chg="mod">
          <ac:chgData name="Shaun Barrett" userId="2e21295b-21c9-4734-b4c8-23b29a1a1ba3" providerId="ADAL" clId="{EA0BA900-CAFD-4B9A-ADEB-5D2F71E76E68}" dt="2024-10-15T15:15:02.895" v="2061" actId="20577"/>
          <ac:spMkLst>
            <pc:docMk/>
            <pc:sldMk cId="3063247775" sldId="536"/>
            <ac:spMk id="11" creationId="{206BB340-E129-0AE9-01AC-73F8C692FF9E}"/>
          </ac:spMkLst>
        </pc:spChg>
        <pc:spChg chg="mod">
          <ac:chgData name="Shaun Barrett" userId="2e21295b-21c9-4734-b4c8-23b29a1a1ba3" providerId="ADAL" clId="{EA0BA900-CAFD-4B9A-ADEB-5D2F71E76E68}" dt="2024-10-15T15:13:48.618" v="2032" actId="20577"/>
          <ac:spMkLst>
            <pc:docMk/>
            <pc:sldMk cId="3063247775" sldId="536"/>
            <ac:spMk id="12" creationId="{6C1CEF4A-C8DE-A6F8-88CB-F7123FF07C1C}"/>
          </ac:spMkLst>
        </pc:spChg>
        <pc:spChg chg="add mod">
          <ac:chgData name="Shaun Barrett" userId="2e21295b-21c9-4734-b4c8-23b29a1a1ba3" providerId="ADAL" clId="{EA0BA900-CAFD-4B9A-ADEB-5D2F71E76E68}" dt="2024-10-16T10:07:59.705" v="2171" actId="1035"/>
          <ac:spMkLst>
            <pc:docMk/>
            <pc:sldMk cId="3063247775" sldId="536"/>
            <ac:spMk id="13" creationId="{B3205D78-C284-0776-605C-403E270829F8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28" creationId="{FE4CA227-4D3B-8A5E-C7BD-4F107FA779F6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29" creationId="{E9130AE8-DCF5-27AD-F489-DADBBE952FB8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30" creationId="{35DCA33E-F652-76DD-AD1B-7C5050A08338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31" creationId="{673F627B-9805-D227-8BE8-DA22FD685117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35" creationId="{6FBBB323-6507-99F4-BDA4-04086F2E044B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36" creationId="{1EF1E304-DBD8-11EA-9083-3E976638DC43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37" creationId="{59D01B58-7CAC-5171-0FE4-CA939DB346B7}"/>
          </ac:spMkLst>
        </pc:spChg>
        <pc:spChg chg="add del mod">
          <ac:chgData name="Shaun Barrett" userId="2e21295b-21c9-4734-b4c8-23b29a1a1ba3" providerId="ADAL" clId="{EA0BA900-CAFD-4B9A-ADEB-5D2F71E76E68}" dt="2024-10-04T12:19:44.295" v="1974" actId="478"/>
          <ac:spMkLst>
            <pc:docMk/>
            <pc:sldMk cId="3063247775" sldId="536"/>
            <ac:spMk id="38" creationId="{DDBED6CA-046F-2770-C347-BA1B502C535E}"/>
          </ac:spMkLst>
        </pc:spChg>
        <pc:spChg chg="add del mod">
          <ac:chgData name="Shaun Barrett" userId="2e21295b-21c9-4734-b4c8-23b29a1a1ba3" providerId="ADAL" clId="{EA0BA900-CAFD-4B9A-ADEB-5D2F71E76E68}" dt="2024-10-04T06:58:38.954" v="1351" actId="478"/>
          <ac:spMkLst>
            <pc:docMk/>
            <pc:sldMk cId="3063247775" sldId="536"/>
            <ac:spMk id="39" creationId="{1CEBF692-4970-196E-2E16-7A9AF2ECB321}"/>
          </ac:spMkLst>
        </pc:spChg>
        <pc:spChg chg="mod">
          <ac:chgData name="Shaun Barrett" userId="2e21295b-21c9-4734-b4c8-23b29a1a1ba3" providerId="ADAL" clId="{EA0BA900-CAFD-4B9A-ADEB-5D2F71E76E68}" dt="2024-10-16T10:07:59.705" v="2171" actId="1035"/>
          <ac:spMkLst>
            <pc:docMk/>
            <pc:sldMk cId="3063247775" sldId="536"/>
            <ac:spMk id="40" creationId="{B46E05F5-8F6D-46BD-63AB-ACF7977D2410}"/>
          </ac:spMkLst>
        </pc:spChg>
        <pc:spChg chg="add del mod">
          <ac:chgData name="Shaun Barrett" userId="2e21295b-21c9-4734-b4c8-23b29a1a1ba3" providerId="ADAL" clId="{EA0BA900-CAFD-4B9A-ADEB-5D2F71E76E68}" dt="2024-10-04T06:58:39.801" v="1352" actId="478"/>
          <ac:spMkLst>
            <pc:docMk/>
            <pc:sldMk cId="3063247775" sldId="536"/>
            <ac:spMk id="41" creationId="{EE07B83F-4F30-0D37-11EC-A0B7FA1B11E2}"/>
          </ac:spMkLst>
        </pc:spChg>
        <pc:spChg chg="add del mod">
          <ac:chgData name="Shaun Barrett" userId="2e21295b-21c9-4734-b4c8-23b29a1a1ba3" providerId="ADAL" clId="{EA0BA900-CAFD-4B9A-ADEB-5D2F71E76E68}" dt="2024-10-04T06:58:40.554" v="1353" actId="478"/>
          <ac:spMkLst>
            <pc:docMk/>
            <pc:sldMk cId="3063247775" sldId="536"/>
            <ac:spMk id="42" creationId="{61F9EAED-D045-098F-4334-D60B0569E520}"/>
          </ac:spMkLst>
        </pc:spChg>
        <pc:spChg chg="add del mod">
          <ac:chgData name="Shaun Barrett" userId="2e21295b-21c9-4734-b4c8-23b29a1a1ba3" providerId="ADAL" clId="{EA0BA900-CAFD-4B9A-ADEB-5D2F71E76E68}" dt="2024-10-04T06:58:41.804" v="1354" actId="478"/>
          <ac:spMkLst>
            <pc:docMk/>
            <pc:sldMk cId="3063247775" sldId="536"/>
            <ac:spMk id="43" creationId="{F5CEA29B-C657-CEDA-9F6C-6E59836E60E3}"/>
          </ac:spMkLst>
        </pc:spChg>
        <pc:spChg chg="add del mod">
          <ac:chgData name="Shaun Barrett" userId="2e21295b-21c9-4734-b4c8-23b29a1a1ba3" providerId="ADAL" clId="{EA0BA900-CAFD-4B9A-ADEB-5D2F71E76E68}" dt="2024-10-04T06:55:15.179" v="1319" actId="478"/>
          <ac:spMkLst>
            <pc:docMk/>
            <pc:sldMk cId="3063247775" sldId="536"/>
            <ac:spMk id="44" creationId="{30589C78-D64A-5C83-AEA7-BBA08F6F3496}"/>
          </ac:spMkLst>
        </pc:spChg>
        <pc:spChg chg="add mod">
          <ac:chgData name="Shaun Barrett" userId="2e21295b-21c9-4734-b4c8-23b29a1a1ba3" providerId="ADAL" clId="{EA0BA900-CAFD-4B9A-ADEB-5D2F71E76E68}" dt="2024-10-16T10:08:49.606" v="2173" actId="108"/>
          <ac:spMkLst>
            <pc:docMk/>
            <pc:sldMk cId="3063247775" sldId="536"/>
            <ac:spMk id="45" creationId="{0F48C8E8-755F-770B-890C-C9221F7CF66C}"/>
          </ac:spMkLst>
        </pc:spChg>
        <pc:spChg chg="add del mod">
          <ac:chgData name="Shaun Barrett" userId="2e21295b-21c9-4734-b4c8-23b29a1a1ba3" providerId="ADAL" clId="{EA0BA900-CAFD-4B9A-ADEB-5D2F71E76E68}" dt="2024-10-04T06:59:09.293" v="1380" actId="478"/>
          <ac:spMkLst>
            <pc:docMk/>
            <pc:sldMk cId="3063247775" sldId="536"/>
            <ac:spMk id="46" creationId="{8E71F9E9-6EE7-D878-04CC-C96AADB1A071}"/>
          </ac:spMkLst>
        </pc:spChg>
        <pc:spChg chg="add del mod">
          <ac:chgData name="Shaun Barrett" userId="2e21295b-21c9-4734-b4c8-23b29a1a1ba3" providerId="ADAL" clId="{EA0BA900-CAFD-4B9A-ADEB-5D2F71E76E68}" dt="2024-10-04T06:59:10.297" v="1381" actId="478"/>
          <ac:spMkLst>
            <pc:docMk/>
            <pc:sldMk cId="3063247775" sldId="536"/>
            <ac:spMk id="47" creationId="{B37BD935-0C03-568A-B067-A35F18903469}"/>
          </ac:spMkLst>
        </pc:spChg>
        <pc:spChg chg="add del mod">
          <ac:chgData name="Shaun Barrett" userId="2e21295b-21c9-4734-b4c8-23b29a1a1ba3" providerId="ADAL" clId="{EA0BA900-CAFD-4B9A-ADEB-5D2F71E76E68}" dt="2024-10-04T06:59:12.107" v="1383" actId="478"/>
          <ac:spMkLst>
            <pc:docMk/>
            <pc:sldMk cId="3063247775" sldId="536"/>
            <ac:spMk id="48" creationId="{DAA9E84D-6903-AB10-DDF6-5DAE9A740D0E}"/>
          </ac:spMkLst>
        </pc:spChg>
        <pc:spChg chg="add del mod">
          <ac:chgData name="Shaun Barrett" userId="2e21295b-21c9-4734-b4c8-23b29a1a1ba3" providerId="ADAL" clId="{EA0BA900-CAFD-4B9A-ADEB-5D2F71E76E68}" dt="2024-10-04T06:59:13.515" v="1384" actId="478"/>
          <ac:spMkLst>
            <pc:docMk/>
            <pc:sldMk cId="3063247775" sldId="536"/>
            <ac:spMk id="49" creationId="{0920D2EE-E780-DE0C-F59C-E9155F4BA134}"/>
          </ac:spMkLst>
        </pc:spChg>
        <pc:spChg chg="add del mod">
          <ac:chgData name="Shaun Barrett" userId="2e21295b-21c9-4734-b4c8-23b29a1a1ba3" providerId="ADAL" clId="{EA0BA900-CAFD-4B9A-ADEB-5D2F71E76E68}" dt="2024-10-04T06:59:15.017" v="1385" actId="478"/>
          <ac:spMkLst>
            <pc:docMk/>
            <pc:sldMk cId="3063247775" sldId="536"/>
            <ac:spMk id="50" creationId="{3E864418-1B6E-67F4-824E-42AF5ED94864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52" creationId="{61EA84F0-C04B-A5D8-1699-EDD0312B9BDA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53" creationId="{717A883A-3CAB-9142-A563-A90EDDB2A627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54" creationId="{CDB5A93B-288F-52A8-1BA0-224F62F4FA2E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55" creationId="{348C09AC-DA5C-EBE9-C6B8-0B81B94E7748}"/>
          </ac:spMkLst>
        </pc:spChg>
        <pc:spChg chg="add mod">
          <ac:chgData name="Shaun Barrett" userId="2e21295b-21c9-4734-b4c8-23b29a1a1ba3" providerId="ADAL" clId="{EA0BA900-CAFD-4B9A-ADEB-5D2F71E76E68}" dt="2024-10-16T10:07:14.878" v="2139" actId="1076"/>
          <ac:spMkLst>
            <pc:docMk/>
            <pc:sldMk cId="3063247775" sldId="536"/>
            <ac:spMk id="56" creationId="{68074216-C71A-5199-DF02-24FD2AC7999A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58" creationId="{07FA0CCD-BCAE-A8BA-35AF-B3FFCC01A618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59" creationId="{C749A1A0-D019-819A-0AFE-8BA0340882C8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60" creationId="{3A4FEAEF-C6CA-C878-905D-BB16DBDEE150}"/>
          </ac:spMkLst>
        </pc:spChg>
        <pc:spChg chg="mod">
          <ac:chgData name="Shaun Barrett" userId="2e21295b-21c9-4734-b4c8-23b29a1a1ba3" providerId="ADAL" clId="{EA0BA900-CAFD-4B9A-ADEB-5D2F71E76E68}" dt="2024-10-04T06:51:09.314" v="955"/>
          <ac:spMkLst>
            <pc:docMk/>
            <pc:sldMk cId="3063247775" sldId="536"/>
            <ac:spMk id="61" creationId="{E16946B3-A89C-8A43-CA05-CE0955A819FA}"/>
          </ac:spMkLst>
        </pc:spChg>
        <pc:spChg chg="add mod">
          <ac:chgData name="Shaun Barrett" userId="2e21295b-21c9-4734-b4c8-23b29a1a1ba3" providerId="ADAL" clId="{EA0BA900-CAFD-4B9A-ADEB-5D2F71E76E68}" dt="2024-10-16T10:07:14.878" v="2139" actId="1076"/>
          <ac:spMkLst>
            <pc:docMk/>
            <pc:sldMk cId="3063247775" sldId="536"/>
            <ac:spMk id="62" creationId="{D954F162-5866-037B-6AF9-3BAE7759F419}"/>
          </ac:spMkLst>
        </pc:spChg>
        <pc:spChg chg="add del mod">
          <ac:chgData name="Shaun Barrett" userId="2e21295b-21c9-4734-b4c8-23b29a1a1ba3" providerId="ADAL" clId="{EA0BA900-CAFD-4B9A-ADEB-5D2F71E76E68}" dt="2024-10-04T09:23:36.832" v="1682" actId="478"/>
          <ac:spMkLst>
            <pc:docMk/>
            <pc:sldMk cId="3063247775" sldId="536"/>
            <ac:spMk id="63" creationId="{C4C240D1-8181-6F93-0BFC-2C38E0FC4CF0}"/>
          </ac:spMkLst>
        </pc:spChg>
        <pc:spChg chg="add mod">
          <ac:chgData name="Shaun Barrett" userId="2e21295b-21c9-4734-b4c8-23b29a1a1ba3" providerId="ADAL" clId="{EA0BA900-CAFD-4B9A-ADEB-5D2F71E76E68}" dt="2024-10-16T10:07:59.705" v="2171" actId="1035"/>
          <ac:spMkLst>
            <pc:docMk/>
            <pc:sldMk cId="3063247775" sldId="536"/>
            <ac:spMk id="64" creationId="{CA04ED44-8AF9-C196-287F-80ABB0B7FD9B}"/>
          </ac:spMkLst>
        </pc:spChg>
        <pc:spChg chg="add del mod">
          <ac:chgData name="Shaun Barrett" userId="2e21295b-21c9-4734-b4c8-23b29a1a1ba3" providerId="ADAL" clId="{EA0BA900-CAFD-4B9A-ADEB-5D2F71E76E68}" dt="2024-10-04T09:47:03.887" v="1792" actId="478"/>
          <ac:spMkLst>
            <pc:docMk/>
            <pc:sldMk cId="3063247775" sldId="536"/>
            <ac:spMk id="65" creationId="{315B2CE5-0F9A-F944-1900-C0E882D5FD13}"/>
          </ac:spMkLst>
        </pc:spChg>
        <pc:spChg chg="add mod">
          <ac:chgData name="Shaun Barrett" userId="2e21295b-21c9-4734-b4c8-23b29a1a1ba3" providerId="ADAL" clId="{EA0BA900-CAFD-4B9A-ADEB-5D2F71E76E68}" dt="2024-10-16T10:03:15.903" v="2121" actId="1076"/>
          <ac:spMkLst>
            <pc:docMk/>
            <pc:sldMk cId="3063247775" sldId="536"/>
            <ac:spMk id="66" creationId="{54E57A78-4A85-3D2E-083B-47F42D1C83F2}"/>
          </ac:spMkLst>
        </pc:spChg>
        <pc:spChg chg="add mod">
          <ac:chgData name="Shaun Barrett" userId="2e21295b-21c9-4734-b4c8-23b29a1a1ba3" providerId="ADAL" clId="{EA0BA900-CAFD-4B9A-ADEB-5D2F71E76E68}" dt="2024-10-16T10:10:35.988" v="2190" actId="108"/>
          <ac:spMkLst>
            <pc:docMk/>
            <pc:sldMk cId="3063247775" sldId="536"/>
            <ac:spMk id="67" creationId="{10DB7910-B846-CDA2-091F-9A160BF6DA7B}"/>
          </ac:spMkLst>
        </pc:spChg>
        <pc:spChg chg="add mod">
          <ac:chgData name="Shaun Barrett" userId="2e21295b-21c9-4734-b4c8-23b29a1a1ba3" providerId="ADAL" clId="{EA0BA900-CAFD-4B9A-ADEB-5D2F71E76E68}" dt="2024-10-16T10:09:03.077" v="2175" actId="108"/>
          <ac:spMkLst>
            <pc:docMk/>
            <pc:sldMk cId="3063247775" sldId="536"/>
            <ac:spMk id="80" creationId="{F2BBB03F-0CD7-CDBA-D289-072748856E35}"/>
          </ac:spMkLst>
        </pc:spChg>
        <pc:spChg chg="mod">
          <ac:chgData name="Shaun Barrett" userId="2e21295b-21c9-4734-b4c8-23b29a1a1ba3" providerId="ADAL" clId="{EA0BA900-CAFD-4B9A-ADEB-5D2F71E76E68}" dt="2024-10-16T11:30:01.877" v="2296" actId="20577"/>
          <ac:spMkLst>
            <pc:docMk/>
            <pc:sldMk cId="3063247775" sldId="536"/>
            <ac:spMk id="81" creationId="{4E2470CA-4C0B-EF7E-36C1-E149D5563E4E}"/>
          </ac:spMkLst>
        </pc:spChg>
        <pc:spChg chg="add mod">
          <ac:chgData name="Shaun Barrett" userId="2e21295b-21c9-4734-b4c8-23b29a1a1ba3" providerId="ADAL" clId="{EA0BA900-CAFD-4B9A-ADEB-5D2F71E76E68}" dt="2024-10-16T10:10:30.223" v="2188" actId="108"/>
          <ac:spMkLst>
            <pc:docMk/>
            <pc:sldMk cId="3063247775" sldId="536"/>
            <ac:spMk id="82" creationId="{E115FDF1-44F7-4884-C5AC-D726C23046A6}"/>
          </ac:spMkLst>
        </pc:spChg>
        <pc:spChg chg="add mod">
          <ac:chgData name="Shaun Barrett" userId="2e21295b-21c9-4734-b4c8-23b29a1a1ba3" providerId="ADAL" clId="{EA0BA900-CAFD-4B9A-ADEB-5D2F71E76E68}" dt="2024-10-16T10:09:10.513" v="2176" actId="108"/>
          <ac:spMkLst>
            <pc:docMk/>
            <pc:sldMk cId="3063247775" sldId="536"/>
            <ac:spMk id="83" creationId="{57463C39-27FE-894C-C818-EF4A51E42829}"/>
          </ac:spMkLst>
        </pc:spChg>
        <pc:spChg chg="add mod">
          <ac:chgData name="Shaun Barrett" userId="2e21295b-21c9-4734-b4c8-23b29a1a1ba3" providerId="ADAL" clId="{EA0BA900-CAFD-4B9A-ADEB-5D2F71E76E68}" dt="2024-10-16T10:10:29.741" v="2187" actId="108"/>
          <ac:spMkLst>
            <pc:docMk/>
            <pc:sldMk cId="3063247775" sldId="536"/>
            <ac:spMk id="84" creationId="{7B7E916C-33FA-1EF3-3797-37EFB7193E07}"/>
          </ac:spMkLst>
        </pc:spChg>
        <pc:spChg chg="add mod">
          <ac:chgData name="Shaun Barrett" userId="2e21295b-21c9-4734-b4c8-23b29a1a1ba3" providerId="ADAL" clId="{EA0BA900-CAFD-4B9A-ADEB-5D2F71E76E68}" dt="2024-10-16T10:10:51.286" v="2192" actId="1038"/>
          <ac:spMkLst>
            <pc:docMk/>
            <pc:sldMk cId="3063247775" sldId="536"/>
            <ac:spMk id="85" creationId="{29848399-8753-8AF0-A613-40F462EDFB0B}"/>
          </ac:spMkLst>
        </pc:spChg>
        <pc:spChg chg="add mod">
          <ac:chgData name="Shaun Barrett" userId="2e21295b-21c9-4734-b4c8-23b29a1a1ba3" providerId="ADAL" clId="{EA0BA900-CAFD-4B9A-ADEB-5D2F71E76E68}" dt="2024-10-16T10:10:29.348" v="2186" actId="108"/>
          <ac:spMkLst>
            <pc:docMk/>
            <pc:sldMk cId="3063247775" sldId="536"/>
            <ac:spMk id="86" creationId="{4B4E0341-3F43-0195-6F48-7F6CCF91EEDF}"/>
          </ac:spMkLst>
        </pc:spChg>
        <pc:spChg chg="add mod">
          <ac:chgData name="Shaun Barrett" userId="2e21295b-21c9-4734-b4c8-23b29a1a1ba3" providerId="ADAL" clId="{EA0BA900-CAFD-4B9A-ADEB-5D2F71E76E68}" dt="2024-10-16T10:09:19.372" v="2178" actId="108"/>
          <ac:spMkLst>
            <pc:docMk/>
            <pc:sldMk cId="3063247775" sldId="536"/>
            <ac:spMk id="87" creationId="{A72F9769-2A29-CBB2-1CB2-85F0F0BB093B}"/>
          </ac:spMkLst>
        </pc:spChg>
        <pc:spChg chg="add mod">
          <ac:chgData name="Shaun Barrett" userId="2e21295b-21c9-4734-b4c8-23b29a1a1ba3" providerId="ADAL" clId="{EA0BA900-CAFD-4B9A-ADEB-5D2F71E76E68}" dt="2024-10-16T10:10:28.292" v="2185" actId="108"/>
          <ac:spMkLst>
            <pc:docMk/>
            <pc:sldMk cId="3063247775" sldId="536"/>
            <ac:spMk id="88" creationId="{37F66168-1E44-EB50-8DEA-50371A0C0837}"/>
          </ac:spMkLst>
        </pc:spChg>
        <pc:spChg chg="add mod">
          <ac:chgData name="Shaun Barrett" userId="2e21295b-21c9-4734-b4c8-23b29a1a1ba3" providerId="ADAL" clId="{EA0BA900-CAFD-4B9A-ADEB-5D2F71E76E68}" dt="2024-10-16T10:07:59.705" v="2171" actId="1035"/>
          <ac:spMkLst>
            <pc:docMk/>
            <pc:sldMk cId="3063247775" sldId="536"/>
            <ac:spMk id="89" creationId="{2AA033F3-8875-1688-6FEF-D4F68F61D59E}"/>
          </ac:spMkLst>
        </pc:spChg>
        <pc:spChg chg="add mod">
          <ac:chgData name="Shaun Barrett" userId="2e21295b-21c9-4734-b4c8-23b29a1a1ba3" providerId="ADAL" clId="{EA0BA900-CAFD-4B9A-ADEB-5D2F71E76E68}" dt="2024-10-04T09:43:10.190" v="1731" actId="1076"/>
          <ac:spMkLst>
            <pc:docMk/>
            <pc:sldMk cId="3063247775" sldId="536"/>
            <ac:spMk id="90" creationId="{E4F11AAC-418D-B156-2EC4-31A5CDBB89DD}"/>
          </ac:spMkLst>
        </pc:spChg>
        <pc:spChg chg="add mod">
          <ac:chgData name="Shaun Barrett" userId="2e21295b-21c9-4734-b4c8-23b29a1a1ba3" providerId="ADAL" clId="{EA0BA900-CAFD-4B9A-ADEB-5D2F71E76E68}" dt="2024-10-16T10:07:59.705" v="2171" actId="1035"/>
          <ac:spMkLst>
            <pc:docMk/>
            <pc:sldMk cId="3063247775" sldId="536"/>
            <ac:spMk id="91" creationId="{8FFA44B3-757D-E47A-E22C-A411CA2F1422}"/>
          </ac:spMkLst>
        </pc:spChg>
        <pc:spChg chg="add mod">
          <ac:chgData name="Shaun Barrett" userId="2e21295b-21c9-4734-b4c8-23b29a1a1ba3" providerId="ADAL" clId="{EA0BA900-CAFD-4B9A-ADEB-5D2F71E76E68}" dt="2024-10-16T10:07:59.705" v="2171" actId="1035"/>
          <ac:spMkLst>
            <pc:docMk/>
            <pc:sldMk cId="3063247775" sldId="536"/>
            <ac:spMk id="92" creationId="{82E8B604-F778-BF66-864A-E0F6DEB66DC4}"/>
          </ac:spMkLst>
        </pc:spChg>
        <pc:spChg chg="add mod">
          <ac:chgData name="Shaun Barrett" userId="2e21295b-21c9-4734-b4c8-23b29a1a1ba3" providerId="ADAL" clId="{EA0BA900-CAFD-4B9A-ADEB-5D2F71E76E68}" dt="2024-10-16T10:07:59.705" v="2171" actId="1035"/>
          <ac:spMkLst>
            <pc:docMk/>
            <pc:sldMk cId="3063247775" sldId="536"/>
            <ac:spMk id="93" creationId="{7AFC8C45-0EF0-A3F2-54D0-F076062B839D}"/>
          </ac:spMkLst>
        </pc:spChg>
        <pc:grpChg chg="add del mod">
          <ac:chgData name="Shaun Barrett" userId="2e21295b-21c9-4734-b4c8-23b29a1a1ba3" providerId="ADAL" clId="{EA0BA900-CAFD-4B9A-ADEB-5D2F71E76E68}" dt="2024-10-04T12:19:44.295" v="1974" actId="478"/>
          <ac:grpSpMkLst>
            <pc:docMk/>
            <pc:sldMk cId="3063247775" sldId="536"/>
            <ac:grpSpMk id="16" creationId="{4CE676F3-13EE-B4CF-4037-BD7238043B74}"/>
          </ac:grpSpMkLst>
        </pc:grpChg>
        <pc:grpChg chg="add del mod">
          <ac:chgData name="Shaun Barrett" userId="2e21295b-21c9-4734-b4c8-23b29a1a1ba3" providerId="ADAL" clId="{EA0BA900-CAFD-4B9A-ADEB-5D2F71E76E68}" dt="2024-10-04T12:19:44.295" v="1974" actId="478"/>
          <ac:grpSpMkLst>
            <pc:docMk/>
            <pc:sldMk cId="3063247775" sldId="536"/>
            <ac:grpSpMk id="19" creationId="{D18BB233-D937-CE7E-519F-0381D628D421}"/>
          </ac:grpSpMkLst>
        </pc:grpChg>
        <pc:grpChg chg="add del mod">
          <ac:chgData name="Shaun Barrett" userId="2e21295b-21c9-4734-b4c8-23b29a1a1ba3" providerId="ADAL" clId="{EA0BA900-CAFD-4B9A-ADEB-5D2F71E76E68}" dt="2024-10-04T12:19:44.295" v="1974" actId="478"/>
          <ac:grpSpMkLst>
            <pc:docMk/>
            <pc:sldMk cId="3063247775" sldId="536"/>
            <ac:grpSpMk id="22" creationId="{AB984695-F8EF-08EC-00BD-57639F72E030}"/>
          </ac:grpSpMkLst>
        </pc:grpChg>
        <pc:grpChg chg="add del mod">
          <ac:chgData name="Shaun Barrett" userId="2e21295b-21c9-4734-b4c8-23b29a1a1ba3" providerId="ADAL" clId="{EA0BA900-CAFD-4B9A-ADEB-5D2F71E76E68}" dt="2024-10-04T12:19:44.295" v="1974" actId="478"/>
          <ac:grpSpMkLst>
            <pc:docMk/>
            <pc:sldMk cId="3063247775" sldId="536"/>
            <ac:grpSpMk id="25" creationId="{B97DA97E-8475-F62F-D53A-12A48BC21705}"/>
          </ac:grpSpMkLst>
        </pc:grpChg>
        <pc:grpChg chg="add del mod">
          <ac:chgData name="Shaun Barrett" userId="2e21295b-21c9-4734-b4c8-23b29a1a1ba3" providerId="ADAL" clId="{EA0BA900-CAFD-4B9A-ADEB-5D2F71E76E68}" dt="2024-10-04T12:19:44.295" v="1974" actId="478"/>
          <ac:grpSpMkLst>
            <pc:docMk/>
            <pc:sldMk cId="3063247775" sldId="536"/>
            <ac:grpSpMk id="32" creationId="{3079EA2F-4977-E993-5D41-3E9D3DA4AC59}"/>
          </ac:grpSpMkLst>
        </pc:grpChg>
        <pc:grpChg chg="add mod">
          <ac:chgData name="Shaun Barrett" userId="2e21295b-21c9-4734-b4c8-23b29a1a1ba3" providerId="ADAL" clId="{EA0BA900-CAFD-4B9A-ADEB-5D2F71E76E68}" dt="2024-10-16T10:07:31.391" v="2165" actId="1036"/>
          <ac:grpSpMkLst>
            <pc:docMk/>
            <pc:sldMk cId="3063247775" sldId="536"/>
            <ac:grpSpMk id="51" creationId="{CB41D10F-4DD4-77C7-6D01-C0829ACC9F0B}"/>
          </ac:grpSpMkLst>
        </pc:grpChg>
        <pc:grpChg chg="add mod">
          <ac:chgData name="Shaun Barrett" userId="2e21295b-21c9-4734-b4c8-23b29a1a1ba3" providerId="ADAL" clId="{EA0BA900-CAFD-4B9A-ADEB-5D2F71E76E68}" dt="2024-10-16T10:07:23.539" v="2157" actId="1035"/>
          <ac:grpSpMkLst>
            <pc:docMk/>
            <pc:sldMk cId="3063247775" sldId="536"/>
            <ac:grpSpMk id="57" creationId="{7D9C01FD-F076-4C6E-FC49-37CD6E4C36BC}"/>
          </ac:grpSpMkLst>
        </pc:grpChg>
      </pc:sldChg>
    </pc:docChg>
  </pc:docChgLst>
  <pc:docChgLst>
    <pc:chgData name="Judith Ancketill" userId="S::jancketill@openboxsoftware.com::8f3c2413-fefa-4bc6-9f98-e266e3e0094d" providerId="AD" clId="Web-{DB0AFAAF-8B95-604E-EE19-3E2B84E4222D}"/>
    <pc:docChg chg="modSld">
      <pc:chgData name="Judith Ancketill" userId="S::jancketill@openboxsoftware.com::8f3c2413-fefa-4bc6-9f98-e266e3e0094d" providerId="AD" clId="Web-{DB0AFAAF-8B95-604E-EE19-3E2B84E4222D}" dt="2024-10-16T06:14:53.926" v="2" actId="20577"/>
      <pc:docMkLst>
        <pc:docMk/>
      </pc:docMkLst>
      <pc:sldChg chg="modSp">
        <pc:chgData name="Judith Ancketill" userId="S::jancketill@openboxsoftware.com::8f3c2413-fefa-4bc6-9f98-e266e3e0094d" providerId="AD" clId="Web-{DB0AFAAF-8B95-604E-EE19-3E2B84E4222D}" dt="2024-10-16T06:14:53.926" v="2" actId="20577"/>
        <pc:sldMkLst>
          <pc:docMk/>
          <pc:sldMk cId="3063247775" sldId="536"/>
        </pc:sldMkLst>
        <pc:spChg chg="mod">
          <ac:chgData name="Judith Ancketill" userId="S::jancketill@openboxsoftware.com::8f3c2413-fefa-4bc6-9f98-e266e3e0094d" providerId="AD" clId="Web-{DB0AFAAF-8B95-604E-EE19-3E2B84E4222D}" dt="2024-10-16T06:14:44.457" v="1" actId="1076"/>
          <ac:spMkLst>
            <pc:docMk/>
            <pc:sldMk cId="3063247775" sldId="536"/>
            <ac:spMk id="7" creationId="{AA8A5553-4148-7F73-8A7E-ECB7F9A8694A}"/>
          </ac:spMkLst>
        </pc:spChg>
        <pc:spChg chg="mod">
          <ac:chgData name="Judith Ancketill" userId="S::jancketill@openboxsoftware.com::8f3c2413-fefa-4bc6-9f98-e266e3e0094d" providerId="AD" clId="Web-{DB0AFAAF-8B95-604E-EE19-3E2B84E4222D}" dt="2024-10-16T06:14:53.926" v="2" actId="20577"/>
          <ac:spMkLst>
            <pc:docMk/>
            <pc:sldMk cId="3063247775" sldId="536"/>
            <ac:spMk id="8" creationId="{1A1DF9C5-CC73-F361-B5A8-C4C3AC899B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DCC59-0B28-023F-520D-3F24FF08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C24D5-650C-00B8-BDE4-41A8832997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093A3-E396-1847-A854-AAFF8213BD06}" type="datetimeFigureOut">
              <a:rPr lang="en-AE" smtClean="0"/>
              <a:t>17/10/2024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52BEA-5298-1DE3-4F23-3A53FD07F4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23930-E4B7-593F-D5D5-97483442B5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7602D-2BA8-AB4E-937F-E2438CAB68DB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530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17/10/2024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39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478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17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0957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695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435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174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1914" algn="l" defTabSz="995478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2336C2CE-EDC6-31A9-B5EA-FC4C9AE7CEFC}"/>
              </a:ext>
            </a:extLst>
          </p:cNvPr>
          <p:cNvSpPr/>
          <p:nvPr userDrawn="1"/>
        </p:nvSpPr>
        <p:spPr>
          <a:xfrm>
            <a:off x="2561038" y="3518879"/>
            <a:ext cx="2538769" cy="3900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960"/>
          </a:p>
        </p:txBody>
      </p:sp>
      <p:sp>
        <p:nvSpPr>
          <p:cNvPr id="72" name="object 8">
            <a:extLst>
              <a:ext uri="{FF2B5EF4-FFF2-40B4-BE49-F238E27FC236}">
                <a16:creationId xmlns:a16="http://schemas.microsoft.com/office/drawing/2014/main" id="{AE36FA7B-39BB-153B-5C95-72B68444D6A5}"/>
              </a:ext>
            </a:extLst>
          </p:cNvPr>
          <p:cNvSpPr/>
          <p:nvPr userDrawn="1"/>
        </p:nvSpPr>
        <p:spPr>
          <a:xfrm>
            <a:off x="2868234" y="1"/>
            <a:ext cx="2231573" cy="3055369"/>
          </a:xfrm>
          <a:custGeom>
            <a:avLst/>
            <a:gdLst/>
            <a:ahLst/>
            <a:cxnLst/>
            <a:rect l="l" t="t" r="r" b="b"/>
            <a:pathLst>
              <a:path w="2067560" h="2771775">
                <a:moveTo>
                  <a:pt x="2065359" y="0"/>
                </a:moveTo>
                <a:lnTo>
                  <a:pt x="1908" y="0"/>
                </a:lnTo>
                <a:lnTo>
                  <a:pt x="0" y="21291"/>
                </a:lnTo>
                <a:lnTo>
                  <a:pt x="0" y="2146903"/>
                </a:lnTo>
                <a:lnTo>
                  <a:pt x="1878" y="2195701"/>
                </a:lnTo>
                <a:lnTo>
                  <a:pt x="7422" y="2243471"/>
                </a:lnTo>
                <a:lnTo>
                  <a:pt x="16492" y="2290076"/>
                </a:lnTo>
                <a:lnTo>
                  <a:pt x="28949" y="2335376"/>
                </a:lnTo>
                <a:lnTo>
                  <a:pt x="44655" y="2379232"/>
                </a:lnTo>
                <a:lnTo>
                  <a:pt x="63470" y="2421506"/>
                </a:lnTo>
                <a:lnTo>
                  <a:pt x="85256" y="2462059"/>
                </a:lnTo>
                <a:lnTo>
                  <a:pt x="109874" y="2500752"/>
                </a:lnTo>
                <a:lnTo>
                  <a:pt x="137185" y="2537445"/>
                </a:lnTo>
                <a:lnTo>
                  <a:pt x="167051" y="2572001"/>
                </a:lnTo>
                <a:lnTo>
                  <a:pt x="199332" y="2604281"/>
                </a:lnTo>
                <a:lnTo>
                  <a:pt x="233890" y="2634145"/>
                </a:lnTo>
                <a:lnTo>
                  <a:pt x="270586" y="2661455"/>
                </a:lnTo>
                <a:lnTo>
                  <a:pt x="309281" y="2686072"/>
                </a:lnTo>
                <a:lnTo>
                  <a:pt x="349836" y="2707857"/>
                </a:lnTo>
                <a:lnTo>
                  <a:pt x="392113" y="2726671"/>
                </a:lnTo>
                <a:lnTo>
                  <a:pt x="435972" y="2742376"/>
                </a:lnTo>
                <a:lnTo>
                  <a:pt x="481275" y="2754832"/>
                </a:lnTo>
                <a:lnTo>
                  <a:pt x="527883" y="2763902"/>
                </a:lnTo>
                <a:lnTo>
                  <a:pt x="575657" y="2769445"/>
                </a:lnTo>
                <a:lnTo>
                  <a:pt x="624459" y="2771324"/>
                </a:lnTo>
                <a:lnTo>
                  <a:pt x="1799653" y="2771324"/>
                </a:lnTo>
                <a:lnTo>
                  <a:pt x="1847758" y="2767012"/>
                </a:lnTo>
                <a:lnTo>
                  <a:pt x="1893034" y="2754580"/>
                </a:lnTo>
                <a:lnTo>
                  <a:pt x="1934725" y="2734785"/>
                </a:lnTo>
                <a:lnTo>
                  <a:pt x="1972075" y="2708382"/>
                </a:lnTo>
                <a:lnTo>
                  <a:pt x="2004329" y="2676128"/>
                </a:lnTo>
                <a:lnTo>
                  <a:pt x="2030731" y="2638779"/>
                </a:lnTo>
                <a:lnTo>
                  <a:pt x="2050525" y="2597091"/>
                </a:lnTo>
                <a:lnTo>
                  <a:pt x="2062956" y="2551820"/>
                </a:lnTo>
                <a:lnTo>
                  <a:pt x="2067267" y="2503722"/>
                </a:lnTo>
                <a:lnTo>
                  <a:pt x="2067267" y="21291"/>
                </a:lnTo>
                <a:lnTo>
                  <a:pt x="2065359" y="0"/>
                </a:lnTo>
                <a:close/>
              </a:path>
            </a:pathLst>
          </a:custGeom>
          <a:solidFill>
            <a:srgbClr val="BCD727"/>
          </a:solidFill>
        </p:spPr>
        <p:txBody>
          <a:bodyPr wrap="square" lIns="0" tIns="0" rIns="0" bIns="0" rtlCol="0"/>
          <a:lstStyle/>
          <a:p>
            <a:endParaRPr sz="196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B91025E-6E93-ED74-59AC-DC04D76671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793" y="2166224"/>
            <a:ext cx="1813154" cy="634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i="0">
                <a:solidFill>
                  <a:srgbClr val="797979"/>
                </a:solidFill>
                <a:latin typeface="Proxima Nova Lt" panose="02000506030000020004" pitchFamily="2" charset="0"/>
                <a:cs typeface="Proxima Nova Lt" panose="02000506030000020004" pitchFamily="2" charset="0"/>
              </a:defRPr>
            </a:lvl1pPr>
          </a:lstStyle>
          <a:p>
            <a:pPr lvl="0"/>
            <a:r>
              <a:rPr lang="en-US"/>
              <a:t>Case Study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2A935DC-FD6C-757F-2FA9-10522DB16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07262" y="85325"/>
            <a:ext cx="1623333" cy="634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19" b="1" i="0">
                <a:solidFill>
                  <a:schemeClr val="bg1"/>
                </a:solidFill>
                <a:latin typeface="Proxima Nova Lt" panose="02000506030000020004" pitchFamily="2" charset="0"/>
                <a:cs typeface="Proxima Nova Lt" panose="02000506030000020004" pitchFamily="2" charset="0"/>
              </a:defRPr>
            </a:lvl1pPr>
          </a:lstStyle>
          <a:p>
            <a:pPr lvl="0"/>
            <a:r>
              <a:rPr lang="en-US"/>
              <a:t>The Context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64BF12B-5E1A-3597-1809-847C8774BE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5796" y="3444549"/>
            <a:ext cx="1623333" cy="634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19" b="1" i="0">
                <a:solidFill>
                  <a:srgbClr val="BCD727"/>
                </a:solidFill>
                <a:latin typeface="Proxima Nova Lt" panose="02000506030000020004" pitchFamily="2" charset="0"/>
                <a:cs typeface="Proxima Nova Lt" panose="02000506030000020004" pitchFamily="2" charset="0"/>
              </a:defRPr>
            </a:lvl1pPr>
          </a:lstStyle>
          <a:p>
            <a:pPr lvl="0"/>
            <a:r>
              <a:rPr lang="en-US"/>
              <a:t>The Problem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5111C86-5D1F-FFB3-FBE3-9BDC9FD84E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09981" y="918082"/>
            <a:ext cx="1623333" cy="634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19" b="1" i="0">
                <a:solidFill>
                  <a:srgbClr val="BCD727"/>
                </a:solidFill>
                <a:latin typeface="Proxima Nova Lt" panose="02000506030000020004" pitchFamily="2" charset="0"/>
                <a:cs typeface="Proxima Nova Lt" panose="02000506030000020004" pitchFamily="2" charset="0"/>
              </a:defRPr>
            </a:lvl1pPr>
          </a:lstStyle>
          <a:p>
            <a:pPr lvl="0"/>
            <a:r>
              <a:rPr lang="en-US"/>
              <a:t>The Client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1155524-4F87-5C3F-2FFD-D5918F89D7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39738" y="3442232"/>
            <a:ext cx="1623333" cy="634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19" b="1" i="0">
                <a:solidFill>
                  <a:srgbClr val="BCD727"/>
                </a:solidFill>
                <a:latin typeface="Proxima Nova Lt" panose="02000506030000020004" pitchFamily="2" charset="0"/>
                <a:cs typeface="Proxima Nova Lt" panose="02000506030000020004" pitchFamily="2" charset="0"/>
              </a:defRPr>
            </a:lvl1pPr>
          </a:lstStyle>
          <a:p>
            <a:pPr lvl="0"/>
            <a:r>
              <a:rPr lang="en-US"/>
              <a:t>The Approach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E6AD0E-3F95-0A2D-B717-2BF8BCE755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5793" y="4036229"/>
            <a:ext cx="2325244" cy="30007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900" b="0" i="0">
                <a:solidFill>
                  <a:srgbClr val="6E7878"/>
                </a:solidFill>
                <a:latin typeface="Proxima Nova Lt" panose="02000506030000020004" pitchFamily="2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  <a:endParaRPr lang="en-AE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AFD08F-EE9F-A732-D4A4-6ACA05A441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22714" y="4036229"/>
            <a:ext cx="2075269" cy="30007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900" b="0" i="0">
                <a:solidFill>
                  <a:srgbClr val="6E7878"/>
                </a:solidFill>
                <a:latin typeface="Proxima Nova Lt" panose="02000506030000020004" pitchFamily="2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  <a:endParaRPr lang="en-AE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90858AA2-F8A0-D80E-D250-7F44131A09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39106" y="4055861"/>
            <a:ext cx="2274525" cy="30007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900" b="0" i="0">
                <a:solidFill>
                  <a:srgbClr val="6E7878"/>
                </a:solidFill>
                <a:latin typeface="Proxima Nova Lt" panose="02000506030000020004" pitchFamily="2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  <a:endParaRPr lang="en-AE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FF0AA31-108A-10EF-F330-CD172D5CFB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09982" y="1552295"/>
            <a:ext cx="2480933" cy="59399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900" b="0" i="0">
                <a:solidFill>
                  <a:srgbClr val="6E7878"/>
                </a:solidFill>
                <a:latin typeface="Proxima Nova Lt" panose="02000506030000020004" pitchFamily="2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  <a:endParaRPr lang="en-AE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32DA53A-D67B-90F4-E266-FB0512D734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13875" y="615556"/>
            <a:ext cx="1962744" cy="21848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900" b="0" i="0">
                <a:solidFill>
                  <a:srgbClr val="F6F7F7"/>
                </a:solidFill>
                <a:latin typeface="Proxima Nova Lt" panose="02000506030000020004" pitchFamily="2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  <a:endParaRPr lang="en-AE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A864EAB-6BC1-0BFC-03C1-2F671774CA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5792" y="2673986"/>
            <a:ext cx="2632441" cy="5266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100" b="0" i="0">
                <a:solidFill>
                  <a:srgbClr val="6E7878"/>
                </a:solidFill>
                <a:latin typeface="Proxima Nova Lt" panose="02000506030000020004" pitchFamily="2" charset="0"/>
              </a:defRPr>
            </a:lvl1pPr>
            <a:lvl2pPr marL="371475" indent="0">
              <a:buNone/>
              <a:defRPr/>
            </a:lvl2pPr>
            <a:lvl3pPr marL="742950" indent="0">
              <a:buNone/>
              <a:defRPr/>
            </a:lvl3pPr>
            <a:lvl4pPr marL="1114425" indent="0">
              <a:buNone/>
              <a:defRPr/>
            </a:lvl4pPr>
            <a:lvl5pPr marL="1485900" indent="0">
              <a:buNone/>
              <a:defRPr/>
            </a:lvl5pPr>
          </a:lstStyle>
          <a:p>
            <a:pPr lvl="0"/>
            <a:r>
              <a:rPr lang="en-US"/>
              <a:t>Click to add case study title </a:t>
            </a:r>
            <a:endParaRPr lang="en-AE"/>
          </a:p>
        </p:txBody>
      </p:sp>
      <p:grpSp>
        <p:nvGrpSpPr>
          <p:cNvPr id="59" name="object 10">
            <a:extLst>
              <a:ext uri="{FF2B5EF4-FFF2-40B4-BE49-F238E27FC236}">
                <a16:creationId xmlns:a16="http://schemas.microsoft.com/office/drawing/2014/main" id="{E573BD93-A33B-2CA6-B1AC-F2DD8F5589DD}"/>
              </a:ext>
            </a:extLst>
          </p:cNvPr>
          <p:cNvGrpSpPr/>
          <p:nvPr userDrawn="1"/>
        </p:nvGrpSpPr>
        <p:grpSpPr>
          <a:xfrm>
            <a:off x="9279303" y="323815"/>
            <a:ext cx="1178156" cy="375884"/>
            <a:chOff x="9315223" y="293759"/>
            <a:chExt cx="1091565" cy="340995"/>
          </a:xfrm>
        </p:grpSpPr>
        <p:sp>
          <p:nvSpPr>
            <p:cNvPr id="60" name="object 11">
              <a:extLst>
                <a:ext uri="{FF2B5EF4-FFF2-40B4-BE49-F238E27FC236}">
                  <a16:creationId xmlns:a16="http://schemas.microsoft.com/office/drawing/2014/main" id="{89C2E959-8A42-88C7-18CF-3FA866991938}"/>
                </a:ext>
              </a:extLst>
            </p:cNvPr>
            <p:cNvSpPr/>
            <p:nvPr/>
          </p:nvSpPr>
          <p:spPr>
            <a:xfrm>
              <a:off x="9315221" y="407428"/>
              <a:ext cx="294005" cy="227329"/>
            </a:xfrm>
            <a:custGeom>
              <a:avLst/>
              <a:gdLst/>
              <a:ahLst/>
              <a:cxnLst/>
              <a:rect l="l" t="t" r="r" b="b"/>
              <a:pathLst>
                <a:path w="294004" h="227329">
                  <a:moveTo>
                    <a:pt x="139941" y="71158"/>
                  </a:moveTo>
                  <a:lnTo>
                    <a:pt x="129514" y="33439"/>
                  </a:lnTo>
                  <a:lnTo>
                    <a:pt x="117944" y="19608"/>
                  </a:lnTo>
                  <a:lnTo>
                    <a:pt x="117944" y="71513"/>
                  </a:lnTo>
                  <a:lnTo>
                    <a:pt x="116344" y="84226"/>
                  </a:lnTo>
                  <a:lnTo>
                    <a:pt x="86817" y="118364"/>
                  </a:lnTo>
                  <a:lnTo>
                    <a:pt x="78803" y="120421"/>
                  </a:lnTo>
                  <a:lnTo>
                    <a:pt x="61252" y="120421"/>
                  </a:lnTo>
                  <a:lnTo>
                    <a:pt x="28359" y="96062"/>
                  </a:lnTo>
                  <a:lnTo>
                    <a:pt x="22110" y="71513"/>
                  </a:lnTo>
                  <a:lnTo>
                    <a:pt x="22987" y="61518"/>
                  </a:lnTo>
                  <a:lnTo>
                    <a:pt x="51777" y="25273"/>
                  </a:lnTo>
                  <a:lnTo>
                    <a:pt x="70027" y="21653"/>
                  </a:lnTo>
                  <a:lnTo>
                    <a:pt x="79438" y="22555"/>
                  </a:lnTo>
                  <a:lnTo>
                    <a:pt x="114376" y="52324"/>
                  </a:lnTo>
                  <a:lnTo>
                    <a:pt x="117944" y="71513"/>
                  </a:lnTo>
                  <a:lnTo>
                    <a:pt x="117944" y="19608"/>
                  </a:lnTo>
                  <a:lnTo>
                    <a:pt x="110553" y="12915"/>
                  </a:lnTo>
                  <a:lnTo>
                    <a:pt x="98361" y="5905"/>
                  </a:lnTo>
                  <a:lnTo>
                    <a:pt x="84836" y="1689"/>
                  </a:lnTo>
                  <a:lnTo>
                    <a:pt x="70027" y="279"/>
                  </a:lnTo>
                  <a:lnTo>
                    <a:pt x="55156" y="1689"/>
                  </a:lnTo>
                  <a:lnTo>
                    <a:pt x="18503" y="22872"/>
                  </a:lnTo>
                  <a:lnTo>
                    <a:pt x="1155" y="57708"/>
                  </a:lnTo>
                  <a:lnTo>
                    <a:pt x="0" y="71158"/>
                  </a:lnTo>
                  <a:lnTo>
                    <a:pt x="1219" y="84759"/>
                  </a:lnTo>
                  <a:lnTo>
                    <a:pt x="19481" y="120319"/>
                  </a:lnTo>
                  <a:lnTo>
                    <a:pt x="55333" y="140017"/>
                  </a:lnTo>
                  <a:lnTo>
                    <a:pt x="70027" y="141325"/>
                  </a:lnTo>
                  <a:lnTo>
                    <a:pt x="84658" y="140017"/>
                  </a:lnTo>
                  <a:lnTo>
                    <a:pt x="120218" y="120421"/>
                  </a:lnTo>
                  <a:lnTo>
                    <a:pt x="138709" y="84759"/>
                  </a:lnTo>
                  <a:lnTo>
                    <a:pt x="139941" y="71158"/>
                  </a:lnTo>
                  <a:close/>
                </a:path>
                <a:path w="294004" h="227329">
                  <a:moveTo>
                    <a:pt x="293446" y="70713"/>
                  </a:moveTo>
                  <a:lnTo>
                    <a:pt x="288099" y="43230"/>
                  </a:lnTo>
                  <a:lnTo>
                    <a:pt x="273583" y="20904"/>
                  </a:lnTo>
                  <a:lnTo>
                    <a:pt x="273481" y="20739"/>
                  </a:lnTo>
                  <a:lnTo>
                    <a:pt x="272529" y="20078"/>
                  </a:lnTo>
                  <a:lnTo>
                    <a:pt x="272529" y="70713"/>
                  </a:lnTo>
                  <a:lnTo>
                    <a:pt x="268719" y="90373"/>
                  </a:lnTo>
                  <a:lnTo>
                    <a:pt x="258419" y="106172"/>
                  </a:lnTo>
                  <a:lnTo>
                    <a:pt x="243332" y="116687"/>
                  </a:lnTo>
                  <a:lnTo>
                    <a:pt x="225158" y="120510"/>
                  </a:lnTo>
                  <a:lnTo>
                    <a:pt x="206984" y="116687"/>
                  </a:lnTo>
                  <a:lnTo>
                    <a:pt x="191897" y="106172"/>
                  </a:lnTo>
                  <a:lnTo>
                    <a:pt x="181597" y="90373"/>
                  </a:lnTo>
                  <a:lnTo>
                    <a:pt x="177787" y="70713"/>
                  </a:lnTo>
                  <a:lnTo>
                    <a:pt x="181597" y="51054"/>
                  </a:lnTo>
                  <a:lnTo>
                    <a:pt x="191897" y="35255"/>
                  </a:lnTo>
                  <a:lnTo>
                    <a:pt x="206984" y="24726"/>
                  </a:lnTo>
                  <a:lnTo>
                    <a:pt x="225158" y="20904"/>
                  </a:lnTo>
                  <a:lnTo>
                    <a:pt x="243332" y="24726"/>
                  </a:lnTo>
                  <a:lnTo>
                    <a:pt x="258419" y="35255"/>
                  </a:lnTo>
                  <a:lnTo>
                    <a:pt x="268719" y="51054"/>
                  </a:lnTo>
                  <a:lnTo>
                    <a:pt x="272529" y="70713"/>
                  </a:lnTo>
                  <a:lnTo>
                    <a:pt x="272529" y="20078"/>
                  </a:lnTo>
                  <a:lnTo>
                    <a:pt x="251777" y="5562"/>
                  </a:lnTo>
                  <a:lnTo>
                    <a:pt x="225145" y="0"/>
                  </a:lnTo>
                  <a:lnTo>
                    <a:pt x="198539" y="5562"/>
                  </a:lnTo>
                  <a:lnTo>
                    <a:pt x="176834" y="20739"/>
                  </a:lnTo>
                  <a:lnTo>
                    <a:pt x="162217" y="43230"/>
                  </a:lnTo>
                  <a:lnTo>
                    <a:pt x="156857" y="70713"/>
                  </a:lnTo>
                  <a:lnTo>
                    <a:pt x="156857" y="221805"/>
                  </a:lnTo>
                  <a:lnTo>
                    <a:pt x="161378" y="226999"/>
                  </a:lnTo>
                  <a:lnTo>
                    <a:pt x="173393" y="226999"/>
                  </a:lnTo>
                  <a:lnTo>
                    <a:pt x="177914" y="221805"/>
                  </a:lnTo>
                  <a:lnTo>
                    <a:pt x="177914" y="121780"/>
                  </a:lnTo>
                  <a:lnTo>
                    <a:pt x="187883" y="129971"/>
                  </a:lnTo>
                  <a:lnTo>
                    <a:pt x="199250" y="136156"/>
                  </a:lnTo>
                  <a:lnTo>
                    <a:pt x="211759" y="140068"/>
                  </a:lnTo>
                  <a:lnTo>
                    <a:pt x="225145" y="141427"/>
                  </a:lnTo>
                  <a:lnTo>
                    <a:pt x="251777" y="135851"/>
                  </a:lnTo>
                  <a:lnTo>
                    <a:pt x="271907" y="121780"/>
                  </a:lnTo>
                  <a:lnTo>
                    <a:pt x="273481" y="120675"/>
                  </a:lnTo>
                  <a:lnTo>
                    <a:pt x="273583" y="120510"/>
                  </a:lnTo>
                  <a:lnTo>
                    <a:pt x="288099" y="98196"/>
                  </a:lnTo>
                  <a:lnTo>
                    <a:pt x="293446" y="70713"/>
                  </a:lnTo>
                  <a:close/>
                </a:path>
              </a:pathLst>
            </a:custGeom>
            <a:solidFill>
              <a:srgbClr val="8E9192"/>
            </a:solidFill>
          </p:spPr>
          <p:txBody>
            <a:bodyPr wrap="square" lIns="0" tIns="0" rIns="0" bIns="0" rtlCol="0"/>
            <a:lstStyle/>
            <a:p>
              <a:endParaRPr sz="1960"/>
            </a:p>
          </p:txBody>
        </p:sp>
        <p:pic>
          <p:nvPicPr>
            <p:cNvPr id="61" name="object 12">
              <a:extLst>
                <a:ext uri="{FF2B5EF4-FFF2-40B4-BE49-F238E27FC236}">
                  <a16:creationId xmlns:a16="http://schemas.microsoft.com/office/drawing/2014/main" id="{970644CA-AA54-6ED2-D170-6BD48B2C06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4554" y="407699"/>
              <a:ext cx="118186" cy="141147"/>
            </a:xfrm>
            <a:prstGeom prst="rect">
              <a:avLst/>
            </a:prstGeom>
          </p:spPr>
        </p:pic>
        <p:sp>
          <p:nvSpPr>
            <p:cNvPr id="62" name="object 13">
              <a:extLst>
                <a:ext uri="{FF2B5EF4-FFF2-40B4-BE49-F238E27FC236}">
                  <a16:creationId xmlns:a16="http://schemas.microsoft.com/office/drawing/2014/main" id="{AAF332F5-0A6F-EB60-B3E1-581A135A7F5C}"/>
                </a:ext>
              </a:extLst>
            </p:cNvPr>
            <p:cNvSpPr/>
            <p:nvPr/>
          </p:nvSpPr>
          <p:spPr>
            <a:xfrm>
              <a:off x="9626098" y="407701"/>
              <a:ext cx="139065" cy="141605"/>
            </a:xfrm>
            <a:custGeom>
              <a:avLst/>
              <a:gdLst/>
              <a:ahLst/>
              <a:cxnLst/>
              <a:rect l="l" t="t" r="r" b="b"/>
              <a:pathLst>
                <a:path w="139065" h="141604">
                  <a:moveTo>
                    <a:pt x="68961" y="0"/>
                  </a:moveTo>
                  <a:lnTo>
                    <a:pt x="26468" y="14321"/>
                  </a:lnTo>
                  <a:lnTo>
                    <a:pt x="3914" y="46783"/>
                  </a:lnTo>
                  <a:lnTo>
                    <a:pt x="0" y="70878"/>
                  </a:lnTo>
                  <a:lnTo>
                    <a:pt x="1160" y="84086"/>
                  </a:lnTo>
                  <a:lnTo>
                    <a:pt x="18465" y="119481"/>
                  </a:lnTo>
                  <a:lnTo>
                    <a:pt x="54466" y="139705"/>
                  </a:lnTo>
                  <a:lnTo>
                    <a:pt x="69913" y="141046"/>
                  </a:lnTo>
                  <a:lnTo>
                    <a:pt x="77073" y="140769"/>
                  </a:lnTo>
                  <a:lnTo>
                    <a:pt x="117968" y="122993"/>
                  </a:lnTo>
                  <a:lnTo>
                    <a:pt x="119948" y="120738"/>
                  </a:lnTo>
                  <a:lnTo>
                    <a:pt x="68478" y="120738"/>
                  </a:lnTo>
                  <a:lnTo>
                    <a:pt x="59157" y="119890"/>
                  </a:lnTo>
                  <a:lnTo>
                    <a:pt x="26319" y="92521"/>
                  </a:lnTo>
                  <a:lnTo>
                    <a:pt x="22339" y="74371"/>
                  </a:lnTo>
                  <a:lnTo>
                    <a:pt x="137452" y="74371"/>
                  </a:lnTo>
                  <a:lnTo>
                    <a:pt x="138633" y="73164"/>
                  </a:lnTo>
                  <a:lnTo>
                    <a:pt x="138562" y="70878"/>
                  </a:lnTo>
                  <a:lnTo>
                    <a:pt x="137620" y="58730"/>
                  </a:lnTo>
                  <a:lnTo>
                    <a:pt x="136727" y="54902"/>
                  </a:lnTo>
                  <a:lnTo>
                    <a:pt x="24803" y="54902"/>
                  </a:lnTo>
                  <a:lnTo>
                    <a:pt x="27480" y="47924"/>
                  </a:lnTo>
                  <a:lnTo>
                    <a:pt x="60455" y="21731"/>
                  </a:lnTo>
                  <a:lnTo>
                    <a:pt x="69189" y="21005"/>
                  </a:lnTo>
                  <a:lnTo>
                    <a:pt x="118882" y="21005"/>
                  </a:lnTo>
                  <a:lnTo>
                    <a:pt x="112666" y="14648"/>
                  </a:lnTo>
                  <a:lnTo>
                    <a:pt x="99799" y="6511"/>
                  </a:lnTo>
                  <a:lnTo>
                    <a:pt x="85223" y="1628"/>
                  </a:lnTo>
                  <a:lnTo>
                    <a:pt x="68961" y="0"/>
                  </a:lnTo>
                  <a:close/>
                </a:path>
                <a:path w="139065" h="141604">
                  <a:moveTo>
                    <a:pt x="130505" y="85864"/>
                  </a:moveTo>
                  <a:lnTo>
                    <a:pt x="120853" y="85864"/>
                  </a:lnTo>
                  <a:lnTo>
                    <a:pt x="117513" y="87998"/>
                  </a:lnTo>
                  <a:lnTo>
                    <a:pt x="115595" y="90919"/>
                  </a:lnTo>
                  <a:lnTo>
                    <a:pt x="109842" y="99799"/>
                  </a:lnTo>
                  <a:lnTo>
                    <a:pt x="103690" y="107065"/>
                  </a:lnTo>
                  <a:lnTo>
                    <a:pt x="96284" y="112891"/>
                  </a:lnTo>
                  <a:lnTo>
                    <a:pt x="86766" y="117449"/>
                  </a:lnTo>
                  <a:lnTo>
                    <a:pt x="80848" y="119633"/>
                  </a:lnTo>
                  <a:lnTo>
                    <a:pt x="74764" y="120738"/>
                  </a:lnTo>
                  <a:lnTo>
                    <a:pt x="119948" y="120738"/>
                  </a:lnTo>
                  <a:lnTo>
                    <a:pt x="126270" y="113541"/>
                  </a:lnTo>
                  <a:lnTo>
                    <a:pt x="133184" y="102488"/>
                  </a:lnTo>
                  <a:lnTo>
                    <a:pt x="134454" y="100761"/>
                  </a:lnTo>
                  <a:lnTo>
                    <a:pt x="135191" y="98628"/>
                  </a:lnTo>
                  <a:lnTo>
                    <a:pt x="135191" y="90550"/>
                  </a:lnTo>
                  <a:lnTo>
                    <a:pt x="130505" y="85864"/>
                  </a:lnTo>
                  <a:close/>
                </a:path>
                <a:path w="139065" h="141604">
                  <a:moveTo>
                    <a:pt x="118882" y="21005"/>
                  </a:moveTo>
                  <a:lnTo>
                    <a:pt x="76517" y="21005"/>
                  </a:lnTo>
                  <a:lnTo>
                    <a:pt x="83489" y="22555"/>
                  </a:lnTo>
                  <a:lnTo>
                    <a:pt x="96812" y="28752"/>
                  </a:lnTo>
                  <a:lnTo>
                    <a:pt x="102069" y="32804"/>
                  </a:lnTo>
                  <a:lnTo>
                    <a:pt x="106006" y="37757"/>
                  </a:lnTo>
                  <a:lnTo>
                    <a:pt x="109486" y="42087"/>
                  </a:lnTo>
                  <a:lnTo>
                    <a:pt x="112318" y="47777"/>
                  </a:lnTo>
                  <a:lnTo>
                    <a:pt x="114414" y="54902"/>
                  </a:lnTo>
                  <a:lnTo>
                    <a:pt x="136727" y="54902"/>
                  </a:lnTo>
                  <a:lnTo>
                    <a:pt x="134821" y="46737"/>
                  </a:lnTo>
                  <a:lnTo>
                    <a:pt x="130219" y="35833"/>
                  </a:lnTo>
                  <a:lnTo>
                    <a:pt x="123799" y="26034"/>
                  </a:lnTo>
                  <a:lnTo>
                    <a:pt x="118882" y="21005"/>
                  </a:lnTo>
                  <a:close/>
                </a:path>
              </a:pathLst>
            </a:custGeom>
            <a:solidFill>
              <a:srgbClr val="8E9192"/>
            </a:solidFill>
          </p:spPr>
          <p:txBody>
            <a:bodyPr wrap="square" lIns="0" tIns="0" rIns="0" bIns="0" rtlCol="0"/>
            <a:lstStyle/>
            <a:p>
              <a:endParaRPr sz="1960"/>
            </a:p>
          </p:txBody>
        </p:sp>
        <p:sp>
          <p:nvSpPr>
            <p:cNvPr id="63" name="object 14">
              <a:extLst>
                <a:ext uri="{FF2B5EF4-FFF2-40B4-BE49-F238E27FC236}">
                  <a16:creationId xmlns:a16="http://schemas.microsoft.com/office/drawing/2014/main" id="{2E323925-89FD-946A-FCF7-20EB14547073}"/>
                </a:ext>
              </a:extLst>
            </p:cNvPr>
            <p:cNvSpPr/>
            <p:nvPr/>
          </p:nvSpPr>
          <p:spPr>
            <a:xfrm>
              <a:off x="9929821" y="293759"/>
              <a:ext cx="476884" cy="281305"/>
            </a:xfrm>
            <a:custGeom>
              <a:avLst/>
              <a:gdLst/>
              <a:ahLst/>
              <a:cxnLst/>
              <a:rect l="l" t="t" r="r" b="b"/>
              <a:pathLst>
                <a:path w="476884" h="281305">
                  <a:moveTo>
                    <a:pt x="441782" y="0"/>
                  </a:moveTo>
                  <a:lnTo>
                    <a:pt x="35115" y="0"/>
                  </a:lnTo>
                  <a:lnTo>
                    <a:pt x="21447" y="2755"/>
                  </a:lnTo>
                  <a:lnTo>
                    <a:pt x="10285" y="10269"/>
                  </a:lnTo>
                  <a:lnTo>
                    <a:pt x="2759" y="21415"/>
                  </a:lnTo>
                  <a:lnTo>
                    <a:pt x="0" y="35064"/>
                  </a:lnTo>
                  <a:lnTo>
                    <a:pt x="0" y="199339"/>
                  </a:lnTo>
                  <a:lnTo>
                    <a:pt x="6437" y="231185"/>
                  </a:lnTo>
                  <a:lnTo>
                    <a:pt x="23995" y="257190"/>
                  </a:lnTo>
                  <a:lnTo>
                    <a:pt x="50036" y="274723"/>
                  </a:lnTo>
                  <a:lnTo>
                    <a:pt x="81927" y="281152"/>
                  </a:lnTo>
                  <a:lnTo>
                    <a:pt x="441782" y="281152"/>
                  </a:lnTo>
                  <a:lnTo>
                    <a:pt x="455443" y="278397"/>
                  </a:lnTo>
                  <a:lnTo>
                    <a:pt x="466601" y="270884"/>
                  </a:lnTo>
                  <a:lnTo>
                    <a:pt x="474125" y="259742"/>
                  </a:lnTo>
                  <a:lnTo>
                    <a:pt x="476884" y="246100"/>
                  </a:lnTo>
                  <a:lnTo>
                    <a:pt x="476884" y="35064"/>
                  </a:lnTo>
                  <a:lnTo>
                    <a:pt x="474125" y="21415"/>
                  </a:lnTo>
                  <a:lnTo>
                    <a:pt x="466601" y="10269"/>
                  </a:lnTo>
                  <a:lnTo>
                    <a:pt x="455443" y="2755"/>
                  </a:lnTo>
                  <a:lnTo>
                    <a:pt x="441782" y="0"/>
                  </a:lnTo>
                  <a:close/>
                </a:path>
              </a:pathLst>
            </a:custGeom>
            <a:solidFill>
              <a:srgbClr val="BCD631"/>
            </a:solidFill>
          </p:spPr>
          <p:txBody>
            <a:bodyPr wrap="square" lIns="0" tIns="0" rIns="0" bIns="0" rtlCol="0"/>
            <a:lstStyle/>
            <a:p>
              <a:endParaRPr sz="1960"/>
            </a:p>
          </p:txBody>
        </p:sp>
        <p:pic>
          <p:nvPicPr>
            <p:cNvPr id="64" name="object 15">
              <a:extLst>
                <a:ext uri="{FF2B5EF4-FFF2-40B4-BE49-F238E27FC236}">
                  <a16:creationId xmlns:a16="http://schemas.microsoft.com/office/drawing/2014/main" id="{2819CD9F-6B91-1C0D-5EEE-DA6B82D227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5755" y="320005"/>
              <a:ext cx="430696" cy="228930"/>
            </a:xfrm>
            <a:prstGeom prst="rect">
              <a:avLst/>
            </a:prstGeom>
          </p:spPr>
        </p:pic>
      </p:grpSp>
      <p:sp>
        <p:nvSpPr>
          <p:cNvPr id="73" name="object 48">
            <a:extLst>
              <a:ext uri="{FF2B5EF4-FFF2-40B4-BE49-F238E27FC236}">
                <a16:creationId xmlns:a16="http://schemas.microsoft.com/office/drawing/2014/main" id="{A6A6F19D-5908-B4D5-C150-1953C32F1B9B}"/>
              </a:ext>
            </a:extLst>
          </p:cNvPr>
          <p:cNvSpPr/>
          <p:nvPr userDrawn="1"/>
        </p:nvSpPr>
        <p:spPr>
          <a:xfrm>
            <a:off x="5445832" y="1"/>
            <a:ext cx="3602846" cy="941500"/>
          </a:xfrm>
          <a:custGeom>
            <a:avLst/>
            <a:gdLst/>
            <a:ahLst/>
            <a:cxnLst/>
            <a:rect l="l" t="t" r="r" b="b"/>
            <a:pathLst>
              <a:path w="3596004" h="920115">
                <a:moveTo>
                  <a:pt x="3595408" y="0"/>
                </a:moveTo>
                <a:lnTo>
                  <a:pt x="3595408" y="652192"/>
                </a:lnTo>
                <a:lnTo>
                  <a:pt x="3591096" y="700287"/>
                </a:lnTo>
                <a:lnTo>
                  <a:pt x="3578667" y="745556"/>
                </a:lnTo>
                <a:lnTo>
                  <a:pt x="3558874" y="787244"/>
                </a:lnTo>
                <a:lnTo>
                  <a:pt x="3532473" y="824593"/>
                </a:lnTo>
                <a:lnTo>
                  <a:pt x="3500220" y="856848"/>
                </a:lnTo>
                <a:lnTo>
                  <a:pt x="3462870" y="883253"/>
                </a:lnTo>
                <a:lnTo>
                  <a:pt x="3421179" y="903049"/>
                </a:lnTo>
                <a:lnTo>
                  <a:pt x="3375901" y="915482"/>
                </a:lnTo>
                <a:lnTo>
                  <a:pt x="3327793" y="919794"/>
                </a:lnTo>
                <a:lnTo>
                  <a:pt x="3053499" y="919794"/>
                </a:lnTo>
                <a:lnTo>
                  <a:pt x="624459" y="919794"/>
                </a:lnTo>
                <a:lnTo>
                  <a:pt x="575657" y="917915"/>
                </a:lnTo>
                <a:lnTo>
                  <a:pt x="527883" y="912372"/>
                </a:lnTo>
                <a:lnTo>
                  <a:pt x="481275" y="903302"/>
                </a:lnTo>
                <a:lnTo>
                  <a:pt x="435972" y="890845"/>
                </a:lnTo>
                <a:lnTo>
                  <a:pt x="392113" y="875140"/>
                </a:lnTo>
                <a:lnTo>
                  <a:pt x="349836" y="856325"/>
                </a:lnTo>
                <a:lnTo>
                  <a:pt x="309281" y="834539"/>
                </a:lnTo>
                <a:lnTo>
                  <a:pt x="270586" y="809922"/>
                </a:lnTo>
                <a:lnTo>
                  <a:pt x="233890" y="782611"/>
                </a:lnTo>
                <a:lnTo>
                  <a:pt x="199332" y="752747"/>
                </a:lnTo>
                <a:lnTo>
                  <a:pt x="167051" y="720467"/>
                </a:lnTo>
                <a:lnTo>
                  <a:pt x="137185" y="685910"/>
                </a:lnTo>
                <a:lnTo>
                  <a:pt x="109874" y="649216"/>
                </a:lnTo>
                <a:lnTo>
                  <a:pt x="85256" y="610524"/>
                </a:lnTo>
                <a:lnTo>
                  <a:pt x="63470" y="569971"/>
                </a:lnTo>
                <a:lnTo>
                  <a:pt x="44655" y="527698"/>
                </a:lnTo>
                <a:lnTo>
                  <a:pt x="28949" y="483842"/>
                </a:lnTo>
                <a:lnTo>
                  <a:pt x="16492" y="438543"/>
                </a:lnTo>
                <a:lnTo>
                  <a:pt x="7422" y="391939"/>
                </a:lnTo>
                <a:lnTo>
                  <a:pt x="1878" y="344169"/>
                </a:lnTo>
                <a:lnTo>
                  <a:pt x="0" y="295373"/>
                </a:lnTo>
                <a:lnTo>
                  <a:pt x="0" y="0"/>
                </a:lnTo>
              </a:path>
            </a:pathLst>
          </a:custGeom>
          <a:ln w="6350">
            <a:solidFill>
              <a:srgbClr val="D4D6D6"/>
            </a:solidFill>
          </a:ln>
        </p:spPr>
        <p:txBody>
          <a:bodyPr wrap="square" lIns="0" tIns="0" rIns="0" bIns="0" rtlCol="0"/>
          <a:lstStyle/>
          <a:p>
            <a:endParaRPr sz="1960"/>
          </a:p>
        </p:txBody>
      </p:sp>
      <p:sp>
        <p:nvSpPr>
          <p:cNvPr id="74" name="object 53">
            <a:extLst>
              <a:ext uri="{FF2B5EF4-FFF2-40B4-BE49-F238E27FC236}">
                <a16:creationId xmlns:a16="http://schemas.microsoft.com/office/drawing/2014/main" id="{DDDDEDD4-D509-9E65-8BD5-DC8BEE140F66}"/>
              </a:ext>
            </a:extLst>
          </p:cNvPr>
          <p:cNvSpPr/>
          <p:nvPr userDrawn="1"/>
        </p:nvSpPr>
        <p:spPr>
          <a:xfrm>
            <a:off x="5311154" y="3518885"/>
            <a:ext cx="5124356" cy="54709"/>
          </a:xfrm>
          <a:custGeom>
            <a:avLst/>
            <a:gdLst/>
            <a:ahLst/>
            <a:cxnLst/>
            <a:rect l="l" t="t" r="r" b="b"/>
            <a:pathLst>
              <a:path w="4948555">
                <a:moveTo>
                  <a:pt x="0" y="0"/>
                </a:moveTo>
                <a:lnTo>
                  <a:pt x="4948085" y="0"/>
                </a:lnTo>
              </a:path>
            </a:pathLst>
          </a:custGeom>
          <a:ln w="6350">
            <a:solidFill>
              <a:srgbClr val="D4D6D6"/>
            </a:solidFill>
          </a:ln>
        </p:spPr>
        <p:txBody>
          <a:bodyPr wrap="square" lIns="0" tIns="0" rIns="0" bIns="0" rtlCol="0"/>
          <a:lstStyle/>
          <a:p>
            <a:endParaRPr sz="1960"/>
          </a:p>
        </p:txBody>
      </p:sp>
      <p:sp>
        <p:nvSpPr>
          <p:cNvPr id="75" name="object 54">
            <a:extLst>
              <a:ext uri="{FF2B5EF4-FFF2-40B4-BE49-F238E27FC236}">
                <a16:creationId xmlns:a16="http://schemas.microsoft.com/office/drawing/2014/main" id="{0C909D06-07BC-3AC4-9C19-658FBA00A480}"/>
              </a:ext>
            </a:extLst>
          </p:cNvPr>
          <p:cNvSpPr/>
          <p:nvPr userDrawn="1"/>
        </p:nvSpPr>
        <p:spPr>
          <a:xfrm>
            <a:off x="235793" y="3518883"/>
            <a:ext cx="4931622" cy="66717"/>
          </a:xfrm>
          <a:custGeom>
            <a:avLst/>
            <a:gdLst/>
            <a:ahLst/>
            <a:cxnLst/>
            <a:rect l="l" t="t" r="r" b="b"/>
            <a:pathLst>
              <a:path w="4948555">
                <a:moveTo>
                  <a:pt x="0" y="0"/>
                </a:moveTo>
                <a:lnTo>
                  <a:pt x="4948085" y="0"/>
                </a:lnTo>
              </a:path>
            </a:pathLst>
          </a:custGeom>
          <a:ln w="6350">
            <a:solidFill>
              <a:srgbClr val="D4D6D6"/>
            </a:solidFill>
          </a:ln>
        </p:spPr>
        <p:txBody>
          <a:bodyPr wrap="square" lIns="0" tIns="0" rIns="0" bIns="0" rtlCol="0"/>
          <a:lstStyle/>
          <a:p>
            <a:endParaRPr sz="1960"/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41216CFD-30EC-CA03-A89A-0D56020C3F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9523" y="3439058"/>
            <a:ext cx="1623333" cy="634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19" b="1" i="0">
                <a:solidFill>
                  <a:srgbClr val="BCD727"/>
                </a:solidFill>
                <a:latin typeface="Proxima Nova Lt" panose="02000506030000020004" pitchFamily="2" charset="0"/>
                <a:cs typeface="Proxima Nova Lt" panose="02000506030000020004" pitchFamily="2" charset="0"/>
              </a:defRPr>
            </a:lvl1pPr>
          </a:lstStyle>
          <a:p>
            <a:pPr lvl="0"/>
            <a:r>
              <a:rPr lang="en-US"/>
              <a:t>The Solution</a:t>
            </a:r>
          </a:p>
        </p:txBody>
      </p:sp>
    </p:spTree>
    <p:extLst>
      <p:ext uri="{BB962C8B-B14F-4D97-AF65-F5344CB8AC3E}">
        <p14:creationId xmlns:p14="http://schemas.microsoft.com/office/powerpoint/2010/main" val="1082060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pen Box City Skyline">
            <a:extLst>
              <a:ext uri="{FF2B5EF4-FFF2-40B4-BE49-F238E27FC236}">
                <a16:creationId xmlns:a16="http://schemas.microsoft.com/office/drawing/2014/main" id="{1EA1A064-E8D2-8CB7-15A2-A47C86445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b="10733"/>
          <a:stretch/>
        </p:blipFill>
        <p:spPr>
          <a:xfrm>
            <a:off x="2" y="5701264"/>
            <a:ext cx="10691814" cy="185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3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690DD1-60F1-1A65-59E1-350469B221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E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75993-6CFB-9B7F-21D7-9DBD59FE3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AE"/>
              <a:t>The Context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BFDEB-F02B-DBDB-9C63-A800DC001B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E"/>
              <a:t>The 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03E8E-1584-EA19-265F-E7CC5292EDD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E"/>
              <a:t>The Client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94FAE4-40D2-2467-4CBF-5C9ED713CA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67907" y="3452027"/>
            <a:ext cx="1623333" cy="634210"/>
          </a:xfrm>
        </p:spPr>
        <p:txBody>
          <a:bodyPr/>
          <a:lstStyle/>
          <a:p>
            <a:r>
              <a:rPr lang="en-AE"/>
              <a:t>The Approach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A5553-4148-7F73-8A7E-ECB7F9A8694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35793" y="3923493"/>
            <a:ext cx="2225524" cy="3000745"/>
          </a:xfrm>
        </p:spPr>
        <p:txBody>
          <a:bodyPr lIns="91440" tIns="45720" rIns="91440" bIns="45720" anchor="t"/>
          <a:lstStyle/>
          <a:p>
            <a:pPr>
              <a:lnSpc>
                <a:spcPts val="1500"/>
              </a:lnSpc>
            </a:pPr>
            <a:r>
              <a:rPr lang="en-US" b="0" i="0">
                <a:solidFill>
                  <a:srgbClr val="646B6B"/>
                </a:solidFill>
                <a:effectLst/>
                <a:latin typeface="ProximaNova-Light"/>
              </a:rPr>
              <a:t>Grainger plc needed to </a:t>
            </a:r>
            <a:r>
              <a:rPr lang="en-US">
                <a:solidFill>
                  <a:srgbClr val="646B6B"/>
                </a:solidFill>
                <a:latin typeface="ProximaNova-Light"/>
              </a:rPr>
              <a:t>anonymize</a:t>
            </a:r>
            <a:r>
              <a:rPr lang="en-US" b="0" i="0">
                <a:solidFill>
                  <a:srgbClr val="646B6B"/>
                </a:solidFill>
                <a:effectLst/>
                <a:latin typeface="ProximaNova-Light"/>
              </a:rPr>
              <a:t> personally identifiable information (PII) that was held within their Salesforce Org for both unsuccessful prospective tenants and historic tenants</a:t>
            </a:r>
            <a:r>
              <a:rPr lang="en-US">
                <a:solidFill>
                  <a:srgbClr val="646B6B"/>
                </a:solidFill>
                <a:latin typeface="ProximaNova-Light"/>
              </a:rPr>
              <a:t> to comply with GDPR regulations.</a:t>
            </a:r>
            <a:endParaRPr lang="en-US" b="0" i="0">
              <a:solidFill>
                <a:srgbClr val="646B6B"/>
              </a:solidFill>
              <a:effectLst/>
              <a:latin typeface="ProximaNova-Light"/>
            </a:endParaRPr>
          </a:p>
          <a:p>
            <a:pPr>
              <a:lnSpc>
                <a:spcPts val="1500"/>
              </a:lnSpc>
            </a:pPr>
            <a:r>
              <a:rPr lang="en-US">
                <a:solidFill>
                  <a:srgbClr val="646B6B"/>
                </a:solidFill>
                <a:latin typeface="ProximaNova-Light"/>
              </a:rPr>
              <a:t>D</a:t>
            </a:r>
            <a:r>
              <a:rPr lang="en-US" b="0" i="0">
                <a:solidFill>
                  <a:srgbClr val="646B6B"/>
                </a:solidFill>
                <a:effectLst/>
                <a:latin typeface="ProximaNova-Light"/>
              </a:rPr>
              <a:t>ata that needed to be </a:t>
            </a:r>
            <a:r>
              <a:rPr lang="en-US">
                <a:solidFill>
                  <a:srgbClr val="646B6B"/>
                </a:solidFill>
                <a:latin typeface="ProximaNova-Light"/>
              </a:rPr>
              <a:t>anonymized</a:t>
            </a:r>
            <a:r>
              <a:rPr lang="en-US" b="0" i="0">
                <a:solidFill>
                  <a:srgbClr val="646B6B"/>
                </a:solidFill>
                <a:effectLst/>
                <a:latin typeface="ProximaNova-Light"/>
              </a:rPr>
              <a:t> was held </a:t>
            </a:r>
            <a:r>
              <a:rPr lang="en-US">
                <a:solidFill>
                  <a:srgbClr val="646B6B"/>
                </a:solidFill>
                <a:latin typeface="ProximaNova-Light"/>
              </a:rPr>
              <a:t>on</a:t>
            </a:r>
            <a:r>
              <a:rPr lang="en-US" b="0" i="0">
                <a:solidFill>
                  <a:srgbClr val="646B6B"/>
                </a:solidFill>
                <a:effectLst/>
                <a:latin typeface="ProximaNova-Light"/>
              </a:rPr>
              <a:t> the Lead and Contact records respectively.</a:t>
            </a:r>
          </a:p>
          <a:p>
            <a:pPr>
              <a:lnSpc>
                <a:spcPts val="1500"/>
              </a:lnSpc>
            </a:pPr>
            <a:r>
              <a:rPr lang="en-US">
                <a:solidFill>
                  <a:srgbClr val="646B6B"/>
                </a:solidFill>
                <a:latin typeface="ProximaNova-Light"/>
              </a:rPr>
              <a:t>The Salesforce records could not be permanently deleted as this would impact historical reporting used to identify trends and measure KPIs.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1DF9C5-CC73-F361-B5A8-C4C3AC899B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777639" y="3923492"/>
            <a:ext cx="2063762" cy="3000745"/>
          </a:xfrm>
        </p:spPr>
        <p:txBody>
          <a:bodyPr lIns="91440" tIns="45720" rIns="91440" bIns="45720" anchor="t"/>
          <a:lstStyle/>
          <a:p>
            <a:pPr>
              <a:lnSpc>
                <a:spcPts val="1500"/>
              </a:lnSpc>
            </a:pPr>
            <a:r>
              <a:rPr lang="en-US">
                <a:solidFill>
                  <a:srgbClr val="646B6B"/>
                </a:solidFill>
                <a:latin typeface="ProximaNova-Light"/>
              </a:rPr>
              <a:t>Open Box developed an automated process within Salesforce that anonymizes the relevant Lead and Contact records, thereby removing the PII data. </a:t>
            </a:r>
          </a:p>
          <a:p>
            <a:pPr>
              <a:lnSpc>
                <a:spcPts val="1500"/>
              </a:lnSpc>
            </a:pPr>
            <a:r>
              <a:rPr lang="en-US">
                <a:solidFill>
                  <a:srgbClr val="646B6B"/>
                </a:solidFill>
                <a:latin typeface="ProximaNova-Light"/>
              </a:rPr>
              <a:t>Leads and Contacts are asked  to opt-in prior to anonymizing, ensuring prospects are given the chance to remain on waitlists and receive updates on new properties.</a:t>
            </a:r>
          </a:p>
          <a:p>
            <a:pPr>
              <a:lnSpc>
                <a:spcPts val="1500"/>
              </a:lnSpc>
            </a:pPr>
            <a:r>
              <a:rPr lang="en-US">
                <a:solidFill>
                  <a:srgbClr val="646B6B"/>
                </a:solidFill>
                <a:latin typeface="ProximaNova-Light"/>
              </a:rPr>
              <a:t>The actual Salesforce records are retained to facilitate reporting that aren’t reliant on valid PII data, such as historical trends, volumes, conversion rates, etc.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4E2470CA-4C0B-EF7E-36C1-E149D5563E4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21224" y="1415451"/>
            <a:ext cx="4393415" cy="1883498"/>
          </a:xfrm>
        </p:spPr>
        <p:txBody>
          <a:bodyPr lIns="91440" tIns="45720" rIns="91440" bIns="45720" anchor="t"/>
          <a:lstStyle/>
          <a:p>
            <a:pPr>
              <a:lnSpc>
                <a:spcPts val="1500"/>
              </a:lnSpc>
            </a:pPr>
            <a:r>
              <a:rPr lang="en-US">
                <a:solidFill>
                  <a:srgbClr val="646B6B"/>
                </a:solidFill>
                <a:latin typeface="ProximaNova-Light"/>
              </a:rPr>
              <a:t>Grainger plc is a British-based property business, founded in 1912 and is headquartered in Newcastle upon Tyne. </a:t>
            </a:r>
          </a:p>
          <a:p>
            <a:pPr>
              <a:lnSpc>
                <a:spcPts val="1500"/>
              </a:lnSpc>
            </a:pPr>
            <a:r>
              <a:rPr lang="en-US">
                <a:solidFill>
                  <a:srgbClr val="646B6B"/>
                </a:solidFill>
                <a:latin typeface="ProximaNova-Light"/>
              </a:rPr>
              <a:t>They are the UK's largest listed residential landlord. Grainger is a market leader in the UK PRS (Private Rented Sector) and build to rent sector and have 11k+ operational homes, 20k+ customers and has a £ 3.4bn operational portfolio value. </a:t>
            </a:r>
            <a:endParaRPr lang="en-AE">
              <a:solidFill>
                <a:srgbClr val="646B6B"/>
              </a:solidFill>
              <a:latin typeface="ProximaNova-Light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6BB340-E129-0AE9-01AC-73F8C692FF9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13875" y="588089"/>
            <a:ext cx="1932705" cy="1510703"/>
          </a:xfrm>
        </p:spPr>
        <p:txBody>
          <a:bodyPr lIns="91440" tIns="45720" rIns="91440" bIns="45720" anchor="t"/>
          <a:lstStyle/>
          <a:p>
            <a:pPr>
              <a:lnSpc>
                <a:spcPts val="1500"/>
              </a:lnSpc>
            </a:pPr>
            <a:r>
              <a:rPr lang="en-ZA" b="0" i="0">
                <a:solidFill>
                  <a:srgbClr val="646B6B"/>
                </a:solidFill>
                <a:effectLst/>
                <a:latin typeface="ProximaNova-Light"/>
              </a:rPr>
              <a:t>GDPR regulations </a:t>
            </a:r>
            <a:r>
              <a:rPr lang="en-US" b="0" i="0">
                <a:solidFill>
                  <a:srgbClr val="646B6B"/>
                </a:solidFill>
                <a:effectLst/>
                <a:latin typeface="ProximaNova-Light"/>
              </a:rPr>
              <a:t>relating to personally identifiable information (PII) required Grainger plc to anonymize data for individuals who were either unsuccessful prospective tenants or were no longer active tenants.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1CEF4A-C8DE-A6F8-88CB-F7123FF07C1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35792" y="2673986"/>
            <a:ext cx="2632441" cy="765072"/>
          </a:xfrm>
        </p:spPr>
        <p:txBody>
          <a:bodyPr lIns="91440" tIns="45720" rIns="91440" bIns="45720" anchor="t"/>
          <a:lstStyle/>
          <a:p>
            <a:pPr>
              <a:lnSpc>
                <a:spcPts val="1500"/>
              </a:lnSpc>
            </a:pPr>
            <a:r>
              <a:rPr lang="en-ZA">
                <a:solidFill>
                  <a:srgbClr val="646B6B"/>
                </a:solidFill>
                <a:latin typeface="ProximaNova-Light"/>
              </a:rPr>
              <a:t>Implementation of General Data Protection Regulation (GDPR) to anonymise personal data.</a:t>
            </a:r>
            <a:endParaRPr lang="en-US">
              <a:latin typeface="ProximaNova-Ligh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789C30-C64D-71C3-F8EB-4C20DD8BC6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AE"/>
              <a:t>The Solution</a:t>
            </a:r>
          </a:p>
        </p:txBody>
      </p:sp>
      <p:pic>
        <p:nvPicPr>
          <p:cNvPr id="15" name="Picture 14" descr="Low angle view of a tall building&#10;&#10;Description automatically generated">
            <a:extLst>
              <a:ext uri="{FF2B5EF4-FFF2-40B4-BE49-F238E27FC236}">
                <a16:creationId xmlns:a16="http://schemas.microsoft.com/office/drawing/2014/main" id="{11DE47F8-D2ED-68CB-6F0C-3E21656EE8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8" r="3001" b="11465"/>
          <a:stretch/>
        </p:blipFill>
        <p:spPr>
          <a:xfrm>
            <a:off x="-12215" y="0"/>
            <a:ext cx="2881776" cy="2098792"/>
          </a:xfrm>
          <a:prstGeom prst="rect">
            <a:avLst/>
          </a:prstGeom>
        </p:spPr>
      </p:pic>
      <p:sp>
        <p:nvSpPr>
          <p:cNvPr id="40" name="object 35">
            <a:extLst>
              <a:ext uri="{FF2B5EF4-FFF2-40B4-BE49-F238E27FC236}">
                <a16:creationId xmlns:a16="http://schemas.microsoft.com/office/drawing/2014/main" id="{B46E05F5-8F6D-46BD-63AB-ACF7977D2410}"/>
              </a:ext>
            </a:extLst>
          </p:cNvPr>
          <p:cNvSpPr txBox="1"/>
          <p:nvPr/>
        </p:nvSpPr>
        <p:spPr>
          <a:xfrm>
            <a:off x="5866268" y="6392004"/>
            <a:ext cx="1341120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860">
              <a:spcBef>
                <a:spcPts val="125"/>
              </a:spcBef>
            </a:pPr>
            <a:r>
              <a:rPr sz="800" b="1" spc="-10">
                <a:solidFill>
                  <a:srgbClr val="FFFFFF"/>
                </a:solidFill>
                <a:latin typeface="ProximaNova-Semibold"/>
                <a:cs typeface="ProximaNova-Semibold"/>
              </a:rPr>
              <a:t>Training</a:t>
            </a:r>
            <a:endParaRPr sz="800">
              <a:latin typeface="ProximaNova-Semibold"/>
              <a:cs typeface="ProximaNova-Semibold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F414F8F-1BA4-AC6E-8D70-73E1424498E1}"/>
              </a:ext>
            </a:extLst>
          </p:cNvPr>
          <p:cNvGrpSpPr/>
          <p:nvPr/>
        </p:nvGrpSpPr>
        <p:grpSpPr>
          <a:xfrm>
            <a:off x="5759637" y="133240"/>
            <a:ext cx="766057" cy="657655"/>
            <a:chOff x="6009895" y="148550"/>
            <a:chExt cx="942838" cy="809420"/>
          </a:xfrm>
        </p:grpSpPr>
        <p:pic>
          <p:nvPicPr>
            <p:cNvPr id="69" name="Picture 68" descr="A green sign with white text&#10;&#10;Description automatically generated">
              <a:extLst>
                <a:ext uri="{FF2B5EF4-FFF2-40B4-BE49-F238E27FC236}">
                  <a16:creationId xmlns:a16="http://schemas.microsoft.com/office/drawing/2014/main" id="{5EECEEA5-0312-F9CE-22DB-9FC32E937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2891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138"/>
            <a:stretch/>
          </p:blipFill>
          <p:spPr>
            <a:xfrm>
              <a:off x="6137470" y="148550"/>
              <a:ext cx="667608" cy="437545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9071E0B-DD48-DB8B-9292-7941C86B3773}"/>
                </a:ext>
              </a:extLst>
            </p:cNvPr>
            <p:cNvSpPr txBox="1"/>
            <p:nvPr/>
          </p:nvSpPr>
          <p:spPr>
            <a:xfrm>
              <a:off x="6009895" y="541289"/>
              <a:ext cx="942838" cy="416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>
                  <a:solidFill>
                    <a:srgbClr val="AAAAAA"/>
                  </a:solidFill>
                  <a:latin typeface="Proxima Nova Rg" panose="02000506030000020004" pitchFamily="2" charset="0"/>
                </a:rPr>
                <a:t>Strategy &amp; </a:t>
              </a:r>
            </a:p>
            <a:p>
              <a:pPr algn="ctr"/>
              <a:r>
                <a:rPr lang="en-US" sz="800">
                  <a:solidFill>
                    <a:srgbClr val="AAAAAA"/>
                  </a:solidFill>
                  <a:latin typeface="Proxima Nova Rg" panose="02000506030000020004" pitchFamily="2" charset="0"/>
                </a:rPr>
                <a:t>Advisory</a:t>
              </a:r>
              <a:endParaRPr lang="en-AE" sz="800">
                <a:solidFill>
                  <a:srgbClr val="AAAAAA"/>
                </a:solidFill>
                <a:latin typeface="Proxima Nova Rg" panose="02000506030000020004" pitchFamily="2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2812007-2B2A-F19A-C6B9-0D3927EFFBA1}"/>
              </a:ext>
            </a:extLst>
          </p:cNvPr>
          <p:cNvGrpSpPr/>
          <p:nvPr/>
        </p:nvGrpSpPr>
        <p:grpSpPr>
          <a:xfrm>
            <a:off x="6537844" y="133238"/>
            <a:ext cx="695409" cy="657654"/>
            <a:chOff x="6804019" y="148550"/>
            <a:chExt cx="855888" cy="809420"/>
          </a:xfrm>
        </p:grpSpPr>
        <p:pic>
          <p:nvPicPr>
            <p:cNvPr id="72" name="Picture 71" descr="A blue and white sign with a white graphic and a white arrow&#10;&#10;Description automatically generated with medium confidence">
              <a:extLst>
                <a:ext uri="{FF2B5EF4-FFF2-40B4-BE49-F238E27FC236}">
                  <a16:creationId xmlns:a16="http://schemas.microsoft.com/office/drawing/2014/main" id="{8030FE45-1165-09AC-7A3F-2E4F159F2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660"/>
            <a:stretch/>
          </p:blipFill>
          <p:spPr>
            <a:xfrm>
              <a:off x="6888872" y="148550"/>
              <a:ext cx="667608" cy="408734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315A1AC-DCF9-B27A-2B58-55A6CD16AA56}"/>
                </a:ext>
              </a:extLst>
            </p:cNvPr>
            <p:cNvSpPr txBox="1"/>
            <p:nvPr/>
          </p:nvSpPr>
          <p:spPr>
            <a:xfrm>
              <a:off x="6804019" y="541288"/>
              <a:ext cx="855888" cy="416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>
                  <a:solidFill>
                    <a:srgbClr val="6E7878"/>
                  </a:solidFill>
                  <a:latin typeface="Proxima Nova Rg" panose="02000506030000020004" pitchFamily="2" charset="0"/>
                </a:rPr>
                <a:t>Analysis &amp;</a:t>
              </a:r>
            </a:p>
            <a:p>
              <a:pPr algn="ctr"/>
              <a:r>
                <a:rPr lang="en-US" sz="800">
                  <a:solidFill>
                    <a:srgbClr val="6E7878"/>
                  </a:solidFill>
                  <a:latin typeface="Proxima Nova Rg" panose="02000506030000020004" pitchFamily="2" charset="0"/>
                </a:rPr>
                <a:t>Consulting</a:t>
              </a:r>
              <a:endParaRPr lang="en-AE" sz="800">
                <a:solidFill>
                  <a:srgbClr val="6E7878"/>
                </a:solidFill>
                <a:latin typeface="Proxima Nova Rg" panose="02000506030000020004" pitchFamily="2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0D8B9AA-006C-E980-BD37-DD4BBABF1A83}"/>
              </a:ext>
            </a:extLst>
          </p:cNvPr>
          <p:cNvGrpSpPr/>
          <p:nvPr/>
        </p:nvGrpSpPr>
        <p:grpSpPr>
          <a:xfrm>
            <a:off x="8071453" y="136663"/>
            <a:ext cx="633939" cy="656113"/>
            <a:chOff x="8338016" y="152762"/>
            <a:chExt cx="780233" cy="807524"/>
          </a:xfrm>
        </p:grpSpPr>
        <p:pic>
          <p:nvPicPr>
            <p:cNvPr id="75" name="Picture 74" descr="A blue and white sign with a magnifying glass and graph&#10;&#10;Description automatically generated">
              <a:extLst>
                <a:ext uri="{FF2B5EF4-FFF2-40B4-BE49-F238E27FC236}">
                  <a16:creationId xmlns:a16="http://schemas.microsoft.com/office/drawing/2014/main" id="{3C725A4A-A676-B5AE-2898-2BB35D14C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467"/>
            <a:stretch/>
          </p:blipFill>
          <p:spPr>
            <a:xfrm>
              <a:off x="8394330" y="152762"/>
              <a:ext cx="667608" cy="404522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FB86D24-02EC-90B0-67BB-7AD1B48DB8B1}"/>
                </a:ext>
              </a:extLst>
            </p:cNvPr>
            <p:cNvSpPr txBox="1"/>
            <p:nvPr/>
          </p:nvSpPr>
          <p:spPr>
            <a:xfrm>
              <a:off x="8338016" y="543604"/>
              <a:ext cx="780233" cy="416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>
                  <a:solidFill>
                    <a:srgbClr val="AAAAAA"/>
                  </a:solidFill>
                  <a:latin typeface="Proxima Nova Rg" panose="02000506030000020004" pitchFamily="2" charset="0"/>
                </a:rPr>
                <a:t>Data &amp;</a:t>
              </a:r>
            </a:p>
            <a:p>
              <a:pPr algn="ctr"/>
              <a:r>
                <a:rPr lang="en-US" sz="800">
                  <a:solidFill>
                    <a:srgbClr val="AAAAAA"/>
                  </a:solidFill>
                  <a:latin typeface="Proxima Nova Rg" panose="02000506030000020004" pitchFamily="2" charset="0"/>
                </a:rPr>
                <a:t>Analytics</a:t>
              </a:r>
              <a:endParaRPr lang="en-AE" sz="800">
                <a:solidFill>
                  <a:srgbClr val="AAAAAA"/>
                </a:solidFill>
                <a:latin typeface="Proxima Nova Rg" panose="02000506030000020004" pitchFamily="2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19DA4AD-31D6-8B50-EFF8-E7DE7CCEB679}"/>
              </a:ext>
            </a:extLst>
          </p:cNvPr>
          <p:cNvGrpSpPr/>
          <p:nvPr/>
        </p:nvGrpSpPr>
        <p:grpSpPr>
          <a:xfrm>
            <a:off x="7221465" y="133241"/>
            <a:ext cx="824845" cy="659535"/>
            <a:chOff x="7473972" y="148550"/>
            <a:chExt cx="1015194" cy="811736"/>
          </a:xfrm>
        </p:grpSpPr>
        <p:pic>
          <p:nvPicPr>
            <p:cNvPr id="78" name="Picture 77" descr="A computer with a gear and a symbol&#10;&#10;Description automatically generated with medium confidence">
              <a:extLst>
                <a:ext uri="{FF2B5EF4-FFF2-40B4-BE49-F238E27FC236}">
                  <a16:creationId xmlns:a16="http://schemas.microsoft.com/office/drawing/2014/main" id="{B071B2DD-96E6-3C9A-E74F-C279907B3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648"/>
            <a:stretch/>
          </p:blipFill>
          <p:spPr>
            <a:xfrm>
              <a:off x="7615485" y="148550"/>
              <a:ext cx="719840" cy="437545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7939265-94D2-E2FB-F19E-377DC8953260}"/>
                </a:ext>
              </a:extLst>
            </p:cNvPr>
            <p:cNvSpPr txBox="1"/>
            <p:nvPr/>
          </p:nvSpPr>
          <p:spPr>
            <a:xfrm>
              <a:off x="7473972" y="543604"/>
              <a:ext cx="1015194" cy="416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>
                  <a:solidFill>
                    <a:srgbClr val="6E7878"/>
                  </a:solidFill>
                  <a:latin typeface="Proxima Nova Rg" panose="02000506030000020004" pitchFamily="2" charset="0"/>
                </a:rPr>
                <a:t>Software</a:t>
              </a:r>
            </a:p>
            <a:p>
              <a:pPr algn="ctr"/>
              <a:r>
                <a:rPr lang="en-US" sz="800">
                  <a:solidFill>
                    <a:srgbClr val="6E7878"/>
                  </a:solidFill>
                  <a:latin typeface="Proxima Nova Rg" panose="02000506030000020004" pitchFamily="2" charset="0"/>
                </a:rPr>
                <a:t>Development</a:t>
              </a:r>
              <a:endParaRPr lang="en-AE" sz="800">
                <a:solidFill>
                  <a:srgbClr val="6E7878"/>
                </a:solidFill>
                <a:latin typeface="Proxima Nova Rg" panose="02000506030000020004" pitchFamily="2" charset="0"/>
              </a:endParaRPr>
            </a:p>
          </p:txBody>
        </p:sp>
      </p:grpSp>
      <p:sp>
        <p:nvSpPr>
          <p:cNvPr id="13" name="object 35">
            <a:extLst>
              <a:ext uri="{FF2B5EF4-FFF2-40B4-BE49-F238E27FC236}">
                <a16:creationId xmlns:a16="http://schemas.microsoft.com/office/drawing/2014/main" id="{B3205D78-C284-0776-605C-403E270829F8}"/>
              </a:ext>
            </a:extLst>
          </p:cNvPr>
          <p:cNvSpPr txBox="1"/>
          <p:nvPr/>
        </p:nvSpPr>
        <p:spPr>
          <a:xfrm>
            <a:off x="5810180" y="5727029"/>
            <a:ext cx="1341120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860">
              <a:spcBef>
                <a:spcPts val="125"/>
              </a:spcBef>
            </a:pPr>
            <a:r>
              <a:rPr sz="800" b="1" spc="-10">
                <a:solidFill>
                  <a:srgbClr val="FFFFFF"/>
                </a:solidFill>
                <a:latin typeface="ProximaNova-Semibold"/>
                <a:cs typeface="ProximaNova-Semibold"/>
              </a:rPr>
              <a:t>Training</a:t>
            </a:r>
            <a:endParaRPr sz="800">
              <a:latin typeface="ProximaNova-Semibold"/>
              <a:cs typeface="ProximaNova-Semibold"/>
            </a:endParaRPr>
          </a:p>
        </p:txBody>
      </p:sp>
      <p:sp>
        <p:nvSpPr>
          <p:cNvPr id="45" name="object 41">
            <a:extLst>
              <a:ext uri="{FF2B5EF4-FFF2-40B4-BE49-F238E27FC236}">
                <a16:creationId xmlns:a16="http://schemas.microsoft.com/office/drawing/2014/main" id="{0F48C8E8-755F-770B-890C-C9221F7CF66C}"/>
              </a:ext>
            </a:extLst>
          </p:cNvPr>
          <p:cNvSpPr txBox="1"/>
          <p:nvPr/>
        </p:nvSpPr>
        <p:spPr>
          <a:xfrm>
            <a:off x="5544866" y="5528050"/>
            <a:ext cx="792876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z="900">
                <a:solidFill>
                  <a:srgbClr val="646B6B"/>
                </a:solidFill>
                <a:latin typeface="__fontSerif_c35935"/>
              </a:rPr>
              <a:t>Confirm requirements</a:t>
            </a:r>
            <a:endParaRPr sz="900">
              <a:solidFill>
                <a:srgbClr val="646B6B"/>
              </a:solidFill>
              <a:latin typeface="__fontSerif_c35935"/>
            </a:endParaRPr>
          </a:p>
        </p:txBody>
      </p:sp>
      <p:sp>
        <p:nvSpPr>
          <p:cNvPr id="64" name="object 60">
            <a:extLst>
              <a:ext uri="{FF2B5EF4-FFF2-40B4-BE49-F238E27FC236}">
                <a16:creationId xmlns:a16="http://schemas.microsoft.com/office/drawing/2014/main" id="{CA04ED44-8AF9-C196-287F-80ABB0B7FD9B}"/>
              </a:ext>
            </a:extLst>
          </p:cNvPr>
          <p:cNvSpPr/>
          <p:nvPr/>
        </p:nvSpPr>
        <p:spPr>
          <a:xfrm rot="5400000">
            <a:off x="9560198" y="4650077"/>
            <a:ext cx="242357" cy="175415"/>
          </a:xfrm>
          <a:custGeom>
            <a:avLst/>
            <a:gdLst/>
            <a:ahLst/>
            <a:cxnLst/>
            <a:rect l="l" t="t" r="r" b="b"/>
            <a:pathLst>
              <a:path w="140335" h="139064">
                <a:moveTo>
                  <a:pt x="70065" y="0"/>
                </a:moveTo>
                <a:lnTo>
                  <a:pt x="0" y="138658"/>
                </a:lnTo>
                <a:lnTo>
                  <a:pt x="140131" y="138658"/>
                </a:lnTo>
                <a:lnTo>
                  <a:pt x="70065" y="0"/>
                </a:lnTo>
                <a:close/>
              </a:path>
            </a:pathLst>
          </a:custGeom>
          <a:solidFill>
            <a:srgbClr val="A6AB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2">
            <a:extLst>
              <a:ext uri="{FF2B5EF4-FFF2-40B4-BE49-F238E27FC236}">
                <a16:creationId xmlns:a16="http://schemas.microsoft.com/office/drawing/2014/main" id="{54E57A78-4A85-3D2E-083B-47F42D1C83F2}"/>
              </a:ext>
            </a:extLst>
          </p:cNvPr>
          <p:cNvSpPr txBox="1"/>
          <p:nvPr/>
        </p:nvSpPr>
        <p:spPr>
          <a:xfrm rot="5400000">
            <a:off x="7427842" y="1997548"/>
            <a:ext cx="368947" cy="4315892"/>
          </a:xfrm>
          <a:prstGeom prst="rect">
            <a:avLst/>
          </a:prstGeom>
        </p:spPr>
        <p:txBody>
          <a:bodyPr vert="vert270" wrap="square" lIns="0" tIns="6985" rIns="0" bIns="0" rtlCol="0">
            <a:spAutoFit/>
          </a:bodyPr>
          <a:lstStyle/>
          <a:p>
            <a:pPr marL="12700">
              <a:lnSpc>
                <a:spcPts val="1500"/>
              </a:lnSpc>
              <a:spcBef>
                <a:spcPts val="55"/>
              </a:spcBef>
            </a:pPr>
            <a:r>
              <a:rPr lang="en-US" sz="1000">
                <a:solidFill>
                  <a:srgbClr val="646B6B"/>
                </a:solidFill>
                <a:latin typeface="ProximaNova-Light"/>
              </a:rPr>
              <a:t>Kanban approach was used where features were developed, tested and delivered continuously throughout the project</a:t>
            </a:r>
            <a:endParaRPr sz="1000">
              <a:solidFill>
                <a:srgbClr val="646B6B"/>
              </a:solidFill>
              <a:latin typeface="ProximaNova-Light"/>
            </a:endParaRPr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10DB7910-B846-CDA2-091F-9A160BF6DA7B}"/>
              </a:ext>
            </a:extLst>
          </p:cNvPr>
          <p:cNvSpPr/>
          <p:nvPr/>
        </p:nvSpPr>
        <p:spPr>
          <a:xfrm>
            <a:off x="5542102" y="5183763"/>
            <a:ext cx="729906" cy="277495"/>
          </a:xfrm>
          <a:custGeom>
            <a:avLst/>
            <a:gdLst/>
            <a:ahLst/>
            <a:cxnLst/>
            <a:rect l="l" t="t" r="r" b="b"/>
            <a:pathLst>
              <a:path w="1341120" h="277495">
                <a:moveTo>
                  <a:pt x="1340624" y="0"/>
                </a:moveTo>
                <a:lnTo>
                  <a:pt x="0" y="0"/>
                </a:lnTo>
                <a:lnTo>
                  <a:pt x="0" y="276885"/>
                </a:lnTo>
                <a:lnTo>
                  <a:pt x="1340624" y="276885"/>
                </a:lnTo>
                <a:lnTo>
                  <a:pt x="1340624" y="0"/>
                </a:lnTo>
                <a:close/>
              </a:path>
            </a:pathLst>
          </a:custGeom>
          <a:solidFill>
            <a:srgbClr val="BCD63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 spc="-10">
                <a:solidFill>
                  <a:srgbClr val="FFFFFF"/>
                </a:solidFill>
                <a:latin typeface="ProximaNova-Semibold"/>
              </a:rPr>
              <a:t>Analysis</a:t>
            </a:r>
            <a:endParaRPr sz="1100" b="1" spc="-10">
              <a:solidFill>
                <a:srgbClr val="FFFFFF"/>
              </a:solidFill>
              <a:latin typeface="ProximaNova-Semibold"/>
            </a:endParaRPr>
          </a:p>
        </p:txBody>
      </p:sp>
      <p:sp>
        <p:nvSpPr>
          <p:cNvPr id="80" name="object 41">
            <a:extLst>
              <a:ext uri="{FF2B5EF4-FFF2-40B4-BE49-F238E27FC236}">
                <a16:creationId xmlns:a16="http://schemas.microsoft.com/office/drawing/2014/main" id="{F2BBB03F-0CD7-CDBA-D289-072748856E35}"/>
              </a:ext>
            </a:extLst>
          </p:cNvPr>
          <p:cNvSpPr txBox="1"/>
          <p:nvPr/>
        </p:nvSpPr>
        <p:spPr>
          <a:xfrm>
            <a:off x="6407656" y="5528050"/>
            <a:ext cx="673730" cy="4308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z="900">
                <a:solidFill>
                  <a:srgbClr val="646B6B"/>
                </a:solidFill>
                <a:latin typeface="__fontSerif_c35935"/>
              </a:rPr>
              <a:t>Implement required changes</a:t>
            </a:r>
            <a:endParaRPr sz="900">
              <a:solidFill>
                <a:srgbClr val="646B6B"/>
              </a:solidFill>
              <a:latin typeface="__fontSerif_c35935"/>
            </a:endParaRPr>
          </a:p>
        </p:txBody>
      </p:sp>
      <p:sp>
        <p:nvSpPr>
          <p:cNvPr id="82" name="object 34">
            <a:extLst>
              <a:ext uri="{FF2B5EF4-FFF2-40B4-BE49-F238E27FC236}">
                <a16:creationId xmlns:a16="http://schemas.microsoft.com/office/drawing/2014/main" id="{E115FDF1-44F7-4884-C5AC-D726C23046A6}"/>
              </a:ext>
            </a:extLst>
          </p:cNvPr>
          <p:cNvSpPr/>
          <p:nvPr/>
        </p:nvSpPr>
        <p:spPr>
          <a:xfrm>
            <a:off x="6404891" y="5183763"/>
            <a:ext cx="729906" cy="277495"/>
          </a:xfrm>
          <a:custGeom>
            <a:avLst/>
            <a:gdLst/>
            <a:ahLst/>
            <a:cxnLst/>
            <a:rect l="l" t="t" r="r" b="b"/>
            <a:pathLst>
              <a:path w="1341120" h="277495">
                <a:moveTo>
                  <a:pt x="1340624" y="0"/>
                </a:moveTo>
                <a:lnTo>
                  <a:pt x="0" y="0"/>
                </a:lnTo>
                <a:lnTo>
                  <a:pt x="0" y="276885"/>
                </a:lnTo>
                <a:lnTo>
                  <a:pt x="1340624" y="276885"/>
                </a:lnTo>
                <a:lnTo>
                  <a:pt x="1340624" y="0"/>
                </a:lnTo>
                <a:close/>
              </a:path>
            </a:pathLst>
          </a:custGeom>
          <a:solidFill>
            <a:srgbClr val="BCD63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 spc="-10">
                <a:solidFill>
                  <a:srgbClr val="FFFFFF"/>
                </a:solidFill>
                <a:latin typeface="ProximaNova-Semibold"/>
              </a:rPr>
              <a:t>Build</a:t>
            </a:r>
            <a:endParaRPr sz="1100" b="1" spc="-10">
              <a:solidFill>
                <a:srgbClr val="FFFFFF"/>
              </a:solidFill>
              <a:latin typeface="ProximaNova-Semibold"/>
            </a:endParaRPr>
          </a:p>
        </p:txBody>
      </p:sp>
      <p:sp>
        <p:nvSpPr>
          <p:cNvPr id="83" name="object 41">
            <a:extLst>
              <a:ext uri="{FF2B5EF4-FFF2-40B4-BE49-F238E27FC236}">
                <a16:creationId xmlns:a16="http://schemas.microsoft.com/office/drawing/2014/main" id="{57463C39-27FE-894C-C818-EF4A51E42829}"/>
              </a:ext>
            </a:extLst>
          </p:cNvPr>
          <p:cNvSpPr txBox="1"/>
          <p:nvPr/>
        </p:nvSpPr>
        <p:spPr>
          <a:xfrm>
            <a:off x="7307828" y="5527103"/>
            <a:ext cx="740930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z="900">
                <a:solidFill>
                  <a:srgbClr val="646B6B"/>
                </a:solidFill>
                <a:latin typeface="__fontSerif_c35935"/>
              </a:rPr>
              <a:t>Open Box testing</a:t>
            </a:r>
            <a:endParaRPr sz="900">
              <a:solidFill>
                <a:srgbClr val="646B6B"/>
              </a:solidFill>
              <a:latin typeface="__fontSerif_c35935"/>
            </a:endParaRPr>
          </a:p>
        </p:txBody>
      </p:sp>
      <p:sp>
        <p:nvSpPr>
          <p:cNvPr id="84" name="object 34">
            <a:extLst>
              <a:ext uri="{FF2B5EF4-FFF2-40B4-BE49-F238E27FC236}">
                <a16:creationId xmlns:a16="http://schemas.microsoft.com/office/drawing/2014/main" id="{7B7E916C-33FA-1EF3-3797-37EFB7193E07}"/>
              </a:ext>
            </a:extLst>
          </p:cNvPr>
          <p:cNvSpPr/>
          <p:nvPr/>
        </p:nvSpPr>
        <p:spPr>
          <a:xfrm>
            <a:off x="7305063" y="5182816"/>
            <a:ext cx="729906" cy="277495"/>
          </a:xfrm>
          <a:custGeom>
            <a:avLst/>
            <a:gdLst/>
            <a:ahLst/>
            <a:cxnLst/>
            <a:rect l="l" t="t" r="r" b="b"/>
            <a:pathLst>
              <a:path w="1341120" h="277495">
                <a:moveTo>
                  <a:pt x="1340624" y="0"/>
                </a:moveTo>
                <a:lnTo>
                  <a:pt x="0" y="0"/>
                </a:lnTo>
                <a:lnTo>
                  <a:pt x="0" y="276885"/>
                </a:lnTo>
                <a:lnTo>
                  <a:pt x="1340624" y="276885"/>
                </a:lnTo>
                <a:lnTo>
                  <a:pt x="1340624" y="0"/>
                </a:lnTo>
                <a:close/>
              </a:path>
            </a:pathLst>
          </a:custGeom>
          <a:solidFill>
            <a:srgbClr val="BCD63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 spc="-10">
                <a:solidFill>
                  <a:srgbClr val="FFFFFF"/>
                </a:solidFill>
                <a:latin typeface="ProximaNova-Semibold"/>
              </a:rPr>
              <a:t>QA</a:t>
            </a:r>
            <a:endParaRPr sz="1100" b="1" spc="-10">
              <a:solidFill>
                <a:srgbClr val="FFFFFF"/>
              </a:solidFill>
              <a:latin typeface="ProximaNova-Semibold"/>
            </a:endParaRPr>
          </a:p>
        </p:txBody>
      </p:sp>
      <p:sp>
        <p:nvSpPr>
          <p:cNvPr id="85" name="object 41">
            <a:extLst>
              <a:ext uri="{FF2B5EF4-FFF2-40B4-BE49-F238E27FC236}">
                <a16:creationId xmlns:a16="http://schemas.microsoft.com/office/drawing/2014/main" id="{29848399-8753-8AF0-A613-40F462EDFB0B}"/>
              </a:ext>
            </a:extLst>
          </p:cNvPr>
          <p:cNvSpPr txBox="1"/>
          <p:nvPr/>
        </p:nvSpPr>
        <p:spPr>
          <a:xfrm>
            <a:off x="8202173" y="5566851"/>
            <a:ext cx="740928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z="900">
                <a:solidFill>
                  <a:srgbClr val="646B6B"/>
                </a:solidFill>
                <a:latin typeface="__fontSerif_c35935"/>
              </a:rPr>
              <a:t>Grainger Testing</a:t>
            </a:r>
            <a:endParaRPr sz="900">
              <a:solidFill>
                <a:srgbClr val="646B6B"/>
              </a:solidFill>
              <a:latin typeface="__fontSerif_c35935"/>
            </a:endParaRPr>
          </a:p>
        </p:txBody>
      </p:sp>
      <p:sp>
        <p:nvSpPr>
          <p:cNvPr id="86" name="object 34">
            <a:extLst>
              <a:ext uri="{FF2B5EF4-FFF2-40B4-BE49-F238E27FC236}">
                <a16:creationId xmlns:a16="http://schemas.microsoft.com/office/drawing/2014/main" id="{4B4E0341-3F43-0195-6F48-7F6CCF91EEDF}"/>
              </a:ext>
            </a:extLst>
          </p:cNvPr>
          <p:cNvSpPr/>
          <p:nvPr/>
        </p:nvSpPr>
        <p:spPr>
          <a:xfrm>
            <a:off x="8187833" y="5193052"/>
            <a:ext cx="729906" cy="277495"/>
          </a:xfrm>
          <a:custGeom>
            <a:avLst/>
            <a:gdLst/>
            <a:ahLst/>
            <a:cxnLst/>
            <a:rect l="l" t="t" r="r" b="b"/>
            <a:pathLst>
              <a:path w="1341120" h="277495">
                <a:moveTo>
                  <a:pt x="1340624" y="0"/>
                </a:moveTo>
                <a:lnTo>
                  <a:pt x="0" y="0"/>
                </a:lnTo>
                <a:lnTo>
                  <a:pt x="0" y="276885"/>
                </a:lnTo>
                <a:lnTo>
                  <a:pt x="1340624" y="276885"/>
                </a:lnTo>
                <a:lnTo>
                  <a:pt x="1340624" y="0"/>
                </a:lnTo>
                <a:close/>
              </a:path>
            </a:pathLst>
          </a:custGeom>
          <a:solidFill>
            <a:srgbClr val="BCD63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 spc="-10">
                <a:solidFill>
                  <a:srgbClr val="FFFFFF"/>
                </a:solidFill>
                <a:latin typeface="ProximaNova-Semibold"/>
              </a:rPr>
              <a:t>UAT</a:t>
            </a:r>
            <a:endParaRPr sz="1100" b="1" spc="-10">
              <a:solidFill>
                <a:srgbClr val="FFFFFF"/>
              </a:solidFill>
              <a:latin typeface="ProximaNova-Semibold"/>
            </a:endParaRPr>
          </a:p>
        </p:txBody>
      </p:sp>
      <p:sp>
        <p:nvSpPr>
          <p:cNvPr id="87" name="object 41">
            <a:extLst>
              <a:ext uri="{FF2B5EF4-FFF2-40B4-BE49-F238E27FC236}">
                <a16:creationId xmlns:a16="http://schemas.microsoft.com/office/drawing/2014/main" id="{A72F9769-2A29-CBB2-1CB2-85F0F0BB093B}"/>
              </a:ext>
            </a:extLst>
          </p:cNvPr>
          <p:cNvSpPr txBox="1"/>
          <p:nvPr/>
        </p:nvSpPr>
        <p:spPr>
          <a:xfrm>
            <a:off x="9049650" y="5527103"/>
            <a:ext cx="74092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z="900">
                <a:solidFill>
                  <a:srgbClr val="646B6B"/>
                </a:solidFill>
                <a:latin typeface="__fontSerif_c35935"/>
              </a:rPr>
              <a:t>Production Support</a:t>
            </a:r>
            <a:endParaRPr sz="900">
              <a:solidFill>
                <a:srgbClr val="646B6B"/>
              </a:solidFill>
              <a:latin typeface="__fontSerif_c35935"/>
            </a:endParaRPr>
          </a:p>
        </p:txBody>
      </p:sp>
      <p:sp>
        <p:nvSpPr>
          <p:cNvPr id="88" name="object 34">
            <a:extLst>
              <a:ext uri="{FF2B5EF4-FFF2-40B4-BE49-F238E27FC236}">
                <a16:creationId xmlns:a16="http://schemas.microsoft.com/office/drawing/2014/main" id="{37F66168-1E44-EB50-8DEA-50371A0C0837}"/>
              </a:ext>
            </a:extLst>
          </p:cNvPr>
          <p:cNvSpPr/>
          <p:nvPr/>
        </p:nvSpPr>
        <p:spPr>
          <a:xfrm>
            <a:off x="9046886" y="5182816"/>
            <a:ext cx="729906" cy="277495"/>
          </a:xfrm>
          <a:custGeom>
            <a:avLst/>
            <a:gdLst/>
            <a:ahLst/>
            <a:cxnLst/>
            <a:rect l="l" t="t" r="r" b="b"/>
            <a:pathLst>
              <a:path w="1341120" h="277495">
                <a:moveTo>
                  <a:pt x="1340624" y="0"/>
                </a:moveTo>
                <a:lnTo>
                  <a:pt x="0" y="0"/>
                </a:lnTo>
                <a:lnTo>
                  <a:pt x="0" y="276885"/>
                </a:lnTo>
                <a:lnTo>
                  <a:pt x="1340624" y="276885"/>
                </a:lnTo>
                <a:lnTo>
                  <a:pt x="1340624" y="0"/>
                </a:lnTo>
                <a:close/>
              </a:path>
            </a:pathLst>
          </a:custGeom>
          <a:solidFill>
            <a:srgbClr val="BCD631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 spc="-10">
                <a:solidFill>
                  <a:srgbClr val="FFFFFF"/>
                </a:solidFill>
                <a:latin typeface="ProximaNova-Semibold"/>
              </a:rPr>
              <a:t>Production</a:t>
            </a:r>
            <a:endParaRPr sz="1100" b="1" spc="-10">
              <a:solidFill>
                <a:srgbClr val="FFFFFF"/>
              </a:solidFill>
              <a:latin typeface="ProximaNova-Semibold"/>
            </a:endParaRPr>
          </a:p>
        </p:txBody>
      </p:sp>
      <p:sp>
        <p:nvSpPr>
          <p:cNvPr id="89" name="object 61">
            <a:extLst>
              <a:ext uri="{FF2B5EF4-FFF2-40B4-BE49-F238E27FC236}">
                <a16:creationId xmlns:a16="http://schemas.microsoft.com/office/drawing/2014/main" id="{2AA033F3-8875-1688-6FEF-D4F68F61D59E}"/>
              </a:ext>
            </a:extLst>
          </p:cNvPr>
          <p:cNvSpPr/>
          <p:nvPr/>
        </p:nvSpPr>
        <p:spPr>
          <a:xfrm>
            <a:off x="5558884" y="4884240"/>
            <a:ext cx="2489141" cy="220102"/>
          </a:xfrm>
          <a:custGeom>
            <a:avLst/>
            <a:gdLst/>
            <a:ahLst/>
            <a:cxnLst/>
            <a:rect l="l" t="t" r="r" b="b"/>
            <a:pathLst>
              <a:path w="53339" h="1882139">
                <a:moveTo>
                  <a:pt x="53162" y="0"/>
                </a:moveTo>
                <a:lnTo>
                  <a:pt x="0" y="0"/>
                </a:lnTo>
                <a:lnTo>
                  <a:pt x="0" y="1881581"/>
                </a:lnTo>
                <a:lnTo>
                  <a:pt x="53162" y="1881581"/>
                </a:lnTo>
                <a:lnTo>
                  <a:pt x="53162" y="0"/>
                </a:lnTo>
                <a:close/>
              </a:path>
            </a:pathLst>
          </a:custGeom>
          <a:solidFill>
            <a:srgbClr val="A6ABA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roximaNova-Light"/>
                <a:cs typeface="ProximaNova-Light"/>
              </a:rPr>
              <a:t>3 Weeks</a:t>
            </a:r>
          </a:p>
        </p:txBody>
      </p:sp>
      <p:sp>
        <p:nvSpPr>
          <p:cNvPr id="91" name="object 61">
            <a:extLst>
              <a:ext uri="{FF2B5EF4-FFF2-40B4-BE49-F238E27FC236}">
                <a16:creationId xmlns:a16="http://schemas.microsoft.com/office/drawing/2014/main" id="{8FFA44B3-757D-E47A-E22C-A411CA2F1422}"/>
              </a:ext>
            </a:extLst>
          </p:cNvPr>
          <p:cNvSpPr/>
          <p:nvPr/>
        </p:nvSpPr>
        <p:spPr>
          <a:xfrm>
            <a:off x="8196594" y="4876646"/>
            <a:ext cx="704267" cy="220102"/>
          </a:xfrm>
          <a:custGeom>
            <a:avLst/>
            <a:gdLst/>
            <a:ahLst/>
            <a:cxnLst/>
            <a:rect l="l" t="t" r="r" b="b"/>
            <a:pathLst>
              <a:path w="53339" h="1882139">
                <a:moveTo>
                  <a:pt x="53162" y="0"/>
                </a:moveTo>
                <a:lnTo>
                  <a:pt x="0" y="0"/>
                </a:lnTo>
                <a:lnTo>
                  <a:pt x="0" y="1881581"/>
                </a:lnTo>
                <a:lnTo>
                  <a:pt x="53162" y="1881581"/>
                </a:lnTo>
                <a:lnTo>
                  <a:pt x="53162" y="0"/>
                </a:lnTo>
                <a:close/>
              </a:path>
            </a:pathLst>
          </a:custGeom>
          <a:solidFill>
            <a:srgbClr val="A6ABA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roximaNova-Light"/>
                <a:cs typeface="ProximaNova-Light"/>
              </a:rPr>
              <a:t>2 Weeks</a:t>
            </a:r>
          </a:p>
        </p:txBody>
      </p:sp>
      <p:sp>
        <p:nvSpPr>
          <p:cNvPr id="92" name="object 61">
            <a:extLst>
              <a:ext uri="{FF2B5EF4-FFF2-40B4-BE49-F238E27FC236}">
                <a16:creationId xmlns:a16="http://schemas.microsoft.com/office/drawing/2014/main" id="{82E8B604-F778-BF66-864A-E0F6DEB66DC4}"/>
              </a:ext>
            </a:extLst>
          </p:cNvPr>
          <p:cNvSpPr/>
          <p:nvPr/>
        </p:nvSpPr>
        <p:spPr>
          <a:xfrm>
            <a:off x="9072525" y="4888507"/>
            <a:ext cx="704267" cy="220102"/>
          </a:xfrm>
          <a:custGeom>
            <a:avLst/>
            <a:gdLst/>
            <a:ahLst/>
            <a:cxnLst/>
            <a:rect l="l" t="t" r="r" b="b"/>
            <a:pathLst>
              <a:path w="53339" h="1882139">
                <a:moveTo>
                  <a:pt x="53162" y="0"/>
                </a:moveTo>
                <a:lnTo>
                  <a:pt x="0" y="0"/>
                </a:lnTo>
                <a:lnTo>
                  <a:pt x="0" y="1881581"/>
                </a:lnTo>
                <a:lnTo>
                  <a:pt x="53162" y="1881581"/>
                </a:lnTo>
                <a:lnTo>
                  <a:pt x="53162" y="0"/>
                </a:lnTo>
                <a:close/>
              </a:path>
            </a:pathLst>
          </a:custGeom>
          <a:solidFill>
            <a:srgbClr val="A6ABA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roximaNova-Light"/>
                <a:cs typeface="ProximaNova-Light"/>
              </a:rPr>
              <a:t>2 Weeks</a:t>
            </a:r>
          </a:p>
        </p:txBody>
      </p:sp>
      <p:sp>
        <p:nvSpPr>
          <p:cNvPr id="93" name="object 61">
            <a:extLst>
              <a:ext uri="{FF2B5EF4-FFF2-40B4-BE49-F238E27FC236}">
                <a16:creationId xmlns:a16="http://schemas.microsoft.com/office/drawing/2014/main" id="{7AFC8C45-0EF0-A3F2-54D0-F076062B839D}"/>
              </a:ext>
            </a:extLst>
          </p:cNvPr>
          <p:cNvSpPr/>
          <p:nvPr/>
        </p:nvSpPr>
        <p:spPr>
          <a:xfrm>
            <a:off x="5558884" y="4616604"/>
            <a:ext cx="4017378" cy="242357"/>
          </a:xfrm>
          <a:custGeom>
            <a:avLst/>
            <a:gdLst/>
            <a:ahLst/>
            <a:cxnLst/>
            <a:rect l="l" t="t" r="r" b="b"/>
            <a:pathLst>
              <a:path w="53339" h="1882139">
                <a:moveTo>
                  <a:pt x="53162" y="0"/>
                </a:moveTo>
                <a:lnTo>
                  <a:pt x="0" y="0"/>
                </a:lnTo>
                <a:lnTo>
                  <a:pt x="0" y="1881581"/>
                </a:lnTo>
                <a:lnTo>
                  <a:pt x="53162" y="1881581"/>
                </a:lnTo>
                <a:lnTo>
                  <a:pt x="53162" y="0"/>
                </a:lnTo>
                <a:close/>
              </a:path>
            </a:pathLst>
          </a:custGeom>
          <a:solidFill>
            <a:srgbClr val="A6ABA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roximaNova-Light"/>
                <a:cs typeface="ProximaNova-Light"/>
              </a:rPr>
              <a:t>7 Weeks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06E06F6-0CD7-57FC-6212-4B77DC5F8A18}"/>
              </a:ext>
            </a:extLst>
          </p:cNvPr>
          <p:cNvSpPr/>
          <p:nvPr/>
        </p:nvSpPr>
        <p:spPr>
          <a:xfrm>
            <a:off x="5429736" y="4497159"/>
            <a:ext cx="4456783" cy="1532381"/>
          </a:xfrm>
          <a:prstGeom prst="roundRect">
            <a:avLst>
              <a:gd name="adj" fmla="val 5491"/>
            </a:avLst>
          </a:prstGeom>
          <a:noFill/>
          <a:ln w="6350">
            <a:solidFill>
              <a:srgbClr val="BCD727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47775"/>
      </p:ext>
    </p:extLst>
  </p:cSld>
  <p:clrMapOvr>
    <a:masterClrMapping/>
  </p:clrMapOvr>
</p:sld>
</file>

<file path=ppt/theme/theme1.xml><?xml version="1.0" encoding="utf-8"?>
<a:theme xmlns:a="http://schemas.openxmlformats.org/drawingml/2006/main" name="Case Stud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4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Props1.xml><?xml version="1.0" encoding="utf-8"?>
<ds:datastoreItem xmlns:ds="http://schemas.openxmlformats.org/officeDocument/2006/customXml" ds:itemID="{7EDFF738-118C-408A-8A99-D50BD8C06441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832B3F7-FFBC-4C65-B098-3E0F9A65051A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Case Study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revision>1</cp:revision>
  <dcterms:created xsi:type="dcterms:W3CDTF">2017-07-12T09:03:21Z</dcterms:created>
  <dcterms:modified xsi:type="dcterms:W3CDTF">2024-10-17T10:02:26Z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Division">
    <vt:lpwstr>5;#Enterprise Solutions|08c57b01-67e8-4a4f-abc6-ffb3392ace7f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  <property fmtid="{D5CDD505-2E9C-101B-9397-08002B2CF9AE}" pid="18" name="Client_x0020_Project">
    <vt:lpwstr/>
  </property>
  <property fmtid="{D5CDD505-2E9C-101B-9397-08002B2CF9AE}" pid="19" name="Project Document Type">
    <vt:lpwstr>4;#Generic Project Document|258c2ed6-b93b-4ffe-8901-a23f2dc98ec9</vt:lpwstr>
  </property>
  <property fmtid="{D5CDD505-2E9C-101B-9397-08002B2CF9AE}" pid="20" name="Project_x0020_Document_x0020_Type">
    <vt:lpwstr>4;#Generic Project Document|258c2ed6-b93b-4ffe-8901-a23f2dc98ec9</vt:lpwstr>
  </property>
</Properties>
</file>