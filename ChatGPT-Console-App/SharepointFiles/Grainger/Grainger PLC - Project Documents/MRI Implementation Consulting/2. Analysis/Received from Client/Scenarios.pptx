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ppt/revisionInfo.xml" ContentType="application/vnd.ms-powerpoint.revisioninfo+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sldIdLst>
    <p:sldId id="3535" r:id="rId5"/>
    <p:sldId id="3537" r:id="rId6"/>
    <p:sldId id="3536" r:id="rId7"/>
    <p:sldId id="3532" r:id="rId8"/>
    <p:sldId id="353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4B145D-451E-D472-1FC8-1E4ABD75E18A}" v="4" dt="2019-09-09T12:39:16.502"/>
    <p1510:client id="{31FC5F9B-7A9E-9169-83A5-9AD9A1A2C73C}" v="2" dt="2019-09-06T09:19:01.160"/>
    <p1510:client id="{819E2659-2E74-EB3C-DBA8-7978EAD37DE0}" v="3" dt="2019-09-09T12:56:05.332"/>
    <p1510:client id="{F09FF8B3-65B1-41ED-ADEB-2885ED592008}" v="31" dt="2019-08-12T14:42:36.7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6" d="100"/>
          <a:sy n="76" d="100"/>
        </p:scale>
        <p:origin x="22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customXml" Target="../customXml/item4.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tx1"/>
        </a:solidFill>
        <a:effectLst/>
      </p:bgPr>
    </p:bg>
    <p:spTree>
      <p:nvGrpSpPr>
        <p:cNvPr id="1" name=""/>
        <p:cNvGrpSpPr/>
        <p:nvPr/>
      </p:nvGrpSpPr>
      <p:grpSpPr>
        <a:xfrm>
          <a:off x="0" y="0"/>
          <a:ext cx="0" cy="0"/>
          <a:chOff x="0" y="0"/>
          <a:chExt cx="0" cy="0"/>
        </a:xfrm>
      </p:grpSpPr>
      <p:sp>
        <p:nvSpPr>
          <p:cNvPr id="75" name="Picture Placeholder 74">
            <a:extLst>
              <a:ext uri="{FF2B5EF4-FFF2-40B4-BE49-F238E27FC236}">
                <a16:creationId xmlns:a16="http://schemas.microsoft.com/office/drawing/2014/main" id="{C53E5E9B-D886-45BC-95BD-9EA4F7A83A5E}"/>
              </a:ext>
            </a:extLst>
          </p:cNvPr>
          <p:cNvSpPr>
            <a:spLocks noGrp="1"/>
          </p:cNvSpPr>
          <p:nvPr>
            <p:ph type="pic" sz="quarter" idx="13"/>
          </p:nvPr>
        </p:nvSpPr>
        <p:spPr>
          <a:xfrm>
            <a:off x="6752256" y="2022171"/>
            <a:ext cx="2351720" cy="2619122"/>
          </a:xfrm>
          <a:custGeom>
            <a:avLst/>
            <a:gdLst>
              <a:gd name="connsiteX0" fmla="*/ 1763790 w 1763790"/>
              <a:gd name="connsiteY0" fmla="*/ 0 h 2619122"/>
              <a:gd name="connsiteX1" fmla="*/ 1763790 w 1763790"/>
              <a:gd name="connsiteY1" fmla="*/ 2619122 h 2619122"/>
              <a:gd name="connsiteX2" fmla="*/ 0 w 1763790"/>
              <a:gd name="connsiteY2" fmla="*/ 2619122 h 2619122"/>
              <a:gd name="connsiteX3" fmla="*/ 0 w 1763790"/>
              <a:gd name="connsiteY3" fmla="*/ 117303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1763790" y="0"/>
                </a:moveTo>
                <a:lnTo>
                  <a:pt x="1763790" y="2619122"/>
                </a:lnTo>
                <a:lnTo>
                  <a:pt x="0" y="2619122"/>
                </a:lnTo>
                <a:lnTo>
                  <a:pt x="0" y="1173032"/>
                </a:lnTo>
                <a:close/>
              </a:path>
            </a:pathLst>
          </a:custGeom>
        </p:spPr>
        <p:txBody>
          <a:bodyPr wrap="square" anchor="b" anchorCtr="0">
            <a:noAutofit/>
          </a:bodyPr>
          <a:lstStyle>
            <a:lvl1pPr algn="r">
              <a:defRPr sz="1050"/>
            </a:lvl1pPr>
          </a:lstStyle>
          <a:p>
            <a:endParaRPr lang="en-GB"/>
          </a:p>
        </p:txBody>
      </p:sp>
      <p:sp>
        <p:nvSpPr>
          <p:cNvPr id="2" name="Title 1">
            <a:extLst>
              <a:ext uri="{FF2B5EF4-FFF2-40B4-BE49-F238E27FC236}">
                <a16:creationId xmlns:a16="http://schemas.microsoft.com/office/drawing/2014/main" id="{8382D4DA-C1DB-4A6B-B459-A5A4C3E1DC02}"/>
              </a:ext>
            </a:extLst>
          </p:cNvPr>
          <p:cNvSpPr>
            <a:spLocks noGrp="1"/>
          </p:cNvSpPr>
          <p:nvPr>
            <p:ph type="ctrTitle" hasCustomPrompt="1"/>
          </p:nvPr>
        </p:nvSpPr>
        <p:spPr>
          <a:xfrm>
            <a:off x="478366" y="294421"/>
            <a:ext cx="6250121" cy="1727751"/>
          </a:xfrm>
        </p:spPr>
        <p:txBody>
          <a:bodyPr lIns="0" tIns="72000" rIns="0" bIns="0" anchor="t" anchorCtr="0"/>
          <a:lstStyle>
            <a:lvl1pPr algn="l">
              <a:lnSpc>
                <a:spcPct val="85000"/>
              </a:lnSpc>
              <a:defRPr sz="4400">
                <a:solidFill>
                  <a:schemeClr val="accent2"/>
                </a:solidFill>
                <a:latin typeface="+mj-lt"/>
              </a:defRPr>
            </a:lvl1pPr>
          </a:lstStyle>
          <a:p>
            <a:r>
              <a:rPr lang="en-US"/>
              <a:t>Presentation </a:t>
            </a:r>
            <a:br>
              <a:rPr lang="en-US"/>
            </a:br>
            <a:r>
              <a:rPr lang="en-US"/>
              <a:t>title</a:t>
            </a:r>
            <a:endParaRPr lang="en-GB"/>
          </a:p>
        </p:txBody>
      </p:sp>
      <p:sp>
        <p:nvSpPr>
          <p:cNvPr id="3" name="Subtitle 2">
            <a:extLst>
              <a:ext uri="{FF2B5EF4-FFF2-40B4-BE49-F238E27FC236}">
                <a16:creationId xmlns:a16="http://schemas.microsoft.com/office/drawing/2014/main" id="{9DD5FD9C-9222-49E5-98C9-37E5C23E53B2}"/>
              </a:ext>
            </a:extLst>
          </p:cNvPr>
          <p:cNvSpPr>
            <a:spLocks noGrp="1"/>
          </p:cNvSpPr>
          <p:nvPr>
            <p:ph type="subTitle" idx="1" hasCustomPrompt="1"/>
          </p:nvPr>
        </p:nvSpPr>
        <p:spPr>
          <a:xfrm>
            <a:off x="478368" y="2709539"/>
            <a:ext cx="6250120" cy="505550"/>
          </a:xfrm>
        </p:spPr>
        <p:txBody>
          <a:bodyPr lIns="0" tIns="0" rIns="0" bIns="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76" name="Text Placeholder 75">
            <a:extLst>
              <a:ext uri="{FF2B5EF4-FFF2-40B4-BE49-F238E27FC236}">
                <a16:creationId xmlns:a16="http://schemas.microsoft.com/office/drawing/2014/main" id="{22565E27-3BA8-425F-9F31-792B367318F9}"/>
              </a:ext>
            </a:extLst>
          </p:cNvPr>
          <p:cNvSpPr>
            <a:spLocks noGrp="1"/>
          </p:cNvSpPr>
          <p:nvPr>
            <p:ph type="body" sz="quarter" idx="10" hasCustomPrompt="1"/>
          </p:nvPr>
        </p:nvSpPr>
        <p:spPr>
          <a:xfrm>
            <a:off x="478367" y="3442696"/>
            <a:ext cx="6271407" cy="392791"/>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478367" y="263284"/>
            <a:ext cx="1123526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8309702" y="5680862"/>
            <a:ext cx="3365797"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cxnSp>
        <p:nvCxnSpPr>
          <p:cNvPr id="94" name="Straight Connector 93">
            <a:extLst>
              <a:ext uri="{FF2B5EF4-FFF2-40B4-BE49-F238E27FC236}">
                <a16:creationId xmlns:a16="http://schemas.microsoft.com/office/drawing/2014/main" id="{78F59616-C32C-4CAF-9EB2-CE4D58AB5FC5}"/>
              </a:ext>
            </a:extLst>
          </p:cNvPr>
          <p:cNvCxnSpPr>
            <a:cxnSpLocks/>
          </p:cNvCxnSpPr>
          <p:nvPr userDrawn="1"/>
        </p:nvCxnSpPr>
        <p:spPr>
          <a:xfrm>
            <a:off x="478367" y="6416404"/>
            <a:ext cx="11235267"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4" name="Picture Placeholder 43">
            <a:extLst>
              <a:ext uri="{FF2B5EF4-FFF2-40B4-BE49-F238E27FC236}">
                <a16:creationId xmlns:a16="http://schemas.microsoft.com/office/drawing/2014/main" id="{8FC2DAFE-01E6-4E96-8A74-D839C9FE36DE}"/>
              </a:ext>
            </a:extLst>
          </p:cNvPr>
          <p:cNvSpPr>
            <a:spLocks noGrp="1"/>
          </p:cNvSpPr>
          <p:nvPr>
            <p:ph type="pic" sz="quarter" idx="11"/>
          </p:nvPr>
        </p:nvSpPr>
        <p:spPr>
          <a:xfrm>
            <a:off x="6752256" y="404813"/>
            <a:ext cx="2351720" cy="2619122"/>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a:p>
        </p:txBody>
      </p:sp>
      <p:sp>
        <p:nvSpPr>
          <p:cNvPr id="45" name="Picture Placeholder 44">
            <a:extLst>
              <a:ext uri="{FF2B5EF4-FFF2-40B4-BE49-F238E27FC236}">
                <a16:creationId xmlns:a16="http://schemas.microsoft.com/office/drawing/2014/main" id="{80F58609-D4E1-4D30-A987-463F020D7A27}"/>
              </a:ext>
            </a:extLst>
          </p:cNvPr>
          <p:cNvSpPr>
            <a:spLocks noGrp="1"/>
          </p:cNvSpPr>
          <p:nvPr>
            <p:ph type="pic" sz="quarter" idx="12"/>
          </p:nvPr>
        </p:nvSpPr>
        <p:spPr>
          <a:xfrm>
            <a:off x="9350587" y="404813"/>
            <a:ext cx="2351720" cy="2619122"/>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a:p>
        </p:txBody>
      </p:sp>
      <p:sp>
        <p:nvSpPr>
          <p:cNvPr id="77" name="Picture Placeholder 76">
            <a:extLst>
              <a:ext uri="{FF2B5EF4-FFF2-40B4-BE49-F238E27FC236}">
                <a16:creationId xmlns:a16="http://schemas.microsoft.com/office/drawing/2014/main" id="{542B6375-0524-4345-96C0-9881233C43DB}"/>
              </a:ext>
            </a:extLst>
          </p:cNvPr>
          <p:cNvSpPr>
            <a:spLocks noGrp="1"/>
          </p:cNvSpPr>
          <p:nvPr>
            <p:ph type="pic" sz="quarter" idx="14"/>
          </p:nvPr>
        </p:nvSpPr>
        <p:spPr>
          <a:xfrm>
            <a:off x="9344300" y="2022171"/>
            <a:ext cx="2351720" cy="2619122"/>
          </a:xfrm>
          <a:custGeom>
            <a:avLst/>
            <a:gdLst>
              <a:gd name="connsiteX0" fmla="*/ 1763790 w 1763790"/>
              <a:gd name="connsiteY0" fmla="*/ 0 h 2619122"/>
              <a:gd name="connsiteX1" fmla="*/ 1763790 w 1763790"/>
              <a:gd name="connsiteY1" fmla="*/ 2619122 h 2619122"/>
              <a:gd name="connsiteX2" fmla="*/ 0 w 1763790"/>
              <a:gd name="connsiteY2" fmla="*/ 2619122 h 2619122"/>
              <a:gd name="connsiteX3" fmla="*/ 0 w 1763790"/>
              <a:gd name="connsiteY3" fmla="*/ 117303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1763790" y="0"/>
                </a:moveTo>
                <a:lnTo>
                  <a:pt x="1763790" y="2619122"/>
                </a:lnTo>
                <a:lnTo>
                  <a:pt x="0" y="2619122"/>
                </a:lnTo>
                <a:lnTo>
                  <a:pt x="0" y="1173032"/>
                </a:lnTo>
                <a:close/>
              </a:path>
            </a:pathLst>
          </a:custGeom>
        </p:spPr>
        <p:txBody>
          <a:bodyPr wrap="square" anchor="b" anchorCtr="0">
            <a:noAutofit/>
          </a:bodyPr>
          <a:lstStyle>
            <a:lvl1pPr algn="r">
              <a:defRPr sz="1050"/>
            </a:lvl1pPr>
          </a:lstStyle>
          <a:p>
            <a:endParaRPr lang="en-GB"/>
          </a:p>
        </p:txBody>
      </p:sp>
    </p:spTree>
    <p:extLst>
      <p:ext uri="{BB962C8B-B14F-4D97-AF65-F5344CB8AC3E}">
        <p14:creationId xmlns:p14="http://schemas.microsoft.com/office/powerpoint/2010/main" val="31788351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5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tx1"/>
        </a:solidFill>
        <a:effectLst/>
      </p:bgPr>
    </p:bg>
    <p:spTree>
      <p:nvGrpSpPr>
        <p:cNvPr id="1" name=""/>
        <p:cNvGrpSpPr/>
        <p:nvPr/>
      </p:nvGrpSpPr>
      <p:grpSpPr>
        <a:xfrm>
          <a:off x="0" y="0"/>
          <a:ext cx="0" cy="0"/>
          <a:chOff x="0" y="0"/>
          <a:chExt cx="0" cy="0"/>
        </a:xfrm>
      </p:grpSpPr>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478367" y="263284"/>
            <a:ext cx="1123526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8309702" y="5680862"/>
            <a:ext cx="3365797"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sp>
        <p:nvSpPr>
          <p:cNvPr id="40" name="Picture Placeholder 39">
            <a:extLst>
              <a:ext uri="{FF2B5EF4-FFF2-40B4-BE49-F238E27FC236}">
                <a16:creationId xmlns:a16="http://schemas.microsoft.com/office/drawing/2014/main" id="{2A269334-41D2-498D-A25B-776F5DC089C4}"/>
              </a:ext>
            </a:extLst>
          </p:cNvPr>
          <p:cNvSpPr>
            <a:spLocks noGrp="1"/>
          </p:cNvSpPr>
          <p:nvPr>
            <p:ph type="pic" sz="quarter" idx="11"/>
          </p:nvPr>
        </p:nvSpPr>
        <p:spPr>
          <a:xfrm>
            <a:off x="8030909" y="402623"/>
            <a:ext cx="3682724" cy="4101468"/>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a:p>
        </p:txBody>
      </p:sp>
      <p:sp>
        <p:nvSpPr>
          <p:cNvPr id="42" name="Title 1">
            <a:extLst>
              <a:ext uri="{FF2B5EF4-FFF2-40B4-BE49-F238E27FC236}">
                <a16:creationId xmlns:a16="http://schemas.microsoft.com/office/drawing/2014/main" id="{68AE987A-6895-44B6-8C71-ED622A6A58E0}"/>
              </a:ext>
            </a:extLst>
          </p:cNvPr>
          <p:cNvSpPr>
            <a:spLocks noGrp="1"/>
          </p:cNvSpPr>
          <p:nvPr>
            <p:ph type="ctrTitle" hasCustomPrompt="1"/>
          </p:nvPr>
        </p:nvSpPr>
        <p:spPr>
          <a:xfrm>
            <a:off x="478366" y="294421"/>
            <a:ext cx="7552543" cy="1727751"/>
          </a:xfrm>
        </p:spPr>
        <p:txBody>
          <a:bodyPr lIns="0" tIns="72000" rIns="0" bIns="0" anchor="t" anchorCtr="0"/>
          <a:lstStyle>
            <a:lvl1pPr algn="l">
              <a:lnSpc>
                <a:spcPct val="85000"/>
              </a:lnSpc>
              <a:defRPr sz="4400">
                <a:solidFill>
                  <a:schemeClr val="accent2"/>
                </a:solidFill>
                <a:latin typeface="+mj-lt"/>
              </a:defRPr>
            </a:lvl1pPr>
          </a:lstStyle>
          <a:p>
            <a:r>
              <a:rPr lang="en-US"/>
              <a:t>Presentation </a:t>
            </a:r>
            <a:br>
              <a:rPr lang="en-US"/>
            </a:br>
            <a:r>
              <a:rPr lang="en-US"/>
              <a:t>title</a:t>
            </a:r>
            <a:endParaRPr lang="en-GB"/>
          </a:p>
        </p:txBody>
      </p:sp>
      <p:sp>
        <p:nvSpPr>
          <p:cNvPr id="43" name="Subtitle 2">
            <a:extLst>
              <a:ext uri="{FF2B5EF4-FFF2-40B4-BE49-F238E27FC236}">
                <a16:creationId xmlns:a16="http://schemas.microsoft.com/office/drawing/2014/main" id="{2F285439-C0D5-4092-94AA-030179C1BAA0}"/>
              </a:ext>
            </a:extLst>
          </p:cNvPr>
          <p:cNvSpPr>
            <a:spLocks noGrp="1"/>
          </p:cNvSpPr>
          <p:nvPr>
            <p:ph type="subTitle" idx="1" hasCustomPrompt="1"/>
          </p:nvPr>
        </p:nvSpPr>
        <p:spPr>
          <a:xfrm>
            <a:off x="478368" y="2709539"/>
            <a:ext cx="7552541" cy="505550"/>
          </a:xfrm>
        </p:spPr>
        <p:txBody>
          <a:bodyPr lIns="0" tIns="0" rIns="0" bIns="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44" name="Text Placeholder 75">
            <a:extLst>
              <a:ext uri="{FF2B5EF4-FFF2-40B4-BE49-F238E27FC236}">
                <a16:creationId xmlns:a16="http://schemas.microsoft.com/office/drawing/2014/main" id="{151B52FE-CFFE-436D-8392-09E08457CC54}"/>
              </a:ext>
            </a:extLst>
          </p:cNvPr>
          <p:cNvSpPr>
            <a:spLocks noGrp="1"/>
          </p:cNvSpPr>
          <p:nvPr>
            <p:ph type="body" sz="quarter" idx="14" hasCustomPrompt="1"/>
          </p:nvPr>
        </p:nvSpPr>
        <p:spPr>
          <a:xfrm>
            <a:off x="478367" y="3442696"/>
            <a:ext cx="7578264" cy="392791"/>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cxnSp>
        <p:nvCxnSpPr>
          <p:cNvPr id="45" name="Straight Connector 44">
            <a:extLst>
              <a:ext uri="{FF2B5EF4-FFF2-40B4-BE49-F238E27FC236}">
                <a16:creationId xmlns:a16="http://schemas.microsoft.com/office/drawing/2014/main" id="{3222CBCB-9322-4755-9B48-3B1961F72F34}"/>
              </a:ext>
            </a:extLst>
          </p:cNvPr>
          <p:cNvCxnSpPr>
            <a:cxnSpLocks/>
          </p:cNvCxnSpPr>
          <p:nvPr userDrawn="1"/>
        </p:nvCxnSpPr>
        <p:spPr>
          <a:xfrm>
            <a:off x="478367" y="6416404"/>
            <a:ext cx="11235267"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725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5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a:xfrm>
            <a:off x="0" y="6480640"/>
            <a:ext cx="12192000" cy="227300"/>
          </a:xfrm>
        </p:spPr>
        <p:txBody>
          <a:bodyPr/>
          <a:lstStyle>
            <a:lvl1pPr algn="ctr">
              <a:defRPr lang="en-US"/>
            </a:lvl1pPr>
          </a:lstStyle>
          <a:p>
            <a:endParaRPr lang="en-US"/>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pPr/>
              <a:t>‹#›</a:t>
            </a:fld>
            <a:endParaRPr lang="en-GB"/>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4666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478367" y="1338265"/>
            <a:ext cx="5249333" cy="4838699"/>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a:xfrm>
            <a:off x="0" y="6480640"/>
            <a:ext cx="12192000" cy="227300"/>
          </a:xfrm>
        </p:spPr>
        <p:txBody>
          <a:bodyPr/>
          <a:lstStyle>
            <a:lvl1pPr algn="ctr">
              <a:defRPr lang="en-US"/>
            </a:lvl1pPr>
          </a:lstStyle>
          <a:p>
            <a:endParaRPr lang="en-US"/>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pPr/>
              <a:t>‹#›</a:t>
            </a:fld>
            <a:endParaRPr lang="en-GB"/>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7944671A-3D72-48A8-AFB6-C7FB7AA3EAE9}"/>
              </a:ext>
            </a:extLst>
          </p:cNvPr>
          <p:cNvSpPr>
            <a:spLocks noGrp="1"/>
          </p:cNvSpPr>
          <p:nvPr>
            <p:ph idx="13"/>
          </p:nvPr>
        </p:nvSpPr>
        <p:spPr>
          <a:xfrm>
            <a:off x="6464300" y="1338264"/>
            <a:ext cx="5249333" cy="4838699"/>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2028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478367" y="1263932"/>
            <a:ext cx="5636107" cy="4913031"/>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a:xfrm>
            <a:off x="0" y="6480640"/>
            <a:ext cx="12192000" cy="227300"/>
          </a:xfrm>
        </p:spPr>
        <p:txBody>
          <a:bodyPr/>
          <a:lstStyle>
            <a:lvl1pPr algn="ctr">
              <a:defRPr lang="en-US"/>
            </a:lvl1pPr>
          </a:lstStyle>
          <a:p>
            <a:endParaRPr lang="en-US"/>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pPr/>
              <a:t>‹#›</a:t>
            </a:fld>
            <a:endParaRPr lang="en-GB"/>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0417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a:xfrm>
            <a:off x="0" y="6480640"/>
            <a:ext cx="12192000" cy="227300"/>
          </a:xfrm>
        </p:spPr>
        <p:txBody>
          <a:bodyPr/>
          <a:lstStyle>
            <a:lvl1pPr algn="ctr">
              <a:defRPr lang="en-US"/>
            </a:lvl1pPr>
          </a:lstStyle>
          <a:p>
            <a:endParaRPr lang="en-US"/>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pPr/>
              <a:t>‹#›</a:t>
            </a:fld>
            <a:endParaRPr lang="en-GB"/>
          </a:p>
        </p:txBody>
      </p:sp>
      <p:sp>
        <p:nvSpPr>
          <p:cNvPr id="6" name="Text Placeholder 5">
            <a:extLst>
              <a:ext uri="{FF2B5EF4-FFF2-40B4-BE49-F238E27FC236}">
                <a16:creationId xmlns:a16="http://schemas.microsoft.com/office/drawing/2014/main" id="{F0A5E596-5496-4A60-88B2-178283450DD1}"/>
              </a:ext>
            </a:extLst>
          </p:cNvPr>
          <p:cNvSpPr>
            <a:spLocks noGrp="1"/>
          </p:cNvSpPr>
          <p:nvPr>
            <p:ph type="body" sz="quarter" idx="13"/>
          </p:nvPr>
        </p:nvSpPr>
        <p:spPr>
          <a:xfrm>
            <a:off x="478367" y="837646"/>
            <a:ext cx="11235267" cy="455612"/>
          </a:xfrm>
        </p:spPr>
        <p:txBody>
          <a:bodyPr>
            <a:normAutofit/>
          </a:bodyPr>
          <a:lstStyle>
            <a:lvl1pPr>
              <a:spcBef>
                <a:spcPts val="0"/>
              </a:spcBef>
              <a:defRPr sz="2400">
                <a:latin typeface="+mj-lt"/>
              </a:defRPr>
            </a:lvl1pPr>
          </a:lstStyle>
          <a:p>
            <a:pPr lvl="0"/>
            <a:r>
              <a:rPr lang="en-US"/>
              <a:t>Edit Master text styles</a:t>
            </a:r>
            <a:endParaRPr lang="en-GB"/>
          </a:p>
        </p:txBody>
      </p:sp>
    </p:spTree>
    <p:extLst>
      <p:ext uri="{BB962C8B-B14F-4D97-AF65-F5344CB8AC3E}">
        <p14:creationId xmlns:p14="http://schemas.microsoft.com/office/powerpoint/2010/main" val="4265231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a:xfrm>
            <a:off x="0" y="6480640"/>
            <a:ext cx="12192000" cy="227300"/>
          </a:xfrm>
        </p:spPr>
        <p:txBody>
          <a:bodyPr/>
          <a:lstStyle>
            <a:lvl1pPr algn="ctr">
              <a:defRPr lang="en-US"/>
            </a:lvl1pPr>
          </a:lstStyle>
          <a:p>
            <a:endParaRPr lang="en-US"/>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pPr/>
              <a:t>‹#›</a:t>
            </a:fld>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478367" y="2806861"/>
            <a:ext cx="11235267" cy="3142420"/>
          </a:xfrm>
        </p:spPr>
        <p:txBody>
          <a:bodyPr>
            <a:normAutofit/>
          </a:bodyPr>
          <a:lstStyle>
            <a:lvl1pPr>
              <a:defRPr sz="1200"/>
            </a:lvl1pPr>
          </a:lstStyle>
          <a:p>
            <a:endParaRPr lang="en-GB"/>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478367" y="2792948"/>
            <a:ext cx="11235268"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478365" y="6165305"/>
            <a:ext cx="11205223"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7" name="Text Placeholder 6">
            <a:extLst>
              <a:ext uri="{FF2B5EF4-FFF2-40B4-BE49-F238E27FC236}">
                <a16:creationId xmlns:a16="http://schemas.microsoft.com/office/drawing/2014/main" id="{AC48A659-4CBE-4EBF-9095-8B68694B6AAE}"/>
              </a:ext>
            </a:extLst>
          </p:cNvPr>
          <p:cNvSpPr>
            <a:spLocks noGrp="1"/>
          </p:cNvSpPr>
          <p:nvPr>
            <p:ph type="body" sz="quarter" idx="16"/>
          </p:nvPr>
        </p:nvSpPr>
        <p:spPr>
          <a:xfrm>
            <a:off x="478367" y="1421726"/>
            <a:ext cx="5331884"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6">
            <a:extLst>
              <a:ext uri="{FF2B5EF4-FFF2-40B4-BE49-F238E27FC236}">
                <a16:creationId xmlns:a16="http://schemas.microsoft.com/office/drawing/2014/main" id="{CD4DFF48-E5F3-4CD4-8721-F6E497C05D0E}"/>
              </a:ext>
            </a:extLst>
          </p:cNvPr>
          <p:cNvSpPr>
            <a:spLocks noGrp="1"/>
          </p:cNvSpPr>
          <p:nvPr>
            <p:ph type="body" sz="quarter" idx="17"/>
          </p:nvPr>
        </p:nvSpPr>
        <p:spPr>
          <a:xfrm>
            <a:off x="6381750" y="1421726"/>
            <a:ext cx="5331884"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8494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a:xfrm>
            <a:off x="0" y="6480640"/>
            <a:ext cx="12192000" cy="227300"/>
          </a:xfrm>
        </p:spPr>
        <p:txBody>
          <a:bodyPr/>
          <a:lstStyle>
            <a:lvl1pPr algn="ctr">
              <a:defRPr lang="en-US"/>
            </a:lvl1pPr>
          </a:lstStyle>
          <a:p>
            <a:endParaRPr lang="en-US"/>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pPr/>
              <a:t>‹#›</a:t>
            </a:fld>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6381749" y="2892410"/>
            <a:ext cx="5331884" cy="3056871"/>
          </a:xfrm>
        </p:spPr>
        <p:txBody>
          <a:bodyPr>
            <a:normAutofit/>
          </a:bodyPr>
          <a:lstStyle>
            <a:lvl1pPr>
              <a:defRPr sz="1200"/>
            </a:lvl1pPr>
          </a:lstStyle>
          <a:p>
            <a:endParaRPr lang="en-GB"/>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478367" y="2792948"/>
            <a:ext cx="11235268"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478365" y="6165305"/>
            <a:ext cx="11205223"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7" name="Text Placeholder 6">
            <a:extLst>
              <a:ext uri="{FF2B5EF4-FFF2-40B4-BE49-F238E27FC236}">
                <a16:creationId xmlns:a16="http://schemas.microsoft.com/office/drawing/2014/main" id="{AC48A659-4CBE-4EBF-9095-8B68694B6AAE}"/>
              </a:ext>
            </a:extLst>
          </p:cNvPr>
          <p:cNvSpPr>
            <a:spLocks noGrp="1"/>
          </p:cNvSpPr>
          <p:nvPr>
            <p:ph type="body" sz="quarter" idx="16"/>
          </p:nvPr>
        </p:nvSpPr>
        <p:spPr>
          <a:xfrm>
            <a:off x="478367" y="1421726"/>
            <a:ext cx="5331884"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6">
            <a:extLst>
              <a:ext uri="{FF2B5EF4-FFF2-40B4-BE49-F238E27FC236}">
                <a16:creationId xmlns:a16="http://schemas.microsoft.com/office/drawing/2014/main" id="{CD4DFF48-E5F3-4CD4-8721-F6E497C05D0E}"/>
              </a:ext>
            </a:extLst>
          </p:cNvPr>
          <p:cNvSpPr>
            <a:spLocks noGrp="1"/>
          </p:cNvSpPr>
          <p:nvPr>
            <p:ph type="body" sz="quarter" idx="17"/>
          </p:nvPr>
        </p:nvSpPr>
        <p:spPr>
          <a:xfrm>
            <a:off x="6381750" y="1421726"/>
            <a:ext cx="5331884"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6">
            <a:extLst>
              <a:ext uri="{FF2B5EF4-FFF2-40B4-BE49-F238E27FC236}">
                <a16:creationId xmlns:a16="http://schemas.microsoft.com/office/drawing/2014/main" id="{794404C6-CF43-499B-B6F1-857528420D81}"/>
              </a:ext>
            </a:extLst>
          </p:cNvPr>
          <p:cNvSpPr>
            <a:spLocks noGrp="1"/>
          </p:cNvSpPr>
          <p:nvPr>
            <p:ph type="body" sz="quarter" idx="18"/>
          </p:nvPr>
        </p:nvSpPr>
        <p:spPr>
          <a:xfrm>
            <a:off x="478367" y="2892411"/>
            <a:ext cx="5331884"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12562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a:xfrm>
            <a:off x="0" y="6480640"/>
            <a:ext cx="12192000" cy="227300"/>
          </a:xfrm>
        </p:spPr>
        <p:txBody>
          <a:bodyPr/>
          <a:lstStyle>
            <a:lvl1pPr algn="ctr">
              <a:defRPr lang="en-US"/>
            </a:lvl1pPr>
          </a:lstStyle>
          <a:p>
            <a:endParaRPr lang="en-US"/>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pPr/>
              <a:t>‹#›</a:t>
            </a:fld>
            <a:endParaRPr lang="en-GB"/>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508411" y="1241608"/>
            <a:ext cx="11205223"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478367" y="1529491"/>
            <a:ext cx="11235267" cy="1228458"/>
          </a:xfrm>
        </p:spPr>
        <p:txBody>
          <a:bodyPr>
            <a:normAutofit/>
          </a:bodyPr>
          <a:lstStyle>
            <a:lvl1pPr>
              <a:defRPr sz="1200"/>
            </a:lvl1pPr>
          </a:lstStyle>
          <a:p>
            <a:endParaRPr lang="en-GB"/>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478366" y="1529490"/>
            <a:ext cx="11235268"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478365" y="6165305"/>
            <a:ext cx="11205223"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9" name="Text Placeholder 5">
            <a:extLst>
              <a:ext uri="{FF2B5EF4-FFF2-40B4-BE49-F238E27FC236}">
                <a16:creationId xmlns:a16="http://schemas.microsoft.com/office/drawing/2014/main" id="{AD2D3C30-645E-46BD-8D05-4B1BCB973D39}"/>
              </a:ext>
            </a:extLst>
          </p:cNvPr>
          <p:cNvSpPr>
            <a:spLocks noGrp="1"/>
          </p:cNvSpPr>
          <p:nvPr>
            <p:ph type="body" sz="quarter" idx="16"/>
          </p:nvPr>
        </p:nvSpPr>
        <p:spPr>
          <a:xfrm>
            <a:off x="508409" y="2893428"/>
            <a:ext cx="11205223"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12" name="Chart Placeholder 7">
            <a:extLst>
              <a:ext uri="{FF2B5EF4-FFF2-40B4-BE49-F238E27FC236}">
                <a16:creationId xmlns:a16="http://schemas.microsoft.com/office/drawing/2014/main" id="{67BCDA24-B550-4DC4-A59D-C385E5F36C0C}"/>
              </a:ext>
            </a:extLst>
          </p:cNvPr>
          <p:cNvSpPr>
            <a:spLocks noGrp="1"/>
          </p:cNvSpPr>
          <p:nvPr>
            <p:ph type="chart" sz="quarter" idx="17"/>
          </p:nvPr>
        </p:nvSpPr>
        <p:spPr>
          <a:xfrm>
            <a:off x="478364" y="3181311"/>
            <a:ext cx="11235267" cy="2831115"/>
          </a:xfrm>
        </p:spPr>
        <p:txBody>
          <a:bodyPr>
            <a:normAutofit/>
          </a:bodyPr>
          <a:lstStyle>
            <a:lvl1pPr>
              <a:defRPr sz="1200"/>
            </a:lvl1pPr>
          </a:lstStyle>
          <a:p>
            <a:endParaRPr lang="en-GB"/>
          </a:p>
        </p:txBody>
      </p:sp>
      <p:cxnSp>
        <p:nvCxnSpPr>
          <p:cNvPr id="13" name="Straight Connector 12">
            <a:extLst>
              <a:ext uri="{FF2B5EF4-FFF2-40B4-BE49-F238E27FC236}">
                <a16:creationId xmlns:a16="http://schemas.microsoft.com/office/drawing/2014/main" id="{B1CBE463-900B-4A67-8594-4CD7A4A709D6}"/>
              </a:ext>
            </a:extLst>
          </p:cNvPr>
          <p:cNvCxnSpPr/>
          <p:nvPr userDrawn="1"/>
        </p:nvCxnSpPr>
        <p:spPr>
          <a:xfrm>
            <a:off x="478363" y="3181310"/>
            <a:ext cx="11235268"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7182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a:xfrm>
            <a:off x="0" y="6480640"/>
            <a:ext cx="12192000" cy="227300"/>
          </a:xfrm>
        </p:spPr>
        <p:txBody>
          <a:bodyPr/>
          <a:lstStyle>
            <a:lvl1pPr algn="ctr">
              <a:defRPr lang="en-US"/>
            </a:lvl1pPr>
          </a:lstStyle>
          <a:p>
            <a:endParaRPr lang="en-US"/>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pPr/>
              <a:t>‹#›</a:t>
            </a:fld>
            <a:endParaRPr lang="en-GB"/>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493385" y="1278022"/>
            <a:ext cx="11220248"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493386" y="1565904"/>
            <a:ext cx="11220247" cy="4436690"/>
          </a:xfrm>
        </p:spPr>
        <p:txBody>
          <a:bodyPr>
            <a:normAutofit/>
          </a:bodyPr>
          <a:lstStyle>
            <a:lvl1pPr>
              <a:defRPr sz="1200"/>
            </a:lvl1pPr>
          </a:lstStyle>
          <a:p>
            <a:endParaRPr lang="en-GB"/>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493387" y="1565904"/>
            <a:ext cx="11235268"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478365" y="6165305"/>
            <a:ext cx="11205223" cy="215875"/>
          </a:xfrm>
        </p:spPr>
        <p:txBody>
          <a:bodyPr anchor="b" anchorCtr="0">
            <a:noAutofit/>
          </a:bodyPr>
          <a:lstStyle>
            <a:lvl1pPr>
              <a:lnSpc>
                <a:spcPct val="100000"/>
              </a:lnSpc>
              <a:spcBef>
                <a:spcPts val="0"/>
              </a:spcBef>
              <a:defRPr sz="800" spc="0">
                <a:solidFill>
                  <a:schemeClr val="tx1"/>
                </a:solidFill>
                <a:latin typeface="+mn-lt"/>
              </a:defRPr>
            </a:lvl1pPr>
          </a:lstStyle>
          <a:p>
            <a:pPr lvl="0"/>
            <a:r>
              <a:rPr lang="en-US"/>
              <a:t>Edit Master text styles</a:t>
            </a:r>
            <a:endParaRPr lang="en-GB"/>
          </a:p>
        </p:txBody>
      </p:sp>
    </p:spTree>
    <p:extLst>
      <p:ext uri="{BB962C8B-B14F-4D97-AF65-F5344CB8AC3E}">
        <p14:creationId xmlns:p14="http://schemas.microsoft.com/office/powerpoint/2010/main" val="3822047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433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6696502" y="1385249"/>
            <a:ext cx="5017132" cy="4326341"/>
          </a:xfrm>
        </p:spPr>
        <p:txBody>
          <a:bodyPr/>
          <a:lstStyle>
            <a:lvl2pPr>
              <a:spcBef>
                <a:spcPts val="600"/>
              </a:spcBef>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a:xfrm>
            <a:off x="0" y="6480640"/>
            <a:ext cx="12192000" cy="227300"/>
          </a:xfrm>
        </p:spPr>
        <p:txBody>
          <a:bodyPr/>
          <a:lstStyle>
            <a:lvl1pPr algn="ctr">
              <a:defRPr lang="en-GB"/>
            </a:lvl1pPr>
          </a:lstStyle>
          <a:p>
            <a:endParaRPr lang="en-GB"/>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pPr/>
              <a:t>‹#›</a:t>
            </a:fld>
            <a:endParaRPr lang="en-GB"/>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
        <p:nvSpPr>
          <p:cNvPr id="8" name="Text Placeholder 5">
            <a:extLst>
              <a:ext uri="{FF2B5EF4-FFF2-40B4-BE49-F238E27FC236}">
                <a16:creationId xmlns:a16="http://schemas.microsoft.com/office/drawing/2014/main" id="{DDC6D9D8-98BA-45C4-A3E5-742EA9B15E7D}"/>
              </a:ext>
            </a:extLst>
          </p:cNvPr>
          <p:cNvSpPr>
            <a:spLocks noGrp="1"/>
          </p:cNvSpPr>
          <p:nvPr>
            <p:ph type="body" sz="quarter" idx="15"/>
          </p:nvPr>
        </p:nvSpPr>
        <p:spPr>
          <a:xfrm>
            <a:off x="478365" y="6165305"/>
            <a:ext cx="11205223"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Tree>
    <p:extLst>
      <p:ext uri="{BB962C8B-B14F-4D97-AF65-F5344CB8AC3E}">
        <p14:creationId xmlns:p14="http://schemas.microsoft.com/office/powerpoint/2010/main" val="3332134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mp; Content Bi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p:txBody>
          <a:bodyPr>
            <a:normAutofit/>
          </a:bodyPr>
          <a:lstStyle>
            <a:lvl1pPr>
              <a:spcBef>
                <a:spcPts val="600"/>
              </a:spcBef>
              <a:spcAft>
                <a:spcPts val="600"/>
              </a:spcAft>
              <a:defRPr sz="2400"/>
            </a:lvl1pPr>
            <a:lvl2pPr>
              <a:spcBef>
                <a:spcPts val="600"/>
              </a:spcBef>
              <a:spcAft>
                <a:spcPts val="600"/>
              </a:spcAft>
              <a:defRPr sz="2000"/>
            </a:lvl2pPr>
            <a:lvl3pPr>
              <a:spcBef>
                <a:spcPts val="600"/>
              </a:spcBef>
              <a:spcAft>
                <a:spcPts val="600"/>
              </a:spcAft>
              <a:defRPr sz="1800"/>
            </a:lvl3pPr>
            <a:lvl4pPr>
              <a:spcBef>
                <a:spcPts val="600"/>
              </a:spcBef>
              <a:spcAft>
                <a:spcPts val="600"/>
              </a:spcAft>
              <a:defRPr sz="1600"/>
            </a:lvl4pPr>
            <a:lvl5pPr>
              <a:spcBef>
                <a:spcPts val="60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92EA97F-D198-4CD1-B806-1146AD2EFFEE}"/>
              </a:ext>
            </a:extLst>
          </p:cNvPr>
          <p:cNvSpPr>
            <a:spLocks noGrp="1"/>
          </p:cNvSpPr>
          <p:nvPr>
            <p:ph type="dt" sz="half" idx="10"/>
          </p:nvPr>
        </p:nvSpPr>
        <p:spPr>
          <a:xfrm>
            <a:off x="838200" y="6356352"/>
            <a:ext cx="2743200" cy="365125"/>
          </a:xfrm>
          <a:prstGeom prst="rect">
            <a:avLst/>
          </a:prstGeom>
        </p:spPr>
        <p:txBody>
          <a:bodyPr/>
          <a:lstStyle/>
          <a:p>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pPr/>
              <a:t>‹#›</a:t>
            </a:fld>
            <a:endParaRPr lang="en-GB"/>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4846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Divider">
    <p:bg>
      <p:bgPr>
        <a:solidFill>
          <a:schemeClr val="tx1"/>
        </a:solidFill>
        <a:effectLst/>
      </p:bgPr>
    </p:bg>
    <p:spTree>
      <p:nvGrpSpPr>
        <p:cNvPr id="1" name=""/>
        <p:cNvGrpSpPr/>
        <p:nvPr/>
      </p:nvGrpSpPr>
      <p:grpSpPr>
        <a:xfrm>
          <a:off x="0" y="0"/>
          <a:ext cx="0" cy="0"/>
          <a:chOff x="0" y="0"/>
          <a:chExt cx="0" cy="0"/>
        </a:xfrm>
      </p:grpSpPr>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478367" y="263284"/>
            <a:ext cx="1123526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8309702" y="5680862"/>
            <a:ext cx="3365797"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sp>
        <p:nvSpPr>
          <p:cNvPr id="40" name="Picture Placeholder 39">
            <a:extLst>
              <a:ext uri="{FF2B5EF4-FFF2-40B4-BE49-F238E27FC236}">
                <a16:creationId xmlns:a16="http://schemas.microsoft.com/office/drawing/2014/main" id="{2A269334-41D2-498D-A25B-776F5DC089C4}"/>
              </a:ext>
            </a:extLst>
          </p:cNvPr>
          <p:cNvSpPr>
            <a:spLocks noGrp="1"/>
          </p:cNvSpPr>
          <p:nvPr>
            <p:ph type="pic" sz="quarter" idx="11"/>
          </p:nvPr>
        </p:nvSpPr>
        <p:spPr>
          <a:xfrm>
            <a:off x="8030909" y="402623"/>
            <a:ext cx="3682724" cy="4101468"/>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a:p>
        </p:txBody>
      </p:sp>
      <p:cxnSp>
        <p:nvCxnSpPr>
          <p:cNvPr id="45" name="Straight Connector 44">
            <a:extLst>
              <a:ext uri="{FF2B5EF4-FFF2-40B4-BE49-F238E27FC236}">
                <a16:creationId xmlns:a16="http://schemas.microsoft.com/office/drawing/2014/main" id="{3222CBCB-9322-4755-9B48-3B1961F72F34}"/>
              </a:ext>
            </a:extLst>
          </p:cNvPr>
          <p:cNvCxnSpPr>
            <a:cxnSpLocks/>
          </p:cNvCxnSpPr>
          <p:nvPr userDrawn="1"/>
        </p:nvCxnSpPr>
        <p:spPr>
          <a:xfrm>
            <a:off x="478367" y="6416404"/>
            <a:ext cx="11235267"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Subtitle 2">
            <a:extLst>
              <a:ext uri="{FF2B5EF4-FFF2-40B4-BE49-F238E27FC236}">
                <a16:creationId xmlns:a16="http://schemas.microsoft.com/office/drawing/2014/main" id="{87C62205-E18A-4F43-B7EB-0FC462B07185}"/>
              </a:ext>
            </a:extLst>
          </p:cNvPr>
          <p:cNvSpPr>
            <a:spLocks noGrp="1"/>
          </p:cNvSpPr>
          <p:nvPr>
            <p:ph type="subTitle" idx="1" hasCustomPrompt="1"/>
          </p:nvPr>
        </p:nvSpPr>
        <p:spPr>
          <a:xfrm>
            <a:off x="457081" y="3086497"/>
            <a:ext cx="6250120" cy="505550"/>
          </a:xfrm>
        </p:spPr>
        <p:txBody>
          <a:bodyPr lIns="0" tIns="0" rIns="0" bIns="0" anchor="b" anchorCtr="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37" name="Text Placeholder 75">
            <a:extLst>
              <a:ext uri="{FF2B5EF4-FFF2-40B4-BE49-F238E27FC236}">
                <a16:creationId xmlns:a16="http://schemas.microsoft.com/office/drawing/2014/main" id="{EB8B5BA2-E9B8-469E-83D7-7714EF3677E2}"/>
              </a:ext>
            </a:extLst>
          </p:cNvPr>
          <p:cNvSpPr>
            <a:spLocks noGrp="1"/>
          </p:cNvSpPr>
          <p:nvPr>
            <p:ph type="body" sz="quarter" idx="10" hasCustomPrompt="1"/>
          </p:nvPr>
        </p:nvSpPr>
        <p:spPr>
          <a:xfrm>
            <a:off x="457080" y="3886200"/>
            <a:ext cx="6271407" cy="326245"/>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sp>
        <p:nvSpPr>
          <p:cNvPr id="38" name="Text Placeholder 4">
            <a:extLst>
              <a:ext uri="{FF2B5EF4-FFF2-40B4-BE49-F238E27FC236}">
                <a16:creationId xmlns:a16="http://schemas.microsoft.com/office/drawing/2014/main" id="{7CC3417D-D0AB-4C11-B7FE-3BC8324BA4B5}"/>
              </a:ext>
            </a:extLst>
          </p:cNvPr>
          <p:cNvSpPr>
            <a:spLocks noGrp="1"/>
          </p:cNvSpPr>
          <p:nvPr>
            <p:ph type="body" sz="quarter" idx="16" hasCustomPrompt="1"/>
          </p:nvPr>
        </p:nvSpPr>
        <p:spPr>
          <a:xfrm>
            <a:off x="478367" y="404813"/>
            <a:ext cx="6271684" cy="1230312"/>
          </a:xfrm>
        </p:spPr>
        <p:txBody>
          <a:bodyPr vert="horz" lIns="0" tIns="45720" rIns="0" bIns="45720" rtlCol="0">
            <a:noAutofit/>
          </a:bodyPr>
          <a:lstStyle>
            <a:lvl1pPr>
              <a:defRPr lang="en-US" sz="4400" spc="-150">
                <a:latin typeface="+mj-lt"/>
              </a:defRPr>
            </a:lvl1pPr>
            <a:lvl2pPr>
              <a:defRPr lang="en-US" sz="2400">
                <a:solidFill>
                  <a:schemeClr val="accent2"/>
                </a:solidFill>
                <a:latin typeface="Montserrat" panose="02000505000000020004" pitchFamily="2" charset="0"/>
              </a:defRPr>
            </a:lvl2pPr>
          </a:lstStyle>
          <a:p>
            <a:pPr lvl="0">
              <a:spcBef>
                <a:spcPts val="0"/>
              </a:spcBef>
            </a:pPr>
            <a:r>
              <a:rPr lang="en-US"/>
              <a:t>Presentation title</a:t>
            </a:r>
          </a:p>
          <a:p>
            <a:pPr marL="0" lvl="1" indent="0">
              <a:lnSpc>
                <a:spcPct val="85000"/>
              </a:lnSpc>
              <a:spcBef>
                <a:spcPts val="600"/>
              </a:spcBef>
              <a:buFont typeface="Arial" panose="020B0604020202020204" pitchFamily="34" charset="0"/>
              <a:buNone/>
            </a:pPr>
            <a:r>
              <a:rPr lang="en-US"/>
              <a:t>Subheading</a:t>
            </a:r>
          </a:p>
        </p:txBody>
      </p:sp>
      <p:sp>
        <p:nvSpPr>
          <p:cNvPr id="39" name="Footer Placeholder 2">
            <a:extLst>
              <a:ext uri="{FF2B5EF4-FFF2-40B4-BE49-F238E27FC236}">
                <a16:creationId xmlns:a16="http://schemas.microsoft.com/office/drawing/2014/main" id="{614100EB-7499-4784-8B28-47A31C679CE9}"/>
              </a:ext>
            </a:extLst>
          </p:cNvPr>
          <p:cNvSpPr txBox="1">
            <a:spLocks/>
          </p:cNvSpPr>
          <p:nvPr userDrawn="1"/>
        </p:nvSpPr>
        <p:spPr>
          <a:xfrm>
            <a:off x="413793" y="6480640"/>
            <a:ext cx="6384236" cy="227300"/>
          </a:xfrm>
          <a:prstGeom prst="rect">
            <a:avLst/>
          </a:prstGeom>
        </p:spPr>
        <p:txBody>
          <a:bodyPr vert="horz" lIns="91440" tIns="45720" rIns="91440" bIns="45720" rtlCol="0" anchor="ctr"/>
          <a:lstStyle>
            <a:defPPr>
              <a:defRPr lang="en-US"/>
            </a:defPPr>
            <a:lvl1pPr marL="0" algn="l" defTabSz="457200" rtl="0" eaLnBrk="1" latinLnBrk="0" hangingPunct="1">
              <a:defRPr sz="600" b="0" kern="1200" spc="-20" baseline="0">
                <a:solidFill>
                  <a:schemeClr val="accent2"/>
                </a:solidFill>
                <a:latin typeface="Montserrat" panose="0200050500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kumimoji="0" lang="en-US" sz="600" b="0" i="0" u="none" strike="noStrike" kern="1200" cap="none" spc="-20" normalizeH="0" baseline="0" noProof="0">
                <a:ln>
                  <a:noFill/>
                </a:ln>
                <a:solidFill>
                  <a:srgbClr val="4D858D"/>
                </a:solidFill>
                <a:effectLst/>
                <a:uLnTx/>
                <a:uFillTx/>
                <a:latin typeface="Montserrat" panose="02000505000000020004" pitchFamily="2" charset="0"/>
                <a:ea typeface="+mn-ea"/>
                <a:cs typeface="+mn-cs"/>
              </a:rPr>
              <a:t>Grainger Plc  |  www.graingerplc.co.uk </a:t>
            </a:r>
            <a:endParaRPr kumimoji="0" lang="en-GB" sz="600" b="0" i="0" u="none" strike="noStrike" kern="1200" cap="none" spc="-20" normalizeH="0" baseline="0" noProof="0">
              <a:ln>
                <a:noFill/>
              </a:ln>
              <a:solidFill>
                <a:srgbClr val="4D858D"/>
              </a:solidFill>
              <a:effectLst/>
              <a:uLnTx/>
              <a:uFillTx/>
              <a:latin typeface="Montserrat" panose="02000505000000020004" pitchFamily="2" charset="0"/>
              <a:ea typeface="+mn-ea"/>
              <a:cs typeface="+mn-cs"/>
            </a:endParaRPr>
          </a:p>
        </p:txBody>
      </p:sp>
    </p:spTree>
    <p:extLst>
      <p:ext uri="{BB962C8B-B14F-4D97-AF65-F5344CB8AC3E}">
        <p14:creationId xmlns:p14="http://schemas.microsoft.com/office/powerpoint/2010/main" val="10615760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5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B6B97-B99F-450B-B176-AFD96DBC90FA}"/>
              </a:ext>
            </a:extLst>
          </p:cNvPr>
          <p:cNvSpPr>
            <a:spLocks noGrp="1"/>
          </p:cNvSpPr>
          <p:nvPr>
            <p:ph type="title"/>
          </p:nvPr>
        </p:nvSpPr>
        <p:spPr>
          <a:xfrm>
            <a:off x="478367" y="270089"/>
            <a:ext cx="11235267" cy="581897"/>
          </a:xfrm>
          <a:prstGeom prst="rect">
            <a:avLst/>
          </a:prstGeom>
        </p:spPr>
        <p:txBody>
          <a:bodyPr vert="horz" lIns="0" tIns="45720" rIns="0" bIns="4572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B3D66A-3D9C-44FC-93E3-53098880F8C6}"/>
              </a:ext>
            </a:extLst>
          </p:cNvPr>
          <p:cNvSpPr>
            <a:spLocks noGrp="1"/>
          </p:cNvSpPr>
          <p:nvPr>
            <p:ph type="body" idx="1"/>
          </p:nvPr>
        </p:nvSpPr>
        <p:spPr>
          <a:xfrm>
            <a:off x="478367" y="1263932"/>
            <a:ext cx="11235267" cy="4913031"/>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6D8206CA-1D0D-4188-AA1D-95E84B37993C}"/>
              </a:ext>
            </a:extLst>
          </p:cNvPr>
          <p:cNvSpPr>
            <a:spLocks noGrp="1"/>
          </p:cNvSpPr>
          <p:nvPr>
            <p:ph type="ftr" sz="quarter" idx="3"/>
          </p:nvPr>
        </p:nvSpPr>
        <p:spPr>
          <a:xfrm>
            <a:off x="1857033" y="6480640"/>
            <a:ext cx="6384236" cy="227300"/>
          </a:xfrm>
          <a:prstGeom prst="rect">
            <a:avLst/>
          </a:prstGeom>
        </p:spPr>
        <p:txBody>
          <a:bodyPr vert="horz" lIns="91440" tIns="45720" rIns="91440" bIns="45720" rtlCol="0" anchor="ctr"/>
          <a:lstStyle>
            <a:lvl1pPr algn="l">
              <a:defRPr sz="600" b="0" spc="-20" baseline="0">
                <a:solidFill>
                  <a:schemeClr val="accent2"/>
                </a:solidFill>
                <a:latin typeface="Montserrat" panose="02000505000000020004" pitchFamily="2" charset="0"/>
              </a:defRPr>
            </a:lvl1pPr>
          </a:lstStyle>
          <a:p>
            <a:endParaRPr lang="en-GB"/>
          </a:p>
        </p:txBody>
      </p:sp>
      <p:sp>
        <p:nvSpPr>
          <p:cNvPr id="6" name="Slide Number Placeholder 5">
            <a:extLst>
              <a:ext uri="{FF2B5EF4-FFF2-40B4-BE49-F238E27FC236}">
                <a16:creationId xmlns:a16="http://schemas.microsoft.com/office/drawing/2014/main" id="{D696DDF2-5191-4301-B8FD-DF1ED40F63CA}"/>
              </a:ext>
            </a:extLst>
          </p:cNvPr>
          <p:cNvSpPr>
            <a:spLocks noGrp="1"/>
          </p:cNvSpPr>
          <p:nvPr>
            <p:ph type="sldNum" sz="quarter" idx="4"/>
          </p:nvPr>
        </p:nvSpPr>
        <p:spPr>
          <a:xfrm>
            <a:off x="11142871" y="6480641"/>
            <a:ext cx="570763" cy="228601"/>
          </a:xfrm>
          <a:prstGeom prst="rect">
            <a:avLst/>
          </a:prstGeom>
        </p:spPr>
        <p:txBody>
          <a:bodyPr vert="horz" lIns="91440" tIns="45720" rIns="91440" bIns="45720" rtlCol="0" anchor="ctr"/>
          <a:lstStyle>
            <a:lvl1pPr algn="ctr">
              <a:defRPr sz="900" b="0">
                <a:solidFill>
                  <a:schemeClr val="accent2">
                    <a:lumMod val="75000"/>
                  </a:schemeClr>
                </a:solidFill>
                <a:latin typeface="Montserrat" panose="02000505000000020004" pitchFamily="2" charset="0"/>
              </a:defRPr>
            </a:lvl1pPr>
          </a:lstStyle>
          <a:p>
            <a:fld id="{0D32313A-DEBC-4CA4-B008-A02D4ABE2C72}" type="slidenum">
              <a:rPr lang="en-GB" smtClean="0"/>
              <a:pPr/>
              <a:t>‹#›</a:t>
            </a:fld>
            <a:endParaRPr lang="en-GB"/>
          </a:p>
        </p:txBody>
      </p:sp>
      <p:cxnSp>
        <p:nvCxnSpPr>
          <p:cNvPr id="39" name="Straight Connector 38">
            <a:extLst>
              <a:ext uri="{FF2B5EF4-FFF2-40B4-BE49-F238E27FC236}">
                <a16:creationId xmlns:a16="http://schemas.microsoft.com/office/drawing/2014/main" id="{1EDBF80C-67C4-4965-BEEB-A9132094185D}"/>
              </a:ext>
            </a:extLst>
          </p:cNvPr>
          <p:cNvCxnSpPr>
            <a:cxnSpLocks/>
          </p:cNvCxnSpPr>
          <p:nvPr/>
        </p:nvCxnSpPr>
        <p:spPr>
          <a:xfrm>
            <a:off x="478367" y="6416404"/>
            <a:ext cx="11235267"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D1E8B2E-7FE5-4D92-A210-410B50ED358E}"/>
              </a:ext>
            </a:extLst>
          </p:cNvPr>
          <p:cNvCxnSpPr/>
          <p:nvPr/>
        </p:nvCxnSpPr>
        <p:spPr>
          <a:xfrm>
            <a:off x="1848009" y="6416405"/>
            <a:ext cx="0" cy="3557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5182084-27BD-4D81-9D95-A3317D7E7619}"/>
              </a:ext>
            </a:extLst>
          </p:cNvPr>
          <p:cNvCxnSpPr>
            <a:cxnSpLocks/>
          </p:cNvCxnSpPr>
          <p:nvPr/>
        </p:nvCxnSpPr>
        <p:spPr>
          <a:xfrm>
            <a:off x="11142871" y="6417055"/>
            <a:ext cx="0" cy="3557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73" name="Group 4">
            <a:extLst>
              <a:ext uri="{FF2B5EF4-FFF2-40B4-BE49-F238E27FC236}">
                <a16:creationId xmlns:a16="http://schemas.microsoft.com/office/drawing/2014/main" id="{A2100EA8-F5C5-40FA-BD68-3078CA2E0EB5}"/>
              </a:ext>
            </a:extLst>
          </p:cNvPr>
          <p:cNvGrpSpPr>
            <a:grpSpLocks noChangeAspect="1"/>
          </p:cNvGrpSpPr>
          <p:nvPr/>
        </p:nvGrpSpPr>
        <p:grpSpPr bwMode="auto">
          <a:xfrm>
            <a:off x="478367" y="6498128"/>
            <a:ext cx="1274437" cy="192327"/>
            <a:chOff x="-3357" y="-1385"/>
            <a:chExt cx="5760" cy="1159"/>
          </a:xfrm>
        </p:grpSpPr>
        <p:sp>
          <p:nvSpPr>
            <p:cNvPr id="74" name="Freeform 5">
              <a:extLst>
                <a:ext uri="{FF2B5EF4-FFF2-40B4-BE49-F238E27FC236}">
                  <a16:creationId xmlns:a16="http://schemas.microsoft.com/office/drawing/2014/main" id="{17FFF818-4814-4B08-95C1-948F6BB90C68}"/>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5" name="Rectangle 6">
              <a:extLst>
                <a:ext uri="{FF2B5EF4-FFF2-40B4-BE49-F238E27FC236}">
                  <a16:creationId xmlns:a16="http://schemas.microsoft.com/office/drawing/2014/main" id="{94960442-76DC-4461-8C9D-884AACCE43C6}"/>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6" name="Freeform 7">
              <a:extLst>
                <a:ext uri="{FF2B5EF4-FFF2-40B4-BE49-F238E27FC236}">
                  <a16:creationId xmlns:a16="http://schemas.microsoft.com/office/drawing/2014/main" id="{D422FA81-3C2D-4395-8541-97449A2B5820}"/>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7" name="Freeform 8">
              <a:extLst>
                <a:ext uri="{FF2B5EF4-FFF2-40B4-BE49-F238E27FC236}">
                  <a16:creationId xmlns:a16="http://schemas.microsoft.com/office/drawing/2014/main" id="{0CDA9582-690E-4332-9505-5BC9A7AC1793}"/>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8" name="Freeform 9">
              <a:extLst>
                <a:ext uri="{FF2B5EF4-FFF2-40B4-BE49-F238E27FC236}">
                  <a16:creationId xmlns:a16="http://schemas.microsoft.com/office/drawing/2014/main" id="{6C703ED1-CDBF-4523-B85A-11AA61BA0073}"/>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79" name="Freeform 10">
              <a:extLst>
                <a:ext uri="{FF2B5EF4-FFF2-40B4-BE49-F238E27FC236}">
                  <a16:creationId xmlns:a16="http://schemas.microsoft.com/office/drawing/2014/main" id="{734C17D1-406B-409D-8659-CAEE59EF5EA7}"/>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80" name="Freeform 11">
              <a:extLst>
                <a:ext uri="{FF2B5EF4-FFF2-40B4-BE49-F238E27FC236}">
                  <a16:creationId xmlns:a16="http://schemas.microsoft.com/office/drawing/2014/main" id="{E41042FA-42F6-4AB9-B883-466255A89DB4}"/>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81" name="Freeform 12">
              <a:extLst>
                <a:ext uri="{FF2B5EF4-FFF2-40B4-BE49-F238E27FC236}">
                  <a16:creationId xmlns:a16="http://schemas.microsoft.com/office/drawing/2014/main" id="{4C3C6621-6FAE-4B47-9631-C76ADF24AF90}"/>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82" name="Freeform 13">
              <a:extLst>
                <a:ext uri="{FF2B5EF4-FFF2-40B4-BE49-F238E27FC236}">
                  <a16:creationId xmlns:a16="http://schemas.microsoft.com/office/drawing/2014/main" id="{A2D39429-0561-4657-94A2-D05AA3F95118}"/>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83" name="Freeform 14">
              <a:extLst>
                <a:ext uri="{FF2B5EF4-FFF2-40B4-BE49-F238E27FC236}">
                  <a16:creationId xmlns:a16="http://schemas.microsoft.com/office/drawing/2014/main" id="{1328E803-60FC-4104-9AD5-2625AD84DF02}"/>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84" name="Freeform 15">
              <a:extLst>
                <a:ext uri="{FF2B5EF4-FFF2-40B4-BE49-F238E27FC236}">
                  <a16:creationId xmlns:a16="http://schemas.microsoft.com/office/drawing/2014/main" id="{707C5A2F-5760-4686-BB1D-9329D03468D2}"/>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85" name="Freeform 16">
              <a:extLst>
                <a:ext uri="{FF2B5EF4-FFF2-40B4-BE49-F238E27FC236}">
                  <a16:creationId xmlns:a16="http://schemas.microsoft.com/office/drawing/2014/main" id="{338B40E2-5FA2-4CFF-8221-0D62F32610FC}"/>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86" name="Freeform 17">
              <a:extLst>
                <a:ext uri="{FF2B5EF4-FFF2-40B4-BE49-F238E27FC236}">
                  <a16:creationId xmlns:a16="http://schemas.microsoft.com/office/drawing/2014/main" id="{1DC8EF80-1480-4E82-8F7D-0403B92EEACE}"/>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87" name="Freeform 18">
              <a:extLst>
                <a:ext uri="{FF2B5EF4-FFF2-40B4-BE49-F238E27FC236}">
                  <a16:creationId xmlns:a16="http://schemas.microsoft.com/office/drawing/2014/main" id="{AD3BD5C6-02DE-41BF-ACAC-0C73DE8EC636}"/>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88" name="Freeform 19">
              <a:extLst>
                <a:ext uri="{FF2B5EF4-FFF2-40B4-BE49-F238E27FC236}">
                  <a16:creationId xmlns:a16="http://schemas.microsoft.com/office/drawing/2014/main" id="{0703C6E9-34A9-4D28-AC4C-E6A50750761E}"/>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89" name="Freeform 20">
              <a:extLst>
                <a:ext uri="{FF2B5EF4-FFF2-40B4-BE49-F238E27FC236}">
                  <a16:creationId xmlns:a16="http://schemas.microsoft.com/office/drawing/2014/main" id="{82DA7624-FA80-426B-BF3F-547BD42E9F8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90" name="Freeform 21">
              <a:extLst>
                <a:ext uri="{FF2B5EF4-FFF2-40B4-BE49-F238E27FC236}">
                  <a16:creationId xmlns:a16="http://schemas.microsoft.com/office/drawing/2014/main" id="{BED504A7-3B63-4352-858D-C7C600677F9E}"/>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91" name="Freeform 22">
              <a:extLst>
                <a:ext uri="{FF2B5EF4-FFF2-40B4-BE49-F238E27FC236}">
                  <a16:creationId xmlns:a16="http://schemas.microsoft.com/office/drawing/2014/main" id="{854B30AB-8873-4C24-A589-FF973BA9DECC}"/>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92" name="Freeform 23">
              <a:extLst>
                <a:ext uri="{FF2B5EF4-FFF2-40B4-BE49-F238E27FC236}">
                  <a16:creationId xmlns:a16="http://schemas.microsoft.com/office/drawing/2014/main" id="{F7B94546-6EDE-4DA0-A1D9-BFE60BDDB619}"/>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93" name="Freeform 24">
              <a:extLst>
                <a:ext uri="{FF2B5EF4-FFF2-40B4-BE49-F238E27FC236}">
                  <a16:creationId xmlns:a16="http://schemas.microsoft.com/office/drawing/2014/main" id="{BBFCBF4A-AFE4-4B18-8F55-9E72367FCE58}"/>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94" name="Freeform 25">
              <a:extLst>
                <a:ext uri="{FF2B5EF4-FFF2-40B4-BE49-F238E27FC236}">
                  <a16:creationId xmlns:a16="http://schemas.microsoft.com/office/drawing/2014/main" id="{EA280B51-9333-48C9-93EE-E33B9B56B256}"/>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95" name="Freeform 26">
              <a:extLst>
                <a:ext uri="{FF2B5EF4-FFF2-40B4-BE49-F238E27FC236}">
                  <a16:creationId xmlns:a16="http://schemas.microsoft.com/office/drawing/2014/main" id="{A50CD374-4F8E-439D-9C36-7AE4A3E147C8}"/>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96" name="Freeform 27">
              <a:extLst>
                <a:ext uri="{FF2B5EF4-FFF2-40B4-BE49-F238E27FC236}">
                  <a16:creationId xmlns:a16="http://schemas.microsoft.com/office/drawing/2014/main" id="{EB306D3C-A3DA-49E9-BE07-E2EABA13ED17}"/>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97" name="Freeform 28">
              <a:extLst>
                <a:ext uri="{FF2B5EF4-FFF2-40B4-BE49-F238E27FC236}">
                  <a16:creationId xmlns:a16="http://schemas.microsoft.com/office/drawing/2014/main" id="{D96D031D-2D03-4DE6-BB4A-30AE16B16817}"/>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98" name="Freeform 29">
              <a:extLst>
                <a:ext uri="{FF2B5EF4-FFF2-40B4-BE49-F238E27FC236}">
                  <a16:creationId xmlns:a16="http://schemas.microsoft.com/office/drawing/2014/main" id="{022A2613-8D8F-469D-8F99-3051580758B3}"/>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99" name="Freeform 30">
              <a:extLst>
                <a:ext uri="{FF2B5EF4-FFF2-40B4-BE49-F238E27FC236}">
                  <a16:creationId xmlns:a16="http://schemas.microsoft.com/office/drawing/2014/main" id="{032907D0-1C18-4C55-8D1A-5BCBB5567FA9}"/>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00" name="Freeform 31">
              <a:extLst>
                <a:ext uri="{FF2B5EF4-FFF2-40B4-BE49-F238E27FC236}">
                  <a16:creationId xmlns:a16="http://schemas.microsoft.com/office/drawing/2014/main" id="{62E3D831-AC3A-4A48-838B-8B8065447885}"/>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cxnSp>
        <p:nvCxnSpPr>
          <p:cNvPr id="102" name="Straight Connector 101">
            <a:extLst>
              <a:ext uri="{FF2B5EF4-FFF2-40B4-BE49-F238E27FC236}">
                <a16:creationId xmlns:a16="http://schemas.microsoft.com/office/drawing/2014/main" id="{EA6E68FA-8757-4B5C-AD8E-EC741F3F6612}"/>
              </a:ext>
            </a:extLst>
          </p:cNvPr>
          <p:cNvCxnSpPr>
            <a:cxnSpLocks/>
          </p:cNvCxnSpPr>
          <p:nvPr/>
        </p:nvCxnSpPr>
        <p:spPr>
          <a:xfrm>
            <a:off x="478367" y="263284"/>
            <a:ext cx="1123526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F923B7A1-7534-42C7-891B-C3258B2B4C43}"/>
              </a:ext>
            </a:extLst>
          </p:cNvPr>
          <p:cNvGrpSpPr/>
          <p:nvPr/>
        </p:nvGrpSpPr>
        <p:grpSpPr>
          <a:xfrm>
            <a:off x="9350003" y="263285"/>
            <a:ext cx="2363631" cy="588701"/>
            <a:chOff x="7349582" y="5399028"/>
            <a:chExt cx="2180855" cy="897656"/>
          </a:xfrm>
          <a:solidFill>
            <a:schemeClr val="accent2"/>
          </a:solidFill>
        </p:grpSpPr>
        <p:sp>
          <p:nvSpPr>
            <p:cNvPr id="114" name="Freeform 35">
              <a:extLst>
                <a:ext uri="{FF2B5EF4-FFF2-40B4-BE49-F238E27FC236}">
                  <a16:creationId xmlns:a16="http://schemas.microsoft.com/office/drawing/2014/main" id="{B9BF84BE-3294-4ED0-B6DB-40C588EA320A}"/>
                </a:ext>
              </a:extLst>
            </p:cNvPr>
            <p:cNvSpPr>
              <a:spLocks/>
            </p:cNvSpPr>
            <p:nvPr userDrawn="1"/>
          </p:nvSpPr>
          <p:spPr bwMode="auto">
            <a:xfrm>
              <a:off x="7349582"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a:solidFill>
                    <a:schemeClr val="bg2"/>
                  </a:solidFill>
                  <a:latin typeface="Montserrat" panose="02000505000000020004" pitchFamily="2" charset="0"/>
                </a:rPr>
                <a:t>Originate</a:t>
              </a:r>
            </a:p>
          </p:txBody>
        </p:sp>
        <p:sp>
          <p:nvSpPr>
            <p:cNvPr id="115" name="Freeform 35">
              <a:extLst>
                <a:ext uri="{FF2B5EF4-FFF2-40B4-BE49-F238E27FC236}">
                  <a16:creationId xmlns:a16="http://schemas.microsoft.com/office/drawing/2014/main" id="{581E069B-A82C-4753-9F20-F6A12033F8F0}"/>
                </a:ext>
              </a:extLst>
            </p:cNvPr>
            <p:cNvSpPr>
              <a:spLocks/>
            </p:cNvSpPr>
            <p:nvPr userDrawn="1"/>
          </p:nvSpPr>
          <p:spPr bwMode="auto">
            <a:xfrm>
              <a:off x="8094794"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a:solidFill>
                    <a:schemeClr val="bg2"/>
                  </a:solidFill>
                  <a:latin typeface="Montserrat" panose="02000505000000020004" pitchFamily="2" charset="0"/>
                </a:rPr>
                <a:t>Invest</a:t>
              </a:r>
            </a:p>
          </p:txBody>
        </p:sp>
        <p:sp>
          <p:nvSpPr>
            <p:cNvPr id="116" name="Freeform 35">
              <a:extLst>
                <a:ext uri="{FF2B5EF4-FFF2-40B4-BE49-F238E27FC236}">
                  <a16:creationId xmlns:a16="http://schemas.microsoft.com/office/drawing/2014/main" id="{E2496C0C-B1F4-4029-B0B3-B9CB1035CE74}"/>
                </a:ext>
              </a:extLst>
            </p:cNvPr>
            <p:cNvSpPr>
              <a:spLocks/>
            </p:cNvSpPr>
            <p:nvPr userDrawn="1"/>
          </p:nvSpPr>
          <p:spPr bwMode="auto">
            <a:xfrm>
              <a:off x="8840006"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a:solidFill>
                    <a:schemeClr val="bg2"/>
                  </a:solidFill>
                  <a:latin typeface="Montserrat" panose="02000505000000020004" pitchFamily="2" charset="0"/>
                </a:rPr>
                <a:t>Operate</a:t>
              </a:r>
            </a:p>
          </p:txBody>
        </p:sp>
      </p:grpSp>
    </p:spTree>
    <p:extLst>
      <p:ext uri="{BB962C8B-B14F-4D97-AF65-F5344CB8AC3E}">
        <p14:creationId xmlns:p14="http://schemas.microsoft.com/office/powerpoint/2010/main" val="15210087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685800" rtl="0" eaLnBrk="1" latinLnBrk="0" hangingPunct="1">
        <a:lnSpc>
          <a:spcPct val="85000"/>
        </a:lnSpc>
        <a:spcBef>
          <a:spcPct val="0"/>
        </a:spcBef>
        <a:buNone/>
        <a:defRPr sz="3200" kern="1200" spc="-150">
          <a:solidFill>
            <a:schemeClr val="accent2"/>
          </a:solidFill>
          <a:latin typeface="+mn-lt"/>
          <a:ea typeface="+mj-ea"/>
          <a:cs typeface="+mj-cs"/>
        </a:defRPr>
      </a:lvl1pPr>
    </p:titleStyle>
    <p:body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16"/>
        </a:buBlip>
        <a:defRPr sz="14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26">
          <p15:clr>
            <a:srgbClr val="F26B43"/>
          </p15:clr>
        </p15:guide>
        <p15:guide id="2" pos="553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6.jp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6.jpg"/><Relationship Id="rId1" Type="http://schemas.openxmlformats.org/officeDocument/2006/relationships/slideLayout" Target="../slideLayouts/slideLayout6.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B64E1-6CDD-44FA-B2BC-10C59D59B635}"/>
              </a:ext>
            </a:extLst>
          </p:cNvPr>
          <p:cNvSpPr>
            <a:spLocks noGrp="1"/>
          </p:cNvSpPr>
          <p:nvPr>
            <p:ph type="title"/>
          </p:nvPr>
        </p:nvSpPr>
        <p:spPr/>
        <p:txBody>
          <a:bodyPr/>
          <a:lstStyle/>
          <a:p>
            <a:r>
              <a:rPr lang="en-GB" dirty="0"/>
              <a:t>CoA scenarios</a:t>
            </a:r>
          </a:p>
        </p:txBody>
      </p:sp>
      <p:sp>
        <p:nvSpPr>
          <p:cNvPr id="3" name="Footer Placeholder 2">
            <a:extLst>
              <a:ext uri="{FF2B5EF4-FFF2-40B4-BE49-F238E27FC236}">
                <a16:creationId xmlns:a16="http://schemas.microsoft.com/office/drawing/2014/main" id="{667FBF3B-EAFC-425F-AB7B-AC9EABEADA3A}"/>
              </a:ext>
            </a:extLst>
          </p:cNvPr>
          <p:cNvSpPr>
            <a:spLocks noGrp="1"/>
          </p:cNvSpPr>
          <p:nvPr>
            <p:ph type="ftr" sz="quarter" idx="11"/>
          </p:nvPr>
        </p:nvSpPr>
        <p:spPr/>
        <p:txBody>
          <a:bodyPr/>
          <a:lstStyle/>
          <a:p>
            <a:endParaRPr lang="en-US"/>
          </a:p>
        </p:txBody>
      </p:sp>
      <p:pic>
        <p:nvPicPr>
          <p:cNvPr id="7" name="Picture 6">
            <a:extLst>
              <a:ext uri="{FF2B5EF4-FFF2-40B4-BE49-F238E27FC236}">
                <a16:creationId xmlns:a16="http://schemas.microsoft.com/office/drawing/2014/main" id="{9CBD29F1-705E-4283-A755-162DC9774E73}"/>
              </a:ext>
            </a:extLst>
          </p:cNvPr>
          <p:cNvPicPr>
            <a:picLocks noChangeAspect="1"/>
          </p:cNvPicPr>
          <p:nvPr/>
        </p:nvPicPr>
        <p:blipFill>
          <a:blip r:embed="rId2"/>
          <a:stretch>
            <a:fillRect/>
          </a:stretch>
        </p:blipFill>
        <p:spPr>
          <a:xfrm>
            <a:off x="242148" y="698174"/>
            <a:ext cx="9520238" cy="5461652"/>
          </a:xfrm>
          <a:prstGeom prst="rect">
            <a:avLst/>
          </a:prstGeom>
        </p:spPr>
      </p:pic>
    </p:spTree>
    <p:extLst>
      <p:ext uri="{BB962C8B-B14F-4D97-AF65-F5344CB8AC3E}">
        <p14:creationId xmlns:p14="http://schemas.microsoft.com/office/powerpoint/2010/main" val="3372393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B64E1-6CDD-44FA-B2BC-10C59D59B635}"/>
              </a:ext>
            </a:extLst>
          </p:cNvPr>
          <p:cNvSpPr>
            <a:spLocks noGrp="1"/>
          </p:cNvSpPr>
          <p:nvPr>
            <p:ph type="title"/>
          </p:nvPr>
        </p:nvSpPr>
        <p:spPr/>
        <p:txBody>
          <a:bodyPr/>
          <a:lstStyle/>
          <a:p>
            <a:r>
              <a:rPr lang="en-GB" dirty="0"/>
              <a:t>Revised size of CoA</a:t>
            </a:r>
          </a:p>
        </p:txBody>
      </p:sp>
      <p:sp>
        <p:nvSpPr>
          <p:cNvPr id="3" name="Footer Placeholder 2">
            <a:extLst>
              <a:ext uri="{FF2B5EF4-FFF2-40B4-BE49-F238E27FC236}">
                <a16:creationId xmlns:a16="http://schemas.microsoft.com/office/drawing/2014/main" id="{667FBF3B-EAFC-425F-AB7B-AC9EABEADA3A}"/>
              </a:ext>
            </a:extLst>
          </p:cNvPr>
          <p:cNvSpPr>
            <a:spLocks noGrp="1"/>
          </p:cNvSpPr>
          <p:nvPr>
            <p:ph type="ftr" sz="quarter" idx="11"/>
          </p:nvPr>
        </p:nvSpPr>
        <p:spPr/>
        <p:txBody>
          <a:bodyPr/>
          <a:lstStyle/>
          <a:p>
            <a:endParaRPr lang="en-US"/>
          </a:p>
        </p:txBody>
      </p:sp>
      <p:pic>
        <p:nvPicPr>
          <p:cNvPr id="4" name="Picture 3">
            <a:extLst>
              <a:ext uri="{FF2B5EF4-FFF2-40B4-BE49-F238E27FC236}">
                <a16:creationId xmlns:a16="http://schemas.microsoft.com/office/drawing/2014/main" id="{15856A76-0B84-4972-9AFD-3B00A9C9362D}"/>
              </a:ext>
            </a:extLst>
          </p:cNvPr>
          <p:cNvPicPr>
            <a:picLocks noChangeAspect="1"/>
          </p:cNvPicPr>
          <p:nvPr/>
        </p:nvPicPr>
        <p:blipFill>
          <a:blip r:embed="rId2"/>
          <a:stretch>
            <a:fillRect/>
          </a:stretch>
        </p:blipFill>
        <p:spPr>
          <a:xfrm>
            <a:off x="128588" y="1651179"/>
            <a:ext cx="9310688" cy="4263845"/>
          </a:xfrm>
          <a:prstGeom prst="rect">
            <a:avLst/>
          </a:prstGeom>
        </p:spPr>
      </p:pic>
      <p:sp>
        <p:nvSpPr>
          <p:cNvPr id="5" name="Oval 4">
            <a:extLst>
              <a:ext uri="{FF2B5EF4-FFF2-40B4-BE49-F238E27FC236}">
                <a16:creationId xmlns:a16="http://schemas.microsoft.com/office/drawing/2014/main" id="{21CE64CB-FA2F-4461-9FE3-03D4F9268B6A}"/>
              </a:ext>
            </a:extLst>
          </p:cNvPr>
          <p:cNvSpPr/>
          <p:nvPr/>
        </p:nvSpPr>
        <p:spPr>
          <a:xfrm>
            <a:off x="3986074" y="2095500"/>
            <a:ext cx="2109925" cy="218353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Arrow Connector 7">
            <a:extLst>
              <a:ext uri="{FF2B5EF4-FFF2-40B4-BE49-F238E27FC236}">
                <a16:creationId xmlns:a16="http://schemas.microsoft.com/office/drawing/2014/main" id="{A76A4993-48D1-4D42-8F49-BD91296E555A}"/>
              </a:ext>
            </a:extLst>
          </p:cNvPr>
          <p:cNvCxnSpPr/>
          <p:nvPr/>
        </p:nvCxnSpPr>
        <p:spPr>
          <a:xfrm flipV="1">
            <a:off x="5877017" y="1935332"/>
            <a:ext cx="3562259" cy="5681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CE1CD53-661F-4AC8-8D51-671144EC2F69}"/>
              </a:ext>
            </a:extLst>
          </p:cNvPr>
          <p:cNvSpPr txBox="1"/>
          <p:nvPr/>
        </p:nvSpPr>
        <p:spPr>
          <a:xfrm>
            <a:off x="9439276" y="1634642"/>
            <a:ext cx="2624136" cy="584775"/>
          </a:xfrm>
          <a:prstGeom prst="rect">
            <a:avLst/>
          </a:prstGeom>
          <a:noFill/>
        </p:spPr>
        <p:txBody>
          <a:bodyPr wrap="square" rtlCol="0">
            <a:spAutoFit/>
          </a:bodyPr>
          <a:lstStyle/>
          <a:p>
            <a:pPr marL="285750" indent="-285750" algn="l">
              <a:buFont typeface="Arial" panose="020B0604020202020204" pitchFamily="34" charset="0"/>
              <a:buChar char="•"/>
            </a:pPr>
            <a:r>
              <a:rPr lang="en-GB" sz="1600" spc="-60" dirty="0"/>
              <a:t>Add back 498 GL accounts</a:t>
            </a:r>
          </a:p>
          <a:p>
            <a:pPr marL="285750" indent="-285750" algn="l">
              <a:buFont typeface="Arial" panose="020B0604020202020204" pitchFamily="34" charset="0"/>
              <a:buChar char="•"/>
            </a:pPr>
            <a:r>
              <a:rPr lang="en-GB" sz="1600" spc="-60" dirty="0"/>
              <a:t>Proposed CoA total 2657</a:t>
            </a:r>
          </a:p>
        </p:txBody>
      </p:sp>
    </p:spTree>
    <p:extLst>
      <p:ext uri="{BB962C8B-B14F-4D97-AF65-F5344CB8AC3E}">
        <p14:creationId xmlns:p14="http://schemas.microsoft.com/office/powerpoint/2010/main" val="866697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B64E1-6CDD-44FA-B2BC-10C59D59B635}"/>
              </a:ext>
            </a:extLst>
          </p:cNvPr>
          <p:cNvSpPr>
            <a:spLocks noGrp="1"/>
          </p:cNvSpPr>
          <p:nvPr>
            <p:ph type="title"/>
          </p:nvPr>
        </p:nvSpPr>
        <p:spPr>
          <a:xfrm>
            <a:off x="478367" y="270089"/>
            <a:ext cx="11235267" cy="581897"/>
          </a:xfrm>
        </p:spPr>
        <p:txBody>
          <a:bodyPr/>
          <a:lstStyle/>
          <a:p>
            <a:r>
              <a:rPr lang="en-GB"/>
              <a:t>Fallback Plan to “As Is”</a:t>
            </a:r>
            <a:endParaRPr lang="en-GB" dirty="0"/>
          </a:p>
        </p:txBody>
      </p:sp>
      <p:sp>
        <p:nvSpPr>
          <p:cNvPr id="3" name="Footer Placeholder 2">
            <a:extLst>
              <a:ext uri="{FF2B5EF4-FFF2-40B4-BE49-F238E27FC236}">
                <a16:creationId xmlns:a16="http://schemas.microsoft.com/office/drawing/2014/main" id="{667FBF3B-EAFC-425F-AB7B-AC9EABEADA3A}"/>
              </a:ext>
            </a:extLst>
          </p:cNvPr>
          <p:cNvSpPr>
            <a:spLocks noGrp="1"/>
          </p:cNvSpPr>
          <p:nvPr>
            <p:ph type="ftr" sz="quarter" idx="11"/>
          </p:nvPr>
        </p:nvSpPr>
        <p:spPr>
          <a:xfrm>
            <a:off x="0" y="6480640"/>
            <a:ext cx="12192000" cy="227300"/>
          </a:xfrm>
        </p:spPr>
        <p:txBody>
          <a:bodyPr/>
          <a:lstStyle/>
          <a:p>
            <a:endParaRPr lang="en-US"/>
          </a:p>
        </p:txBody>
      </p:sp>
      <p:sp>
        <p:nvSpPr>
          <p:cNvPr id="4" name="Text Placeholder 3">
            <a:extLst>
              <a:ext uri="{FF2B5EF4-FFF2-40B4-BE49-F238E27FC236}">
                <a16:creationId xmlns:a16="http://schemas.microsoft.com/office/drawing/2014/main" id="{D517A3A8-1188-4782-B5D6-FDD7AF40F5DC}"/>
              </a:ext>
            </a:extLst>
          </p:cNvPr>
          <p:cNvSpPr>
            <a:spLocks noGrp="1"/>
          </p:cNvSpPr>
          <p:nvPr>
            <p:ph type="body" sz="quarter" idx="13"/>
          </p:nvPr>
        </p:nvSpPr>
        <p:spPr>
          <a:xfrm>
            <a:off x="478367" y="2164008"/>
            <a:ext cx="4376690" cy="2352463"/>
          </a:xfrm>
        </p:spPr>
        <p:txBody>
          <a:bodyPr>
            <a:normAutofit lnSpcReduction="10000"/>
          </a:bodyPr>
          <a:lstStyle/>
          <a:p>
            <a:r>
              <a:rPr lang="en-GB" sz="1700" dirty="0"/>
              <a:t>Chart of accounts</a:t>
            </a:r>
          </a:p>
          <a:p>
            <a:endParaRPr lang="en-GB" sz="1700" dirty="0"/>
          </a:p>
          <a:p>
            <a:pPr marL="171450" indent="-171450">
              <a:buFont typeface="Arial" panose="020B0604020202020204" pitchFamily="34" charset="0"/>
              <a:buChar char="•"/>
            </a:pPr>
            <a:r>
              <a:rPr lang="en-GB" sz="1700" dirty="0"/>
              <a:t>Reload detailed accounts (original version excluding segmentation)</a:t>
            </a:r>
          </a:p>
          <a:p>
            <a:pPr marL="171450" indent="-171450">
              <a:buFont typeface="Arial" panose="020B0604020202020204" pitchFamily="34" charset="0"/>
              <a:buChar char="•"/>
            </a:pPr>
            <a:r>
              <a:rPr lang="en-GB" sz="1700" dirty="0"/>
              <a:t>Load other supporting tables in the original unit level reporting customisation</a:t>
            </a:r>
          </a:p>
          <a:p>
            <a:pPr marL="171450" indent="-171450">
              <a:buFont typeface="Arial" panose="020B0604020202020204" pitchFamily="34" charset="0"/>
              <a:buChar char="•"/>
            </a:pPr>
            <a:r>
              <a:rPr lang="en-GB" sz="1700" dirty="0"/>
              <a:t>Test MRI functionality of end to end processes already built</a:t>
            </a:r>
          </a:p>
          <a:p>
            <a:pPr marL="171450" indent="-171450">
              <a:buFont typeface="Arial" panose="020B0604020202020204" pitchFamily="34" charset="0"/>
              <a:buChar char="•"/>
            </a:pPr>
            <a:r>
              <a:rPr lang="en-GB" sz="1700" dirty="0"/>
              <a:t>Training of staff with original proposal</a:t>
            </a:r>
          </a:p>
          <a:p>
            <a:pPr marL="171450" indent="-171450">
              <a:buFont typeface="Arial" panose="020B0604020202020204" pitchFamily="34" charset="0"/>
              <a:buChar char="•"/>
            </a:pPr>
            <a:r>
              <a:rPr lang="en-GB" sz="1700" dirty="0"/>
              <a:t>MRI – TIME TBC</a:t>
            </a:r>
          </a:p>
          <a:p>
            <a:endParaRPr lang="en-GB" sz="1600" dirty="0"/>
          </a:p>
        </p:txBody>
      </p:sp>
      <p:pic>
        <p:nvPicPr>
          <p:cNvPr id="5" name="Picture 4">
            <a:extLst>
              <a:ext uri="{FF2B5EF4-FFF2-40B4-BE49-F238E27FC236}">
                <a16:creationId xmlns:a16="http://schemas.microsoft.com/office/drawing/2014/main" id="{2B4D7621-7958-42EB-A758-8A54BE62F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049" y="977298"/>
            <a:ext cx="1632899" cy="884487"/>
          </a:xfrm>
          <a:prstGeom prst="rect">
            <a:avLst/>
          </a:prstGeom>
        </p:spPr>
      </p:pic>
      <p:pic>
        <p:nvPicPr>
          <p:cNvPr id="15" name="Picture 14">
            <a:extLst>
              <a:ext uri="{FF2B5EF4-FFF2-40B4-BE49-F238E27FC236}">
                <a16:creationId xmlns:a16="http://schemas.microsoft.com/office/drawing/2014/main" id="{1445B2B8-0155-4ACD-A13D-2761C1F00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3033" y="836786"/>
            <a:ext cx="1605933" cy="664856"/>
          </a:xfrm>
          <a:prstGeom prst="rect">
            <a:avLst/>
          </a:prstGeom>
        </p:spPr>
      </p:pic>
      <p:sp>
        <p:nvSpPr>
          <p:cNvPr id="18" name="Text Placeholder 3">
            <a:extLst>
              <a:ext uri="{FF2B5EF4-FFF2-40B4-BE49-F238E27FC236}">
                <a16:creationId xmlns:a16="http://schemas.microsoft.com/office/drawing/2014/main" id="{3DEBFC34-AEC0-49F7-8125-85CDE227B0A5}"/>
              </a:ext>
            </a:extLst>
          </p:cNvPr>
          <p:cNvSpPr txBox="1">
            <a:spLocks/>
          </p:cNvSpPr>
          <p:nvPr/>
        </p:nvSpPr>
        <p:spPr>
          <a:xfrm>
            <a:off x="5293033" y="1649426"/>
            <a:ext cx="3522132" cy="664857"/>
          </a:xfrm>
          <a:prstGeom prst="rect">
            <a:avLst/>
          </a:prstGeom>
        </p:spPr>
        <p:txBody>
          <a:bodyPr vert="horz" lIns="0" tIns="45720" rIns="0" bIns="45720" rtlCol="0">
            <a:normAutofit fontScale="92500" lnSpcReduction="20000"/>
          </a:bodyPr>
          <a:lstStyle>
            <a:lvl1pPr marL="0" indent="0" algn="l" defTabSz="685800" rtl="0" eaLnBrk="1" latinLnBrk="0" hangingPunct="1">
              <a:lnSpc>
                <a:spcPct val="90000"/>
              </a:lnSpc>
              <a:spcBef>
                <a:spcPts val="0"/>
              </a:spcBef>
              <a:buFont typeface="Arial" panose="020B0604020202020204" pitchFamily="34" charset="0"/>
              <a:buNone/>
              <a:defRPr sz="2400" b="0" kern="1200" spc="-80" baseline="0">
                <a:solidFill>
                  <a:schemeClr val="accent2"/>
                </a:solidFill>
                <a:latin typeface="+mj-lt"/>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4"/>
              </a:buBlip>
              <a:defRPr sz="14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700" dirty="0"/>
              <a:t>Interface </a:t>
            </a:r>
            <a:r>
              <a:rPr lang="en-GB" sz="1700" dirty="0" err="1"/>
              <a:t>Proactis</a:t>
            </a:r>
            <a:r>
              <a:rPr lang="en-GB" sz="1700" dirty="0"/>
              <a:t> to MRI</a:t>
            </a:r>
          </a:p>
          <a:p>
            <a:endParaRPr lang="en-GB" sz="1700" dirty="0"/>
          </a:p>
          <a:p>
            <a:pPr marL="285750" indent="-285750">
              <a:buFont typeface="Arial" panose="020B0604020202020204" pitchFamily="34" charset="0"/>
              <a:buChar char="•"/>
            </a:pPr>
            <a:r>
              <a:rPr lang="en-GB" sz="1700" dirty="0"/>
              <a:t>5 days to adjust back to original setup</a:t>
            </a:r>
          </a:p>
          <a:p>
            <a:endParaRPr lang="en-GB" sz="1600" dirty="0"/>
          </a:p>
        </p:txBody>
      </p:sp>
      <p:sp>
        <p:nvSpPr>
          <p:cNvPr id="7" name="Arrow: Right 6">
            <a:extLst>
              <a:ext uri="{FF2B5EF4-FFF2-40B4-BE49-F238E27FC236}">
                <a16:creationId xmlns:a16="http://schemas.microsoft.com/office/drawing/2014/main" id="{07A3F4EE-A928-4F4E-9F3C-66C1481D6B7F}"/>
              </a:ext>
            </a:extLst>
          </p:cNvPr>
          <p:cNvSpPr/>
          <p:nvPr/>
        </p:nvSpPr>
        <p:spPr>
          <a:xfrm rot="2365095">
            <a:off x="4662204" y="4083968"/>
            <a:ext cx="1822127" cy="11382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 Placeholder 3">
            <a:extLst>
              <a:ext uri="{FF2B5EF4-FFF2-40B4-BE49-F238E27FC236}">
                <a16:creationId xmlns:a16="http://schemas.microsoft.com/office/drawing/2014/main" id="{3DDCC7E6-260F-42D9-A675-3A166A3499D9}"/>
              </a:ext>
            </a:extLst>
          </p:cNvPr>
          <p:cNvSpPr txBox="1">
            <a:spLocks/>
          </p:cNvSpPr>
          <p:nvPr/>
        </p:nvSpPr>
        <p:spPr>
          <a:xfrm>
            <a:off x="6821009" y="4263386"/>
            <a:ext cx="5370991" cy="1509914"/>
          </a:xfrm>
          <a:prstGeom prst="rect">
            <a:avLst/>
          </a:prstGeom>
        </p:spPr>
        <p:txBody>
          <a:bodyPr vert="horz" lIns="0" tIns="45720" rIns="0" bIns="45720" rtlCol="0">
            <a:normAutofit/>
          </a:bodyPr>
          <a:lstStyle>
            <a:lvl1pPr marL="0" indent="0" algn="l" defTabSz="685800" rtl="0" eaLnBrk="1" latinLnBrk="0" hangingPunct="1">
              <a:lnSpc>
                <a:spcPct val="90000"/>
              </a:lnSpc>
              <a:spcBef>
                <a:spcPts val="0"/>
              </a:spcBef>
              <a:buFont typeface="Arial" panose="020B0604020202020204" pitchFamily="34" charset="0"/>
              <a:buNone/>
              <a:defRPr sz="2400" b="0" kern="1200" spc="-80" baseline="0">
                <a:solidFill>
                  <a:schemeClr val="accent2"/>
                </a:solidFill>
                <a:latin typeface="+mj-lt"/>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4"/>
              </a:buBlip>
              <a:defRPr sz="14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b="1" dirty="0"/>
              <a:t>Future State</a:t>
            </a:r>
          </a:p>
          <a:p>
            <a:endParaRPr lang="en-GB" sz="1600" b="1" dirty="0"/>
          </a:p>
          <a:p>
            <a:pPr marL="285750" indent="-285750">
              <a:buFont typeface="Arial" panose="020B0604020202020204" pitchFamily="34" charset="0"/>
              <a:buChar char="•"/>
            </a:pPr>
            <a:r>
              <a:rPr lang="en-GB" sz="1600" dirty="0"/>
              <a:t>Rework needed to adopt segmentation when it is released</a:t>
            </a:r>
          </a:p>
          <a:p>
            <a:pPr marL="285750" indent="-285750">
              <a:buFont typeface="Arial" panose="020B0604020202020204" pitchFamily="34" charset="0"/>
              <a:buChar char="•"/>
            </a:pPr>
            <a:r>
              <a:rPr lang="en-GB" sz="1600" dirty="0"/>
              <a:t>Training  of staff to adopt segmentation</a:t>
            </a:r>
          </a:p>
          <a:p>
            <a:pPr marL="285750" indent="-285750">
              <a:buFont typeface="Arial" panose="020B0604020202020204" pitchFamily="34" charset="0"/>
              <a:buChar char="•"/>
            </a:pPr>
            <a:r>
              <a:rPr lang="en-GB" sz="1600" dirty="0"/>
              <a:t>Rebuild GL accounts which are directly impacted by segmentation</a:t>
            </a:r>
          </a:p>
          <a:p>
            <a:endParaRPr lang="en-GB" sz="1600" dirty="0"/>
          </a:p>
        </p:txBody>
      </p:sp>
    </p:spTree>
    <p:extLst>
      <p:ext uri="{BB962C8B-B14F-4D97-AF65-F5344CB8AC3E}">
        <p14:creationId xmlns:p14="http://schemas.microsoft.com/office/powerpoint/2010/main" val="4217727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63FB-9314-4688-A7BC-48C809F6D187}"/>
              </a:ext>
            </a:extLst>
          </p:cNvPr>
          <p:cNvSpPr>
            <a:spLocks noGrp="1"/>
          </p:cNvSpPr>
          <p:nvPr>
            <p:ph type="title"/>
          </p:nvPr>
        </p:nvSpPr>
        <p:spPr/>
        <p:txBody>
          <a:bodyPr/>
          <a:lstStyle/>
          <a:p>
            <a:r>
              <a:rPr lang="en-GB" dirty="0"/>
              <a:t>Scenario 1 – PRS Property (no leaseholders)</a:t>
            </a:r>
          </a:p>
        </p:txBody>
      </p:sp>
      <p:sp>
        <p:nvSpPr>
          <p:cNvPr id="3" name="Footer Placeholder 2">
            <a:extLst>
              <a:ext uri="{FF2B5EF4-FFF2-40B4-BE49-F238E27FC236}">
                <a16:creationId xmlns:a16="http://schemas.microsoft.com/office/drawing/2014/main" id="{F8F9F8EF-C895-445E-876A-E2E54BF65CDA}"/>
              </a:ext>
            </a:extLst>
          </p:cNvPr>
          <p:cNvSpPr>
            <a:spLocks noGrp="1"/>
          </p:cNvSpPr>
          <p:nvPr>
            <p:ph type="ftr" sz="quarter" idx="11"/>
          </p:nvPr>
        </p:nvSpPr>
        <p:spPr/>
        <p:txBody>
          <a:bodyPr/>
          <a:lstStyle/>
          <a:p>
            <a:endParaRPr lang="en-US">
              <a:solidFill>
                <a:srgbClr val="4D858D"/>
              </a:solidFill>
            </a:endParaRPr>
          </a:p>
        </p:txBody>
      </p:sp>
      <p:pic>
        <p:nvPicPr>
          <p:cNvPr id="6" name="Picture 5">
            <a:extLst>
              <a:ext uri="{FF2B5EF4-FFF2-40B4-BE49-F238E27FC236}">
                <a16:creationId xmlns:a16="http://schemas.microsoft.com/office/drawing/2014/main" id="{A9BB3550-9DFB-4545-8D2A-1B333D0570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367" y="851986"/>
            <a:ext cx="1093261" cy="581897"/>
          </a:xfrm>
          <a:prstGeom prst="rect">
            <a:avLst/>
          </a:prstGeom>
        </p:spPr>
      </p:pic>
      <p:sp>
        <p:nvSpPr>
          <p:cNvPr id="8" name="TextBox 7">
            <a:extLst>
              <a:ext uri="{FF2B5EF4-FFF2-40B4-BE49-F238E27FC236}">
                <a16:creationId xmlns:a16="http://schemas.microsoft.com/office/drawing/2014/main" id="{24677368-1B44-4DFB-AF13-BD33BE727FF2}"/>
              </a:ext>
            </a:extLst>
          </p:cNvPr>
          <p:cNvSpPr txBox="1"/>
          <p:nvPr/>
        </p:nvSpPr>
        <p:spPr>
          <a:xfrm>
            <a:off x="66158" y="1502621"/>
            <a:ext cx="2330814" cy="1738938"/>
          </a:xfrm>
          <a:prstGeom prst="rect">
            <a:avLst/>
          </a:prstGeom>
          <a:noFill/>
        </p:spPr>
        <p:txBody>
          <a:bodyPr wrap="square" rtlCol="0">
            <a:spAutoFit/>
          </a:bodyPr>
          <a:lstStyle/>
          <a:p>
            <a:pPr marL="285750" indent="-285750">
              <a:buFont typeface="Arial" panose="020B0604020202020204" pitchFamily="34" charset="0"/>
              <a:buChar char="•"/>
            </a:pPr>
            <a:r>
              <a:rPr lang="en-GB" sz="1400" dirty="0"/>
              <a:t>Works order will be raised in FSI at the property level e.g. CC lift works</a:t>
            </a:r>
          </a:p>
          <a:p>
            <a:pPr marL="285750" indent="-285750">
              <a:buFont typeface="Arial" panose="020B0604020202020204" pitchFamily="34" charset="0"/>
              <a:buChar char="•"/>
            </a:pPr>
            <a:r>
              <a:rPr lang="en-GB" sz="1400" dirty="0"/>
              <a:t>Work is done and then the WO is receipted to mark as complete</a:t>
            </a:r>
          </a:p>
          <a:p>
            <a:pPr algn="l"/>
            <a:endParaRPr lang="en-GB" sz="1000" spc="-60" dirty="0"/>
          </a:p>
        </p:txBody>
      </p:sp>
      <p:pic>
        <p:nvPicPr>
          <p:cNvPr id="10" name="Picture 9">
            <a:extLst>
              <a:ext uri="{FF2B5EF4-FFF2-40B4-BE49-F238E27FC236}">
                <a16:creationId xmlns:a16="http://schemas.microsoft.com/office/drawing/2014/main" id="{AEE7B170-4CE5-42B6-A25B-46047116EE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1988" y="769624"/>
            <a:ext cx="1605933" cy="664856"/>
          </a:xfrm>
          <a:prstGeom prst="rect">
            <a:avLst/>
          </a:prstGeom>
        </p:spPr>
      </p:pic>
      <p:sp>
        <p:nvSpPr>
          <p:cNvPr id="11" name="TextBox 10">
            <a:extLst>
              <a:ext uri="{FF2B5EF4-FFF2-40B4-BE49-F238E27FC236}">
                <a16:creationId xmlns:a16="http://schemas.microsoft.com/office/drawing/2014/main" id="{02BD4D35-24F2-4037-8A3C-F9D2E3C93252}"/>
              </a:ext>
            </a:extLst>
          </p:cNvPr>
          <p:cNvSpPr txBox="1"/>
          <p:nvPr/>
        </p:nvSpPr>
        <p:spPr>
          <a:xfrm>
            <a:off x="3269798" y="1876163"/>
            <a:ext cx="2158301" cy="1538883"/>
          </a:xfrm>
          <a:prstGeom prst="rect">
            <a:avLst/>
          </a:prstGeom>
          <a:noFill/>
        </p:spPr>
        <p:txBody>
          <a:bodyPr wrap="square" rtlCol="0">
            <a:spAutoFit/>
          </a:bodyPr>
          <a:lstStyle/>
          <a:p>
            <a:pPr marL="285750" indent="-285750">
              <a:buFont typeface="Arial" panose="020B0604020202020204" pitchFamily="34" charset="0"/>
              <a:buChar char="•"/>
            </a:pPr>
            <a:r>
              <a:rPr lang="en-GB" sz="1400" dirty="0"/>
              <a:t>It will pass through to </a:t>
            </a:r>
            <a:r>
              <a:rPr lang="en-GB" sz="1400" dirty="0" err="1"/>
              <a:t>Proactis</a:t>
            </a:r>
            <a:r>
              <a:rPr lang="en-GB" sz="1400" dirty="0"/>
              <a:t> and create a Purchase Order (still at the property level)</a:t>
            </a:r>
          </a:p>
          <a:p>
            <a:pPr marL="285750" indent="-285750">
              <a:buFont typeface="Arial" panose="020B0604020202020204" pitchFamily="34" charset="0"/>
              <a:buChar char="•"/>
            </a:pPr>
            <a:r>
              <a:rPr lang="en-GB" sz="1400" dirty="0"/>
              <a:t>Invoice received and matched to the PO</a:t>
            </a:r>
          </a:p>
          <a:p>
            <a:pPr algn="l"/>
            <a:endParaRPr lang="en-GB" sz="1000" spc="-60" dirty="0"/>
          </a:p>
        </p:txBody>
      </p:sp>
      <p:sp>
        <p:nvSpPr>
          <p:cNvPr id="12" name="Arrow: Right 11">
            <a:extLst>
              <a:ext uri="{FF2B5EF4-FFF2-40B4-BE49-F238E27FC236}">
                <a16:creationId xmlns:a16="http://schemas.microsoft.com/office/drawing/2014/main" id="{63219719-CB33-498D-86F6-ECED65A7D011}"/>
              </a:ext>
            </a:extLst>
          </p:cNvPr>
          <p:cNvSpPr/>
          <p:nvPr/>
        </p:nvSpPr>
        <p:spPr>
          <a:xfrm>
            <a:off x="2679193" y="2260143"/>
            <a:ext cx="851278" cy="5818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30348466-FFA2-49A2-9DFB-66085A8B2525}"/>
              </a:ext>
            </a:extLst>
          </p:cNvPr>
          <p:cNvSpPr txBox="1"/>
          <p:nvPr/>
        </p:nvSpPr>
        <p:spPr>
          <a:xfrm>
            <a:off x="6459152" y="2363878"/>
            <a:ext cx="5383659" cy="954107"/>
          </a:xfrm>
          <a:prstGeom prst="rect">
            <a:avLst/>
          </a:prstGeom>
          <a:noFill/>
        </p:spPr>
        <p:txBody>
          <a:bodyPr wrap="square" rtlCol="0">
            <a:spAutoFit/>
          </a:bodyPr>
          <a:lstStyle/>
          <a:p>
            <a:pPr marL="285750" indent="-285750">
              <a:buFont typeface="Arial" panose="020B0604020202020204" pitchFamily="34" charset="0"/>
              <a:buChar char="•"/>
            </a:pPr>
            <a:r>
              <a:rPr lang="en-GB" sz="1400" dirty="0"/>
              <a:t>Passed through to MRI for payment (still at the property level)</a:t>
            </a:r>
          </a:p>
          <a:p>
            <a:pPr marL="285750" indent="-285750">
              <a:buFont typeface="Arial" panose="020B0604020202020204" pitchFamily="34" charset="0"/>
              <a:buChar char="•"/>
            </a:pPr>
            <a:r>
              <a:rPr lang="en-GB" sz="1400" dirty="0"/>
              <a:t>In MRI AP it is booked to the supplier account and the GL entry is created in the nominal CC Lift Works at the property level</a:t>
            </a:r>
          </a:p>
          <a:p>
            <a:pPr marL="285750" indent="-285750">
              <a:buFont typeface="Arial" panose="020B0604020202020204" pitchFamily="34" charset="0"/>
              <a:buChar char="•"/>
            </a:pPr>
            <a:endParaRPr lang="en-GB" sz="1400" spc="-60" dirty="0"/>
          </a:p>
        </p:txBody>
      </p:sp>
      <p:pic>
        <p:nvPicPr>
          <p:cNvPr id="15" name="Picture 14">
            <a:extLst>
              <a:ext uri="{FF2B5EF4-FFF2-40B4-BE49-F238E27FC236}">
                <a16:creationId xmlns:a16="http://schemas.microsoft.com/office/drawing/2014/main" id="{71066171-3D74-43CD-B6A2-F2D32DD302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8643" y="750473"/>
            <a:ext cx="1632899" cy="884487"/>
          </a:xfrm>
          <a:prstGeom prst="rect">
            <a:avLst/>
          </a:prstGeom>
        </p:spPr>
      </p:pic>
      <p:sp>
        <p:nvSpPr>
          <p:cNvPr id="16" name="Arrow: Right 15">
            <a:extLst>
              <a:ext uri="{FF2B5EF4-FFF2-40B4-BE49-F238E27FC236}">
                <a16:creationId xmlns:a16="http://schemas.microsoft.com/office/drawing/2014/main" id="{E92CA1DD-9A48-4325-8351-3A4C488D8535}"/>
              </a:ext>
            </a:extLst>
          </p:cNvPr>
          <p:cNvSpPr/>
          <p:nvPr/>
        </p:nvSpPr>
        <p:spPr>
          <a:xfrm>
            <a:off x="5406550" y="2372090"/>
            <a:ext cx="851278" cy="5818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Arrow: Down 16">
            <a:extLst>
              <a:ext uri="{FF2B5EF4-FFF2-40B4-BE49-F238E27FC236}">
                <a16:creationId xmlns:a16="http://schemas.microsoft.com/office/drawing/2014/main" id="{C5A068E7-DA2A-48A4-9FFD-EC8FCD8B836D}"/>
              </a:ext>
            </a:extLst>
          </p:cNvPr>
          <p:cNvSpPr/>
          <p:nvPr/>
        </p:nvSpPr>
        <p:spPr>
          <a:xfrm>
            <a:off x="7892248" y="3317985"/>
            <a:ext cx="870012" cy="7989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1AE35B2F-7EF9-44E9-9CA2-E9005737F3A5}"/>
              </a:ext>
            </a:extLst>
          </p:cNvPr>
          <p:cNvSpPr txBox="1"/>
          <p:nvPr/>
        </p:nvSpPr>
        <p:spPr>
          <a:xfrm>
            <a:off x="6257828" y="4161743"/>
            <a:ext cx="5732848" cy="2031325"/>
          </a:xfrm>
          <a:prstGeom prst="rect">
            <a:avLst/>
          </a:prstGeom>
          <a:noFill/>
        </p:spPr>
        <p:txBody>
          <a:bodyPr wrap="square" rtlCol="0">
            <a:spAutoFit/>
          </a:bodyPr>
          <a:lstStyle/>
          <a:p>
            <a:pPr marL="285750" indent="-285750">
              <a:buFont typeface="Arial" panose="020B0604020202020204" pitchFamily="34" charset="0"/>
              <a:buChar char="•"/>
            </a:pPr>
            <a:r>
              <a:rPr lang="en-GB" sz="1400" dirty="0"/>
              <a:t>Customisation routine requested would then take this cost and apportion it over all units within the property.  This is expected to be done through a journal so the cost is moved out of the property level and moved in to the unit level.  Nominal will still be CC Lift Works so costs can still be tracked.</a:t>
            </a:r>
          </a:p>
          <a:p>
            <a:pPr marL="285750" indent="-285750">
              <a:buFont typeface="Arial" panose="020B0604020202020204" pitchFamily="34" charset="0"/>
              <a:buChar char="•"/>
            </a:pPr>
            <a:r>
              <a:rPr lang="en-GB" sz="1400" dirty="0"/>
              <a:t>Routine is to be as automated as possible – the number of units in a property should not need to be maintained manually, therefore any sold units would be removed from the allocation</a:t>
            </a:r>
          </a:p>
          <a:p>
            <a:pPr marL="285750" indent="-285750">
              <a:buFont typeface="Arial" panose="020B0604020202020204" pitchFamily="34" charset="0"/>
              <a:buChar char="•"/>
            </a:pPr>
            <a:endParaRPr lang="en-GB" sz="1400" spc="-60" dirty="0"/>
          </a:p>
        </p:txBody>
      </p:sp>
      <p:sp>
        <p:nvSpPr>
          <p:cNvPr id="5" name="Star: 10 Points 4">
            <a:extLst>
              <a:ext uri="{FF2B5EF4-FFF2-40B4-BE49-F238E27FC236}">
                <a16:creationId xmlns:a16="http://schemas.microsoft.com/office/drawing/2014/main" id="{6FF90C75-1C6E-44CE-AA58-F4F683F2BF37}"/>
              </a:ext>
            </a:extLst>
          </p:cNvPr>
          <p:cNvSpPr/>
          <p:nvPr/>
        </p:nvSpPr>
        <p:spPr>
          <a:xfrm>
            <a:off x="1024997" y="3616442"/>
            <a:ext cx="4698718" cy="2486547"/>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accent6">
                    <a:lumMod val="10000"/>
                  </a:schemeClr>
                </a:solidFill>
              </a:rPr>
              <a:t>Automatic allocation proposal</a:t>
            </a:r>
          </a:p>
        </p:txBody>
      </p:sp>
    </p:spTree>
    <p:extLst>
      <p:ext uri="{BB962C8B-B14F-4D97-AF65-F5344CB8AC3E}">
        <p14:creationId xmlns:p14="http://schemas.microsoft.com/office/powerpoint/2010/main" val="324117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63FB-9314-4688-A7BC-48C809F6D187}"/>
              </a:ext>
            </a:extLst>
          </p:cNvPr>
          <p:cNvSpPr>
            <a:spLocks noGrp="1"/>
          </p:cNvSpPr>
          <p:nvPr>
            <p:ph type="title"/>
          </p:nvPr>
        </p:nvSpPr>
        <p:spPr/>
        <p:txBody>
          <a:bodyPr/>
          <a:lstStyle/>
          <a:p>
            <a:r>
              <a:rPr lang="en-GB" sz="2800" dirty="0"/>
              <a:t>Scenario 2 – PRS Property (with leaseholders and commercial)</a:t>
            </a:r>
          </a:p>
        </p:txBody>
      </p:sp>
      <p:sp>
        <p:nvSpPr>
          <p:cNvPr id="3" name="Footer Placeholder 2">
            <a:extLst>
              <a:ext uri="{FF2B5EF4-FFF2-40B4-BE49-F238E27FC236}">
                <a16:creationId xmlns:a16="http://schemas.microsoft.com/office/drawing/2014/main" id="{F8F9F8EF-C895-445E-876A-E2E54BF65CDA}"/>
              </a:ext>
            </a:extLst>
          </p:cNvPr>
          <p:cNvSpPr>
            <a:spLocks noGrp="1"/>
          </p:cNvSpPr>
          <p:nvPr>
            <p:ph type="ftr" sz="quarter" idx="11"/>
          </p:nvPr>
        </p:nvSpPr>
        <p:spPr/>
        <p:txBody>
          <a:bodyPr/>
          <a:lstStyle/>
          <a:p>
            <a:endParaRPr lang="en-US">
              <a:solidFill>
                <a:srgbClr val="4D858D"/>
              </a:solidFill>
            </a:endParaRPr>
          </a:p>
        </p:txBody>
      </p:sp>
      <p:pic>
        <p:nvPicPr>
          <p:cNvPr id="6" name="Picture 5">
            <a:extLst>
              <a:ext uri="{FF2B5EF4-FFF2-40B4-BE49-F238E27FC236}">
                <a16:creationId xmlns:a16="http://schemas.microsoft.com/office/drawing/2014/main" id="{A9BB3550-9DFB-4545-8D2A-1B333D0570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367" y="851986"/>
            <a:ext cx="1093261" cy="581897"/>
          </a:xfrm>
          <a:prstGeom prst="rect">
            <a:avLst/>
          </a:prstGeom>
        </p:spPr>
      </p:pic>
      <p:sp>
        <p:nvSpPr>
          <p:cNvPr id="8" name="TextBox 7">
            <a:extLst>
              <a:ext uri="{FF2B5EF4-FFF2-40B4-BE49-F238E27FC236}">
                <a16:creationId xmlns:a16="http://schemas.microsoft.com/office/drawing/2014/main" id="{24677368-1B44-4DFB-AF13-BD33BE727FF2}"/>
              </a:ext>
            </a:extLst>
          </p:cNvPr>
          <p:cNvSpPr txBox="1"/>
          <p:nvPr/>
        </p:nvSpPr>
        <p:spPr>
          <a:xfrm>
            <a:off x="238670" y="1502621"/>
            <a:ext cx="2158301" cy="2169825"/>
          </a:xfrm>
          <a:prstGeom prst="rect">
            <a:avLst/>
          </a:prstGeom>
          <a:noFill/>
        </p:spPr>
        <p:txBody>
          <a:bodyPr wrap="square" rtlCol="0">
            <a:spAutoFit/>
          </a:bodyPr>
          <a:lstStyle/>
          <a:p>
            <a:pPr marL="285750" indent="-285750">
              <a:buFont typeface="Arial" panose="020B0604020202020204" pitchFamily="34" charset="0"/>
              <a:buChar char="•"/>
            </a:pPr>
            <a:r>
              <a:rPr lang="en-GB" sz="1400" dirty="0"/>
              <a:t>Works order will be raised in FSI at the property level </a:t>
            </a:r>
            <a:r>
              <a:rPr lang="en-GB" sz="1400" dirty="0">
                <a:solidFill>
                  <a:srgbClr val="FF0000"/>
                </a:solidFill>
              </a:rPr>
              <a:t>e.g. SC lift works but also select a Service Charge schedule</a:t>
            </a:r>
          </a:p>
          <a:p>
            <a:pPr marL="285750" indent="-285750">
              <a:buFont typeface="Arial" panose="020B0604020202020204" pitchFamily="34" charset="0"/>
              <a:buChar char="•"/>
            </a:pPr>
            <a:r>
              <a:rPr lang="en-GB" sz="1400" dirty="0"/>
              <a:t>Work is done and then the WO is receipted to mark as complete</a:t>
            </a:r>
          </a:p>
          <a:p>
            <a:pPr algn="l"/>
            <a:endParaRPr lang="en-GB" sz="1000" spc="-60" dirty="0"/>
          </a:p>
        </p:txBody>
      </p:sp>
      <p:pic>
        <p:nvPicPr>
          <p:cNvPr id="10" name="Picture 9">
            <a:extLst>
              <a:ext uri="{FF2B5EF4-FFF2-40B4-BE49-F238E27FC236}">
                <a16:creationId xmlns:a16="http://schemas.microsoft.com/office/drawing/2014/main" id="{AEE7B170-4CE5-42B6-A25B-46047116EE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1988" y="769624"/>
            <a:ext cx="1605933" cy="664856"/>
          </a:xfrm>
          <a:prstGeom prst="rect">
            <a:avLst/>
          </a:prstGeom>
        </p:spPr>
      </p:pic>
      <p:sp>
        <p:nvSpPr>
          <p:cNvPr id="11" name="TextBox 10">
            <a:extLst>
              <a:ext uri="{FF2B5EF4-FFF2-40B4-BE49-F238E27FC236}">
                <a16:creationId xmlns:a16="http://schemas.microsoft.com/office/drawing/2014/main" id="{02BD4D35-24F2-4037-8A3C-F9D2E3C93252}"/>
              </a:ext>
            </a:extLst>
          </p:cNvPr>
          <p:cNvSpPr txBox="1"/>
          <p:nvPr/>
        </p:nvSpPr>
        <p:spPr>
          <a:xfrm>
            <a:off x="3248249" y="1934015"/>
            <a:ext cx="2158301" cy="1538883"/>
          </a:xfrm>
          <a:prstGeom prst="rect">
            <a:avLst/>
          </a:prstGeom>
          <a:noFill/>
        </p:spPr>
        <p:txBody>
          <a:bodyPr wrap="square" rtlCol="0">
            <a:spAutoFit/>
          </a:bodyPr>
          <a:lstStyle/>
          <a:p>
            <a:pPr marL="285750" indent="-285750">
              <a:buFont typeface="Arial" panose="020B0604020202020204" pitchFamily="34" charset="0"/>
              <a:buChar char="•"/>
            </a:pPr>
            <a:r>
              <a:rPr lang="en-GB" sz="1400" dirty="0"/>
              <a:t>It will pass through to </a:t>
            </a:r>
            <a:r>
              <a:rPr lang="en-GB" sz="1400" dirty="0" err="1"/>
              <a:t>Proactis</a:t>
            </a:r>
            <a:r>
              <a:rPr lang="en-GB" sz="1400" dirty="0"/>
              <a:t> and create a Purchase Order (still at the property level)</a:t>
            </a:r>
          </a:p>
          <a:p>
            <a:pPr marL="285750" indent="-285750">
              <a:buFont typeface="Arial" panose="020B0604020202020204" pitchFamily="34" charset="0"/>
              <a:buChar char="•"/>
            </a:pPr>
            <a:r>
              <a:rPr lang="en-GB" sz="1400" dirty="0"/>
              <a:t>Invoice received and matched to the PO</a:t>
            </a:r>
          </a:p>
          <a:p>
            <a:pPr algn="l"/>
            <a:endParaRPr lang="en-GB" sz="1000" spc="-60" dirty="0"/>
          </a:p>
        </p:txBody>
      </p:sp>
      <p:sp>
        <p:nvSpPr>
          <p:cNvPr id="12" name="Arrow: Right 11">
            <a:extLst>
              <a:ext uri="{FF2B5EF4-FFF2-40B4-BE49-F238E27FC236}">
                <a16:creationId xmlns:a16="http://schemas.microsoft.com/office/drawing/2014/main" id="{63219719-CB33-498D-86F6-ECED65A7D011}"/>
              </a:ext>
            </a:extLst>
          </p:cNvPr>
          <p:cNvSpPr/>
          <p:nvPr/>
        </p:nvSpPr>
        <p:spPr>
          <a:xfrm>
            <a:off x="2396971" y="2016430"/>
            <a:ext cx="851278" cy="5818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30348466-FFA2-49A2-9DFB-66085A8B2525}"/>
              </a:ext>
            </a:extLst>
          </p:cNvPr>
          <p:cNvSpPr txBox="1"/>
          <p:nvPr/>
        </p:nvSpPr>
        <p:spPr>
          <a:xfrm>
            <a:off x="6379253" y="1934015"/>
            <a:ext cx="4504770" cy="1384995"/>
          </a:xfrm>
          <a:prstGeom prst="rect">
            <a:avLst/>
          </a:prstGeom>
          <a:noFill/>
        </p:spPr>
        <p:txBody>
          <a:bodyPr wrap="square" rtlCol="0">
            <a:spAutoFit/>
          </a:bodyPr>
          <a:lstStyle/>
          <a:p>
            <a:pPr marL="285750" indent="-285750">
              <a:buFont typeface="Arial" panose="020B0604020202020204" pitchFamily="34" charset="0"/>
              <a:buChar char="•"/>
            </a:pPr>
            <a:r>
              <a:rPr lang="en-GB" sz="1400" dirty="0"/>
              <a:t>Passed through to MRI for payment (still at the property level</a:t>
            </a:r>
          </a:p>
          <a:p>
            <a:pPr marL="285750" indent="-285750">
              <a:buFont typeface="Arial" panose="020B0604020202020204" pitchFamily="34" charset="0"/>
              <a:buChar char="•"/>
            </a:pPr>
            <a:r>
              <a:rPr lang="en-GB" sz="1400" dirty="0"/>
              <a:t>In MRI AP it is booked to the supplier account and the GL entry is created in the nominal </a:t>
            </a:r>
            <a:r>
              <a:rPr lang="en-GB" sz="1400" dirty="0">
                <a:solidFill>
                  <a:srgbClr val="FF0000"/>
                </a:solidFill>
              </a:rPr>
              <a:t>SC Lift Works</a:t>
            </a:r>
            <a:r>
              <a:rPr lang="en-GB" sz="1400" dirty="0"/>
              <a:t> at the property level</a:t>
            </a:r>
          </a:p>
          <a:p>
            <a:pPr marL="285750" indent="-285750">
              <a:buFont typeface="Arial" panose="020B0604020202020204" pitchFamily="34" charset="0"/>
              <a:buChar char="•"/>
            </a:pPr>
            <a:endParaRPr lang="en-GB" sz="1400" spc="-60" dirty="0"/>
          </a:p>
        </p:txBody>
      </p:sp>
      <p:pic>
        <p:nvPicPr>
          <p:cNvPr id="15" name="Picture 14">
            <a:extLst>
              <a:ext uri="{FF2B5EF4-FFF2-40B4-BE49-F238E27FC236}">
                <a16:creationId xmlns:a16="http://schemas.microsoft.com/office/drawing/2014/main" id="{71066171-3D74-43CD-B6A2-F2D32DD302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8643" y="750473"/>
            <a:ext cx="1632899" cy="884487"/>
          </a:xfrm>
          <a:prstGeom prst="rect">
            <a:avLst/>
          </a:prstGeom>
        </p:spPr>
      </p:pic>
      <p:sp>
        <p:nvSpPr>
          <p:cNvPr id="16" name="Arrow: Right 15">
            <a:extLst>
              <a:ext uri="{FF2B5EF4-FFF2-40B4-BE49-F238E27FC236}">
                <a16:creationId xmlns:a16="http://schemas.microsoft.com/office/drawing/2014/main" id="{E92CA1DD-9A48-4325-8351-3A4C488D8535}"/>
              </a:ext>
            </a:extLst>
          </p:cNvPr>
          <p:cNvSpPr/>
          <p:nvPr/>
        </p:nvSpPr>
        <p:spPr>
          <a:xfrm>
            <a:off x="5406550" y="2016429"/>
            <a:ext cx="851278" cy="5818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Arrow: Down 16">
            <a:extLst>
              <a:ext uri="{FF2B5EF4-FFF2-40B4-BE49-F238E27FC236}">
                <a16:creationId xmlns:a16="http://schemas.microsoft.com/office/drawing/2014/main" id="{C5A068E7-DA2A-48A4-9FFD-EC8FCD8B836D}"/>
              </a:ext>
            </a:extLst>
          </p:cNvPr>
          <p:cNvSpPr/>
          <p:nvPr/>
        </p:nvSpPr>
        <p:spPr>
          <a:xfrm>
            <a:off x="7874492" y="3022028"/>
            <a:ext cx="870012" cy="7989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1AE35B2F-7EF9-44E9-9CA2-E9005737F3A5}"/>
              </a:ext>
            </a:extLst>
          </p:cNvPr>
          <p:cNvSpPr txBox="1"/>
          <p:nvPr/>
        </p:nvSpPr>
        <p:spPr>
          <a:xfrm>
            <a:off x="4456591" y="3977857"/>
            <a:ext cx="7483874" cy="2677656"/>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rPr>
              <a:t>In MRI all service charges are run through the CM module.  For this example a property will be setup in CM which will contain a mix of units – leaseholders, commercial, and Grainger owned units.  A property will also need to be setup in RM for the residential rent on the Grainger owned units.</a:t>
            </a:r>
          </a:p>
          <a:p>
            <a:pPr marL="285750" indent="-285750">
              <a:buFont typeface="Arial" panose="020B0604020202020204" pitchFamily="34" charset="0"/>
              <a:buChar char="•"/>
            </a:pPr>
            <a:r>
              <a:rPr lang="en-GB" sz="1400" dirty="0">
                <a:solidFill>
                  <a:srgbClr val="FF0000"/>
                </a:solidFill>
              </a:rPr>
              <a:t>There is standard functionality in the CM module to run the SC.  This will allocate out the costs according to the SC schedules when the routine is run as year end.  During the year the costs will remain in the balance sheet in the SC lift works category.</a:t>
            </a:r>
          </a:p>
          <a:p>
            <a:pPr marL="285750" indent="-285750">
              <a:buFont typeface="Arial" panose="020B0604020202020204" pitchFamily="34" charset="0"/>
              <a:buChar char="•"/>
            </a:pPr>
            <a:r>
              <a:rPr lang="en-GB" sz="1400" dirty="0">
                <a:solidFill>
                  <a:srgbClr val="FF0000"/>
                </a:solidFill>
              </a:rPr>
              <a:t>The SC schedule will recharge to all units so both leaseholders and Grainger owned units as part of this year end routine.  Estimated SC will be invoiced at the start of the year and treated as an expense in the Grainger units e.g. RC Lift.</a:t>
            </a:r>
          </a:p>
          <a:p>
            <a:pPr marL="285750" indent="-285750">
              <a:buFont typeface="Arial" panose="020B0604020202020204" pitchFamily="34" charset="0"/>
              <a:buChar char="•"/>
            </a:pPr>
            <a:r>
              <a:rPr lang="en-GB" sz="1400" dirty="0"/>
              <a:t>Customisation routine requested </a:t>
            </a:r>
            <a:r>
              <a:rPr lang="en-GB" sz="1400" dirty="0">
                <a:solidFill>
                  <a:srgbClr val="FF0000"/>
                </a:solidFill>
              </a:rPr>
              <a:t>not needed in this scenario as standard functionality used.</a:t>
            </a:r>
          </a:p>
          <a:p>
            <a:pPr marL="285750" indent="-285750">
              <a:buFont typeface="Arial" panose="020B0604020202020204" pitchFamily="34" charset="0"/>
              <a:buChar char="•"/>
            </a:pPr>
            <a:endParaRPr lang="en-GB" sz="1400" spc="-60" dirty="0"/>
          </a:p>
        </p:txBody>
      </p:sp>
      <p:sp>
        <p:nvSpPr>
          <p:cNvPr id="14" name="Star: 10 Points 13">
            <a:extLst>
              <a:ext uri="{FF2B5EF4-FFF2-40B4-BE49-F238E27FC236}">
                <a16:creationId xmlns:a16="http://schemas.microsoft.com/office/drawing/2014/main" id="{BF474E9E-5C0A-4DE6-B7CC-7E4EE480581D}"/>
              </a:ext>
            </a:extLst>
          </p:cNvPr>
          <p:cNvSpPr/>
          <p:nvPr/>
        </p:nvSpPr>
        <p:spPr>
          <a:xfrm>
            <a:off x="251535" y="3672446"/>
            <a:ext cx="4098523" cy="2502783"/>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accent6">
                    <a:lumMod val="10000"/>
                  </a:schemeClr>
                </a:solidFill>
              </a:rPr>
              <a:t>Core MRI service charge functionality </a:t>
            </a:r>
            <a:r>
              <a:rPr lang="en-GB" sz="2800" b="1">
                <a:solidFill>
                  <a:schemeClr val="accent6">
                    <a:lumMod val="10000"/>
                  </a:schemeClr>
                </a:solidFill>
              </a:rPr>
              <a:t>(Tranche 5)</a:t>
            </a:r>
            <a:endParaRPr lang="en-GB" sz="2800" b="1" dirty="0">
              <a:solidFill>
                <a:schemeClr val="accent6">
                  <a:lumMod val="10000"/>
                </a:schemeClr>
              </a:solidFill>
            </a:endParaRPr>
          </a:p>
        </p:txBody>
      </p:sp>
    </p:spTree>
    <p:extLst>
      <p:ext uri="{BB962C8B-B14F-4D97-AF65-F5344CB8AC3E}">
        <p14:creationId xmlns:p14="http://schemas.microsoft.com/office/powerpoint/2010/main" val="216332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3_Office Theme">
  <a:themeElements>
    <a:clrScheme name="Grainger 2017">
      <a:dk1>
        <a:srgbClr val="4A4A49"/>
      </a:dk1>
      <a:lt1>
        <a:sysClr val="window" lastClr="FFFFFF"/>
      </a:lt1>
      <a:dk2>
        <a:srgbClr val="8EC4C5"/>
      </a:dk2>
      <a:lt2>
        <a:srgbClr val="FFFFFF"/>
      </a:lt2>
      <a:accent1>
        <a:srgbClr val="8EC4C5"/>
      </a:accent1>
      <a:accent2>
        <a:srgbClr val="4D858D"/>
      </a:accent2>
      <a:accent3>
        <a:srgbClr val="FF6600"/>
      </a:accent3>
      <a:accent4>
        <a:srgbClr val="4A4A49"/>
      </a:accent4>
      <a:accent5>
        <a:srgbClr val="898987"/>
      </a:accent5>
      <a:accent6>
        <a:srgbClr val="DADADA"/>
      </a:accent6>
      <a:hlink>
        <a:srgbClr val="4D858D"/>
      </a:hlink>
      <a:folHlink>
        <a:srgbClr val="4A4A49"/>
      </a:folHlink>
    </a:clrScheme>
    <a:fontScheme name="Grainger">
      <a:majorFont>
        <a:latin typeface="Montserrat SemiBold"/>
        <a:ea typeface=""/>
        <a:cs typeface=""/>
      </a:majorFont>
      <a:minorFont>
        <a:latin typeface="Montserra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pc="-6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Enterprise Solutions</TermName>
          <TermId xmlns="http://schemas.microsoft.com/office/infopath/2007/PartnerControls">08c57b01-67e8-4a4f-abc6-ffb3392ace7f</TermId>
        </TermInfo>
      </Terms>
    </nae5750f31d8428b9a1182bd8e59d390>
    <k6ebf865df8440b3a55c1aa81c9bae7c xmlns="1ffbd5dc-7a64-4097-8396-87f6c90b212f">
      <Terms xmlns="http://schemas.microsoft.com/office/infopath/2007/PartnerControls">
        <TermInfo xmlns="http://schemas.microsoft.com/office/infopath/2007/PartnerControls">
          <TermName xmlns="http://schemas.microsoft.com/office/infopath/2007/PartnerControls">Generic Project Document</TermName>
          <TermId xmlns="http://schemas.microsoft.com/office/infopath/2007/PartnerControls">258c2ed6-b93b-4ffe-8901-a23f2dc98ec9</TermId>
        </TermInfo>
      </Terms>
    </k6ebf865df8440b3a55c1aa81c9bae7c>
    <f0dc22cb723843c1bfbb2e8bcc9db6e4 xmlns="1ffbd5dc-7a64-4097-8396-87f6c90b212f">
      <Terms xmlns="http://schemas.microsoft.com/office/infopath/2007/PartnerControls"/>
    </f0dc22cb723843c1bfbb2e8bcc9db6e4>
    <TaxCatchAll xmlns="1ffbd5dc-7a64-4097-8396-87f6c90b212f">
      <Value>6</Value>
      <Value>5</Value>
      <Value>4</Value>
    </TaxCatchAll>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Grainger PLC</TermName>
          <TermId xmlns="http://schemas.microsoft.com/office/infopath/2007/PartnerControls">a74f1cb5-e995-4f9e-8521-6d52e2c6bf08</TermId>
        </TermInfo>
      </Terms>
    </ica44df5449d49f98766f83f0bd254a7>
  </documentManagement>
</p:properties>
</file>

<file path=customXml/item4.xml><?xml version="1.0" encoding="utf-8"?>
<?mso-contentType ?>
<SharedContentType xmlns="Microsoft.SharePoint.Taxonomy.ContentTypeSync" SourceId="5676dd91-060c-4b71-810a-dbdca5582071" ContentTypeId="0x010100B16301FA1C2D5E4DB9305F31D037531D020703" PreviousValue="false"/>
</file>

<file path=customXml/itemProps1.xml><?xml version="1.0" encoding="utf-8"?>
<ds:datastoreItem xmlns:ds="http://schemas.openxmlformats.org/officeDocument/2006/customXml" ds:itemID="{4BE2F4F4-58AA-4BA7-96F6-F52DB7F3FEF8}"/>
</file>

<file path=customXml/itemProps2.xml><?xml version="1.0" encoding="utf-8"?>
<ds:datastoreItem xmlns:ds="http://schemas.openxmlformats.org/officeDocument/2006/customXml" ds:itemID="{AC2158DC-913E-4EE7-AEB7-181369863D0C}">
  <ds:schemaRefs>
    <ds:schemaRef ds:uri="http://schemas.microsoft.com/sharepoint/v3/contenttype/forms"/>
  </ds:schemaRefs>
</ds:datastoreItem>
</file>

<file path=customXml/itemProps3.xml><?xml version="1.0" encoding="utf-8"?>
<ds:datastoreItem xmlns:ds="http://schemas.openxmlformats.org/officeDocument/2006/customXml" ds:itemID="{7CBA3829-0802-4A88-B107-64D3BDD7B43B}">
  <ds:schemaRefs>
    <ds:schemaRef ds:uri="http://purl.org/dc/elements/1.1/"/>
    <ds:schemaRef ds:uri="http://schemas.microsoft.com/office/2006/metadata/properties"/>
    <ds:schemaRef ds:uri="http://purl.org/dc/terms/"/>
    <ds:schemaRef ds:uri="http://schemas.microsoft.com/sharepoint/v3"/>
    <ds:schemaRef ds:uri="http://schemas.microsoft.com/office/2006/documentManagement/types"/>
    <ds:schemaRef ds:uri="http://schemas.microsoft.com/office/infopath/2007/PartnerControls"/>
    <ds:schemaRef ds:uri="edd07608-99c2-4af5-9b89-b48dd7644278"/>
    <ds:schemaRef ds:uri="http://schemas.openxmlformats.org/package/2006/metadata/core-properties"/>
    <ds:schemaRef ds:uri="71a1b4a3-0015-402c-bdbc-49ce5e3839f5"/>
    <ds:schemaRef ds:uri="http://www.w3.org/XML/1998/namespace"/>
    <ds:schemaRef ds:uri="http://purl.org/dc/dcmitype/"/>
  </ds:schemaRefs>
</ds:datastoreItem>
</file>

<file path=customXml/itemProps4.xml><?xml version="1.0" encoding="utf-8"?>
<ds:datastoreItem xmlns:ds="http://schemas.openxmlformats.org/officeDocument/2006/customXml" ds:itemID="{A4C9CF93-253C-471E-A43B-AA0D853C2195}"/>
</file>

<file path=docProps/app.xml><?xml version="1.0" encoding="utf-8"?>
<Properties xmlns="http://schemas.openxmlformats.org/officeDocument/2006/extended-properties" xmlns:vt="http://schemas.openxmlformats.org/officeDocument/2006/docPropsVTypes">
  <TotalTime>218</TotalTime>
  <Words>597</Words>
  <Application>Microsoft Office PowerPoint</Application>
  <PresentationFormat>Widescreen</PresentationFormat>
  <Paragraphs>42</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Montserrat</vt:lpstr>
      <vt:lpstr>Montserrat Light</vt:lpstr>
      <vt:lpstr>Montserrat SemiBold</vt:lpstr>
      <vt:lpstr>3_Office Theme</vt:lpstr>
      <vt:lpstr>CoA scenarios</vt:lpstr>
      <vt:lpstr>Revised size of CoA</vt:lpstr>
      <vt:lpstr>Fallback Plan to “As Is”</vt:lpstr>
      <vt:lpstr>Scenario 1 – PRS Property (no leaseholders)</vt:lpstr>
      <vt:lpstr>Scenario 2 – PRS Property (with leaseholders and commercial)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Anthony Archer</dc:creator>
  <cp:lastModifiedBy>Joao Cardoso</cp:lastModifiedBy>
  <cp:revision>19</cp:revision>
  <dcterms:created xsi:type="dcterms:W3CDTF">2019-08-08T09:04:01Z</dcterms:created>
  <dcterms:modified xsi:type="dcterms:W3CDTF">2020-02-25T15:17:58Z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Project Document Type">
    <vt:lpwstr>4;#Generic Project Document|258c2ed6-b93b-4ffe-8901-a23f2dc98ec9</vt:lpwstr>
  </property>
  <property fmtid="{D5CDD505-2E9C-101B-9397-08002B2CF9AE}" pid="4" name="Client">
    <vt:lpwstr>6;#Grainger PLC|a74f1cb5-e995-4f9e-8521-6d52e2c6bf08</vt:lpwstr>
  </property>
  <property fmtid="{D5CDD505-2E9C-101B-9397-08002B2CF9AE}" pid="5" name="Client Project">
    <vt:lpwstr/>
  </property>
  <property fmtid="{D5CDD505-2E9C-101B-9397-08002B2CF9AE}" pid="6" name="Division">
    <vt:lpwstr>5;#Enterprise Solutions|08c57b01-67e8-4a4f-abc6-ffb3392ace7f</vt:lpwstr>
  </property>
  <property fmtid="{D5CDD505-2E9C-101B-9397-08002B2CF9AE}" pid="7" name="MediaServiceImageTags">
    <vt:lpwstr/>
  </property>
  <property fmtid="{D5CDD505-2E9C-101B-9397-08002B2CF9AE}" pid="8" name="lcf76f155ced4ddcb4097134ff3c332f">
    <vt:lpwstr/>
  </property>
</Properties>
</file>