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58" r:id="rId6"/>
    <p:sldMasterId id="2147483772" r:id="rId7"/>
    <p:sldMasterId id="2147483690" r:id="rId8"/>
    <p:sldMasterId id="2147483810" r:id="rId9"/>
  </p:sldMasterIdLst>
  <p:notesMasterIdLst>
    <p:notesMasterId r:id="rId29"/>
  </p:notesMasterIdLst>
  <p:handoutMasterIdLst>
    <p:handoutMasterId r:id="rId30"/>
  </p:handoutMasterIdLst>
  <p:sldIdLst>
    <p:sldId id="584" r:id="rId10"/>
    <p:sldId id="701" r:id="rId11"/>
    <p:sldId id="716" r:id="rId12"/>
    <p:sldId id="713" r:id="rId13"/>
    <p:sldId id="639" r:id="rId14"/>
    <p:sldId id="708" r:id="rId15"/>
    <p:sldId id="702" r:id="rId16"/>
    <p:sldId id="703" r:id="rId17"/>
    <p:sldId id="704" r:id="rId18"/>
    <p:sldId id="705" r:id="rId19"/>
    <p:sldId id="706" r:id="rId20"/>
    <p:sldId id="714" r:id="rId21"/>
    <p:sldId id="707" r:id="rId22"/>
    <p:sldId id="709" r:id="rId23"/>
    <p:sldId id="710" r:id="rId24"/>
    <p:sldId id="711" r:id="rId25"/>
    <p:sldId id="712" r:id="rId26"/>
    <p:sldId id="715" r:id="rId27"/>
    <p:sldId id="484" r:id="rId28"/>
  </p:sldIdLst>
  <p:sldSz cx="12192000" cy="6858000"/>
  <p:notesSz cx="6858000" cy="9144000"/>
  <p:embeddedFontLst>
    <p:embeddedFont>
      <p:font typeface="Proxima Nova Lt" panose="02000506030000020004" charset="0"/>
      <p:regular r:id="rId31"/>
      <p:bold r:id="rId32"/>
      <p:italic r:id="rId33"/>
      <p:boldItalic r:id="rId34"/>
    </p:embeddedFont>
    <p:embeddedFont>
      <p:font typeface="Proxima Nova Rg" panose="0200050603000002000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Introduction" id="{9A01DEFC-A85C-B14F-BA2D-A1BB32149B5B}">
          <p14:sldIdLst>
            <p14:sldId id="584"/>
            <p14:sldId id="701"/>
            <p14:sldId id="716"/>
            <p14:sldId id="713"/>
            <p14:sldId id="639"/>
            <p14:sldId id="708"/>
            <p14:sldId id="702"/>
            <p14:sldId id="703"/>
            <p14:sldId id="704"/>
            <p14:sldId id="705"/>
            <p14:sldId id="706"/>
            <p14:sldId id="714"/>
            <p14:sldId id="707"/>
            <p14:sldId id="709"/>
            <p14:sldId id="710"/>
            <p14:sldId id="711"/>
            <p14:sldId id="712"/>
            <p14:sldId id="715"/>
            <p14:sldId id="4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90A86062-5093-9966-4B11-AD2871AF7A73}" name="Khonani Davhana" initials="KD" userId="S::kdavhana@openboxsoftware.com::222817fc-0cf9-4c86-be23-c340a19ae17d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AAAAAA"/>
    <a:srgbClr val="373C3C"/>
    <a:srgbClr val="6983CF"/>
    <a:srgbClr val="F079A1"/>
    <a:srgbClr val="999999"/>
    <a:srgbClr val="464777"/>
    <a:srgbClr val="009696"/>
    <a:srgbClr val="535353"/>
    <a:srgbClr val="6E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AC379-E57A-7CC9-D1E8-D35727CFB0B5}" v="1" dt="2025-05-12T20:37:37.940"/>
    <p1510:client id="{9A3A468E-2424-4550-96FD-793E4A1465C6}" v="226" dt="2025-05-13T15:24:36.815"/>
    <p1510:client id="{C7F1990C-9FE5-8A8C-146D-DDC1B2A55B23}" v="24" dt="2025-05-12T19:25:28.880"/>
    <p1510:client id="{CA544306-245F-46B1-8DBF-5B8933F13859}" v="308" dt="2025-05-13T16:34:44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font" Target="fonts/font9.fntdata"/><Relationship Id="rId21" Type="http://schemas.openxmlformats.org/officeDocument/2006/relationships/slide" Target="slides/slide12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microsoft.com/office/2016/11/relationships/changesInfo" Target="changesInfos/changesInfo1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font" Target="fonts/font6.fntdata"/><Relationship Id="rId49" Type="http://schemas.microsoft.com/office/2018/10/relationships/authors" Target="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nani Davhana" userId="S::kdavhana@openboxsoftware.com::222817fc-0cf9-4c86-be23-c340a19ae17d" providerId="AD" clId="Web-{1493DD0B-903A-1C3E-3896-FC9DAD68F636}"/>
    <pc:docChg chg="modSld">
      <pc:chgData name="Khonani Davhana" userId="S::kdavhana@openboxsoftware.com::222817fc-0cf9-4c86-be23-c340a19ae17d" providerId="AD" clId="Web-{1493DD0B-903A-1C3E-3896-FC9DAD68F636}" dt="2025-05-09T13:05:48.141" v="2" actId="1076"/>
      <pc:docMkLst>
        <pc:docMk/>
      </pc:docMkLst>
      <pc:sldChg chg="modSp">
        <pc:chgData name="Khonani Davhana" userId="S::kdavhana@openboxsoftware.com::222817fc-0cf9-4c86-be23-c340a19ae17d" providerId="AD" clId="Web-{1493DD0B-903A-1C3E-3896-FC9DAD68F636}" dt="2025-05-09T13:05:48.141" v="2" actId="1076"/>
        <pc:sldMkLst>
          <pc:docMk/>
          <pc:sldMk cId="862280961" sldId="705"/>
        </pc:sldMkLst>
      </pc:sldChg>
    </pc:docChg>
  </pc:docChgLst>
  <pc:docChgLst>
    <pc:chgData name="Khonani Davhana" userId="S::kdavhana@openboxsoftware.com::222817fc-0cf9-4c86-be23-c340a19ae17d" providerId="AD" clId="Web-{C7F1990C-9FE5-8A8C-146D-DDC1B2A55B23}"/>
    <pc:docChg chg="addSld modSld modSection">
      <pc:chgData name="Khonani Davhana" userId="S::kdavhana@openboxsoftware.com::222817fc-0cf9-4c86-be23-c340a19ae17d" providerId="AD" clId="Web-{C7F1990C-9FE5-8A8C-146D-DDC1B2A55B23}" dt="2025-05-12T19:25:28.880" v="21"/>
      <pc:docMkLst>
        <pc:docMk/>
      </pc:docMkLst>
      <pc:sldChg chg="addSp delSp modSp mod setBg">
        <pc:chgData name="Khonani Davhana" userId="S::kdavhana@openboxsoftware.com::222817fc-0cf9-4c86-be23-c340a19ae17d" providerId="AD" clId="Web-{C7F1990C-9FE5-8A8C-146D-DDC1B2A55B23}" dt="2025-05-12T19:25:28.880" v="21"/>
        <pc:sldMkLst>
          <pc:docMk/>
          <pc:sldMk cId="2585551356" sldId="639"/>
        </pc:sldMkLst>
        <pc:spChg chg="add del">
          <ac:chgData name="Khonani Davhana" userId="S::kdavhana@openboxsoftware.com::222817fc-0cf9-4c86-be23-c340a19ae17d" providerId="AD" clId="Web-{C7F1990C-9FE5-8A8C-146D-DDC1B2A55B23}" dt="2025-05-12T15:07:24.107" v="5"/>
          <ac:spMkLst>
            <pc:docMk/>
            <pc:sldMk cId="2585551356" sldId="639"/>
            <ac:spMk id="2" creationId="{832EC19D-6444-7D04-0879-2324AFE637BA}"/>
          </ac:spMkLst>
        </pc:spChg>
        <pc:picChg chg="add del mod">
          <ac:chgData name="Khonani Davhana" userId="S::kdavhana@openboxsoftware.com::222817fc-0cf9-4c86-be23-c340a19ae17d" providerId="AD" clId="Web-{C7F1990C-9FE5-8A8C-146D-DDC1B2A55B23}" dt="2025-05-12T19:20:08.166" v="9"/>
          <ac:picMkLst>
            <pc:docMk/>
            <pc:sldMk cId="2585551356" sldId="639"/>
            <ac:picMk id="2" creationId="{379494BE-4860-EDDC-E911-2DEC4CB1ECEA}"/>
          </ac:picMkLst>
        </pc:picChg>
        <pc:picChg chg="add del mod modCrop">
          <ac:chgData name="Khonani Davhana" userId="S::kdavhana@openboxsoftware.com::222817fc-0cf9-4c86-be23-c340a19ae17d" providerId="AD" clId="Web-{C7F1990C-9FE5-8A8C-146D-DDC1B2A55B23}" dt="2025-05-12T19:24:33.237" v="19"/>
          <ac:picMkLst>
            <pc:docMk/>
            <pc:sldMk cId="2585551356" sldId="639"/>
            <ac:picMk id="3" creationId="{7BD57B26-C10B-8E99-72DE-B645498BDC4F}"/>
          </ac:picMkLst>
        </pc:picChg>
        <pc:picChg chg="add del mod">
          <ac:chgData name="Khonani Davhana" userId="S::kdavhana@openboxsoftware.com::222817fc-0cf9-4c86-be23-c340a19ae17d" providerId="AD" clId="Web-{C7F1990C-9FE5-8A8C-146D-DDC1B2A55B23}" dt="2025-05-12T19:25:28.880" v="21"/>
          <ac:picMkLst>
            <pc:docMk/>
            <pc:sldMk cId="2585551356" sldId="639"/>
            <ac:picMk id="4" creationId="{6E5F0D7F-3041-8485-BFE3-0EB907BE718C}"/>
          </ac:picMkLst>
        </pc:picChg>
        <pc:picChg chg="del">
          <ac:chgData name="Khonani Davhana" userId="S::kdavhana@openboxsoftware.com::222817fc-0cf9-4c86-be23-c340a19ae17d" providerId="AD" clId="Web-{C7F1990C-9FE5-8A8C-146D-DDC1B2A55B23}" dt="2025-05-12T19:19:37.275" v="6"/>
          <ac:picMkLst>
            <pc:docMk/>
            <pc:sldMk cId="2585551356" sldId="639"/>
            <ac:picMk id="11" creationId="{954565DD-8FA0-01B2-780D-C68A5161570B}"/>
          </ac:picMkLst>
        </pc:picChg>
        <pc:picChg chg="del">
          <ac:chgData name="Khonani Davhana" userId="S::kdavhana@openboxsoftware.com::222817fc-0cf9-4c86-be23-c340a19ae17d" providerId="AD" clId="Web-{C7F1990C-9FE5-8A8C-146D-DDC1B2A55B23}" dt="2025-05-12T19:19:40.259" v="7"/>
          <ac:picMkLst>
            <pc:docMk/>
            <pc:sldMk cId="2585551356" sldId="639"/>
            <ac:picMk id="29" creationId="{FD34E271-3596-630C-784C-EF00FC2CCB6A}"/>
          </ac:picMkLst>
        </pc:picChg>
      </pc:sldChg>
      <pc:sldChg chg="add replId">
        <pc:chgData name="Khonani Davhana" userId="S::kdavhana@openboxsoftware.com::222817fc-0cf9-4c86-be23-c340a19ae17d" providerId="AD" clId="Web-{C7F1990C-9FE5-8A8C-146D-DDC1B2A55B23}" dt="2025-05-12T14:21:17.985" v="0"/>
        <pc:sldMkLst>
          <pc:docMk/>
          <pc:sldMk cId="2433659978" sldId="708"/>
        </pc:sldMkLst>
      </pc:sldChg>
      <pc:sldChg chg="delSp add replId">
        <pc:chgData name="Khonani Davhana" userId="S::kdavhana@openboxsoftware.com::222817fc-0cf9-4c86-be23-c340a19ae17d" providerId="AD" clId="Web-{C7F1990C-9FE5-8A8C-146D-DDC1B2A55B23}" dt="2025-05-12T15:05:45.604" v="3"/>
        <pc:sldMkLst>
          <pc:docMk/>
          <pc:sldMk cId="1837885228" sldId="709"/>
        </pc:sldMkLst>
        <pc:picChg chg="del">
          <ac:chgData name="Khonani Davhana" userId="S::kdavhana@openboxsoftware.com::222817fc-0cf9-4c86-be23-c340a19ae17d" providerId="AD" clId="Web-{C7F1990C-9FE5-8A8C-146D-DDC1B2A55B23}" dt="2025-05-12T15:05:41.745" v="2"/>
          <ac:picMkLst>
            <pc:docMk/>
            <pc:sldMk cId="1837885228" sldId="709"/>
            <ac:picMk id="3" creationId="{BBE8B5D5-2CDF-2D4F-F1AA-C931F0714A51}"/>
          </ac:picMkLst>
        </pc:picChg>
        <pc:picChg chg="del">
          <ac:chgData name="Khonani Davhana" userId="S::kdavhana@openboxsoftware.com::222817fc-0cf9-4c86-be23-c340a19ae17d" providerId="AD" clId="Web-{C7F1990C-9FE5-8A8C-146D-DDC1B2A55B23}" dt="2025-05-12T15:05:45.604" v="3"/>
          <ac:picMkLst>
            <pc:docMk/>
            <pc:sldMk cId="1837885228" sldId="709"/>
            <ac:picMk id="9" creationId="{3427B6F3-FF40-4CCD-BC03-FE653C509802}"/>
          </ac:picMkLst>
        </pc:picChg>
      </pc:sldChg>
    </pc:docChg>
  </pc:docChgLst>
  <pc:docChgLst>
    <pc:chgData name="Khonani Davhana" userId="S::kdavhana@openboxsoftware.com::222817fc-0cf9-4c86-be23-c340a19ae17d" providerId="AD" clId="Web-{3BBAC379-E57A-7CC9-D1E8-D35727CFB0B5}"/>
    <pc:docChg chg="modSld">
      <pc:chgData name="Khonani Davhana" userId="S::kdavhana@openboxsoftware.com::222817fc-0cf9-4c86-be23-c340a19ae17d" providerId="AD" clId="Web-{3BBAC379-E57A-7CC9-D1E8-D35727CFB0B5}" dt="2025-05-12T20:37:37.940" v="0" actId="1076"/>
      <pc:docMkLst>
        <pc:docMk/>
      </pc:docMkLst>
      <pc:sldChg chg="modSp">
        <pc:chgData name="Khonani Davhana" userId="S::kdavhana@openboxsoftware.com::222817fc-0cf9-4c86-be23-c340a19ae17d" providerId="AD" clId="Web-{3BBAC379-E57A-7CC9-D1E8-D35727CFB0B5}" dt="2025-05-12T20:37:37.940" v="0" actId="1076"/>
        <pc:sldMkLst>
          <pc:docMk/>
          <pc:sldMk cId="1652239820" sldId="712"/>
        </pc:sldMkLst>
        <pc:picChg chg="mod">
          <ac:chgData name="Khonani Davhana" userId="S::kdavhana@openboxsoftware.com::222817fc-0cf9-4c86-be23-c340a19ae17d" providerId="AD" clId="Web-{3BBAC379-E57A-7CC9-D1E8-D35727CFB0B5}" dt="2025-05-12T20:37:37.940" v="0" actId="1076"/>
          <ac:picMkLst>
            <pc:docMk/>
            <pc:sldMk cId="1652239820" sldId="712"/>
            <ac:picMk id="5" creationId="{897294F7-51C1-E259-9F0C-94079377E374}"/>
          </ac:picMkLst>
        </pc:picChg>
      </pc:sldChg>
    </pc:docChg>
  </pc:docChgLst>
  <pc:docChgLst>
    <pc:chgData name="Shaun Barrett" userId="2e21295b-21c9-4734-b4c8-23b29a1a1ba3" providerId="ADAL" clId="{CA544306-245F-46B1-8DBF-5B8933F13859}"/>
    <pc:docChg chg="undo redo custSel addSld delSld modSld delMainMaster modSection">
      <pc:chgData name="Shaun Barrett" userId="2e21295b-21c9-4734-b4c8-23b29a1a1ba3" providerId="ADAL" clId="{CA544306-245F-46B1-8DBF-5B8933F13859}" dt="2025-05-13T16:34:44.551" v="1502" actId="20577"/>
      <pc:docMkLst>
        <pc:docMk/>
      </pc:docMkLst>
      <pc:sldChg chg="add del">
        <pc:chgData name="Shaun Barrett" userId="2e21295b-21c9-4734-b4c8-23b29a1a1ba3" providerId="ADAL" clId="{CA544306-245F-46B1-8DBF-5B8933F13859}" dt="2025-05-13T16:28:05.589" v="1214" actId="2696"/>
        <pc:sldMkLst>
          <pc:docMk/>
          <pc:sldMk cId="3187346453" sldId="530"/>
        </pc:sldMkLst>
      </pc:sldChg>
      <pc:sldChg chg="modSp mod">
        <pc:chgData name="Shaun Barrett" userId="2e21295b-21c9-4734-b4c8-23b29a1a1ba3" providerId="ADAL" clId="{CA544306-245F-46B1-8DBF-5B8933F13859}" dt="2025-05-12T13:15:23.935" v="902" actId="20577"/>
        <pc:sldMkLst>
          <pc:docMk/>
          <pc:sldMk cId="464677460" sldId="584"/>
        </pc:sldMkLst>
        <pc:spChg chg="mod">
          <ac:chgData name="Shaun Barrett" userId="2e21295b-21c9-4734-b4c8-23b29a1a1ba3" providerId="ADAL" clId="{CA544306-245F-46B1-8DBF-5B8933F13859}" dt="2025-05-12T13:15:23.935" v="902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delSp modSp del mod">
        <pc:chgData name="Shaun Barrett" userId="2e21295b-21c9-4734-b4c8-23b29a1a1ba3" providerId="ADAL" clId="{CA544306-245F-46B1-8DBF-5B8933F13859}" dt="2025-05-13T09:14:18.099" v="1179" actId="2696"/>
        <pc:sldMkLst>
          <pc:docMk/>
          <pc:sldMk cId="4044153718" sldId="627"/>
        </pc:sldMkLst>
        <pc:spChg chg="mod">
          <ac:chgData name="Shaun Barrett" userId="2e21295b-21c9-4734-b4c8-23b29a1a1ba3" providerId="ADAL" clId="{CA544306-245F-46B1-8DBF-5B8933F13859}" dt="2025-05-12T13:18:49.100" v="930" actId="20577"/>
          <ac:spMkLst>
            <pc:docMk/>
            <pc:sldMk cId="4044153718" sldId="627"/>
            <ac:spMk id="4" creationId="{D6D19C05-5E2A-75E8-6E81-9FC4E48EF4A8}"/>
          </ac:spMkLst>
        </pc:spChg>
        <pc:spChg chg="mod">
          <ac:chgData name="Shaun Barrett" userId="2e21295b-21c9-4734-b4c8-23b29a1a1ba3" providerId="ADAL" clId="{CA544306-245F-46B1-8DBF-5B8933F13859}" dt="2025-05-12T13:23:16.204" v="1139" actId="1076"/>
          <ac:spMkLst>
            <pc:docMk/>
            <pc:sldMk cId="4044153718" sldId="627"/>
            <ac:spMk id="10" creationId="{FD24E3F5-C12C-9ED8-F415-441D554DCEDD}"/>
          </ac:spMkLst>
        </pc:spChg>
        <pc:picChg chg="del mod">
          <ac:chgData name="Shaun Barrett" userId="2e21295b-21c9-4734-b4c8-23b29a1a1ba3" providerId="ADAL" clId="{CA544306-245F-46B1-8DBF-5B8933F13859}" dt="2025-05-13T08:58:40.116" v="1172" actId="478"/>
          <ac:picMkLst>
            <pc:docMk/>
            <pc:sldMk cId="4044153718" sldId="627"/>
            <ac:picMk id="12" creationId="{72E1E697-1D74-B0A4-5EB8-CAC19F10D4E1}"/>
          </ac:picMkLst>
        </pc:picChg>
      </pc:sldChg>
      <pc:sldChg chg="modSp mod">
        <pc:chgData name="Shaun Barrett" userId="2e21295b-21c9-4734-b4c8-23b29a1a1ba3" providerId="ADAL" clId="{CA544306-245F-46B1-8DBF-5B8933F13859}" dt="2025-05-12T13:24:58.538" v="1156" actId="1038"/>
        <pc:sldMkLst>
          <pc:docMk/>
          <pc:sldMk cId="2585551356" sldId="639"/>
        </pc:sldMkLst>
        <pc:picChg chg="mod">
          <ac:chgData name="Shaun Barrett" userId="2e21295b-21c9-4734-b4c8-23b29a1a1ba3" providerId="ADAL" clId="{CA544306-245F-46B1-8DBF-5B8933F13859}" dt="2025-05-12T13:24:58.538" v="1156" actId="1038"/>
          <ac:picMkLst>
            <pc:docMk/>
            <pc:sldMk cId="2585551356" sldId="639"/>
            <ac:picMk id="11" creationId="{954565DD-8FA0-01B2-780D-C68A5161570B}"/>
          </ac:picMkLst>
        </pc:picChg>
        <pc:picChg chg="mod">
          <ac:chgData name="Shaun Barrett" userId="2e21295b-21c9-4734-b4c8-23b29a1a1ba3" providerId="ADAL" clId="{CA544306-245F-46B1-8DBF-5B8933F13859}" dt="2025-05-12T13:24:54.888" v="1150" actId="14100"/>
          <ac:picMkLst>
            <pc:docMk/>
            <pc:sldMk cId="2585551356" sldId="639"/>
            <ac:picMk id="29" creationId="{FD34E271-3596-630C-784C-EF00FC2CCB6A}"/>
          </ac:picMkLst>
        </pc:picChg>
      </pc:sldChg>
      <pc:sldChg chg="addSp delSp modSp mod">
        <pc:chgData name="Shaun Barrett" userId="2e21295b-21c9-4734-b4c8-23b29a1a1ba3" providerId="ADAL" clId="{CA544306-245F-46B1-8DBF-5B8933F13859}" dt="2025-05-13T16:34:16.924" v="1500" actId="14100"/>
        <pc:sldMkLst>
          <pc:docMk/>
          <pc:sldMk cId="2509947907" sldId="701"/>
        </pc:sldMkLst>
        <pc:spChg chg="add del mod">
          <ac:chgData name="Shaun Barrett" userId="2e21295b-21c9-4734-b4c8-23b29a1a1ba3" providerId="ADAL" clId="{CA544306-245F-46B1-8DBF-5B8933F13859}" dt="2025-05-13T16:32:05.951" v="1402" actId="478"/>
          <ac:spMkLst>
            <pc:docMk/>
            <pc:sldMk cId="2509947907" sldId="701"/>
            <ac:spMk id="4" creationId="{86430A3B-7336-1D06-ACB1-8F6E2E3AD41D}"/>
          </ac:spMkLst>
        </pc:spChg>
        <pc:spChg chg="add mod">
          <ac:chgData name="Shaun Barrett" userId="2e21295b-21c9-4734-b4c8-23b29a1a1ba3" providerId="ADAL" clId="{CA544306-245F-46B1-8DBF-5B8933F13859}" dt="2025-05-13T16:27:50.760" v="1212" actId="20577"/>
          <ac:spMkLst>
            <pc:docMk/>
            <pc:sldMk cId="2509947907" sldId="701"/>
            <ac:spMk id="5" creationId="{567B449D-B013-3E9A-EFD0-9E120ECCED5C}"/>
          </ac:spMkLst>
        </pc:spChg>
        <pc:spChg chg="add mod">
          <ac:chgData name="Shaun Barrett" userId="2e21295b-21c9-4734-b4c8-23b29a1a1ba3" providerId="ADAL" clId="{CA544306-245F-46B1-8DBF-5B8933F13859}" dt="2025-05-13T16:34:16.924" v="1500" actId="14100"/>
          <ac:spMkLst>
            <pc:docMk/>
            <pc:sldMk cId="2509947907" sldId="701"/>
            <ac:spMk id="6" creationId="{EBA9DDCB-849D-F6A4-E625-70AF1A3ECF5C}"/>
          </ac:spMkLst>
        </pc:spChg>
        <pc:picChg chg="del mod">
          <ac:chgData name="Shaun Barrett" userId="2e21295b-21c9-4734-b4c8-23b29a1a1ba3" providerId="ADAL" clId="{CA544306-245F-46B1-8DBF-5B8933F13859}" dt="2025-05-13T08:58:59.968" v="1174" actId="478"/>
          <ac:picMkLst>
            <pc:docMk/>
            <pc:sldMk cId="2509947907" sldId="701"/>
            <ac:picMk id="2" creationId="{7949BC4B-73D9-E844-458E-72C5D5CAFA9A}"/>
          </ac:picMkLst>
        </pc:picChg>
        <pc:picChg chg="del mod">
          <ac:chgData name="Shaun Barrett" userId="2e21295b-21c9-4734-b4c8-23b29a1a1ba3" providerId="ADAL" clId="{CA544306-245F-46B1-8DBF-5B8933F13859}" dt="2025-05-13T08:59:00.502" v="1176" actId="478"/>
          <ac:picMkLst>
            <pc:docMk/>
            <pc:sldMk cId="2509947907" sldId="701"/>
            <ac:picMk id="3" creationId="{840CB1FF-F94E-04AB-8431-7CCE2CDA85B7}"/>
          </ac:picMkLst>
        </pc:picChg>
      </pc:sldChg>
      <pc:sldChg chg="modSp mod">
        <pc:chgData name="Shaun Barrett" userId="2e21295b-21c9-4734-b4c8-23b29a1a1ba3" providerId="ADAL" clId="{CA544306-245F-46B1-8DBF-5B8933F13859}" dt="2025-05-12T13:25:49.999" v="1161" actId="14100"/>
        <pc:sldMkLst>
          <pc:docMk/>
          <pc:sldMk cId="3761809493" sldId="702"/>
        </pc:sldMkLst>
        <pc:picChg chg="mod">
          <ac:chgData name="Shaun Barrett" userId="2e21295b-21c9-4734-b4c8-23b29a1a1ba3" providerId="ADAL" clId="{CA544306-245F-46B1-8DBF-5B8933F13859}" dt="2025-05-12T13:25:44.686" v="1159" actId="14100"/>
          <ac:picMkLst>
            <pc:docMk/>
            <pc:sldMk cId="3761809493" sldId="702"/>
            <ac:picMk id="3" creationId="{603A927F-9204-0A05-80A4-AA61102EDD00}"/>
          </ac:picMkLst>
        </pc:picChg>
        <pc:picChg chg="mod">
          <ac:chgData name="Shaun Barrett" userId="2e21295b-21c9-4734-b4c8-23b29a1a1ba3" providerId="ADAL" clId="{CA544306-245F-46B1-8DBF-5B8933F13859}" dt="2025-05-12T13:25:49.999" v="1161" actId="14100"/>
          <ac:picMkLst>
            <pc:docMk/>
            <pc:sldMk cId="3761809493" sldId="702"/>
            <ac:picMk id="5" creationId="{B715856E-CC22-7608-B82F-0509FEB08990}"/>
          </ac:picMkLst>
        </pc:picChg>
      </pc:sldChg>
      <pc:sldChg chg="modSp mod">
        <pc:chgData name="Shaun Barrett" userId="2e21295b-21c9-4734-b4c8-23b29a1a1ba3" providerId="ADAL" clId="{CA544306-245F-46B1-8DBF-5B8933F13859}" dt="2025-05-12T13:26:11.056" v="1164" actId="14100"/>
        <pc:sldMkLst>
          <pc:docMk/>
          <pc:sldMk cId="3402698103" sldId="703"/>
        </pc:sldMkLst>
        <pc:picChg chg="mod">
          <ac:chgData name="Shaun Barrett" userId="2e21295b-21c9-4734-b4c8-23b29a1a1ba3" providerId="ADAL" clId="{CA544306-245F-46B1-8DBF-5B8933F13859}" dt="2025-05-12T13:26:07.271" v="1162" actId="14100"/>
          <ac:picMkLst>
            <pc:docMk/>
            <pc:sldMk cId="3402698103" sldId="703"/>
            <ac:picMk id="4" creationId="{DAF1AC8D-D1AB-FC13-49B5-CB9E04AEDC9D}"/>
          </ac:picMkLst>
        </pc:picChg>
        <pc:picChg chg="mod">
          <ac:chgData name="Shaun Barrett" userId="2e21295b-21c9-4734-b4c8-23b29a1a1ba3" providerId="ADAL" clId="{CA544306-245F-46B1-8DBF-5B8933F13859}" dt="2025-05-12T13:26:11.056" v="1164" actId="14100"/>
          <ac:picMkLst>
            <pc:docMk/>
            <pc:sldMk cId="3402698103" sldId="703"/>
            <ac:picMk id="7" creationId="{8E67BB91-6A0C-DCBD-2B99-D383351BE19D}"/>
          </ac:picMkLst>
        </pc:picChg>
      </pc:sldChg>
      <pc:sldChg chg="modSp mod">
        <pc:chgData name="Shaun Barrett" userId="2e21295b-21c9-4734-b4c8-23b29a1a1ba3" providerId="ADAL" clId="{CA544306-245F-46B1-8DBF-5B8933F13859}" dt="2025-05-12T13:27:20.077" v="1167" actId="1076"/>
        <pc:sldMkLst>
          <pc:docMk/>
          <pc:sldMk cId="862280961" sldId="705"/>
        </pc:sldMkLst>
        <pc:picChg chg="mod">
          <ac:chgData name="Shaun Barrett" userId="2e21295b-21c9-4734-b4c8-23b29a1a1ba3" providerId="ADAL" clId="{CA544306-245F-46B1-8DBF-5B8933F13859}" dt="2025-05-12T13:27:18.393" v="1166" actId="1076"/>
          <ac:picMkLst>
            <pc:docMk/>
            <pc:sldMk cId="862280961" sldId="705"/>
            <ac:picMk id="3" creationId="{53E9F642-4C37-437C-B166-2EC399E6AD75}"/>
          </ac:picMkLst>
        </pc:picChg>
        <pc:picChg chg="mod">
          <ac:chgData name="Shaun Barrett" userId="2e21295b-21c9-4734-b4c8-23b29a1a1ba3" providerId="ADAL" clId="{CA544306-245F-46B1-8DBF-5B8933F13859}" dt="2025-05-12T13:27:20.077" v="1167" actId="1076"/>
          <ac:picMkLst>
            <pc:docMk/>
            <pc:sldMk cId="862280961" sldId="705"/>
            <ac:picMk id="5" creationId="{CE35B917-7485-2F27-EB6E-C54231790F55}"/>
          </ac:picMkLst>
        </pc:picChg>
      </pc:sldChg>
      <pc:sldChg chg="modSp mod">
        <pc:chgData name="Shaun Barrett" userId="2e21295b-21c9-4734-b4c8-23b29a1a1ba3" providerId="ADAL" clId="{CA544306-245F-46B1-8DBF-5B8933F13859}" dt="2025-05-12T13:27:44.137" v="1171" actId="14100"/>
        <pc:sldMkLst>
          <pc:docMk/>
          <pc:sldMk cId="4067333554" sldId="706"/>
        </pc:sldMkLst>
        <pc:picChg chg="mod">
          <ac:chgData name="Shaun Barrett" userId="2e21295b-21c9-4734-b4c8-23b29a1a1ba3" providerId="ADAL" clId="{CA544306-245F-46B1-8DBF-5B8933F13859}" dt="2025-05-12T13:27:44.137" v="1171" actId="14100"/>
          <ac:picMkLst>
            <pc:docMk/>
            <pc:sldMk cId="4067333554" sldId="706"/>
            <ac:picMk id="15" creationId="{81D61624-F27F-C55F-5741-7B885C3B2FC8}"/>
          </ac:picMkLst>
        </pc:picChg>
        <pc:picChg chg="mod">
          <ac:chgData name="Shaun Barrett" userId="2e21295b-21c9-4734-b4c8-23b29a1a1ba3" providerId="ADAL" clId="{CA544306-245F-46B1-8DBF-5B8933F13859}" dt="2025-05-12T13:27:40.784" v="1170" actId="14100"/>
          <ac:picMkLst>
            <pc:docMk/>
            <pc:sldMk cId="4067333554" sldId="706"/>
            <ac:picMk id="17" creationId="{1BC96C3E-FDC4-CF71-0E13-127BD36EA3A7}"/>
          </ac:picMkLst>
        </pc:picChg>
      </pc:sldChg>
      <pc:sldChg chg="modSp mod">
        <pc:chgData name="Shaun Barrett" userId="2e21295b-21c9-4734-b4c8-23b29a1a1ba3" providerId="ADAL" clId="{CA544306-245F-46B1-8DBF-5B8933F13859}" dt="2025-05-13T16:33:34.466" v="1446" actId="20577"/>
        <pc:sldMkLst>
          <pc:docMk/>
          <pc:sldMk cId="3230297802" sldId="707"/>
        </pc:sldMkLst>
        <pc:spChg chg="mod">
          <ac:chgData name="Shaun Barrett" userId="2e21295b-21c9-4734-b4c8-23b29a1a1ba3" providerId="ADAL" clId="{CA544306-245F-46B1-8DBF-5B8933F13859}" dt="2025-05-13T16:33:34.466" v="1446" actId="20577"/>
          <ac:spMkLst>
            <pc:docMk/>
            <pc:sldMk cId="3230297802" sldId="707"/>
            <ac:spMk id="2" creationId="{AFA8710F-46C4-0A61-FC66-5FAF05B9C7F8}"/>
          </ac:spMkLst>
        </pc:spChg>
      </pc:sldChg>
      <pc:sldChg chg="modSp mod">
        <pc:chgData name="Shaun Barrett" userId="2e21295b-21c9-4734-b4c8-23b29a1a1ba3" providerId="ADAL" clId="{CA544306-245F-46B1-8DBF-5B8933F13859}" dt="2025-05-13T16:32:25.946" v="1411" actId="20577"/>
        <pc:sldMkLst>
          <pc:docMk/>
          <pc:sldMk cId="2433659978" sldId="708"/>
        </pc:sldMkLst>
        <pc:spChg chg="mod">
          <ac:chgData name="Shaun Barrett" userId="2e21295b-21c9-4734-b4c8-23b29a1a1ba3" providerId="ADAL" clId="{CA544306-245F-46B1-8DBF-5B8933F13859}" dt="2025-05-13T16:32:25.946" v="1411" actId="20577"/>
          <ac:spMkLst>
            <pc:docMk/>
            <pc:sldMk cId="2433659978" sldId="708"/>
            <ac:spMk id="2" creationId="{10553EF2-6510-67FF-CB1C-7BDEC160AC48}"/>
          </ac:spMkLst>
        </pc:spChg>
      </pc:sldChg>
      <pc:sldChg chg="modSp mod">
        <pc:chgData name="Shaun Barrett" userId="2e21295b-21c9-4734-b4c8-23b29a1a1ba3" providerId="ADAL" clId="{CA544306-245F-46B1-8DBF-5B8933F13859}" dt="2025-05-13T16:34:44.551" v="1502" actId="20577"/>
        <pc:sldMkLst>
          <pc:docMk/>
          <pc:sldMk cId="1837885228" sldId="709"/>
        </pc:sldMkLst>
        <pc:spChg chg="mod">
          <ac:chgData name="Shaun Barrett" userId="2e21295b-21c9-4734-b4c8-23b29a1a1ba3" providerId="ADAL" clId="{CA544306-245F-46B1-8DBF-5B8933F13859}" dt="2025-05-13T16:34:44.551" v="1502" actId="20577"/>
          <ac:spMkLst>
            <pc:docMk/>
            <pc:sldMk cId="1837885228" sldId="709"/>
            <ac:spMk id="2" creationId="{73767903-F6CE-65DE-8D87-DF4D6C610A59}"/>
          </ac:spMkLst>
        </pc:spChg>
      </pc:sldChg>
      <pc:sldChg chg="addSp modSp add mod">
        <pc:chgData name="Shaun Barrett" userId="2e21295b-21c9-4734-b4c8-23b29a1a1ba3" providerId="ADAL" clId="{CA544306-245F-46B1-8DBF-5B8933F13859}" dt="2025-05-13T16:32:18.333" v="1410" actId="20577"/>
        <pc:sldMkLst>
          <pc:docMk/>
          <pc:sldMk cId="3356069193" sldId="713"/>
        </pc:sldMkLst>
        <pc:spChg chg="add mod">
          <ac:chgData name="Shaun Barrett" userId="2e21295b-21c9-4734-b4c8-23b29a1a1ba3" providerId="ADAL" clId="{CA544306-245F-46B1-8DBF-5B8933F13859}" dt="2025-05-13T16:32:18.333" v="1410" actId="20577"/>
          <ac:spMkLst>
            <pc:docMk/>
            <pc:sldMk cId="3356069193" sldId="713"/>
            <ac:spMk id="4" creationId="{59B0A1AF-4600-7708-3EFF-272E21A0296D}"/>
          </ac:spMkLst>
        </pc:spChg>
      </pc:sldChg>
      <pc:sldChg chg="modSp add mod">
        <pc:chgData name="Shaun Barrett" userId="2e21295b-21c9-4734-b4c8-23b29a1a1ba3" providerId="ADAL" clId="{CA544306-245F-46B1-8DBF-5B8933F13859}" dt="2025-05-13T16:28:15.002" v="1222" actId="20577"/>
        <pc:sldMkLst>
          <pc:docMk/>
          <pc:sldMk cId="1329104124" sldId="716"/>
        </pc:sldMkLst>
        <pc:spChg chg="mod">
          <ac:chgData name="Shaun Barrett" userId="2e21295b-21c9-4734-b4c8-23b29a1a1ba3" providerId="ADAL" clId="{CA544306-245F-46B1-8DBF-5B8933F13859}" dt="2025-05-13T16:28:15.002" v="1222" actId="20577"/>
          <ac:spMkLst>
            <pc:docMk/>
            <pc:sldMk cId="1329104124" sldId="716"/>
            <ac:spMk id="5" creationId="{6B8A0217-5C59-C5C0-B3E7-E7D8831E1E46}"/>
          </ac:spMkLst>
        </pc:spChg>
      </pc:sld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2266300725" sldId="2147483677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266300725" sldId="2147483677"/>
            <pc:sldLayoutMk cId="2262044929" sldId="2147483680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266300725" sldId="2147483677"/>
            <pc:sldLayoutMk cId="3959574237" sldId="2147483681"/>
          </pc:sldLayoutMkLst>
        </pc:sldLayoutChg>
      </pc:sldMaster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1760647524" sldId="2147483682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760647524" sldId="2147483682"/>
            <pc:sldLayoutMk cId="3259784318" sldId="2147483649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760647524" sldId="2147483682"/>
            <pc:sldLayoutMk cId="2063202156" sldId="2147483766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760647524" sldId="2147483682"/>
            <pc:sldLayoutMk cId="845516735" sldId="2147483788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760647524" sldId="2147483682"/>
            <pc:sldLayoutMk cId="1030862359" sldId="2147483789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760647524" sldId="2147483682"/>
            <pc:sldLayoutMk cId="3888548239" sldId="2147483790"/>
          </pc:sldLayoutMkLst>
        </pc:sldLayoutChg>
      </pc:sldMaster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2462028666" sldId="2147483687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462028666" sldId="2147483687"/>
            <pc:sldLayoutMk cId="3324368232" sldId="2147483688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462028666" sldId="2147483687"/>
            <pc:sldLayoutMk cId="1210478097" sldId="2147483689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462028666" sldId="2147483687"/>
            <pc:sldLayoutMk cId="3946896136" sldId="2147483697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462028666" sldId="2147483687"/>
            <pc:sldLayoutMk cId="2856806186" sldId="2147483719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462028666" sldId="2147483687"/>
            <pc:sldLayoutMk cId="192890996" sldId="2147483720"/>
          </pc:sldLayoutMkLst>
        </pc:sldLayoutChg>
      </pc:sldMaster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2026074891" sldId="2147483693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2122482820" sldId="2147483694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2200290889" sldId="2147483695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2513104855" sldId="2147483700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4097647962" sldId="2147483749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2658198930" sldId="2147483751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3022024187" sldId="2147483752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4275557184" sldId="2147483753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3676527069" sldId="2147483754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906368214" sldId="2147483756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1035692828" sldId="2147483810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026074891" sldId="2147483693"/>
            <pc:sldLayoutMk cId="3215070292" sldId="2147483811"/>
          </pc:sldLayoutMkLst>
        </pc:sldLayoutChg>
      </pc:sldMaster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1353362168" sldId="2147483791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353362168" sldId="2147483791"/>
            <pc:sldLayoutMk cId="2267521039" sldId="2147483792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353362168" sldId="2147483791"/>
            <pc:sldLayoutMk cId="4212288677" sldId="2147483793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353362168" sldId="2147483791"/>
            <pc:sldLayoutMk cId="2143946423" sldId="2147483794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353362168" sldId="2147483791"/>
            <pc:sldLayoutMk cId="1941159336" sldId="2147483795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1353362168" sldId="2147483791"/>
            <pc:sldLayoutMk cId="2329573392" sldId="2147483807"/>
          </pc:sldLayoutMkLst>
        </pc:sldLayoutChg>
      </pc:sldMaster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2547585027" sldId="2147483796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547585027" sldId="2147483796"/>
            <pc:sldLayoutMk cId="188124276" sldId="2147483797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547585027" sldId="2147483796"/>
            <pc:sldLayoutMk cId="2343815264" sldId="2147483798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547585027" sldId="2147483796"/>
            <pc:sldLayoutMk cId="860315929" sldId="2147483799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2547585027" sldId="2147483796"/>
            <pc:sldLayoutMk cId="3124385037" sldId="2147483800"/>
          </pc:sldLayoutMkLst>
        </pc:sldLayoutChg>
      </pc:sldMasterChg>
      <pc:sldMasterChg chg="del delSldLayout">
        <pc:chgData name="Shaun Barrett" userId="2e21295b-21c9-4734-b4c8-23b29a1a1ba3" providerId="ADAL" clId="{CA544306-245F-46B1-8DBF-5B8933F13859}" dt="2025-05-09T13:48:59.055" v="27"/>
        <pc:sldMasterMkLst>
          <pc:docMk/>
          <pc:sldMasterMk cId="4065848158" sldId="2147483802"/>
        </pc:sldMasterMkLst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4065848158" sldId="2147483802"/>
            <pc:sldLayoutMk cId="1463950197" sldId="2147483803"/>
          </pc:sldLayoutMkLst>
        </pc:sldLayoutChg>
        <pc:sldLayoutChg chg="del">
          <pc:chgData name="Shaun Barrett" userId="2e21295b-21c9-4734-b4c8-23b29a1a1ba3" providerId="ADAL" clId="{CA544306-245F-46B1-8DBF-5B8933F13859}" dt="2025-05-09T13:48:59.055" v="27"/>
          <pc:sldLayoutMkLst>
            <pc:docMk/>
            <pc:sldMasterMk cId="4065848158" sldId="2147483802"/>
            <pc:sldLayoutMk cId="2913391396" sldId="2147483806"/>
          </pc:sldLayoutMkLst>
        </pc:sldLayoutChg>
      </pc:sldMasterChg>
    </pc:docChg>
  </pc:docChgLst>
  <pc:docChgLst>
    <pc:chgData name="Khonani Davhana" userId="S::kdavhana@openboxsoftware.com::222817fc-0cf9-4c86-be23-c340a19ae17d" providerId="AD" clId="Web-{60EBB6B0-3F07-7EA5-8202-95CCE8DEE857}"/>
    <pc:docChg chg="modSld">
      <pc:chgData name="Khonani Davhana" userId="S::kdavhana@openboxsoftware.com::222817fc-0cf9-4c86-be23-c340a19ae17d" providerId="AD" clId="Web-{60EBB6B0-3F07-7EA5-8202-95CCE8DEE857}" dt="2025-05-09T13:06:41.880" v="4" actId="1076"/>
      <pc:docMkLst>
        <pc:docMk/>
      </pc:docMkLst>
      <pc:sldChg chg="modSp">
        <pc:chgData name="Khonani Davhana" userId="S::kdavhana@openboxsoftware.com::222817fc-0cf9-4c86-be23-c340a19ae17d" providerId="AD" clId="Web-{60EBB6B0-3F07-7EA5-8202-95CCE8DEE857}" dt="2025-05-09T13:06:41.880" v="4" actId="1076"/>
        <pc:sldMkLst>
          <pc:docMk/>
          <pc:sldMk cId="862280961" sldId="705"/>
        </pc:sldMkLst>
      </pc:sldChg>
    </pc:docChg>
  </pc:docChgLst>
  <pc:docChgLst>
    <pc:chgData name="Khonani Davhana" userId="222817fc-0cf9-4c86-be23-c340a19ae17d" providerId="ADAL" clId="{9A3A468E-2424-4550-96FD-793E4A1465C6}"/>
    <pc:docChg chg="undo custSel addSld modSld modSection">
      <pc:chgData name="Khonani Davhana" userId="222817fc-0cf9-4c86-be23-c340a19ae17d" providerId="ADAL" clId="{9A3A468E-2424-4550-96FD-793E4A1465C6}" dt="2025-05-13T15:24:36.815" v="469" actId="1076"/>
      <pc:docMkLst>
        <pc:docMk/>
      </pc:docMkLst>
      <pc:sldChg chg="addSp modSp mod">
        <pc:chgData name="Khonani Davhana" userId="222817fc-0cf9-4c86-be23-c340a19ae17d" providerId="ADAL" clId="{9A3A468E-2424-4550-96FD-793E4A1465C6}" dt="2025-05-12T19:32:03.551" v="19" actId="1076"/>
        <pc:sldMkLst>
          <pc:docMk/>
          <pc:sldMk cId="2585551356" sldId="639"/>
        </pc:sldMkLst>
        <pc:picChg chg="add mod modCrop">
          <ac:chgData name="Khonani Davhana" userId="222817fc-0cf9-4c86-be23-c340a19ae17d" providerId="ADAL" clId="{9A3A468E-2424-4550-96FD-793E4A1465C6}" dt="2025-05-12T19:32:03.551" v="19" actId="1076"/>
          <ac:picMkLst>
            <pc:docMk/>
            <pc:sldMk cId="2585551356" sldId="639"/>
            <ac:picMk id="3" creationId="{AC96C08C-D567-BE66-53AE-FDBF210921D7}"/>
          </ac:picMkLst>
        </pc:picChg>
        <pc:picChg chg="add mod modCrop">
          <ac:chgData name="Khonani Davhana" userId="222817fc-0cf9-4c86-be23-c340a19ae17d" providerId="ADAL" clId="{9A3A468E-2424-4550-96FD-793E4A1465C6}" dt="2025-05-12T19:31:45.469" v="17" actId="14100"/>
          <ac:picMkLst>
            <pc:docMk/>
            <pc:sldMk cId="2585551356" sldId="639"/>
            <ac:picMk id="5" creationId="{77FF83AC-5482-3912-2C95-6BBD1A51A768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19:43:20.880" v="91" actId="1076"/>
        <pc:sldMkLst>
          <pc:docMk/>
          <pc:sldMk cId="3761809493" sldId="702"/>
        </pc:sldMkLst>
        <pc:picChg chg="del">
          <ac:chgData name="Khonani Davhana" userId="222817fc-0cf9-4c86-be23-c340a19ae17d" providerId="ADAL" clId="{9A3A468E-2424-4550-96FD-793E4A1465C6}" dt="2025-05-12T19:40:22.254" v="71" actId="478"/>
          <ac:picMkLst>
            <pc:docMk/>
            <pc:sldMk cId="3761809493" sldId="702"/>
            <ac:picMk id="3" creationId="{603A927F-9204-0A05-80A4-AA61102EDD00}"/>
          </ac:picMkLst>
        </pc:picChg>
        <pc:picChg chg="add mod modCrop">
          <ac:chgData name="Khonani Davhana" userId="222817fc-0cf9-4c86-be23-c340a19ae17d" providerId="ADAL" clId="{9A3A468E-2424-4550-96FD-793E4A1465C6}" dt="2025-05-12T19:43:20.880" v="91" actId="1076"/>
          <ac:picMkLst>
            <pc:docMk/>
            <pc:sldMk cId="3761809493" sldId="702"/>
            <ac:picMk id="4" creationId="{965D2B18-2B9E-2393-D085-8ACCA9C62C23}"/>
          </ac:picMkLst>
        </pc:picChg>
        <pc:picChg chg="del">
          <ac:chgData name="Khonani Davhana" userId="222817fc-0cf9-4c86-be23-c340a19ae17d" providerId="ADAL" clId="{9A3A468E-2424-4550-96FD-793E4A1465C6}" dt="2025-05-12T19:40:24.947" v="72" actId="478"/>
          <ac:picMkLst>
            <pc:docMk/>
            <pc:sldMk cId="3761809493" sldId="702"/>
            <ac:picMk id="5" creationId="{B715856E-CC22-7608-B82F-0509FEB08990}"/>
          </ac:picMkLst>
        </pc:picChg>
        <pc:picChg chg="add mod modCrop">
          <ac:chgData name="Khonani Davhana" userId="222817fc-0cf9-4c86-be23-c340a19ae17d" providerId="ADAL" clId="{9A3A468E-2424-4550-96FD-793E4A1465C6}" dt="2025-05-12T19:42:40.290" v="88" actId="732"/>
          <ac:picMkLst>
            <pc:docMk/>
            <pc:sldMk cId="3761809493" sldId="702"/>
            <ac:picMk id="7" creationId="{94984EA1-C47F-7CB3-A635-5946AE1EB22E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19:46:03.930" v="104" actId="14100"/>
        <pc:sldMkLst>
          <pc:docMk/>
          <pc:sldMk cId="3402698103" sldId="703"/>
        </pc:sldMkLst>
        <pc:picChg chg="add mod modCrop">
          <ac:chgData name="Khonani Davhana" userId="222817fc-0cf9-4c86-be23-c340a19ae17d" providerId="ADAL" clId="{9A3A468E-2424-4550-96FD-793E4A1465C6}" dt="2025-05-12T19:45:53.989" v="103" actId="1076"/>
          <ac:picMkLst>
            <pc:docMk/>
            <pc:sldMk cId="3402698103" sldId="703"/>
            <ac:picMk id="3" creationId="{602A6CB9-56E8-AB45-82FF-42EDC578BC8F}"/>
          </ac:picMkLst>
        </pc:picChg>
        <pc:picChg chg="del">
          <ac:chgData name="Khonani Davhana" userId="222817fc-0cf9-4c86-be23-c340a19ae17d" providerId="ADAL" clId="{9A3A468E-2424-4550-96FD-793E4A1465C6}" dt="2025-05-12T19:44:06.899" v="92" actId="478"/>
          <ac:picMkLst>
            <pc:docMk/>
            <pc:sldMk cId="3402698103" sldId="703"/>
            <ac:picMk id="4" creationId="{DAF1AC8D-D1AB-FC13-49B5-CB9E04AEDC9D}"/>
          </ac:picMkLst>
        </pc:picChg>
        <pc:picChg chg="add mod modCrop">
          <ac:chgData name="Khonani Davhana" userId="222817fc-0cf9-4c86-be23-c340a19ae17d" providerId="ADAL" clId="{9A3A468E-2424-4550-96FD-793E4A1465C6}" dt="2025-05-12T19:46:03.930" v="104" actId="14100"/>
          <ac:picMkLst>
            <pc:docMk/>
            <pc:sldMk cId="3402698103" sldId="703"/>
            <ac:picMk id="6" creationId="{5D926F42-D0D8-B06A-01A4-7CA4955CB59C}"/>
          </ac:picMkLst>
        </pc:picChg>
        <pc:picChg chg="del">
          <ac:chgData name="Khonani Davhana" userId="222817fc-0cf9-4c86-be23-c340a19ae17d" providerId="ADAL" clId="{9A3A468E-2424-4550-96FD-793E4A1465C6}" dt="2025-05-12T19:44:11.178" v="93" actId="478"/>
          <ac:picMkLst>
            <pc:docMk/>
            <pc:sldMk cId="3402698103" sldId="703"/>
            <ac:picMk id="7" creationId="{8E67BB91-6A0C-DCBD-2B99-D383351BE19D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19:47:43.941" v="118" actId="1076"/>
        <pc:sldMkLst>
          <pc:docMk/>
          <pc:sldMk cId="175388245" sldId="704"/>
        </pc:sldMkLst>
        <pc:picChg chg="add mod modCrop">
          <ac:chgData name="Khonani Davhana" userId="222817fc-0cf9-4c86-be23-c340a19ae17d" providerId="ADAL" clId="{9A3A468E-2424-4550-96FD-793E4A1465C6}" dt="2025-05-12T19:47:38.154" v="117" actId="1076"/>
          <ac:picMkLst>
            <pc:docMk/>
            <pc:sldMk cId="175388245" sldId="704"/>
            <ac:picMk id="3" creationId="{A0C19493-6B52-024E-434E-40393696F8C3}"/>
          </ac:picMkLst>
        </pc:picChg>
        <pc:picChg chg="add mod modCrop">
          <ac:chgData name="Khonani Davhana" userId="222817fc-0cf9-4c86-be23-c340a19ae17d" providerId="ADAL" clId="{9A3A468E-2424-4550-96FD-793E4A1465C6}" dt="2025-05-12T19:47:43.941" v="118" actId="1076"/>
          <ac:picMkLst>
            <pc:docMk/>
            <pc:sldMk cId="175388245" sldId="704"/>
            <ac:picMk id="5" creationId="{C9C8A8CA-0036-1ABF-2701-8B0D852E7E44}"/>
          </ac:picMkLst>
        </pc:picChg>
        <pc:picChg chg="del">
          <ac:chgData name="Khonani Davhana" userId="222817fc-0cf9-4c86-be23-c340a19ae17d" providerId="ADAL" clId="{9A3A468E-2424-4550-96FD-793E4A1465C6}" dt="2025-05-12T19:46:16.199" v="105" actId="478"/>
          <ac:picMkLst>
            <pc:docMk/>
            <pc:sldMk cId="175388245" sldId="704"/>
            <ac:picMk id="6" creationId="{BC65AE28-7764-9C2E-067F-27136B9B3B81}"/>
          </ac:picMkLst>
        </pc:picChg>
        <pc:picChg chg="del">
          <ac:chgData name="Khonani Davhana" userId="222817fc-0cf9-4c86-be23-c340a19ae17d" providerId="ADAL" clId="{9A3A468E-2424-4550-96FD-793E4A1465C6}" dt="2025-05-12T19:46:17.779" v="106" actId="478"/>
          <ac:picMkLst>
            <pc:docMk/>
            <pc:sldMk cId="175388245" sldId="704"/>
            <ac:picMk id="9" creationId="{C8097A0C-21C2-E8C6-9011-29D1124CA526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20:03:19.989" v="180" actId="1076"/>
        <pc:sldMkLst>
          <pc:docMk/>
          <pc:sldMk cId="862280961" sldId="705"/>
        </pc:sldMkLst>
        <pc:picChg chg="del">
          <ac:chgData name="Khonani Davhana" userId="222817fc-0cf9-4c86-be23-c340a19ae17d" providerId="ADAL" clId="{9A3A468E-2424-4550-96FD-793E4A1465C6}" dt="2025-05-12T19:48:46.559" v="119" actId="478"/>
          <ac:picMkLst>
            <pc:docMk/>
            <pc:sldMk cId="862280961" sldId="705"/>
            <ac:picMk id="3" creationId="{53E9F642-4C37-437C-B166-2EC399E6AD75}"/>
          </ac:picMkLst>
        </pc:picChg>
        <pc:picChg chg="add del mod modCrop">
          <ac:chgData name="Khonani Davhana" userId="222817fc-0cf9-4c86-be23-c340a19ae17d" providerId="ADAL" clId="{9A3A468E-2424-4550-96FD-793E4A1465C6}" dt="2025-05-12T20:02:38.464" v="173" actId="478"/>
          <ac:picMkLst>
            <pc:docMk/>
            <pc:sldMk cId="862280961" sldId="705"/>
            <ac:picMk id="4" creationId="{C20F19A2-B2AF-BFC8-1EBC-446751268AFD}"/>
          </ac:picMkLst>
        </pc:picChg>
        <pc:picChg chg="del">
          <ac:chgData name="Khonani Davhana" userId="222817fc-0cf9-4c86-be23-c340a19ae17d" providerId="ADAL" clId="{9A3A468E-2424-4550-96FD-793E4A1465C6}" dt="2025-05-12T19:48:48.226" v="120" actId="478"/>
          <ac:picMkLst>
            <pc:docMk/>
            <pc:sldMk cId="862280961" sldId="705"/>
            <ac:picMk id="5" creationId="{CE35B917-7485-2F27-EB6E-C54231790F55}"/>
          </ac:picMkLst>
        </pc:picChg>
        <pc:picChg chg="add del mod modCrop">
          <ac:chgData name="Khonani Davhana" userId="222817fc-0cf9-4c86-be23-c340a19ae17d" providerId="ADAL" clId="{9A3A468E-2424-4550-96FD-793E4A1465C6}" dt="2025-05-12T19:51:10.416" v="128" actId="478"/>
          <ac:picMkLst>
            <pc:docMk/>
            <pc:sldMk cId="862280961" sldId="705"/>
            <ac:picMk id="7" creationId="{60BFA652-D82E-5B17-C1B5-8F07695D29C1}"/>
          </ac:picMkLst>
        </pc:picChg>
        <pc:picChg chg="add del mod modCrop">
          <ac:chgData name="Khonani Davhana" userId="222817fc-0cf9-4c86-be23-c340a19ae17d" providerId="ADAL" clId="{9A3A468E-2424-4550-96FD-793E4A1465C6}" dt="2025-05-12T20:01:01.178" v="161" actId="478"/>
          <ac:picMkLst>
            <pc:docMk/>
            <pc:sldMk cId="862280961" sldId="705"/>
            <ac:picMk id="9" creationId="{066DC414-2DEF-D207-2E25-BFF41EE331AF}"/>
          </ac:picMkLst>
        </pc:picChg>
        <pc:picChg chg="add mod modCrop">
          <ac:chgData name="Khonani Davhana" userId="222817fc-0cf9-4c86-be23-c340a19ae17d" providerId="ADAL" clId="{9A3A468E-2424-4550-96FD-793E4A1465C6}" dt="2025-05-12T20:03:06.661" v="179" actId="732"/>
          <ac:picMkLst>
            <pc:docMk/>
            <pc:sldMk cId="862280961" sldId="705"/>
            <ac:picMk id="11" creationId="{E99E9B4A-E7A9-25F6-C124-6448BE9D178C}"/>
          </ac:picMkLst>
        </pc:picChg>
        <pc:picChg chg="add mod modCrop">
          <ac:chgData name="Khonani Davhana" userId="222817fc-0cf9-4c86-be23-c340a19ae17d" providerId="ADAL" clId="{9A3A468E-2424-4550-96FD-793E4A1465C6}" dt="2025-05-12T20:03:19.989" v="180" actId="1076"/>
          <ac:picMkLst>
            <pc:docMk/>
            <pc:sldMk cId="862280961" sldId="705"/>
            <ac:picMk id="13" creationId="{3E88830E-2161-7112-DA59-FEFA0D78163B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20:08:39.427" v="195" actId="1076"/>
        <pc:sldMkLst>
          <pc:docMk/>
          <pc:sldMk cId="4067333554" sldId="706"/>
        </pc:sldMkLst>
        <pc:picChg chg="add del mod">
          <ac:chgData name="Khonani Davhana" userId="222817fc-0cf9-4c86-be23-c340a19ae17d" providerId="ADAL" clId="{9A3A468E-2424-4550-96FD-793E4A1465C6}" dt="2025-05-12T20:05:04.345" v="181" actId="478"/>
          <ac:picMkLst>
            <pc:docMk/>
            <pc:sldMk cId="4067333554" sldId="706"/>
            <ac:picMk id="3" creationId="{EB97CBD4-A62B-D546-30D1-D2C5F1E7206E}"/>
          </ac:picMkLst>
        </pc:picChg>
        <pc:picChg chg="add del mod modCrop">
          <ac:chgData name="Khonani Davhana" userId="222817fc-0cf9-4c86-be23-c340a19ae17d" providerId="ADAL" clId="{9A3A468E-2424-4550-96FD-793E4A1465C6}" dt="2025-05-12T20:05:06.079" v="182" actId="478"/>
          <ac:picMkLst>
            <pc:docMk/>
            <pc:sldMk cId="4067333554" sldId="706"/>
            <ac:picMk id="5" creationId="{06B210C5-5A8D-5F51-40D0-29C2EF19DB4B}"/>
          </ac:picMkLst>
        </pc:picChg>
        <pc:picChg chg="add mod modCrop">
          <ac:chgData name="Khonani Davhana" userId="222817fc-0cf9-4c86-be23-c340a19ae17d" providerId="ADAL" clId="{9A3A468E-2424-4550-96FD-793E4A1465C6}" dt="2025-05-12T20:08:39.427" v="195" actId="1076"/>
          <ac:picMkLst>
            <pc:docMk/>
            <pc:sldMk cId="4067333554" sldId="706"/>
            <ac:picMk id="7" creationId="{596B7BB7-D8C9-2A54-B851-9E76B97EEEA6}"/>
          </ac:picMkLst>
        </pc:picChg>
        <pc:picChg chg="add mod modCrop">
          <ac:chgData name="Khonani Davhana" userId="222817fc-0cf9-4c86-be23-c340a19ae17d" providerId="ADAL" clId="{9A3A468E-2424-4550-96FD-793E4A1465C6}" dt="2025-05-12T20:08:09.334" v="191" actId="1076"/>
          <ac:picMkLst>
            <pc:docMk/>
            <pc:sldMk cId="4067333554" sldId="706"/>
            <ac:picMk id="9" creationId="{2E5AFD2D-5F92-5207-3327-98DDE73A0A9F}"/>
          </ac:picMkLst>
        </pc:picChg>
        <pc:picChg chg="del">
          <ac:chgData name="Khonani Davhana" userId="222817fc-0cf9-4c86-be23-c340a19ae17d" providerId="ADAL" clId="{9A3A468E-2424-4550-96FD-793E4A1465C6}" dt="2025-05-12T19:54:45.541" v="145" actId="478"/>
          <ac:picMkLst>
            <pc:docMk/>
            <pc:sldMk cId="4067333554" sldId="706"/>
            <ac:picMk id="15" creationId="{81D61624-F27F-C55F-5741-7B885C3B2FC8}"/>
          </ac:picMkLst>
        </pc:picChg>
        <pc:picChg chg="del">
          <ac:chgData name="Khonani Davhana" userId="222817fc-0cf9-4c86-be23-c340a19ae17d" providerId="ADAL" clId="{9A3A468E-2424-4550-96FD-793E4A1465C6}" dt="2025-05-12T19:54:43.850" v="144" actId="478"/>
          <ac:picMkLst>
            <pc:docMk/>
            <pc:sldMk cId="4067333554" sldId="706"/>
            <ac:picMk id="17" creationId="{1BC96C3E-FDC4-CF71-0E13-127BD36EA3A7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20:33:42.554" v="371" actId="692"/>
        <pc:sldMkLst>
          <pc:docMk/>
          <pc:sldMk cId="3230297802" sldId="707"/>
        </pc:sldMkLst>
        <pc:spChg chg="add mod">
          <ac:chgData name="Khonani Davhana" userId="222817fc-0cf9-4c86-be23-c340a19ae17d" providerId="ADAL" clId="{9A3A468E-2424-4550-96FD-793E4A1465C6}" dt="2025-05-12T20:16:25.537" v="259" actId="20577"/>
          <ac:spMkLst>
            <pc:docMk/>
            <pc:sldMk cId="3230297802" sldId="707"/>
            <ac:spMk id="2" creationId="{AFA8710F-46C4-0A61-FC66-5FAF05B9C7F8}"/>
          </ac:spMkLst>
        </pc:spChg>
        <pc:picChg chg="del">
          <ac:chgData name="Khonani Davhana" userId="222817fc-0cf9-4c86-be23-c340a19ae17d" providerId="ADAL" clId="{9A3A468E-2424-4550-96FD-793E4A1465C6}" dt="2025-05-12T19:57:04.518" v="159" actId="478"/>
          <ac:picMkLst>
            <pc:docMk/>
            <pc:sldMk cId="3230297802" sldId="707"/>
            <ac:picMk id="3" creationId="{9EC599CF-0BC6-1E42-0325-999E734485FE}"/>
          </ac:picMkLst>
        </pc:picChg>
        <pc:picChg chg="add del mod">
          <ac:chgData name="Khonani Davhana" userId="222817fc-0cf9-4c86-be23-c340a19ae17d" providerId="ADAL" clId="{9A3A468E-2424-4550-96FD-793E4A1465C6}" dt="2025-05-12T20:15:42.777" v="240" actId="478"/>
          <ac:picMkLst>
            <pc:docMk/>
            <pc:sldMk cId="3230297802" sldId="707"/>
            <ac:picMk id="5" creationId="{C0D008CE-2D42-59A5-AC93-A793296D3E01}"/>
          </ac:picMkLst>
        </pc:picChg>
        <pc:picChg chg="add del mod">
          <ac:chgData name="Khonani Davhana" userId="222817fc-0cf9-4c86-be23-c340a19ae17d" providerId="ADAL" clId="{9A3A468E-2424-4550-96FD-793E4A1465C6}" dt="2025-05-12T20:33:32.544" v="368" actId="478"/>
          <ac:picMkLst>
            <pc:docMk/>
            <pc:sldMk cId="3230297802" sldId="707"/>
            <ac:picMk id="7" creationId="{D415924E-BAD8-AFF0-8D78-968C8C835769}"/>
          </ac:picMkLst>
        </pc:picChg>
        <pc:picChg chg="del">
          <ac:chgData name="Khonani Davhana" userId="222817fc-0cf9-4c86-be23-c340a19ae17d" providerId="ADAL" clId="{9A3A468E-2424-4550-96FD-793E4A1465C6}" dt="2025-05-12T19:57:06.344" v="160" actId="478"/>
          <ac:picMkLst>
            <pc:docMk/>
            <pc:sldMk cId="3230297802" sldId="707"/>
            <ac:picMk id="9" creationId="{CB77B07C-6B74-8A4B-B60B-FA17F3D1EC1E}"/>
          </ac:picMkLst>
        </pc:picChg>
        <pc:picChg chg="add mod">
          <ac:chgData name="Khonani Davhana" userId="222817fc-0cf9-4c86-be23-c340a19ae17d" providerId="ADAL" clId="{9A3A468E-2424-4550-96FD-793E4A1465C6}" dt="2025-05-12T20:33:42.554" v="371" actId="692"/>
          <ac:picMkLst>
            <pc:docMk/>
            <pc:sldMk cId="3230297802" sldId="707"/>
            <ac:picMk id="10" creationId="{E9322F13-8EA5-3049-A31A-9492BD747B50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2T20:35:28.543" v="373" actId="692"/>
        <pc:sldMkLst>
          <pc:docMk/>
          <pc:sldMk cId="2433659978" sldId="708"/>
        </pc:sldMkLst>
        <pc:spChg chg="add mod">
          <ac:chgData name="Khonani Davhana" userId="222817fc-0cf9-4c86-be23-c340a19ae17d" providerId="ADAL" clId="{9A3A468E-2424-4550-96FD-793E4A1465C6}" dt="2025-05-12T20:13:15.870" v="197" actId="255"/>
          <ac:spMkLst>
            <pc:docMk/>
            <pc:sldMk cId="2433659978" sldId="708"/>
            <ac:spMk id="2" creationId="{10553EF2-6510-67FF-CB1C-7BDEC160AC48}"/>
          </ac:spMkLst>
        </pc:spChg>
        <pc:picChg chg="add mod modCrop">
          <ac:chgData name="Khonani Davhana" userId="222817fc-0cf9-4c86-be23-c340a19ae17d" providerId="ADAL" clId="{9A3A468E-2424-4550-96FD-793E4A1465C6}" dt="2025-05-12T20:35:25.947" v="372" actId="692"/>
          <ac:picMkLst>
            <pc:docMk/>
            <pc:sldMk cId="2433659978" sldId="708"/>
            <ac:picMk id="4" creationId="{5A0CA935-DE2D-C0CD-29F5-C3A0C99EE4EE}"/>
          </ac:picMkLst>
        </pc:picChg>
        <pc:picChg chg="add mod modCrop">
          <ac:chgData name="Khonani Davhana" userId="222817fc-0cf9-4c86-be23-c340a19ae17d" providerId="ADAL" clId="{9A3A468E-2424-4550-96FD-793E4A1465C6}" dt="2025-05-12T20:35:28.543" v="373" actId="692"/>
          <ac:picMkLst>
            <pc:docMk/>
            <pc:sldMk cId="2433659978" sldId="708"/>
            <ac:picMk id="6" creationId="{428EDA3C-9C76-4B4E-C973-8CCB94E54F69}"/>
          </ac:picMkLst>
        </pc:picChg>
        <pc:picChg chg="del">
          <ac:chgData name="Khonani Davhana" userId="222817fc-0cf9-4c86-be23-c340a19ae17d" providerId="ADAL" clId="{9A3A468E-2424-4550-96FD-793E4A1465C6}" dt="2025-05-12T19:32:45.188" v="20" actId="478"/>
          <ac:picMkLst>
            <pc:docMk/>
            <pc:sldMk cId="2433659978" sldId="708"/>
            <ac:picMk id="11" creationId="{89F61FDD-24B2-DF59-E7E1-726C16B997AB}"/>
          </ac:picMkLst>
        </pc:picChg>
        <pc:picChg chg="del">
          <ac:chgData name="Khonani Davhana" userId="222817fc-0cf9-4c86-be23-c340a19ae17d" providerId="ADAL" clId="{9A3A468E-2424-4550-96FD-793E4A1465C6}" dt="2025-05-12T19:32:52.375" v="21" actId="478"/>
          <ac:picMkLst>
            <pc:docMk/>
            <pc:sldMk cId="2433659978" sldId="708"/>
            <ac:picMk id="29" creationId="{7247EEB8-7505-D0C9-A9CD-ADE562B9F4F6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3T15:11:58.675" v="414" actId="1076"/>
        <pc:sldMkLst>
          <pc:docMk/>
          <pc:sldMk cId="1837885228" sldId="709"/>
        </pc:sldMkLst>
        <pc:spChg chg="add mod">
          <ac:chgData name="Khonani Davhana" userId="222817fc-0cf9-4c86-be23-c340a19ae17d" providerId="ADAL" clId="{9A3A468E-2424-4550-96FD-793E4A1465C6}" dt="2025-05-12T20:28:14.405" v="353" actId="1076"/>
          <ac:spMkLst>
            <pc:docMk/>
            <pc:sldMk cId="1837885228" sldId="709"/>
            <ac:spMk id="2" creationId="{73767903-F6CE-65DE-8D87-DF4D6C610A59}"/>
          </ac:spMkLst>
        </pc:spChg>
        <pc:picChg chg="add mod modCrop">
          <ac:chgData name="Khonani Davhana" userId="222817fc-0cf9-4c86-be23-c340a19ae17d" providerId="ADAL" clId="{9A3A468E-2424-4550-96FD-793E4A1465C6}" dt="2025-05-13T15:11:58.675" v="414" actId="1076"/>
          <ac:picMkLst>
            <pc:docMk/>
            <pc:sldMk cId="1837885228" sldId="709"/>
            <ac:picMk id="4" creationId="{C5B0BC2B-449C-E7B1-876A-64CC2F82E5B5}"/>
          </ac:picMkLst>
        </pc:picChg>
        <pc:picChg chg="add mod modCrop">
          <ac:chgData name="Khonani Davhana" userId="222817fc-0cf9-4c86-be23-c340a19ae17d" providerId="ADAL" clId="{9A3A468E-2424-4550-96FD-793E4A1465C6}" dt="2025-05-13T15:09:37.872" v="402" actId="732"/>
          <ac:picMkLst>
            <pc:docMk/>
            <pc:sldMk cId="1837885228" sldId="709"/>
            <ac:picMk id="5" creationId="{5F4ED295-C284-9AF8-DD9B-361252A35CDB}"/>
          </ac:picMkLst>
        </pc:picChg>
        <pc:picChg chg="add del mod modCrop">
          <ac:chgData name="Khonani Davhana" userId="222817fc-0cf9-4c86-be23-c340a19ae17d" providerId="ADAL" clId="{9A3A468E-2424-4550-96FD-793E4A1465C6}" dt="2025-05-13T15:08:27.215" v="392" actId="478"/>
          <ac:picMkLst>
            <pc:docMk/>
            <pc:sldMk cId="1837885228" sldId="709"/>
            <ac:picMk id="6" creationId="{E0C06B1F-E0B7-1B23-5434-894B4E24C579}"/>
          </ac:picMkLst>
        </pc:picChg>
      </pc:sldChg>
      <pc:sldChg chg="addSp delSp modSp new mod">
        <pc:chgData name="Khonani Davhana" userId="222817fc-0cf9-4c86-be23-c340a19ae17d" providerId="ADAL" clId="{9A3A468E-2424-4550-96FD-793E4A1465C6}" dt="2025-05-13T15:14:20.734" v="429" actId="732"/>
        <pc:sldMkLst>
          <pc:docMk/>
          <pc:sldMk cId="1696056011" sldId="710"/>
        </pc:sldMkLst>
        <pc:spChg chg="del">
          <ac:chgData name="Khonani Davhana" userId="222817fc-0cf9-4c86-be23-c340a19ae17d" providerId="ADAL" clId="{9A3A468E-2424-4550-96FD-793E4A1465C6}" dt="2025-05-12T20:21:00.934" v="308" actId="478"/>
          <ac:spMkLst>
            <pc:docMk/>
            <pc:sldMk cId="1696056011" sldId="710"/>
            <ac:spMk id="2" creationId="{6036E471-A3DF-9981-AB7B-02B028A2730A}"/>
          </ac:spMkLst>
        </pc:spChg>
        <pc:spChg chg="del">
          <ac:chgData name="Khonani Davhana" userId="222817fc-0cf9-4c86-be23-c340a19ae17d" providerId="ADAL" clId="{9A3A468E-2424-4550-96FD-793E4A1465C6}" dt="2025-05-12T20:20:57.007" v="307" actId="478"/>
          <ac:spMkLst>
            <pc:docMk/>
            <pc:sldMk cId="1696056011" sldId="710"/>
            <ac:spMk id="3" creationId="{BE888C0D-BB0C-472F-1EE0-C586A89F6E01}"/>
          </ac:spMkLst>
        </pc:spChg>
        <pc:picChg chg="add del mod modCrop">
          <ac:chgData name="Khonani Davhana" userId="222817fc-0cf9-4c86-be23-c340a19ae17d" providerId="ADAL" clId="{9A3A468E-2424-4550-96FD-793E4A1465C6}" dt="2025-05-13T15:12:20.063" v="415" actId="478"/>
          <ac:picMkLst>
            <pc:docMk/>
            <pc:sldMk cId="1696056011" sldId="710"/>
            <ac:picMk id="3" creationId="{C67E7F3B-7D93-548F-C107-E99A26205B50}"/>
          </ac:picMkLst>
        </pc:picChg>
        <pc:picChg chg="add mod modCrop">
          <ac:chgData name="Khonani Davhana" userId="222817fc-0cf9-4c86-be23-c340a19ae17d" providerId="ADAL" clId="{9A3A468E-2424-4550-96FD-793E4A1465C6}" dt="2025-05-13T15:13:31.228" v="422" actId="1076"/>
          <ac:picMkLst>
            <pc:docMk/>
            <pc:sldMk cId="1696056011" sldId="710"/>
            <ac:picMk id="5" creationId="{02B78B15-C92E-687A-6010-B44D3371FA11}"/>
          </ac:picMkLst>
        </pc:picChg>
        <pc:picChg chg="add del mod modCrop">
          <ac:chgData name="Khonani Davhana" userId="222817fc-0cf9-4c86-be23-c340a19ae17d" providerId="ADAL" clId="{9A3A468E-2424-4550-96FD-793E4A1465C6}" dt="2025-05-13T15:13:56.688" v="423" actId="478"/>
          <ac:picMkLst>
            <pc:docMk/>
            <pc:sldMk cId="1696056011" sldId="710"/>
            <ac:picMk id="6" creationId="{380E1726-4732-1702-8778-EDC603276A2D}"/>
          </ac:picMkLst>
        </pc:picChg>
        <pc:picChg chg="add del mod modCrop">
          <ac:chgData name="Khonani Davhana" userId="222817fc-0cf9-4c86-be23-c340a19ae17d" providerId="ADAL" clId="{9A3A468E-2424-4550-96FD-793E4A1465C6}" dt="2025-05-13T15:11:01.909" v="404" actId="478"/>
          <ac:picMkLst>
            <pc:docMk/>
            <pc:sldMk cId="1696056011" sldId="710"/>
            <ac:picMk id="7" creationId="{34E11A61-1503-66DA-AB2C-B51DDF60E1CC}"/>
          </ac:picMkLst>
        </pc:picChg>
        <pc:picChg chg="add mod modCrop">
          <ac:chgData name="Khonani Davhana" userId="222817fc-0cf9-4c86-be23-c340a19ae17d" providerId="ADAL" clId="{9A3A468E-2424-4550-96FD-793E4A1465C6}" dt="2025-05-13T15:14:20.734" v="429" actId="732"/>
          <ac:picMkLst>
            <pc:docMk/>
            <pc:sldMk cId="1696056011" sldId="710"/>
            <ac:picMk id="9" creationId="{3E818670-59DC-6885-28DD-0B8AAA4905C3}"/>
          </ac:picMkLst>
        </pc:picChg>
      </pc:sldChg>
      <pc:sldChg chg="addSp delSp modSp new mod">
        <pc:chgData name="Khonani Davhana" userId="222817fc-0cf9-4c86-be23-c340a19ae17d" providerId="ADAL" clId="{9A3A468E-2424-4550-96FD-793E4A1465C6}" dt="2025-05-12T20:28:04.780" v="351" actId="1076"/>
        <pc:sldMkLst>
          <pc:docMk/>
          <pc:sldMk cId="2436127559" sldId="711"/>
        </pc:sldMkLst>
        <pc:spChg chg="del">
          <ac:chgData name="Khonani Davhana" userId="222817fc-0cf9-4c86-be23-c340a19ae17d" providerId="ADAL" clId="{9A3A468E-2424-4550-96FD-793E4A1465C6}" dt="2025-05-12T20:23:35.360" v="327" actId="478"/>
          <ac:spMkLst>
            <pc:docMk/>
            <pc:sldMk cId="2436127559" sldId="711"/>
            <ac:spMk id="2" creationId="{9D6CB935-B1E7-B404-30C0-E41573AF99C9}"/>
          </ac:spMkLst>
        </pc:spChg>
        <pc:spChg chg="del">
          <ac:chgData name="Khonani Davhana" userId="222817fc-0cf9-4c86-be23-c340a19ae17d" providerId="ADAL" clId="{9A3A468E-2424-4550-96FD-793E4A1465C6}" dt="2025-05-12T20:23:33.948" v="326" actId="478"/>
          <ac:spMkLst>
            <pc:docMk/>
            <pc:sldMk cId="2436127559" sldId="711"/>
            <ac:spMk id="3" creationId="{7FD5859D-58F3-9C86-2919-08DDAEAC4897}"/>
          </ac:spMkLst>
        </pc:spChg>
        <pc:picChg chg="add mod modCrop">
          <ac:chgData name="Khonani Davhana" userId="222817fc-0cf9-4c86-be23-c340a19ae17d" providerId="ADAL" clId="{9A3A468E-2424-4550-96FD-793E4A1465C6}" dt="2025-05-12T20:28:04.780" v="351" actId="1076"/>
          <ac:picMkLst>
            <pc:docMk/>
            <pc:sldMk cId="2436127559" sldId="711"/>
            <ac:picMk id="5" creationId="{2CD14EAF-675F-751C-5415-F066646F4A47}"/>
          </ac:picMkLst>
        </pc:picChg>
        <pc:picChg chg="add del mod">
          <ac:chgData name="Khonani Davhana" userId="222817fc-0cf9-4c86-be23-c340a19ae17d" providerId="ADAL" clId="{9A3A468E-2424-4550-96FD-793E4A1465C6}" dt="2025-05-12T20:26:09.539" v="339" actId="478"/>
          <ac:picMkLst>
            <pc:docMk/>
            <pc:sldMk cId="2436127559" sldId="711"/>
            <ac:picMk id="7" creationId="{C4128E2F-823A-18A8-F67E-95F3F39F1E69}"/>
          </ac:picMkLst>
        </pc:picChg>
        <pc:picChg chg="add del mod">
          <ac:chgData name="Khonani Davhana" userId="222817fc-0cf9-4c86-be23-c340a19ae17d" providerId="ADAL" clId="{9A3A468E-2424-4550-96FD-793E4A1465C6}" dt="2025-05-12T20:27:04.622" v="341" actId="478"/>
          <ac:picMkLst>
            <pc:docMk/>
            <pc:sldMk cId="2436127559" sldId="711"/>
            <ac:picMk id="9" creationId="{3E40819E-49A7-5917-BE3B-5699B182A954}"/>
          </ac:picMkLst>
        </pc:picChg>
        <pc:picChg chg="add mod modCrop">
          <ac:chgData name="Khonani Davhana" userId="222817fc-0cf9-4c86-be23-c340a19ae17d" providerId="ADAL" clId="{9A3A468E-2424-4550-96FD-793E4A1465C6}" dt="2025-05-12T20:27:57.659" v="350" actId="1076"/>
          <ac:picMkLst>
            <pc:docMk/>
            <pc:sldMk cId="2436127559" sldId="711"/>
            <ac:picMk id="11" creationId="{07A64B36-25D6-48B4-C72C-54703F7C9BB7}"/>
          </ac:picMkLst>
        </pc:picChg>
      </pc:sldChg>
      <pc:sldChg chg="addSp delSp modSp new mod">
        <pc:chgData name="Khonani Davhana" userId="222817fc-0cf9-4c86-be23-c340a19ae17d" providerId="ADAL" clId="{9A3A468E-2424-4550-96FD-793E4A1465C6}" dt="2025-05-13T15:19:24.669" v="447" actId="732"/>
        <pc:sldMkLst>
          <pc:docMk/>
          <pc:sldMk cId="1652239820" sldId="712"/>
        </pc:sldMkLst>
        <pc:spChg chg="del">
          <ac:chgData name="Khonani Davhana" userId="222817fc-0cf9-4c86-be23-c340a19ae17d" providerId="ADAL" clId="{9A3A468E-2424-4550-96FD-793E4A1465C6}" dt="2025-05-12T20:30:47.445" v="356" actId="478"/>
          <ac:spMkLst>
            <pc:docMk/>
            <pc:sldMk cId="1652239820" sldId="712"/>
            <ac:spMk id="2" creationId="{F5D355C6-F59D-0669-C63A-E84562572886}"/>
          </ac:spMkLst>
        </pc:spChg>
        <pc:spChg chg="del">
          <ac:chgData name="Khonani Davhana" userId="222817fc-0cf9-4c86-be23-c340a19ae17d" providerId="ADAL" clId="{9A3A468E-2424-4550-96FD-793E4A1465C6}" dt="2025-05-12T20:30:43.289" v="355" actId="478"/>
          <ac:spMkLst>
            <pc:docMk/>
            <pc:sldMk cId="1652239820" sldId="712"/>
            <ac:spMk id="3" creationId="{021BE01B-5114-B2FB-AE8D-FD3B7786DDDE}"/>
          </ac:spMkLst>
        </pc:spChg>
        <pc:picChg chg="add mod modCrop">
          <ac:chgData name="Khonani Davhana" userId="222817fc-0cf9-4c86-be23-c340a19ae17d" providerId="ADAL" clId="{9A3A468E-2424-4550-96FD-793E4A1465C6}" dt="2025-05-13T15:19:24.669" v="447" actId="732"/>
          <ac:picMkLst>
            <pc:docMk/>
            <pc:sldMk cId="1652239820" sldId="712"/>
            <ac:picMk id="3" creationId="{8056A3D6-CE9A-B692-781F-B3500E6CEC88}"/>
          </ac:picMkLst>
        </pc:picChg>
        <pc:picChg chg="add del mod modCrop">
          <ac:chgData name="Khonani Davhana" userId="222817fc-0cf9-4c86-be23-c340a19ae17d" providerId="ADAL" clId="{9A3A468E-2424-4550-96FD-793E4A1465C6}" dt="2025-05-13T15:15:50.761" v="430" actId="478"/>
          <ac:picMkLst>
            <pc:docMk/>
            <pc:sldMk cId="1652239820" sldId="712"/>
            <ac:picMk id="5" creationId="{897294F7-51C1-E259-9F0C-94079377E374}"/>
          </ac:picMkLst>
        </pc:picChg>
        <pc:picChg chg="add mod modCrop">
          <ac:chgData name="Khonani Davhana" userId="222817fc-0cf9-4c86-be23-c340a19ae17d" providerId="ADAL" clId="{9A3A468E-2424-4550-96FD-793E4A1465C6}" dt="2025-05-13T15:19:16.064" v="446" actId="1076"/>
          <ac:picMkLst>
            <pc:docMk/>
            <pc:sldMk cId="1652239820" sldId="712"/>
            <ac:picMk id="6" creationId="{694B04FC-696D-5B56-4237-2A8038494D71}"/>
          </ac:picMkLst>
        </pc:picChg>
        <pc:picChg chg="add del mod modCrop">
          <ac:chgData name="Khonani Davhana" userId="222817fc-0cf9-4c86-be23-c340a19ae17d" providerId="ADAL" clId="{9A3A468E-2424-4550-96FD-793E4A1465C6}" dt="2025-05-13T15:15:53.033" v="431" actId="478"/>
          <ac:picMkLst>
            <pc:docMk/>
            <pc:sldMk cId="1652239820" sldId="712"/>
            <ac:picMk id="7" creationId="{50A49A3F-8880-EEB3-A5BC-DFCC492D5DB3}"/>
          </ac:picMkLst>
        </pc:picChg>
      </pc:sldChg>
      <pc:sldChg chg="addSp delSp modSp mod">
        <pc:chgData name="Khonani Davhana" userId="222817fc-0cf9-4c86-be23-c340a19ae17d" providerId="ADAL" clId="{9A3A468E-2424-4550-96FD-793E4A1465C6}" dt="2025-05-13T15:24:36.815" v="469" actId="1076"/>
        <pc:sldMkLst>
          <pc:docMk/>
          <pc:sldMk cId="3356069193" sldId="713"/>
        </pc:sldMkLst>
        <pc:picChg chg="del">
          <ac:chgData name="Khonani Davhana" userId="222817fc-0cf9-4c86-be23-c340a19ae17d" providerId="ADAL" clId="{9A3A468E-2424-4550-96FD-793E4A1465C6}" dt="2025-05-13T15:23:01.503" v="458" actId="478"/>
          <ac:picMkLst>
            <pc:docMk/>
            <pc:sldMk cId="3356069193" sldId="713"/>
            <ac:picMk id="2" creationId="{0B4A6552-71F0-637E-368F-39091780373D}"/>
          </ac:picMkLst>
        </pc:picChg>
        <pc:picChg chg="mod modCrop">
          <ac:chgData name="Khonani Davhana" userId="222817fc-0cf9-4c86-be23-c340a19ae17d" providerId="ADAL" clId="{9A3A468E-2424-4550-96FD-793E4A1465C6}" dt="2025-05-13T15:24:34.833" v="468" actId="1076"/>
          <ac:picMkLst>
            <pc:docMk/>
            <pc:sldMk cId="3356069193" sldId="713"/>
            <ac:picMk id="3" creationId="{5E7968B3-390F-641D-128B-D0E71B0E527E}"/>
          </ac:picMkLst>
        </pc:picChg>
        <pc:picChg chg="add mod modCrop">
          <ac:chgData name="Khonani Davhana" userId="222817fc-0cf9-4c86-be23-c340a19ae17d" providerId="ADAL" clId="{9A3A468E-2424-4550-96FD-793E4A1465C6}" dt="2025-05-13T15:24:36.815" v="469" actId="1076"/>
          <ac:picMkLst>
            <pc:docMk/>
            <pc:sldMk cId="3356069193" sldId="713"/>
            <ac:picMk id="5" creationId="{A448FE8A-8806-E278-6DD1-DB0E63F61E39}"/>
          </ac:picMkLst>
        </pc:picChg>
      </pc:sldChg>
      <pc:sldChg chg="addSp delSp modSp add mod setBg">
        <pc:chgData name="Khonani Davhana" userId="222817fc-0cf9-4c86-be23-c340a19ae17d" providerId="ADAL" clId="{9A3A468E-2424-4550-96FD-793E4A1465C6}" dt="2025-05-13T15:07:22.902" v="391" actId="1076"/>
        <pc:sldMkLst>
          <pc:docMk/>
          <pc:sldMk cId="889730845" sldId="714"/>
        </pc:sldMkLst>
        <pc:picChg chg="add del mod">
          <ac:chgData name="Khonani Davhana" userId="222817fc-0cf9-4c86-be23-c340a19ae17d" providerId="ADAL" clId="{9A3A468E-2424-4550-96FD-793E4A1465C6}" dt="2025-05-13T15:04:31.357" v="379" actId="478"/>
          <ac:picMkLst>
            <pc:docMk/>
            <pc:sldMk cId="889730845" sldId="714"/>
            <ac:picMk id="3" creationId="{EE25F31F-6D4B-1935-63E1-02E1FF800B4E}"/>
          </ac:picMkLst>
        </pc:picChg>
        <pc:picChg chg="add mod modCrop">
          <ac:chgData name="Khonani Davhana" userId="222817fc-0cf9-4c86-be23-c340a19ae17d" providerId="ADAL" clId="{9A3A468E-2424-4550-96FD-793E4A1465C6}" dt="2025-05-13T15:07:22.902" v="391" actId="1076"/>
          <ac:picMkLst>
            <pc:docMk/>
            <pc:sldMk cId="889730845" sldId="714"/>
            <ac:picMk id="5" creationId="{C6C8E846-21F9-4587-0CDD-AB2A1764226E}"/>
          </ac:picMkLst>
        </pc:picChg>
        <pc:picChg chg="del">
          <ac:chgData name="Khonani Davhana" userId="222817fc-0cf9-4c86-be23-c340a19ae17d" providerId="ADAL" clId="{9A3A468E-2424-4550-96FD-793E4A1465C6}" dt="2025-05-13T14:51:20.069" v="375" actId="478"/>
          <ac:picMkLst>
            <pc:docMk/>
            <pc:sldMk cId="889730845" sldId="714"/>
            <ac:picMk id="7" creationId="{CAEB8AD0-6722-2346-0B78-57A4CB18519B}"/>
          </ac:picMkLst>
        </pc:picChg>
        <pc:picChg chg="del">
          <ac:chgData name="Khonani Davhana" userId="222817fc-0cf9-4c86-be23-c340a19ae17d" providerId="ADAL" clId="{9A3A468E-2424-4550-96FD-793E4A1465C6}" dt="2025-05-13T14:51:21.761" v="376" actId="478"/>
          <ac:picMkLst>
            <pc:docMk/>
            <pc:sldMk cId="889730845" sldId="714"/>
            <ac:picMk id="9" creationId="{04AECB0F-F428-656D-9B0F-9C32F2FA3E34}"/>
          </ac:picMkLst>
        </pc:picChg>
      </pc:sldChg>
      <pc:sldChg chg="addSp delSp modSp add mod">
        <pc:chgData name="Khonani Davhana" userId="222817fc-0cf9-4c86-be23-c340a19ae17d" providerId="ADAL" clId="{9A3A468E-2424-4550-96FD-793E4A1465C6}" dt="2025-05-13T15:21:34.450" v="457" actId="1076"/>
        <pc:sldMkLst>
          <pc:docMk/>
          <pc:sldMk cId="533265744" sldId="715"/>
        </pc:sldMkLst>
        <pc:picChg chg="del">
          <ac:chgData name="Khonani Davhana" userId="222817fc-0cf9-4c86-be23-c340a19ae17d" providerId="ADAL" clId="{9A3A468E-2424-4550-96FD-793E4A1465C6}" dt="2025-05-13T15:19:54.914" v="449" actId="478"/>
          <ac:picMkLst>
            <pc:docMk/>
            <pc:sldMk cId="533265744" sldId="715"/>
            <ac:picMk id="3" creationId="{3124DEE3-D09B-6BCD-ADE7-A84317F3558D}"/>
          </ac:picMkLst>
        </pc:picChg>
        <pc:picChg chg="add mod modCrop">
          <ac:chgData name="Khonani Davhana" userId="222817fc-0cf9-4c86-be23-c340a19ae17d" providerId="ADAL" clId="{9A3A468E-2424-4550-96FD-793E4A1465C6}" dt="2025-05-13T15:21:34.450" v="457" actId="1076"/>
          <ac:picMkLst>
            <pc:docMk/>
            <pc:sldMk cId="533265744" sldId="715"/>
            <ac:picMk id="4" creationId="{E51F1938-C348-0EAE-D1F0-C9745D31FA1E}"/>
          </ac:picMkLst>
        </pc:picChg>
        <pc:picChg chg="del">
          <ac:chgData name="Khonani Davhana" userId="222817fc-0cf9-4c86-be23-c340a19ae17d" providerId="ADAL" clId="{9A3A468E-2424-4550-96FD-793E4A1465C6}" dt="2025-05-13T15:19:56.599" v="450" actId="478"/>
          <ac:picMkLst>
            <pc:docMk/>
            <pc:sldMk cId="533265744" sldId="715"/>
            <ac:picMk id="6" creationId="{2DB34243-D588-0909-3624-96818013AC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5/13/2025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13/05/2025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.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D66AD1-F646-CFC6-A08B-5E3247B52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3645E0F-5445-1E1B-B3B3-DB6D60F918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C8DDC6B-363C-CCBD-BE9A-7A2F97F98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611A20D2-7B2D-FF48-812E-AFC28862B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544367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.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3FAF73B-DC37-14E5-7293-578224D719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4EABE69-2F98-DB2B-77E7-1B1437F59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EDB39-2204-5BB5-1347-2B756C0F6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1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.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2A70D8C-7EC8-CC3E-66C3-339C752CC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A38B5-D0D4-307B-CB1A-B541B7908F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.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FD7B9-461C-1D80-4A64-51AED27E67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0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5.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19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6.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2A70D8C-7EC8-CC3E-66C3-339C752CC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A38B5-D0D4-307B-CB1A-B541B7908F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. Green Strip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1927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62AEA-5433-8BEE-A9C5-93015A140B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1928" y="366301"/>
            <a:ext cx="976371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0AD94-929D-8885-890D-4E0838C2DC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3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751746EB-A02D-0400-4FF8-9F1BC55D12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92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3524313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. Green Strip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1A28B9-4612-F65A-3147-03DC0FE7FA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87F2AAD-5683-04B8-84EF-79D2231E08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1927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0DB3C28-B9A6-D525-65C7-7E86366F45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1928" y="366301"/>
            <a:ext cx="976371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94188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 Green Strip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65E629-4991-72D9-253F-8E92CC7EE1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57B4826-3978-93B6-9A0C-AC3BA4594C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1928" y="366301"/>
            <a:ext cx="976371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048637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4. Green Strip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FC9FCC-3DA5-35F8-B865-352FE8D74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8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5. Green Strip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159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6 Green Strip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65E629-4991-72D9-253F-8E92CC7EE1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4B4313-94E6-42E2-3252-EFD51D8157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10412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79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4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0F532293-C621-9FBE-3A3C-B53105E8E8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133969"/>
            <a:ext cx="12204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0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B237EA-C2BE-66F0-56DD-044417078A3E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4686658-3F55-961F-C82F-FBBE9812FEE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4813991"/>
            <a:ext cx="12192000" cy="207965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4E9004F-9572-2E02-2EA7-2B063B53873B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F343E0-9C64-A71E-79B4-8F5441D74EFA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4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3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kdavhana@openboxsoftware.com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14864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/>
              <a:t>Grainger</a:t>
            </a:r>
          </a:p>
          <a:p>
            <a:pPr>
              <a:lnSpc>
                <a:spcPct val="100000"/>
              </a:lnSpc>
            </a:pPr>
            <a:r>
              <a:rPr lang="en-US"/>
              <a:t>UAT Feedback Guide</a:t>
            </a:r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9851-AB3C-FC8C-21DC-8206FDF9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7B449D-B013-3E9A-EFD0-9E120ECCED5C}"/>
              </a:ext>
            </a:extLst>
          </p:cNvPr>
          <p:cNvSpPr txBox="1">
            <a:spLocks/>
          </p:cNvSpPr>
          <p:nvPr/>
        </p:nvSpPr>
        <p:spPr>
          <a:xfrm>
            <a:off x="610850" y="110663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 kern="1200">
                <a:solidFill>
                  <a:srgbClr val="BCD727"/>
                </a:solidFill>
                <a:latin typeface="Proxima Nova Lt" panose="02000506030000020004" pitchFamily="50" charset="0"/>
                <a:ea typeface="+mn-ea"/>
                <a:cs typeface="Proxima Nova Lt" panose="0200050603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Contents</a:t>
            </a:r>
            <a:endParaRPr lang="en-ZA" b="1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A9DDCB-849D-F6A4-E625-70AF1A3ECF5C}"/>
              </a:ext>
            </a:extLst>
          </p:cNvPr>
          <p:cNvSpPr txBox="1">
            <a:spLocks/>
          </p:cNvSpPr>
          <p:nvPr/>
        </p:nvSpPr>
        <p:spPr>
          <a:xfrm>
            <a:off x="1916440" y="1365152"/>
            <a:ext cx="5379095" cy="18205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 kern="1200">
                <a:solidFill>
                  <a:srgbClr val="BCD727"/>
                </a:solidFill>
                <a:latin typeface="Proxima Nova Lt" panose="02000506030000020004" pitchFamily="50" charset="0"/>
                <a:ea typeface="+mn-ea"/>
                <a:cs typeface="Proxima Nova Lt" panose="0200050603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1600">
                <a:solidFill>
                  <a:schemeClr val="tx2"/>
                </a:solidFill>
                <a:cs typeface="+mn-cs"/>
              </a:rPr>
              <a:t>UAT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>
                <a:solidFill>
                  <a:schemeClr val="tx2"/>
                </a:solidFill>
                <a:cs typeface="+mn-cs"/>
              </a:rPr>
              <a:t>Accessing UAT Work Items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>
                <a:solidFill>
                  <a:schemeClr val="tx2"/>
                </a:solidFill>
                <a:cs typeface="+mn-cs"/>
              </a:rPr>
              <a:t>Logging a Bug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>
                <a:solidFill>
                  <a:schemeClr val="tx2"/>
                </a:solidFill>
                <a:cs typeface="+mn-cs"/>
              </a:rPr>
              <a:t>Raising Comments /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>
                <a:solidFill>
                  <a:schemeClr val="tx2"/>
                </a:solidFill>
                <a:cs typeface="+mn-cs"/>
              </a:rPr>
              <a:t>Logging a User Story</a:t>
            </a:r>
            <a:endParaRPr lang="en-ZA" sz="1600">
              <a:solidFill>
                <a:schemeClr val="tx2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947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3EAC-B146-BE6F-5FAF-4DFC5F77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6EBA8D-4F23-5610-FC64-E419525E4473}"/>
              </a:ext>
            </a:extLst>
          </p:cNvPr>
          <p:cNvSpPr txBox="1">
            <a:spLocks/>
          </p:cNvSpPr>
          <p:nvPr/>
        </p:nvSpPr>
        <p:spPr>
          <a:xfrm>
            <a:off x="1342617" y="792627"/>
            <a:ext cx="10343307" cy="547474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2"/>
                </a:solidFill>
                <a:latin typeface="Proxima Nova Lt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latin typeface="Proxima Nova Lt" panose="02000506030000020004" pitchFamily="50" charset="0"/>
              </a:rPr>
              <a:t>To Approve / Sign-Off a Work Item: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Update the “Grainger Testing” field to “Pass”</a:t>
            </a:r>
          </a:p>
          <a:p>
            <a:pPr marL="285750" indent="-285750"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latin typeface="Proxima Nova Lt" panose="02000506030000020004" pitchFamily="50" charset="0"/>
              </a:rPr>
              <a:t>All UAT feedback should be discussed internally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Grainger should triage, consolidate and vet all feedback before logging work items or comments in Jira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Work items should be logged as follows: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Bug: Where agreed functionality is not working as per the AC’s on the User Story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User Story: For new features and functionality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All work items need to be assigned to Khonani Davhana (</a:t>
            </a: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  <a:hlinkClick r:id="rId2"/>
              </a:rPr>
              <a:t>kdavhana@openboxsoftware.com</a:t>
            </a: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)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All work items to be added to sprint: </a:t>
            </a:r>
            <a:r>
              <a:rPr lang="en-ZA" sz="1600" b="1">
                <a:solidFill>
                  <a:schemeClr val="tx2"/>
                </a:solidFill>
                <a:latin typeface="Proxima Nova Lt" panose="02000506030000020004" pitchFamily="50" charset="0"/>
              </a:rPr>
              <a:t>CJR Grainger UAT Feedback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400">
                <a:solidFill>
                  <a:schemeClr val="tx2"/>
                </a:solidFill>
                <a:latin typeface="Proxima Nova Lt" panose="02000506030000020004" pitchFamily="50" charset="0"/>
              </a:rPr>
              <a:t>Open Box will review the UAT items and collaborate with Grainger as needed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Work items need to include: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Detailed description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Screenshots 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Steps to reproduce (for Bugs)	</a:t>
            </a:r>
          </a:p>
          <a:p>
            <a:pPr marL="285750" indent="-285750"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latin typeface="Proxima Nova Lt" panose="02000506030000020004" pitchFamily="50" charset="0"/>
              </a:rPr>
              <a:t>For questions or queries relating to User Stories: 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Add question / comments to the “Comments” section of that User Story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</a:pP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Tag Khonani Davhana (</a:t>
            </a: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  <a:hlinkClick r:id="rId2"/>
              </a:rPr>
              <a:t>kdavhana@openboxsoftware.com</a:t>
            </a:r>
            <a:r>
              <a:rPr lang="en-ZA" sz="1600">
                <a:solidFill>
                  <a:schemeClr val="tx2"/>
                </a:solidFill>
                <a:latin typeface="Proxima Nova Lt" panose="02000506030000020004" pitchFamily="50" charset="0"/>
              </a:rPr>
              <a:t>) to ensure Open Box is notified of the question</a:t>
            </a:r>
            <a:endParaRPr lang="en-ZA" sz="1600">
              <a:latin typeface="Proxima Nova Lt" panose="02000506030000020004" pitchFamily="50" charset="0"/>
            </a:endParaRPr>
          </a:p>
          <a:p>
            <a:pPr marL="285750" indent="-285750">
              <a:spcAft>
                <a:spcPts val="500"/>
              </a:spcAft>
              <a:buClr>
                <a:schemeClr val="accent3"/>
              </a:buClr>
              <a:buSzPct val="60000"/>
              <a:buFont typeface="Verdana" panose="020B0604030504040204" pitchFamily="34" charset="0"/>
              <a:buChar char="•"/>
            </a:pPr>
            <a:endParaRPr lang="en-ZA" sz="1600">
              <a:latin typeface="Proxima Nova Lt" panose="02000506030000020004" pitchFamily="50" charset="0"/>
            </a:endParaRPr>
          </a:p>
          <a:p>
            <a:pPr marL="285750" indent="-285750">
              <a:spcAft>
                <a:spcPts val="500"/>
              </a:spcAft>
              <a:buClr>
                <a:schemeClr val="accent3"/>
              </a:buClr>
              <a:buSzPct val="60000"/>
              <a:buFont typeface="Verdana" panose="020B0604030504040204" pitchFamily="34" charset="0"/>
              <a:buChar char="•"/>
            </a:pPr>
            <a:endParaRPr lang="en-US" sz="1600">
              <a:latin typeface="Proxima Nova Lt" panose="02000506030000020004" pitchFamily="50" charset="0"/>
            </a:endParaRPr>
          </a:p>
          <a:p>
            <a:pPr marL="285750" indent="-285750">
              <a:spcAft>
                <a:spcPts val="500"/>
              </a:spcAft>
              <a:buClr>
                <a:schemeClr val="accent3"/>
              </a:buClr>
              <a:buSzPct val="60000"/>
              <a:buFont typeface="Verdana" panose="020B0604030504040204" pitchFamily="34" charset="0"/>
              <a:buChar char="•"/>
            </a:pPr>
            <a:endParaRPr lang="en-US" sz="1600">
              <a:latin typeface="Proxima Nova Lt" panose="02000506030000020004" pitchFamily="50" charset="0"/>
            </a:endParaRPr>
          </a:p>
          <a:p>
            <a:pPr marL="171450" indent="-171450">
              <a:spcAft>
                <a:spcPts val="5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>
              <a:latin typeface="Proxima Nova Lt" panose="02000506030000020004" pitchFamily="50" charset="0"/>
            </a:endParaRPr>
          </a:p>
          <a:p>
            <a:pPr>
              <a:spcAft>
                <a:spcPts val="500"/>
              </a:spcAft>
              <a:buClr>
                <a:schemeClr val="accent3"/>
              </a:buClr>
            </a:pPr>
            <a:endParaRPr lang="en-US" sz="1600"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B8A0217-5C59-C5C0-B3E7-E7D8831E1E46}"/>
              </a:ext>
            </a:extLst>
          </p:cNvPr>
          <p:cNvSpPr txBox="1">
            <a:spLocks/>
          </p:cNvSpPr>
          <p:nvPr/>
        </p:nvSpPr>
        <p:spPr>
          <a:xfrm>
            <a:off x="610850" y="110663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 kern="1200">
                <a:solidFill>
                  <a:srgbClr val="BCD727"/>
                </a:solidFill>
                <a:latin typeface="Proxima Nova Lt" panose="02000506030000020004" pitchFamily="50" charset="0"/>
                <a:ea typeface="+mn-ea"/>
                <a:cs typeface="Proxima Nova Lt" panose="0200050603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UAT Overview</a:t>
            </a:r>
            <a:endParaRPr lang="en-ZA" b="1"/>
          </a:p>
        </p:txBody>
      </p:sp>
    </p:spTree>
    <p:extLst>
      <p:ext uri="{BB962C8B-B14F-4D97-AF65-F5344CB8AC3E}">
        <p14:creationId xmlns:p14="http://schemas.microsoft.com/office/powerpoint/2010/main" val="13291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B0A5-7376-20DD-B046-86268793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7968B3-390F-641D-128B-D0E71B0E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56" t="265" r="27649" b="7561"/>
          <a:stretch/>
        </p:blipFill>
        <p:spPr>
          <a:xfrm>
            <a:off x="6735617" y="865761"/>
            <a:ext cx="5105015" cy="3530781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48FE8A-8806-E278-6DD1-DB0E63F6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731"/>
          <a:stretch/>
        </p:blipFill>
        <p:spPr>
          <a:xfrm>
            <a:off x="538181" y="865761"/>
            <a:ext cx="5963031" cy="3530781"/>
          </a:xfrm>
          <a:prstGeom prst="rect">
            <a:avLst/>
          </a:prstGeom>
          <a:ln>
            <a:solidFill>
              <a:srgbClr val="BCD727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0A1AF-4600-7708-3EFF-272E21A0296D}"/>
              </a:ext>
            </a:extLst>
          </p:cNvPr>
          <p:cNvSpPr txBox="1">
            <a:spLocks/>
          </p:cNvSpPr>
          <p:nvPr/>
        </p:nvSpPr>
        <p:spPr>
          <a:xfrm>
            <a:off x="610850" y="110663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 kern="1200">
                <a:solidFill>
                  <a:srgbClr val="BCD727"/>
                </a:solidFill>
                <a:latin typeface="Proxima Nova Lt" panose="02000506030000020004" pitchFamily="50" charset="0"/>
                <a:ea typeface="+mn-ea"/>
                <a:cs typeface="Proxima Nova Lt" panose="0200050603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Accessing UAT Work Items</a:t>
            </a:r>
            <a:endParaRPr lang="en-ZA" b="1"/>
          </a:p>
        </p:txBody>
      </p:sp>
    </p:spTree>
    <p:extLst>
      <p:ext uri="{BB962C8B-B14F-4D97-AF65-F5344CB8AC3E}">
        <p14:creationId xmlns:p14="http://schemas.microsoft.com/office/powerpoint/2010/main" val="335606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34DA-E7DF-3010-E9F2-A9578055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6C08C-D567-BE66-53AE-FDBF21092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" t="451" r="59275" b="2514"/>
          <a:stretch/>
        </p:blipFill>
        <p:spPr>
          <a:xfrm>
            <a:off x="2877650" y="981896"/>
            <a:ext cx="2753546" cy="3576967"/>
          </a:xfrm>
          <a:prstGeom prst="rect">
            <a:avLst/>
          </a:prstGeom>
          <a:solidFill>
            <a:schemeClr val="accent1"/>
          </a:solidFill>
          <a:ln>
            <a:solidFill>
              <a:srgbClr val="BCD727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FF83AC-5482-3912-2C95-6BBD1A51A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4" r="59777"/>
          <a:stretch/>
        </p:blipFill>
        <p:spPr>
          <a:xfrm>
            <a:off x="5804302" y="981896"/>
            <a:ext cx="2753546" cy="3576967"/>
          </a:xfrm>
          <a:prstGeom prst="rect">
            <a:avLst/>
          </a:prstGeom>
          <a:solidFill>
            <a:schemeClr val="bg1"/>
          </a:solidFill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2585551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8A6B-4AE8-CA0A-AACC-DF2A9ADD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53EF2-6510-67FF-CB1C-7BDEC160AC48}"/>
              </a:ext>
            </a:extLst>
          </p:cNvPr>
          <p:cNvSpPr txBox="1"/>
          <p:nvPr/>
        </p:nvSpPr>
        <p:spPr>
          <a:xfrm>
            <a:off x="443348" y="277092"/>
            <a:ext cx="5902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BCD727"/>
                </a:solidFill>
              </a:rPr>
              <a:t>Logging a Bug</a:t>
            </a:r>
            <a:endParaRPr lang="en-ZA" sz="3000" b="1">
              <a:solidFill>
                <a:srgbClr val="BCD727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CA935-DE2D-C0CD-29F5-C3A0C99EE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" r="43782"/>
          <a:stretch/>
        </p:blipFill>
        <p:spPr>
          <a:xfrm>
            <a:off x="2346525" y="1099123"/>
            <a:ext cx="3841348" cy="3997717"/>
          </a:xfrm>
          <a:prstGeom prst="rect">
            <a:avLst/>
          </a:prstGeom>
          <a:solidFill>
            <a:schemeClr val="bg1"/>
          </a:solidFill>
          <a:ln>
            <a:solidFill>
              <a:srgbClr val="BCD727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8EDA3C-9C76-4B4E-C973-8CCB94E54F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598" r="35428"/>
          <a:stretch/>
        </p:blipFill>
        <p:spPr>
          <a:xfrm>
            <a:off x="6345384" y="1099123"/>
            <a:ext cx="4420353" cy="3997717"/>
          </a:xfrm>
          <a:prstGeom prst="rect">
            <a:avLst/>
          </a:prstGeom>
          <a:solidFill>
            <a:schemeClr val="bg1"/>
          </a:solidFill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243365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42D1-2EB0-AEA6-B80F-965D4E34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D2B18-2B9E-2393-D085-8ACCA9C62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487"/>
          <a:stretch/>
        </p:blipFill>
        <p:spPr>
          <a:xfrm>
            <a:off x="2294002" y="1229200"/>
            <a:ext cx="3314876" cy="3683189"/>
          </a:xfrm>
          <a:prstGeom prst="rect">
            <a:avLst/>
          </a:prstGeom>
          <a:solidFill>
            <a:srgbClr val="BCD727"/>
          </a:solidFill>
          <a:ln>
            <a:solidFill>
              <a:srgbClr val="BCD727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84EA1-C47F-7CB3-A635-5946AE1EB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935" b="5691"/>
          <a:stretch/>
        </p:blipFill>
        <p:spPr>
          <a:xfrm>
            <a:off x="5772730" y="1229200"/>
            <a:ext cx="3899171" cy="3683189"/>
          </a:xfrm>
          <a:prstGeom prst="rect">
            <a:avLst/>
          </a:prstGeom>
          <a:solidFill>
            <a:schemeClr val="bg1"/>
          </a:solidFill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376180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689C-8F86-D10B-584D-625DDED0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2A6CB9-56E8-AB45-82FF-42EDC578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043" b="1728"/>
          <a:stretch/>
        </p:blipFill>
        <p:spPr>
          <a:xfrm>
            <a:off x="575947" y="997136"/>
            <a:ext cx="6009581" cy="3962792"/>
          </a:xfrm>
          <a:prstGeom prst="rect">
            <a:avLst/>
          </a:prstGeom>
          <a:solidFill>
            <a:schemeClr val="bg1"/>
          </a:solidFill>
          <a:ln>
            <a:solidFill>
              <a:srgbClr val="BCD727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26F42-D0D8-B06A-01A4-7CA4955CB5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929" b="138"/>
          <a:stretch/>
        </p:blipFill>
        <p:spPr>
          <a:xfrm>
            <a:off x="6721199" y="997136"/>
            <a:ext cx="4510219" cy="3962792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340269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1A27-310C-4A48-7D51-A4AE8B7D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19493-6B52-024E-434E-40393696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" r="10557" b="-1"/>
          <a:stretch/>
        </p:blipFill>
        <p:spPr>
          <a:xfrm>
            <a:off x="660362" y="1283854"/>
            <a:ext cx="6032097" cy="3778924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8A8CA-0036-1ABF-2701-8B0D852E7E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2" r="24500" b="-1"/>
          <a:stretch/>
        </p:blipFill>
        <p:spPr>
          <a:xfrm>
            <a:off x="6872768" y="1283854"/>
            <a:ext cx="5168499" cy="3778924"/>
          </a:xfrm>
          <a:prstGeom prst="rect">
            <a:avLst/>
          </a:prstGeom>
          <a:noFill/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17538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977F8-CEA0-9472-2388-B2D61252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9E9B4A-E7A9-25F6-C124-6448BE9D1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533"/>
          <a:stretch/>
        </p:blipFill>
        <p:spPr>
          <a:xfrm>
            <a:off x="6096000" y="1185369"/>
            <a:ext cx="5829600" cy="3054507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88830E-2161-7112-DA59-FEFA0D78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611"/>
          <a:stretch/>
        </p:blipFill>
        <p:spPr>
          <a:xfrm>
            <a:off x="801367" y="1185369"/>
            <a:ext cx="5156087" cy="3054507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862280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9160-DA94-20ED-7CE8-2645B7DD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6B7BB7-D8C9-2A54-B851-9E76B97E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663" b="16426"/>
          <a:stretch/>
        </p:blipFill>
        <p:spPr>
          <a:xfrm>
            <a:off x="1812215" y="1017337"/>
            <a:ext cx="4034403" cy="3444387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AFD2D-5F92-5207-3327-98DDE73A0A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" r="23358"/>
          <a:stretch/>
        </p:blipFill>
        <p:spPr>
          <a:xfrm>
            <a:off x="6023667" y="1017337"/>
            <a:ext cx="5207752" cy="3444386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406733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C9F51-C468-45F5-A6B9-9C01740D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C8E846-21F9-4587-0CDD-AB2A1764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283"/>
          <a:stretch/>
        </p:blipFill>
        <p:spPr>
          <a:xfrm>
            <a:off x="4605352" y="761587"/>
            <a:ext cx="2981295" cy="4529135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889730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C806-83AD-576B-C72F-2904C319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A8710F-46C4-0A61-FC66-5FAF05B9C7F8}"/>
              </a:ext>
            </a:extLst>
          </p:cNvPr>
          <p:cNvSpPr txBox="1"/>
          <p:nvPr/>
        </p:nvSpPr>
        <p:spPr>
          <a:xfrm>
            <a:off x="443348" y="277092"/>
            <a:ext cx="5902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BCD727"/>
                </a:solidFill>
              </a:rPr>
              <a:t>Raising Comments / Questions</a:t>
            </a:r>
            <a:endParaRPr lang="en-ZA" sz="3000" b="1">
              <a:solidFill>
                <a:srgbClr val="BCD727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322F13-8EA5-3049-A31A-9492BD747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524" y="1818930"/>
            <a:ext cx="6832951" cy="2222614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3230297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B021-CDE9-2894-EFAB-684E39EA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767903-F6CE-65DE-8D87-DF4D6C610A59}"/>
              </a:ext>
            </a:extLst>
          </p:cNvPr>
          <p:cNvSpPr txBox="1"/>
          <p:nvPr/>
        </p:nvSpPr>
        <p:spPr>
          <a:xfrm>
            <a:off x="443348" y="277092"/>
            <a:ext cx="5902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BCD727"/>
                </a:solidFill>
              </a:rPr>
              <a:t>Logging a User Story</a:t>
            </a:r>
            <a:endParaRPr lang="en-ZA" sz="3000" b="1">
              <a:solidFill>
                <a:srgbClr val="BCD727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0BC2B-449C-E7B1-876A-64CC2F82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682"/>
          <a:stretch/>
        </p:blipFill>
        <p:spPr>
          <a:xfrm>
            <a:off x="1286025" y="1058612"/>
            <a:ext cx="3984846" cy="3918151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4ED295-C284-9AF8-DD9B-361252A35C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8" r="9383" b="2987"/>
          <a:stretch/>
        </p:blipFill>
        <p:spPr>
          <a:xfrm>
            <a:off x="5449540" y="1058612"/>
            <a:ext cx="6211518" cy="3918152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1837885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78B15-C92E-687A-6010-B44D3371F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547"/>
          <a:stretch/>
        </p:blipFill>
        <p:spPr>
          <a:xfrm>
            <a:off x="2540384" y="1092672"/>
            <a:ext cx="2012549" cy="3988005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818670-59DC-6885-28DD-0B8AAA4905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3" b="2635"/>
          <a:stretch/>
        </p:blipFill>
        <p:spPr>
          <a:xfrm>
            <a:off x="4749421" y="1092672"/>
            <a:ext cx="6439689" cy="3988005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1696056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D14EAF-675F-751C-5415-F066646F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39996" b="16935"/>
          <a:stretch/>
        </p:blipFill>
        <p:spPr>
          <a:xfrm>
            <a:off x="1478798" y="1035527"/>
            <a:ext cx="4099966" cy="3270418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A64B36-25D6-48B4-C72C-54703F7C9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10"/>
          <a:stretch/>
        </p:blipFill>
        <p:spPr>
          <a:xfrm>
            <a:off x="5745997" y="1035527"/>
            <a:ext cx="4700330" cy="3270418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2436127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6A3D6-CE9A-B692-781F-B3500E6CE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86" b="13765"/>
          <a:stretch/>
        </p:blipFill>
        <p:spPr>
          <a:xfrm>
            <a:off x="949047" y="935501"/>
            <a:ext cx="5016324" cy="3367852"/>
          </a:xfrm>
          <a:prstGeom prst="rect">
            <a:avLst/>
          </a:prstGeom>
          <a:ln>
            <a:solidFill>
              <a:srgbClr val="BCD727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4B04FC-696D-5B56-4237-2A8038494D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35" b="13906"/>
          <a:stretch/>
        </p:blipFill>
        <p:spPr>
          <a:xfrm>
            <a:off x="6226631" y="935500"/>
            <a:ext cx="5709967" cy="3367852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1652239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E21E0-5610-1DA5-F5B2-EA60B1D4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1F1938-C348-0EAE-D1F0-C9745D31FA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98"/>
          <a:stretch/>
        </p:blipFill>
        <p:spPr>
          <a:xfrm>
            <a:off x="4292015" y="1164004"/>
            <a:ext cx="4380037" cy="3645087"/>
          </a:xfrm>
          <a:prstGeom prst="rect">
            <a:avLst/>
          </a:prstGeom>
          <a:ln>
            <a:solidFill>
              <a:srgbClr val="BCD727"/>
            </a:solidFill>
          </a:ln>
        </p:spPr>
      </p:pic>
    </p:spTree>
    <p:extLst>
      <p:ext uri="{BB962C8B-B14F-4D97-AF65-F5344CB8AC3E}">
        <p14:creationId xmlns:p14="http://schemas.microsoft.com/office/powerpoint/2010/main" val="53326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3. Sky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Lt">
      <a:majorFont>
        <a:latin typeface="Proxima Nova Lt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oxima Nova Lt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7EF8E669-4204-2D48-9F78-B3FDB002D662}"/>
    </a:ext>
  </a:extLst>
</a:theme>
</file>

<file path=ppt/theme/theme3.xml><?xml version="1.0" encoding="utf-8"?>
<a:theme xmlns:a="http://schemas.openxmlformats.org/drawingml/2006/main" name="6. Green Strip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933A6062-041E-FD4A-982A-E4625288EDC7}"/>
    </a:ext>
  </a:extLst>
</a:theme>
</file>

<file path=ppt/theme/theme4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5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4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Props1.xml><?xml version="1.0" encoding="utf-8"?>
<ds:datastoreItem xmlns:ds="http://schemas.openxmlformats.org/officeDocument/2006/customXml" ds:itemID="{40D4D0B3-E1C3-43DB-9C57-7520921F781C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55298D-AB50-4758-BF9A-4FD3BD18FC36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Application>Microsoft Office PowerPoint</Application>
  <PresentationFormat>Widescreen</PresentationFormat>
  <Slides>19</Slides>
  <Notes>2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1. Cover Pages</vt:lpstr>
      <vt:lpstr>3. Skyline contents pages</vt:lpstr>
      <vt:lpstr>6. Green Strip contents pages</vt:lpstr>
      <vt:lpstr>8. Green content pages</vt:lpstr>
      <vt:lpstr>2.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Khonani Davhana</dc:creator>
  <cp:revision>1</cp:revision>
  <cp:lastPrinted>2024-12-11T11:27:32Z</cp:lastPrinted>
  <dcterms:created xsi:type="dcterms:W3CDTF">2025-05-09T11:40:31Z</dcterms:created>
  <dcterms:modified xsi:type="dcterms:W3CDTF">2025-05-13T16:35:18Z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Project_x0020_Document_x0020_Type">
    <vt:lpwstr>4;#Generic Project Document|258c2ed6-b93b-4ffe-8901-a23f2dc98ec9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Client_x0020_Project">
    <vt:lpwstr/>
  </property>
  <property fmtid="{D5CDD505-2E9C-101B-9397-08002B2CF9AE}" pid="20" name="Client">
    <vt:lpwstr>6;#Grainger PLC|a74f1cb5-e995-4f9e-8521-6d52e2c6bf08</vt:lpwstr>
  </property>
  <property fmtid="{D5CDD505-2E9C-101B-9397-08002B2CF9AE}" pid="21" name="Client Project">
    <vt:lpwstr/>
  </property>
</Properties>
</file>